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4475" r:id="rId4"/>
    <p:sldMasterId id="2147484495" r:id="rId5"/>
    <p:sldMasterId id="2147484520" r:id="rId6"/>
    <p:sldMasterId id="2147484560" r:id="rId7"/>
  </p:sldMasterIdLst>
  <p:notesMasterIdLst>
    <p:notesMasterId r:id="rId67"/>
  </p:notesMasterIdLst>
  <p:handoutMasterIdLst>
    <p:handoutMasterId r:id="rId68"/>
  </p:handoutMasterIdLst>
  <p:sldIdLst>
    <p:sldId id="1887" r:id="rId8"/>
    <p:sldId id="1888" r:id="rId9"/>
    <p:sldId id="1889" r:id="rId10"/>
    <p:sldId id="1890" r:id="rId11"/>
    <p:sldId id="1909" r:id="rId12"/>
    <p:sldId id="1892" r:id="rId13"/>
    <p:sldId id="1893" r:id="rId14"/>
    <p:sldId id="1894" r:id="rId15"/>
    <p:sldId id="1895" r:id="rId16"/>
    <p:sldId id="1896" r:id="rId17"/>
    <p:sldId id="1897" r:id="rId18"/>
    <p:sldId id="1898" r:id="rId19"/>
    <p:sldId id="1899" r:id="rId20"/>
    <p:sldId id="1900" r:id="rId21"/>
    <p:sldId id="1901" r:id="rId22"/>
    <p:sldId id="1902" r:id="rId23"/>
    <p:sldId id="1903" r:id="rId24"/>
    <p:sldId id="1904" r:id="rId25"/>
    <p:sldId id="1905" r:id="rId26"/>
    <p:sldId id="1906" r:id="rId27"/>
    <p:sldId id="1907" r:id="rId28"/>
    <p:sldId id="1908" r:id="rId29"/>
    <p:sldId id="1910" r:id="rId30"/>
    <p:sldId id="1737" r:id="rId31"/>
    <p:sldId id="1912" r:id="rId32"/>
    <p:sldId id="1913" r:id="rId33"/>
    <p:sldId id="1914" r:id="rId34"/>
    <p:sldId id="1915" r:id="rId35"/>
    <p:sldId id="1916" r:id="rId36"/>
    <p:sldId id="1917" r:id="rId37"/>
    <p:sldId id="1918" r:id="rId38"/>
    <p:sldId id="1919" r:id="rId39"/>
    <p:sldId id="1920" r:id="rId40"/>
    <p:sldId id="1921" r:id="rId41"/>
    <p:sldId id="1922" r:id="rId42"/>
    <p:sldId id="1923" r:id="rId43"/>
    <p:sldId id="1924" r:id="rId44"/>
    <p:sldId id="1911" r:id="rId45"/>
    <p:sldId id="1738" r:id="rId46"/>
    <p:sldId id="1811" r:id="rId47"/>
    <p:sldId id="1812" r:id="rId48"/>
    <p:sldId id="1813" r:id="rId49"/>
    <p:sldId id="1814" r:id="rId50"/>
    <p:sldId id="1815" r:id="rId51"/>
    <p:sldId id="1816" r:id="rId52"/>
    <p:sldId id="1817" r:id="rId53"/>
    <p:sldId id="1808" r:id="rId54"/>
    <p:sldId id="1925" r:id="rId55"/>
    <p:sldId id="1926" r:id="rId56"/>
    <p:sldId id="1764" r:id="rId57"/>
    <p:sldId id="1765" r:id="rId58"/>
    <p:sldId id="1822" r:id="rId59"/>
    <p:sldId id="1766" r:id="rId60"/>
    <p:sldId id="1767" r:id="rId61"/>
    <p:sldId id="1768" r:id="rId62"/>
    <p:sldId id="1821" r:id="rId63"/>
    <p:sldId id="1730" r:id="rId64"/>
    <p:sldId id="1927" r:id="rId65"/>
    <p:sldId id="1818" r:id="rId6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71D1B65-CF43-4193-A20A-7F88C5376375}">
          <p14:sldIdLst>
            <p14:sldId id="1887"/>
            <p14:sldId id="1888"/>
            <p14:sldId id="1889"/>
            <p14:sldId id="1890"/>
            <p14:sldId id="1909"/>
            <p14:sldId id="1892"/>
            <p14:sldId id="1893"/>
            <p14:sldId id="1894"/>
            <p14:sldId id="1895"/>
            <p14:sldId id="1896"/>
            <p14:sldId id="1897"/>
            <p14:sldId id="1898"/>
            <p14:sldId id="1899"/>
            <p14:sldId id="1900"/>
            <p14:sldId id="1901"/>
            <p14:sldId id="1902"/>
            <p14:sldId id="1903"/>
            <p14:sldId id="1904"/>
            <p14:sldId id="1905"/>
            <p14:sldId id="1906"/>
            <p14:sldId id="1907"/>
            <p14:sldId id="1908"/>
            <p14:sldId id="1910"/>
            <p14:sldId id="1737"/>
            <p14:sldId id="1912"/>
            <p14:sldId id="1913"/>
            <p14:sldId id="1914"/>
            <p14:sldId id="1915"/>
            <p14:sldId id="1916"/>
            <p14:sldId id="1917"/>
            <p14:sldId id="1918"/>
            <p14:sldId id="1919"/>
            <p14:sldId id="1920"/>
            <p14:sldId id="1921"/>
            <p14:sldId id="1922"/>
            <p14:sldId id="1923"/>
            <p14:sldId id="1924"/>
            <p14:sldId id="1911"/>
            <p14:sldId id="1738"/>
            <p14:sldId id="1811"/>
            <p14:sldId id="1812"/>
            <p14:sldId id="1813"/>
            <p14:sldId id="1814"/>
            <p14:sldId id="1815"/>
            <p14:sldId id="1816"/>
            <p14:sldId id="1817"/>
            <p14:sldId id="1808"/>
            <p14:sldId id="1925"/>
            <p14:sldId id="1926"/>
            <p14:sldId id="1764"/>
            <p14:sldId id="1765"/>
            <p14:sldId id="1822"/>
            <p14:sldId id="1766"/>
            <p14:sldId id="1767"/>
            <p14:sldId id="1768"/>
            <p14:sldId id="1821"/>
            <p14:sldId id="1730"/>
            <p14:sldId id="1927"/>
            <p14:sldId id="181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D6"/>
    <a:srgbClr val="107C10"/>
    <a:srgbClr val="282828"/>
    <a:srgbClr val="868686"/>
    <a:srgbClr val="70AD47"/>
    <a:srgbClr val="287822"/>
    <a:srgbClr val="507E32"/>
    <a:srgbClr val="5C005C"/>
    <a:srgbClr val="B4009E"/>
    <a:srgbClr val="3214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68" autoAdjust="0"/>
    <p:restoredTop sz="86059" autoAdjust="0"/>
  </p:normalViewPr>
  <p:slideViewPr>
    <p:cSldViewPr snapToGrid="0">
      <p:cViewPr varScale="1">
        <p:scale>
          <a:sx n="74" d="100"/>
          <a:sy n="74" d="100"/>
        </p:scale>
        <p:origin x="345" y="42"/>
      </p:cViewPr>
      <p:guideLst/>
    </p:cSldViewPr>
  </p:slideViewPr>
  <p:notesTextViewPr>
    <p:cViewPr>
      <p:scale>
        <a:sx n="1" d="1"/>
        <a:sy n="1" d="1"/>
      </p:scale>
      <p:origin x="0" y="0"/>
    </p:cViewPr>
  </p:notesTextViewPr>
  <p:sorterViewPr>
    <p:cViewPr>
      <p:scale>
        <a:sx n="50" d="100"/>
        <a:sy n="5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19.xml" Id="rId26" /><Relationship Type="http://schemas.openxmlformats.org/officeDocument/2006/relationships/slide" Target="slides/slide14.xml" Id="rId21" /><Relationship Type="http://schemas.openxmlformats.org/officeDocument/2006/relationships/slide" Target="slides/slide35.xml" Id="rId42" /><Relationship Type="http://schemas.openxmlformats.org/officeDocument/2006/relationships/slide" Target="slides/slide40.xml" Id="rId47" /><Relationship Type="http://schemas.openxmlformats.org/officeDocument/2006/relationships/slide" Target="slides/slide56.xml" Id="rId63" /><Relationship Type="http://schemas.openxmlformats.org/officeDocument/2006/relationships/handoutMaster" Target="handoutMasters/handoutMaster1.xml" Id="rId68" /><Relationship Type="http://schemas.openxmlformats.org/officeDocument/2006/relationships/customXml" Target="../customXml/item2.xml" Id="rId2" /><Relationship Type="http://schemas.openxmlformats.org/officeDocument/2006/relationships/slide" Target="slides/slide9.xml" Id="rId16" /><Relationship Type="http://schemas.openxmlformats.org/officeDocument/2006/relationships/slide" Target="slides/slide22.xml" Id="rId29" /><Relationship Type="http://schemas.openxmlformats.org/officeDocument/2006/relationships/slide" Target="slides/slide4.xml" Id="rId11" /><Relationship Type="http://schemas.openxmlformats.org/officeDocument/2006/relationships/slide" Target="slides/slide17.xml" Id="rId24" /><Relationship Type="http://schemas.openxmlformats.org/officeDocument/2006/relationships/slide" Target="slides/slide25.xml" Id="rId32" /><Relationship Type="http://schemas.openxmlformats.org/officeDocument/2006/relationships/slide" Target="slides/slide30.xml" Id="rId37" /><Relationship Type="http://schemas.openxmlformats.org/officeDocument/2006/relationships/slide" Target="slides/slide33.xml" Id="rId40" /><Relationship Type="http://schemas.openxmlformats.org/officeDocument/2006/relationships/slide" Target="slides/slide38.xml" Id="rId45" /><Relationship Type="http://schemas.openxmlformats.org/officeDocument/2006/relationships/slide" Target="slides/slide46.xml" Id="rId53" /><Relationship Type="http://schemas.openxmlformats.org/officeDocument/2006/relationships/slide" Target="slides/slide51.xml" Id="rId58" /><Relationship Type="http://schemas.openxmlformats.org/officeDocument/2006/relationships/slide" Target="slides/slide59.xml" Id="rId66" /><Relationship Type="http://schemas.microsoft.com/office/2015/10/relationships/revisionInfo" Target="revisionInfo.xml" Id="rId74" /><Relationship Type="http://schemas.openxmlformats.org/officeDocument/2006/relationships/slideMaster" Target="slideMasters/slideMaster2.xml" Id="rId5" /><Relationship Type="http://schemas.openxmlformats.org/officeDocument/2006/relationships/slide" Target="slides/slide54.xml" Id="rId61" /><Relationship Type="http://schemas.openxmlformats.org/officeDocument/2006/relationships/slide" Target="slides/slide12.xml" Id="rId19" /><Relationship Type="http://schemas.openxmlformats.org/officeDocument/2006/relationships/slide" Target="slides/slide7.xml" Id="rId14" /><Relationship Type="http://schemas.openxmlformats.org/officeDocument/2006/relationships/slide" Target="slides/slide15.xml" Id="rId22" /><Relationship Type="http://schemas.openxmlformats.org/officeDocument/2006/relationships/slide" Target="slides/slide20.xml" Id="rId27" /><Relationship Type="http://schemas.openxmlformats.org/officeDocument/2006/relationships/slide" Target="slides/slide23.xml" Id="rId30" /><Relationship Type="http://schemas.openxmlformats.org/officeDocument/2006/relationships/slide" Target="slides/slide28.xml" Id="rId35" /><Relationship Type="http://schemas.openxmlformats.org/officeDocument/2006/relationships/slide" Target="slides/slide36.xml" Id="rId43" /><Relationship Type="http://schemas.openxmlformats.org/officeDocument/2006/relationships/slide" Target="slides/slide41.xml" Id="rId48" /><Relationship Type="http://schemas.openxmlformats.org/officeDocument/2006/relationships/slide" Target="slides/slide49.xml" Id="rId56" /><Relationship Type="http://schemas.openxmlformats.org/officeDocument/2006/relationships/slide" Target="slides/slide57.xml" Id="rId64" /><Relationship Type="http://schemas.openxmlformats.org/officeDocument/2006/relationships/slide" Target="slides/slide1.xml" Id="rId8" /><Relationship Type="http://schemas.openxmlformats.org/officeDocument/2006/relationships/slide" Target="slides/slide44.xml" Id="rId51" /><Relationship Type="http://schemas.openxmlformats.org/officeDocument/2006/relationships/theme" Target="theme/theme1.xml" Id="rId72" /><Relationship Type="http://schemas.openxmlformats.org/officeDocument/2006/relationships/customXml" Target="../customXml/item3.xml" Id="rId3" /><Relationship Type="http://schemas.openxmlformats.org/officeDocument/2006/relationships/slide" Target="slides/slide5.xml" Id="rId12" /><Relationship Type="http://schemas.openxmlformats.org/officeDocument/2006/relationships/slide" Target="slides/slide10.xml" Id="rId17" /><Relationship Type="http://schemas.openxmlformats.org/officeDocument/2006/relationships/slide" Target="slides/slide18.xml" Id="rId25" /><Relationship Type="http://schemas.openxmlformats.org/officeDocument/2006/relationships/slide" Target="slides/slide26.xml" Id="rId33" /><Relationship Type="http://schemas.openxmlformats.org/officeDocument/2006/relationships/slide" Target="slides/slide31.xml" Id="rId38" /><Relationship Type="http://schemas.openxmlformats.org/officeDocument/2006/relationships/slide" Target="slides/slide39.xml" Id="rId46" /><Relationship Type="http://schemas.openxmlformats.org/officeDocument/2006/relationships/slide" Target="slides/slide52.xml" Id="rId59" /><Relationship Type="http://schemas.openxmlformats.org/officeDocument/2006/relationships/notesMaster" Target="notesMasters/notesMaster1.xml" Id="rId67" /><Relationship Type="http://schemas.openxmlformats.org/officeDocument/2006/relationships/slide" Target="slides/slide13.xml" Id="rId20" /><Relationship Type="http://schemas.openxmlformats.org/officeDocument/2006/relationships/slide" Target="slides/slide34.xml" Id="rId41" /><Relationship Type="http://schemas.openxmlformats.org/officeDocument/2006/relationships/slide" Target="slides/slide47.xml" Id="rId54" /><Relationship Type="http://schemas.openxmlformats.org/officeDocument/2006/relationships/slide" Target="slides/slide55.xml" Id="rId62" /><Relationship Type="http://schemas.openxmlformats.org/officeDocument/2006/relationships/presProps" Target="presProps.xml" Id="rId70"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8.xml" Id="rId15" /><Relationship Type="http://schemas.openxmlformats.org/officeDocument/2006/relationships/slide" Target="slides/slide16.xml" Id="rId23" /><Relationship Type="http://schemas.openxmlformats.org/officeDocument/2006/relationships/slide" Target="slides/slide21.xml" Id="rId28" /><Relationship Type="http://schemas.openxmlformats.org/officeDocument/2006/relationships/slide" Target="slides/slide29.xml" Id="rId36" /><Relationship Type="http://schemas.openxmlformats.org/officeDocument/2006/relationships/slide" Target="slides/slide42.xml" Id="rId49" /><Relationship Type="http://schemas.openxmlformats.org/officeDocument/2006/relationships/slide" Target="slides/slide50.xml" Id="rId57" /><Relationship Type="http://schemas.openxmlformats.org/officeDocument/2006/relationships/slide" Target="slides/slide3.xml" Id="rId10" /><Relationship Type="http://schemas.openxmlformats.org/officeDocument/2006/relationships/slide" Target="slides/slide24.xml" Id="rId31" /><Relationship Type="http://schemas.openxmlformats.org/officeDocument/2006/relationships/slide" Target="slides/slide37.xml" Id="rId44" /><Relationship Type="http://schemas.openxmlformats.org/officeDocument/2006/relationships/slide" Target="slides/slide45.xml" Id="rId52" /><Relationship Type="http://schemas.openxmlformats.org/officeDocument/2006/relationships/slide" Target="slides/slide53.xml" Id="rId60" /><Relationship Type="http://schemas.openxmlformats.org/officeDocument/2006/relationships/slide" Target="slides/slide58.xml" Id="rId65" /><Relationship Type="http://schemas.openxmlformats.org/officeDocument/2006/relationships/tableStyles" Target="tableStyles.xml" Id="rId73" /><Relationship Type="http://schemas.openxmlformats.org/officeDocument/2006/relationships/slideMaster" Target="slideMasters/slideMaster1.xml" Id="rId4" /><Relationship Type="http://schemas.openxmlformats.org/officeDocument/2006/relationships/slide" Target="slides/slide2.xml" Id="rId9" /><Relationship Type="http://schemas.openxmlformats.org/officeDocument/2006/relationships/slide" Target="slides/slide6.xml" Id="rId13" /><Relationship Type="http://schemas.openxmlformats.org/officeDocument/2006/relationships/slide" Target="slides/slide11.xml" Id="rId18" /><Relationship Type="http://schemas.openxmlformats.org/officeDocument/2006/relationships/slide" Target="slides/slide32.xml" Id="rId39" /><Relationship Type="http://schemas.openxmlformats.org/officeDocument/2006/relationships/slide" Target="slides/slide27.xml" Id="rId34" /><Relationship Type="http://schemas.openxmlformats.org/officeDocument/2006/relationships/slide" Target="slides/slide43.xml" Id="rId50" /><Relationship Type="http://schemas.openxmlformats.org/officeDocument/2006/relationships/slide" Target="slides/slide48.xml" Id="rId55" /><Relationship Type="http://schemas.openxmlformats.org/officeDocument/2006/relationships/slideMaster" Target="slideMasters/slideMaster4.xml" Id="rId7" /><Relationship Type="http://schemas.openxmlformats.org/officeDocument/2006/relationships/viewProps" Target="viewProps.xml" Id="rId71"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9/28/2017 12:02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9/28/2017 12:02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6CB6AA9-3CC1-4465-AB79-459A497E7799}"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653213777"/>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5" name="Date Placeholder 4"/>
          <p:cNvSpPr>
            <a:spLocks noGrp="1"/>
          </p:cNvSpPr>
          <p:nvPr>
            <p:ph type="dt" idx="10"/>
          </p:nvPr>
        </p:nvSpPr>
        <p:spPr/>
        <p:txBody>
          <a:bodyPr/>
          <a:lstStyle/>
          <a:p>
            <a:fld id="{F22B3E36-5CE0-4CB7-82DE-38A88C71BFA8}" type="datetime1">
              <a:rPr lang="en-US" smtClean="0"/>
              <a:pPr/>
              <a:t>9/28/2017</a:t>
            </a:fld>
            <a:endParaRPr lang="en-US"/>
          </a:p>
        </p:txBody>
      </p:sp>
      <p:sp>
        <p:nvSpPr>
          <p:cNvPr id="6" name="Footer Placeholder 5"/>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b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12"/>
          </p:nvPr>
        </p:nvSpPr>
        <p:spPr/>
        <p:txBody>
          <a:bodyPr/>
          <a:lstStyle/>
          <a:p>
            <a:fld id="{8B263312-38AA-4E1E-B2B5-0F8F122B24FE}" type="slidenum">
              <a:rPr lang="en-US" smtClean="0"/>
              <a:pPr/>
              <a:t>2</a:t>
            </a:fld>
            <a:endParaRPr lang="en-US"/>
          </a:p>
        </p:txBody>
      </p:sp>
      <p:sp>
        <p:nvSpPr>
          <p:cNvPr id="8" name="Header Placeholder 7"/>
          <p:cNvSpPr>
            <a:spLocks noGrp="1"/>
          </p:cNvSpPr>
          <p:nvPr>
            <p:ph type="hdr" sz="quarter" idx="13"/>
          </p:nvPr>
        </p:nvSpPr>
        <p:spPr/>
        <p:txBody>
          <a:bodyPr/>
          <a:lstStyle/>
          <a:p>
            <a:r>
              <a:rPr lang="en-US"/>
              <a:t>Tech Ready 15</a:t>
            </a:r>
          </a:p>
        </p:txBody>
      </p:sp>
    </p:spTree>
    <p:extLst>
      <p:ext uri="{BB962C8B-B14F-4D97-AF65-F5344CB8AC3E}">
        <p14:creationId xmlns:p14="http://schemas.microsoft.com/office/powerpoint/2010/main" val="426467887"/>
      </p:ext>
    </p:extLst>
  </p:cSld>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530169371"/>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0284338"/>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5820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7102" marR="0" lvl="0" indent="0" algn="l" defTabSz="9390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56188482"/>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478245757"/>
      </p:ext>
    </p:extLst>
  </p:cSld>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643003082"/>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564820119"/>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734102235"/>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47028939"/>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07914042"/>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55448386"/>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859780130"/>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3922448987"/>
      </p:ext>
    </p:extLst>
  </p:cSld>
  <p:clrMapOvr>
    <a:masterClrMapping/>
  </p:clrMapOvr>
</p:notes>
</file>

<file path=ppt/notesSlides/notesSlide1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325170857"/>
      </p:ext>
    </p:extLst>
  </p:cSld>
  <p:clrMapOvr>
    <a:masterClrMapping/>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645135836"/>
      </p:ext>
    </p:extLst>
  </p:cSld>
  <p:clrMapOvr>
    <a:masterClrMapping/>
  </p:clrMapOvr>
</p:notes>
</file>

<file path=ppt/notesSlides/notesSlide1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08586784"/>
      </p:ext>
    </p:extLst>
  </p:cSld>
  <p:clrMapOvr>
    <a:masterClrMapping/>
  </p:clrMapOvr>
</p:notes>
</file>

<file path=ppt/notesSlides/notesSlide1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926368140"/>
      </p:ext>
    </p:extLst>
  </p:cSld>
  <p:clrMapOvr>
    <a:masterClrMapping/>
  </p:clrMapOvr>
</p:notes>
</file>

<file path=ppt/notesSlides/notesSlide1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023307787"/>
      </p:ext>
    </p:extLst>
  </p:cSld>
  <p:clrMapOvr>
    <a:masterClrMapping/>
  </p:clrMapOvr>
</p:notes>
</file>

<file path=ppt/notesSlides/notesSlide2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3588362471"/>
      </p:ext>
    </p:extLst>
  </p:cSld>
  <p:clrMapOvr>
    <a:masterClrMapping/>
  </p:clrMapOvr>
</p:notes>
</file>

<file path=ppt/notesSlides/notesSlide2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171113232"/>
      </p:ext>
    </p:extLst>
  </p:cSld>
  <p:clrMapOvr>
    <a:masterClrMapping/>
  </p:clrMapOvr>
</p:notes>
</file>

<file path=ppt/notesSlides/notesSlide2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39463241"/>
      </p:ext>
    </p:extLst>
  </p:cSld>
  <p:clrMapOvr>
    <a:masterClrMapping/>
  </p:clrMapOvr>
</p:notes>
</file>

<file path=ppt/notesSlides/notesSlide2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4047922558"/>
      </p:ext>
    </p:extLst>
  </p:cSld>
  <p:clrMapOvr>
    <a:masterClrMapping/>
  </p:clrMapOvr>
</p:notes>
</file>

<file path=ppt/notesSlides/notesSlide2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289855990"/>
      </p:ext>
    </p:extLst>
  </p:cSld>
  <p:clrMapOvr>
    <a:masterClrMapping/>
  </p:clrMapOvr>
</p:notes>
</file>

<file path=ppt/notesSlides/notesSlide2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2C52CFDC-D2D5-4B9F-BA75-89F771E01AEB}" type="slidenum">
              <a:rPr lang="en-US" smtClean="0"/>
              <a:t>26</a:t>
            </a:fld>
            <a:endParaRPr lang="en-US"/>
          </a:p>
        </p:txBody>
      </p:sp>
    </p:spTree>
    <p:extLst>
      <p:ext uri="{BB962C8B-B14F-4D97-AF65-F5344CB8AC3E}">
        <p14:creationId xmlns:p14="http://schemas.microsoft.com/office/powerpoint/2010/main" val="585854220"/>
      </p:ext>
    </p:extLst>
  </p:cSld>
  <p:clrMapOvr>
    <a:masterClrMapping/>
  </p:clrMapOvr>
</p:notes>
</file>

<file path=ppt/notesSlides/notesSlide2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4091738480"/>
      </p:ext>
    </p:extLst>
  </p:cSld>
  <p:clrMapOvr>
    <a:masterClrMapping/>
  </p:clrMapOvr>
</p:notes>
</file>

<file path=ppt/notesSlides/notesSlide2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2C52CFDC-D2D5-4B9F-BA75-89F771E01AEB}" type="slidenum">
              <a:rPr lang="en-US" smtClean="0"/>
              <a:t>28</a:t>
            </a:fld>
            <a:endParaRPr lang="en-US"/>
          </a:p>
        </p:txBody>
      </p:sp>
    </p:spTree>
    <p:extLst>
      <p:ext uri="{BB962C8B-B14F-4D97-AF65-F5344CB8AC3E}">
        <p14:creationId xmlns:p14="http://schemas.microsoft.com/office/powerpoint/2010/main" val="2720280693"/>
      </p:ext>
    </p:extLst>
  </p:cSld>
  <p:clrMapOvr>
    <a:masterClrMapping/>
  </p:clrMapOvr>
</p:notes>
</file>

<file path=ppt/notesSlides/notesSlide2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640785363"/>
      </p:ext>
    </p:extLst>
  </p:cSld>
  <p:clrMapOvr>
    <a:masterClrMapping/>
  </p:clrMapOvr>
</p:notes>
</file>

<file path=ppt/notesSlides/notesSlide2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3941929219"/>
      </p:ext>
    </p:extLst>
  </p:cSld>
  <p:clrMapOvr>
    <a:masterClrMapping/>
  </p:clrMapOvr>
</p:notes>
</file>

<file path=ppt/notesSlides/notesSlide3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2830465418"/>
      </p:ext>
    </p:extLst>
  </p:cSld>
  <p:clrMapOvr>
    <a:masterClrMapping/>
  </p:clrMapOvr>
</p:notes>
</file>

<file path=ppt/notesSlides/notesSlide3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2443574038"/>
      </p:ext>
    </p:extLst>
  </p:cSld>
  <p:clrMapOvr>
    <a:masterClrMapping/>
  </p:clrMapOvr>
</p:notes>
</file>

<file path=ppt/notesSlides/notesSlide3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52CFDC-D2D5-4B9F-BA75-89F771E01AEB}" type="slidenum">
              <a:rPr lang="en-US" smtClean="0"/>
              <a:t>33</a:t>
            </a:fld>
            <a:endParaRPr lang="en-US"/>
          </a:p>
        </p:txBody>
      </p:sp>
    </p:spTree>
    <p:extLst>
      <p:ext uri="{BB962C8B-B14F-4D97-AF65-F5344CB8AC3E}">
        <p14:creationId xmlns:p14="http://schemas.microsoft.com/office/powerpoint/2010/main" val="684575809"/>
      </p:ext>
    </p:extLst>
  </p:cSld>
  <p:clrMapOvr>
    <a:masterClrMapping/>
  </p:clrMapOvr>
</p:notes>
</file>

<file path=ppt/notesSlides/notesSlide3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2C52CFDC-D2D5-4B9F-BA75-89F771E01AEB}"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34</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5506975"/>
      </p:ext>
    </p:extLst>
  </p:cSld>
  <p:clrMapOvr>
    <a:masterClrMapping/>
  </p:clrMapOvr>
</p:notes>
</file>

<file path=ppt/notesSlides/notesSlide3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2C52CFDC-D2D5-4B9F-BA75-89F771E01AEB}"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35</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372061359"/>
      </p:ext>
    </p:extLst>
  </p:cSld>
  <p:clrMapOvr>
    <a:masterClrMapping/>
  </p:clrMapOvr>
</p:notes>
</file>

<file path=ppt/notesSlides/notesSlide3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2C52CFDC-D2D5-4B9F-BA75-89F771E01AEB}"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36</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74954783"/>
      </p:ext>
    </p:extLst>
  </p:cSld>
  <p:clrMapOvr>
    <a:masterClrMapping/>
  </p:clrMapOvr>
</p:notes>
</file>

<file path=ppt/notesSlides/notesSlide3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2C52CFDC-D2D5-4B9F-BA75-89F771E01AEB}"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37</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05497689"/>
      </p:ext>
    </p:extLst>
  </p:cSld>
  <p:clrMapOvr>
    <a:masterClrMapping/>
  </p:clrMapOvr>
</p:notes>
</file>

<file path=ppt/notesSlides/notesSlide3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D18B56EA-E28F-4F92-9F16-7A6F2501B303}"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70321173"/>
      </p:ext>
    </p:extLst>
  </p:cSld>
  <p:clrMapOvr>
    <a:masterClrMapping/>
  </p:clrMapOvr>
</p:notes>
</file>

<file path=ppt/notesSlides/notesSlide3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a:p>
        </p:txBody>
      </p:sp>
    </p:spTree>
    <p:extLst>
      <p:ext uri="{BB962C8B-B14F-4D97-AF65-F5344CB8AC3E}">
        <p14:creationId xmlns:p14="http://schemas.microsoft.com/office/powerpoint/2010/main" val="1383752792"/>
      </p:ext>
    </p:extLst>
  </p:cSld>
  <p:clrMapOvr>
    <a:masterClrMapping/>
  </p:clrMapOvr>
</p:notes>
</file>

<file path=ppt/notesSlides/notesSlide3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a:p>
        </p:txBody>
      </p:sp>
    </p:spTree>
    <p:extLst>
      <p:ext uri="{BB962C8B-B14F-4D97-AF65-F5344CB8AC3E}">
        <p14:creationId xmlns:p14="http://schemas.microsoft.com/office/powerpoint/2010/main" val="414441301"/>
      </p:ext>
    </p:extLst>
  </p:cSld>
  <p:clrMapOvr>
    <a:masterClrMapping/>
  </p:clrMapOvr>
</p:notes>
</file>

<file path=ppt/notesSlides/notesSlide4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580860156"/>
      </p:ext>
    </p:extLst>
  </p:cSld>
  <p:clrMapOvr>
    <a:masterClrMapping/>
  </p:clrMapOvr>
</p:notes>
</file>

<file path=ppt/notesSlides/notesSlide4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42</a:t>
            </a:fld>
            <a:endParaRPr lang="en-US"/>
          </a:p>
        </p:txBody>
      </p:sp>
    </p:spTree>
    <p:extLst>
      <p:ext uri="{BB962C8B-B14F-4D97-AF65-F5344CB8AC3E}">
        <p14:creationId xmlns:p14="http://schemas.microsoft.com/office/powerpoint/2010/main" val="384841290"/>
      </p:ext>
    </p:extLst>
  </p:cSld>
  <p:clrMapOvr>
    <a:masterClrMapping/>
  </p:clrMapOvr>
</p:notes>
</file>

<file path=ppt/notesSlides/notesSlide4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43</a:t>
            </a:fld>
            <a:endParaRPr lang="en-US"/>
          </a:p>
        </p:txBody>
      </p:sp>
    </p:spTree>
    <p:extLst>
      <p:ext uri="{BB962C8B-B14F-4D97-AF65-F5344CB8AC3E}">
        <p14:creationId xmlns:p14="http://schemas.microsoft.com/office/powerpoint/2010/main" val="2555086194"/>
      </p:ext>
    </p:extLst>
  </p:cSld>
  <p:clrMapOvr>
    <a:masterClrMapping/>
  </p:clrMapOvr>
</p:notes>
</file>

<file path=ppt/notesSlides/notesSlide4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44</a:t>
            </a:fld>
            <a:endParaRPr lang="en-US"/>
          </a:p>
        </p:txBody>
      </p:sp>
    </p:spTree>
    <p:extLst>
      <p:ext uri="{BB962C8B-B14F-4D97-AF65-F5344CB8AC3E}">
        <p14:creationId xmlns:p14="http://schemas.microsoft.com/office/powerpoint/2010/main" val="3889472188"/>
      </p:ext>
    </p:extLst>
  </p:cSld>
  <p:clrMapOvr>
    <a:masterClrMapping/>
  </p:clrMapOvr>
</p:notes>
</file>

<file path=ppt/notesSlides/notesSlide4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45</a:t>
            </a:fld>
            <a:endParaRPr lang="en-US"/>
          </a:p>
        </p:txBody>
      </p:sp>
    </p:spTree>
    <p:extLst>
      <p:ext uri="{BB962C8B-B14F-4D97-AF65-F5344CB8AC3E}">
        <p14:creationId xmlns:p14="http://schemas.microsoft.com/office/powerpoint/2010/main" val="2528352253"/>
      </p:ext>
    </p:extLst>
  </p:cSld>
  <p:clrMapOvr>
    <a:masterClrMapping/>
  </p:clrMapOvr>
</p:notes>
</file>

<file path=ppt/notesSlides/notesSlide4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46</a:t>
            </a:fld>
            <a:endParaRPr lang="en-US"/>
          </a:p>
        </p:txBody>
      </p:sp>
    </p:spTree>
    <p:extLst>
      <p:ext uri="{BB962C8B-B14F-4D97-AF65-F5344CB8AC3E}">
        <p14:creationId xmlns:p14="http://schemas.microsoft.com/office/powerpoint/2010/main" val="3657621050"/>
      </p:ext>
    </p:extLst>
  </p:cSld>
  <p:clrMapOvr>
    <a:masterClrMapping/>
  </p:clrMapOvr>
</p:notes>
</file>

<file path=ppt/notesSlides/notesSlide4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3114308528"/>
      </p:ext>
    </p:extLst>
  </p:cSld>
  <p:clrMapOvr>
    <a:masterClrMapping/>
  </p:clrMapOvr>
</p:notes>
</file>

<file path=ppt/notesSlides/notesSlide4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D18B56EA-E28F-4F92-9F16-7A6F2501B303}"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49</a:t>
            </a:fld>
            <a:endParaRPr lang="en-US"/>
          </a:p>
        </p:txBody>
      </p:sp>
    </p:spTree>
    <p:extLst>
      <p:ext uri="{BB962C8B-B14F-4D97-AF65-F5344CB8AC3E}">
        <p14:creationId xmlns:p14="http://schemas.microsoft.com/office/powerpoint/2010/main" val="2664736210"/>
      </p:ext>
    </p:extLst>
  </p:cSld>
  <p:clrMapOvr>
    <a:masterClrMapping/>
  </p:clrMapOvr>
</p:notes>
</file>

<file path=ppt/notesSlides/notesSlide4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5E23CFC-C3E8-49B9-B877-0038CDCB9D88}" type="datetime8">
              <a:rPr lang="en-US" smtClean="0"/>
              <a:t>9/28/2017 12:02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85388964"/>
      </p:ext>
    </p:extLst>
  </p:cSld>
  <p:clrMapOvr>
    <a:masterClrMapping/>
  </p:clrMapOvr>
</p:notes>
</file>

<file path=ppt/notesSlides/notesSlide4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 name="Slide Number Placeholder 5"/>
          <p:cNvSpPr>
            <a:spLocks noGrp="1"/>
          </p:cNvSpPr>
          <p:nvPr>
            <p:ph type="sldNum" sz="quarter" idx="12"/>
          </p:nvPr>
        </p:nvSpPr>
        <p:spPr/>
        <p:txBody>
          <a:bodyPr/>
          <a:lstStyle/>
          <a:p>
            <a:fld id="{B4008EB6-D09E-4580-8CD6-DDB14511944F}" type="slidenum">
              <a:rPr lang="en-US" smtClean="0"/>
              <a:pPr/>
              <a:t>51</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4253146494"/>
      </p:ext>
    </p:extLst>
  </p:cSld>
  <p:clrMapOvr>
    <a:masterClrMapping/>
  </p:clrMapOvr>
</p:notes>
</file>

<file path=ppt/notesSlides/notesSlide5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 name="Slide Number Placeholder 5"/>
          <p:cNvSpPr>
            <a:spLocks noGrp="1"/>
          </p:cNvSpPr>
          <p:nvPr>
            <p:ph type="sldNum" sz="quarter" idx="12"/>
          </p:nvPr>
        </p:nvSpPr>
        <p:spPr/>
        <p:txBody>
          <a:bodyPr/>
          <a:lstStyle/>
          <a:p>
            <a:fld id="{B4008EB6-D09E-4580-8CD6-DDB14511944F}" type="slidenum">
              <a:rPr lang="en-US" smtClean="0"/>
              <a:pPr/>
              <a:t>52</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894933433"/>
      </p:ext>
    </p:extLst>
  </p:cSld>
  <p:clrMapOvr>
    <a:masterClrMapping/>
  </p:clrMapOvr>
</p:notes>
</file>

<file path=ppt/notesSlides/notesSlide5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 name="Slide Number Placeholder 5"/>
          <p:cNvSpPr>
            <a:spLocks noGrp="1"/>
          </p:cNvSpPr>
          <p:nvPr>
            <p:ph type="sldNum" sz="quarter" idx="12"/>
          </p:nvPr>
        </p:nvSpPr>
        <p:spPr/>
        <p:txBody>
          <a:bodyPr/>
          <a:lstStyle/>
          <a:p>
            <a:fld id="{B4008EB6-D09E-4580-8CD6-DDB14511944F}" type="slidenum">
              <a:rPr lang="en-US" smtClean="0"/>
              <a:pPr/>
              <a:t>53</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848239839"/>
      </p:ext>
    </p:extLst>
  </p:cSld>
  <p:clrMapOvr>
    <a:masterClrMapping/>
  </p:clrMapOvr>
</p:notes>
</file>

<file path=ppt/notesSlides/notesSlide5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 name="Slide Number Placeholder 5"/>
          <p:cNvSpPr>
            <a:spLocks noGrp="1"/>
          </p:cNvSpPr>
          <p:nvPr>
            <p:ph type="sldNum" sz="quarter" idx="12"/>
          </p:nvPr>
        </p:nvSpPr>
        <p:spPr/>
        <p:txBody>
          <a:bodyPr/>
          <a:lstStyle/>
          <a:p>
            <a:fld id="{B4008EB6-D09E-4580-8CD6-DDB14511944F}" type="slidenum">
              <a:rPr lang="en-US" smtClean="0"/>
              <a:pPr/>
              <a:t>54</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228195735"/>
      </p:ext>
    </p:extLst>
  </p:cSld>
  <p:clrMapOvr>
    <a:masterClrMapping/>
  </p:clrMapOvr>
</p:notes>
</file>

<file path=ppt/notesSlides/notesSlide5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55</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996068575"/>
      </p:ext>
    </p:extLst>
  </p:cSld>
  <p:clrMapOvr>
    <a:masterClrMapping/>
  </p:clrMapOvr>
</p:notes>
</file>

<file path=ppt/notesSlides/notesSlide5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2"/>
          </p:nvPr>
        </p:nvSpPr>
        <p:spPr/>
        <p:txBody>
          <a:bodyPr/>
          <a:lstStyle/>
          <a:p>
            <a:fld id="{B4008EB6-D09E-4580-8CD6-DDB14511944F}" type="slidenum">
              <a:rPr lang="en-US" smtClean="0"/>
              <a:pPr/>
              <a:t>56</a:t>
            </a:fld>
            <a:endParaRPr lang="en-US"/>
          </a:p>
        </p:txBody>
      </p:sp>
      <p:sp>
        <p:nvSpPr>
          <p:cNvPr id="10" name="Date Placeholder 9"/>
          <p:cNvSpPr>
            <a:spLocks noGrp="1"/>
          </p:cNvSpPr>
          <p:nvPr>
            <p:ph type="dt" idx="13"/>
          </p:nvPr>
        </p:nvSpPr>
        <p:spPr/>
        <p:txBody>
          <a:bodyPr/>
          <a:lstStyle/>
          <a:p>
            <a:fld id="{5E918908-0B52-4FBE-8104-ABFC816ECC08}" type="datetime8">
              <a:rPr lang="en-US" smtClean="0"/>
              <a:t>9/28/2017 12:02 PM</a:t>
            </a:fld>
            <a:endParaRPr lang="en-US"/>
          </a:p>
        </p:txBody>
      </p:sp>
      <p:sp>
        <p:nvSpPr>
          <p:cNvPr id="12" name="Header Placeholder 11"/>
          <p:cNvSpPr>
            <a:spLocks noGrp="1"/>
          </p:cNvSpPr>
          <p:nvPr>
            <p:ph type="hdr" sz="quarter" idx="15"/>
          </p:nvPr>
        </p:nvSpPr>
        <p:spPr/>
        <p:txBody>
          <a:bodyPr/>
          <a:lstStyle/>
          <a:p>
            <a:endParaRPr lang="en-US"/>
          </a:p>
        </p:txBody>
      </p:sp>
      <p:sp>
        <p:nvSpPr>
          <p:cNvPr id="5" name="Footer Placeholder 4"/>
          <p:cNvSpPr>
            <a:spLocks noGrp="1"/>
          </p:cNvSpPr>
          <p:nvPr>
            <p:ph type="ftr" sz="quarter" idx="16"/>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3588856418"/>
      </p:ext>
    </p:extLst>
  </p:cSld>
  <p:clrMapOvr>
    <a:masterClrMapping/>
  </p:clrMapOvr>
</p:notes>
</file>

<file path=ppt/notesSlides/notesSlide5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5A70A388-5CB4-42F2-85B9-1AE1F63398FA}" type="datetime8">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9/28/2017 12:02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2" name="Header Placeholder 11"/>
          <p:cNvSpPr>
            <a:spLocks noGrp="1"/>
          </p:cNvSpPr>
          <p:nvPr>
            <p:ph type="hdr" sz="quarter" idx="15"/>
          </p:nvPr>
        </p:nvSpPr>
        <p:spPr/>
        <p:txBody>
          <a:bodyPr/>
          <a:lstStyle/>
          <a:p>
            <a:pPr marL="0" marR="0" lvl="0" indent="0" algn="l" defTabSz="95820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6"/>
          </p:nvPr>
        </p:nvSpPr>
        <p:spPr/>
        <p:txBody>
          <a:bodyPr/>
          <a:lstStyle/>
          <a:p>
            <a:pPr marL="587102" marR="0" lvl="0" indent="0" algn="l" defTabSz="9390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370310640"/>
      </p:ext>
    </p:extLst>
  </p:cSld>
  <p:clrMapOvr>
    <a:masterClrMapping/>
  </p:clrMapOvr>
</p:notes>
</file>

<file path=ppt/notesSlides/notesSlide5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8" name="Date Placeholder 7"/>
          <p:cNvSpPr>
            <a:spLocks noGrp="1"/>
          </p:cNvSpPr>
          <p:nvPr>
            <p:ph type="dt"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FAE93440-8CE8-4345-AA9F-8886942F5E27}"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9/28/2017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9" name="Footer Placeholder 8"/>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1" name="Header Placeholder 10"/>
          <p:cNvSpPr>
            <a:spLocks noGrp="1"/>
          </p:cNvSpPr>
          <p:nvPr>
            <p:ph type="hdr" sz="quarter" idx="13"/>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rPr>
              <a:t>Tech Ready 15</a:t>
            </a:r>
          </a:p>
        </p:txBody>
      </p:sp>
    </p:spTree>
    <p:extLst>
      <p:ext uri="{BB962C8B-B14F-4D97-AF65-F5344CB8AC3E}">
        <p14:creationId xmlns:p14="http://schemas.microsoft.com/office/powerpoint/2010/main" val="35669552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3867813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1319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578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28863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409193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925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159199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3280903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61863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13832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297938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10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38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78331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277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944110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6381127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49475940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2157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1937646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796245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3405076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57440629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2667155633"/>
      </p:ext>
    </p:extLst>
  </p:cSld>
  <p:clrMapOvr>
    <a:masterClrMapping/>
  </p:clrMapOvr>
  <p:transition>
    <p:fade/>
  </p:transition>
  <p:extLst mod="1">
    <p:ext uri="{DCECCB84-F9BA-43D5-87BE-67443E8EF086}">
      <p15:sldGuideLst xmlns:p15="http://schemas.microsoft.com/office/powerpoint/2012/main">
        <p15:guide id="1" pos="342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387177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058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73767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40876120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399"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2" y="3041372"/>
            <a:ext cx="7315137" cy="1828007"/>
          </a:xfrm>
          <a:noFill/>
        </p:spPr>
        <p:txBody>
          <a:bodyPr lIns="164592" tIns="109728" rIns="164592" bIns="109728">
            <a:noAutofit/>
          </a:bodyPr>
          <a:lstStyle>
            <a:lvl1pPr marL="0" indent="0">
              <a:spcBef>
                <a:spcPts val="0"/>
              </a:spcBef>
              <a:buNone/>
              <a:defRPr sz="3199" spc="0" baseline="0">
                <a:gradFill>
                  <a:gsLst>
                    <a:gs pos="91000">
                      <a:schemeClr val="tx1"/>
                    </a:gs>
                    <a:gs pos="0">
                      <a:schemeClr val="tx1"/>
                    </a:gs>
                  </a:gsLst>
                  <a:lin ang="5400000" scaled="0"/>
                </a:gradFill>
                <a:latin typeface="+mn-lt"/>
              </a:defRPr>
            </a:lvl1pPr>
          </a:lstStyle>
          <a:p>
            <a:pPr lvl="0"/>
            <a:r>
              <a:rPr lang="en-US"/>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19"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2496136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2850"/>
            <a:ext cx="11888787" cy="2308324"/>
          </a:xfrm>
        </p:spPr>
        <p:txBody>
          <a:bodyPr>
            <a:spAutoFit/>
          </a:bodyPr>
          <a:lstStyle>
            <a:lvl1pPr marL="0" indent="0">
              <a:buNone/>
              <a:defRPr/>
            </a:lvl1pPr>
            <a:lvl2pPr marL="228557" indent="0">
              <a:buNone/>
              <a:defRPr/>
            </a:lvl2pPr>
            <a:lvl3pPr marL="457112" indent="0">
              <a:buNone/>
              <a:defRPr/>
            </a:lvl3pPr>
            <a:lvl4pPr marL="685669" indent="0">
              <a:buNone/>
              <a:defRPr/>
            </a:lvl4pPr>
            <a:lvl5pPr marL="914224"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584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3" y="1211287"/>
            <a:ext cx="11888787" cy="23117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8744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39" indent="0">
              <a:buFont typeface="Wingdings" panose="05000000000000000000" pitchFamily="2" charset="2"/>
              <a:buNone/>
              <a:defRPr sz="2400" b="0"/>
            </a:lvl2pPr>
            <a:lvl3pPr marL="450763" indent="0">
              <a:buFont typeface="Wingdings" panose="05000000000000000000" pitchFamily="2" charset="2"/>
              <a:buNone/>
              <a:tabLst/>
              <a:defRPr sz="2200" b="0"/>
            </a:lvl3pPr>
            <a:lvl4pPr marL="652336" indent="0">
              <a:buFont typeface="Wingdings" panose="05000000000000000000" pitchFamily="2" charset="2"/>
              <a:buNone/>
              <a:defRPr sz="2200" b="0"/>
            </a:lvl4pPr>
            <a:lvl5pPr marL="853911"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8"/>
            <a:ext cx="5486399" cy="2511229"/>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39"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763"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336"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3911"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251" marR="0" lvl="0" indent="-514251" algn="l" defTabSz="932563" rtl="0" eaLnBrk="1" fontAlgn="auto" latinLnBrk="0" hangingPunct="1">
              <a:lnSpc>
                <a:spcPct val="90000"/>
              </a:lnSpc>
              <a:spcBef>
                <a:spcPts val="1224"/>
              </a:spcBef>
              <a:spcAft>
                <a:spcPts val="0"/>
              </a:spcAft>
              <a:buClr>
                <a:schemeClr val="tx1"/>
              </a:buClr>
              <a:buSzPct val="90000"/>
              <a:tabLst/>
            </a:pPr>
            <a:r>
              <a:rPr lang="en-US"/>
              <a:t>Edit Master text styles</a:t>
            </a:r>
          </a:p>
          <a:p>
            <a:pPr marL="514251" marR="0" lvl="1" indent="-514251" algn="l" defTabSz="932563" rtl="0" eaLnBrk="1" fontAlgn="auto" latinLnBrk="0" hangingPunct="1">
              <a:lnSpc>
                <a:spcPct val="90000"/>
              </a:lnSpc>
              <a:spcBef>
                <a:spcPts val="1224"/>
              </a:spcBef>
              <a:spcAft>
                <a:spcPts val="0"/>
              </a:spcAft>
              <a:buClr>
                <a:schemeClr val="tx1"/>
              </a:buClr>
              <a:buSzPct val="90000"/>
              <a:tabLst/>
            </a:pPr>
            <a:r>
              <a:rPr lang="en-US"/>
              <a:t>Second level</a:t>
            </a:r>
          </a:p>
          <a:p>
            <a:pPr marL="514251" marR="0" lvl="2" indent="-514251" algn="l" defTabSz="932563" rtl="0" eaLnBrk="1" fontAlgn="auto" latinLnBrk="0" hangingPunct="1">
              <a:lnSpc>
                <a:spcPct val="90000"/>
              </a:lnSpc>
              <a:spcBef>
                <a:spcPts val="1224"/>
              </a:spcBef>
              <a:spcAft>
                <a:spcPts val="0"/>
              </a:spcAft>
              <a:buClr>
                <a:schemeClr val="tx1"/>
              </a:buClr>
              <a:buSzPct val="90000"/>
              <a:tabLst/>
            </a:pPr>
            <a:r>
              <a:rPr lang="en-US"/>
              <a:t>Third level</a:t>
            </a:r>
          </a:p>
          <a:p>
            <a:pPr marL="514251" marR="0" lvl="3" indent="-514251" algn="l" defTabSz="932563" rtl="0" eaLnBrk="1" fontAlgn="auto" latinLnBrk="0" hangingPunct="1">
              <a:lnSpc>
                <a:spcPct val="90000"/>
              </a:lnSpc>
              <a:spcBef>
                <a:spcPts val="1224"/>
              </a:spcBef>
              <a:spcAft>
                <a:spcPts val="0"/>
              </a:spcAft>
              <a:buClr>
                <a:schemeClr val="tx1"/>
              </a:buClr>
              <a:buSzPct val="90000"/>
              <a:tabLst/>
            </a:pPr>
            <a:r>
              <a:rPr lang="en-US"/>
              <a:t>Fourth level</a:t>
            </a:r>
          </a:p>
          <a:p>
            <a:pPr marL="514251" marR="0" lvl="4" indent="-514251" algn="l" defTabSz="932563"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29924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1287"/>
            <a:ext cx="5486399" cy="2157514"/>
          </a:xfrm>
        </p:spPr>
        <p:txBody>
          <a:bodyPr wrap="square">
            <a:spAutoFit/>
          </a:bodyPr>
          <a:lstStyle>
            <a:lvl1pPr marL="231730" indent="-231730">
              <a:spcBef>
                <a:spcPts val="1224"/>
              </a:spcBef>
              <a:buClr>
                <a:schemeClr val="tx1"/>
              </a:buClr>
              <a:buFont typeface="Wingdings" panose="05000000000000000000" pitchFamily="2" charset="2"/>
              <a:buChar char=""/>
              <a:defRPr sz="3000" b="0">
                <a:latin typeface="+mn-lt"/>
              </a:defRPr>
            </a:lvl1pPr>
            <a:lvl2pPr marL="426956" indent="-171417">
              <a:buFont typeface="Wingdings" panose="05000000000000000000" pitchFamily="2" charset="2"/>
              <a:buChar char=""/>
              <a:defRPr sz="2400" b="0"/>
            </a:lvl2pPr>
            <a:lvl3pPr marL="639640" indent="-188876">
              <a:buFont typeface="Wingdings" panose="05000000000000000000" pitchFamily="2" charset="2"/>
              <a:buChar char=""/>
              <a:tabLst/>
              <a:defRPr sz="2200" b="0"/>
            </a:lvl3pPr>
            <a:lvl4pPr marL="828516" indent="-176180">
              <a:buFont typeface="Wingdings" panose="05000000000000000000" pitchFamily="2" charset="2"/>
              <a:buChar char=""/>
              <a:defRPr sz="2200" b="0"/>
            </a:lvl4pPr>
            <a:lvl5pPr marL="1023741" indent="-169831">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8"/>
            <a:ext cx="5486399" cy="2511229"/>
          </a:xfrm>
        </p:spPr>
        <p:txBody>
          <a:bodyPr wrap="square">
            <a:spAutoFit/>
          </a:bodyPr>
          <a:lstStyle>
            <a:lvl1pPr marL="287282" indent="-287282">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373" indent="-342834">
              <a:defRPr lang="en-US" sz="2400" b="0" kern="1200" spc="0" baseline="0" dirty="0">
                <a:gradFill>
                  <a:gsLst>
                    <a:gs pos="1250">
                      <a:schemeClr val="tx1"/>
                    </a:gs>
                    <a:gs pos="100000">
                      <a:schemeClr val="tx1"/>
                    </a:gs>
                  </a:gsLst>
                  <a:lin ang="5400000" scaled="0"/>
                </a:gradFill>
                <a:latin typeface="+mn-lt"/>
                <a:ea typeface="+mn-ea"/>
                <a:cs typeface="+mn-cs"/>
              </a:defRPr>
            </a:lvl2pPr>
            <a:lvl3pPr marL="793597" indent="-342834">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170" indent="-342834">
              <a:defRPr lang="en-US" sz="2200" b="0" kern="1200" spc="0" baseline="0" dirty="0">
                <a:gradFill>
                  <a:gsLst>
                    <a:gs pos="1250">
                      <a:schemeClr val="tx1"/>
                    </a:gs>
                    <a:gs pos="100000">
                      <a:schemeClr val="tx1"/>
                    </a:gs>
                  </a:gsLst>
                  <a:lin ang="5400000" scaled="0"/>
                </a:gradFill>
                <a:latin typeface="+mn-lt"/>
                <a:ea typeface="+mn-ea"/>
                <a:cs typeface="+mn-cs"/>
              </a:defRPr>
            </a:lvl4pPr>
            <a:lvl5pPr marL="1196746" indent="-342834">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30" marR="0" lvl="0" indent="-231730" algn="l" defTabSz="932563"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30" marR="0" lvl="1" indent="-231730" algn="l" defTabSz="932563"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30" marR="0" lvl="2" indent="-231730" algn="l" defTabSz="932563"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30" marR="0" lvl="3" indent="-231730" algn="l" defTabSz="932563"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30" marR="0" lvl="4" indent="-231730" algn="l" defTabSz="932563"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284785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42720559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692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58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085422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145150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975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9" y="3954463"/>
            <a:ext cx="10058401" cy="738664"/>
          </a:xfrm>
          <a:noFill/>
        </p:spPr>
        <p:txBody>
          <a:bodyPr lIns="182880" tIns="146304" rIns="182880" bIns="146304">
            <a:spAutoFit/>
          </a:bodyPr>
          <a:lstStyle>
            <a:lvl1pPr marL="0" indent="0">
              <a:spcBef>
                <a:spcPts val="0"/>
              </a:spcBef>
              <a:buNone/>
              <a:defRPr sz="3199"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20367379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198"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3820530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62349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0385868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799" baseline="0">
                <a:gradFill>
                  <a:gsLst>
                    <a:gs pos="1250">
                      <a:schemeClr val="tx1"/>
                    </a:gs>
                    <a:gs pos="100000">
                      <a:schemeClr val="tx1"/>
                    </a:gs>
                  </a:gsLst>
                  <a:lin ang="5400000" scaled="0"/>
                </a:gradFill>
              </a:defRPr>
            </a:lvl1pPr>
          </a:lstStyle>
          <a:p>
            <a:r>
              <a:rPr lang="en-US"/>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211765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ustomer Evidenc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Click icon to add picture</a:t>
            </a:r>
          </a:p>
        </p:txBody>
      </p:sp>
      <p:sp>
        <p:nvSpPr>
          <p:cNvPr id="5" name="Rectangle 4"/>
          <p:cNvSpPr/>
          <p:nvPr userDrawn="1"/>
        </p:nvSpPr>
        <p:spPr bwMode="auto">
          <a:xfrm>
            <a:off x="6218237" y="4868863"/>
            <a:ext cx="5945966" cy="1828800"/>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Edit Master text styles</a:t>
            </a:r>
          </a:p>
        </p:txBody>
      </p:sp>
    </p:spTree>
    <p:extLst>
      <p:ext uri="{BB962C8B-B14F-4D97-AF65-F5344CB8AC3E}">
        <p14:creationId xmlns:p14="http://schemas.microsoft.com/office/powerpoint/2010/main" val="36619923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39585460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8785719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204285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9344192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2179806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1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64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70" y="295275"/>
            <a:ext cx="7043233" cy="917575"/>
          </a:xfrm>
        </p:spPr>
        <p:txBody>
          <a:bodyPr/>
          <a:lstStyle>
            <a:lvl1pPr>
              <a:defRPr sz="3999"/>
            </a:lvl1pPr>
          </a:lstStyle>
          <a:p>
            <a:r>
              <a:rPr lang="en-US"/>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557" indent="0">
              <a:buNone/>
              <a:defRPr/>
            </a:lvl2pPr>
            <a:lvl3pPr marL="457112" indent="0">
              <a:buNone/>
              <a:defRPr/>
            </a:lvl3pPr>
            <a:lvl4pPr marL="685669" indent="0">
              <a:buNone/>
              <a:defRPr/>
            </a:lvl4pPr>
            <a:lvl5pPr marL="914224"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0"/>
            <a:ext cx="4925696" cy="6995160"/>
          </a:xfrm>
          <a:prstGeom prst="rect">
            <a:avLst/>
          </a:prstGeom>
        </p:spPr>
      </p:pic>
    </p:spTree>
    <p:extLst>
      <p:ext uri="{BB962C8B-B14F-4D97-AF65-F5344CB8AC3E}">
        <p14:creationId xmlns:p14="http://schemas.microsoft.com/office/powerpoint/2010/main" val="226128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2270177"/>
          </a:xfrm>
        </p:spPr>
        <p:txBody>
          <a:bodyPr/>
          <a:lstStyle>
            <a:lvl1pPr marL="0" indent="0">
              <a:buNone/>
              <a:defRPr sz="3299">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48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494"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406"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795"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1762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54" tIns="182854" rIns="182854" bIns="182854" numCol="1" anchor="t" anchorCtr="0" compatLnSpc="1">
            <a:prstTxWarp prst="textNoShape">
              <a:avLst/>
            </a:prstTxWarp>
            <a:spAutoFit/>
          </a:bodyPr>
          <a:lstStyle/>
          <a:p>
            <a:pPr defTabSz="932111"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9" y="479425"/>
            <a:ext cx="1451843" cy="310896"/>
          </a:xfrm>
          <a:prstGeom prst="rect">
            <a:avLst/>
          </a:prstGeom>
        </p:spPr>
      </p:pic>
    </p:spTree>
    <p:extLst>
      <p:ext uri="{BB962C8B-B14F-4D97-AF65-F5344CB8AC3E}">
        <p14:creationId xmlns:p14="http://schemas.microsoft.com/office/powerpoint/2010/main" val="3691424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893014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268543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5013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808665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955511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2154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Wide Margin Content +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01132" y="692597"/>
            <a:ext cx="4691240" cy="1246701"/>
          </a:xfrm>
        </p:spPr>
        <p:txBody>
          <a:bodyPr>
            <a:normAutofit/>
          </a:bodyPr>
          <a:lstStyle>
            <a:lvl1pPr algn="l" defTabSz="932596" rtl="0" eaLnBrk="1" latinLnBrk="0" hangingPunct="1">
              <a:lnSpc>
                <a:spcPts val="3264"/>
              </a:lnSpc>
              <a:spcBef>
                <a:spcPct val="0"/>
              </a:spcBef>
              <a:buNone/>
              <a:defRPr lang="en-US" sz="2992" b="1" kern="1200" cap="none" spc="0" baseline="0">
                <a:solidFill>
                  <a:schemeClr val="tx2"/>
                </a:solidFill>
                <a:latin typeface="Arial" panose="020B0604020202020204" pitchFamily="34" charset="0"/>
                <a:ea typeface="+mj-ea"/>
                <a:cs typeface="Arial" panose="020B0604020202020204" pitchFamily="34" charset="0"/>
              </a:defRPr>
            </a:lvl1pPr>
          </a:lstStyle>
          <a:p>
            <a:r>
              <a:rPr lang="en-US"/>
              <a:t>Headline Here, </a:t>
            </a:r>
            <a:br>
              <a:rPr lang="en-US"/>
            </a:br>
            <a:r>
              <a:rPr lang="en-US"/>
              <a:t>Maximum </a:t>
            </a:r>
            <a:br>
              <a:rPr lang="en-US"/>
            </a:br>
            <a:r>
              <a:rPr lang="en-US"/>
              <a:t>Three Lines</a:t>
            </a:r>
          </a:p>
        </p:txBody>
      </p:sp>
      <p:sp>
        <p:nvSpPr>
          <p:cNvPr id="3" name="Content Placeholder 2"/>
          <p:cNvSpPr>
            <a:spLocks noGrp="1"/>
          </p:cNvSpPr>
          <p:nvPr>
            <p:ph idx="1"/>
          </p:nvPr>
        </p:nvSpPr>
        <p:spPr>
          <a:xfrm>
            <a:off x="6401132" y="2679158"/>
            <a:ext cx="4691240" cy="2043252"/>
          </a:xfrm>
        </p:spPr>
        <p:txBody>
          <a:bodyPr/>
          <a:lstStyle>
            <a:lvl1pPr>
              <a:spcBef>
                <a:spcPts val="816"/>
              </a:spcBef>
              <a:defRPr sz="1360"/>
            </a:lvl1pPr>
            <a:lvl2pPr marL="233149" indent="-233149">
              <a:spcBef>
                <a:spcPts val="816"/>
              </a:spcBef>
              <a:spcAft>
                <a:spcPts val="0"/>
              </a:spcAft>
              <a:buFont typeface="Arial" panose="020B0604020202020204" pitchFamily="34" charset="0"/>
              <a:buChar char="•"/>
              <a:defRPr/>
            </a:lvl2pPr>
            <a:lvl3pPr>
              <a:spcBef>
                <a:spcPts val="816"/>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Starbucks Confidential – INTERNAL USE ONLY</a:t>
            </a:r>
          </a:p>
        </p:txBody>
      </p:sp>
      <p:sp>
        <p:nvSpPr>
          <p:cNvPr id="6" name="Slide Number Placeholder 5"/>
          <p:cNvSpPr>
            <a:spLocks noGrp="1"/>
          </p:cNvSpPr>
          <p:nvPr>
            <p:ph type="sldNum" sz="quarter" idx="12"/>
          </p:nvPr>
        </p:nvSpPr>
        <p:spPr/>
        <p:txBody>
          <a:bodyPr/>
          <a:lstStyle/>
          <a:p>
            <a:fld id="{3A404012-4980-4B50-A3E8-A47442D048D4}" type="slidenum">
              <a:rPr lang="en-US" smtClean="0"/>
              <a:t>‹#›</a:t>
            </a:fld>
            <a:endParaRPr lang="en-US"/>
          </a:p>
        </p:txBody>
      </p:sp>
      <p:cxnSp>
        <p:nvCxnSpPr>
          <p:cNvPr id="8" name="Straight Connector 7"/>
          <p:cNvCxnSpPr/>
          <p:nvPr userDrawn="1"/>
        </p:nvCxnSpPr>
        <p:spPr>
          <a:xfrm>
            <a:off x="6528359" y="2504765"/>
            <a:ext cx="2291097"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2"/>
          <p:cNvSpPr>
            <a:spLocks noGrp="1"/>
          </p:cNvSpPr>
          <p:nvPr>
            <p:ph type="body" idx="14" hasCustomPrompt="1"/>
          </p:nvPr>
        </p:nvSpPr>
        <p:spPr>
          <a:xfrm>
            <a:off x="6401132" y="1939300"/>
            <a:ext cx="4691240" cy="366299"/>
          </a:xfrm>
        </p:spPr>
        <p:txBody>
          <a:bodyPr anchor="ctr">
            <a:normAutofit/>
          </a:bodyPr>
          <a:lstStyle>
            <a:lvl1pPr marL="0" indent="0">
              <a:lnSpc>
                <a:spcPts val="2448"/>
              </a:lnSpc>
              <a:buNone/>
              <a:defRPr sz="1632" b="0" spc="69" baseline="0"/>
            </a:lvl1pPr>
            <a:lvl2pPr marL="466297" indent="0">
              <a:buNone/>
              <a:defRPr sz="2040" b="1"/>
            </a:lvl2pPr>
            <a:lvl3pPr marL="932596" indent="0">
              <a:buNone/>
              <a:defRPr sz="1837" b="1"/>
            </a:lvl3pPr>
            <a:lvl4pPr marL="1398894" indent="0">
              <a:buNone/>
              <a:defRPr sz="1632" b="1"/>
            </a:lvl4pPr>
            <a:lvl5pPr marL="1865193" indent="0">
              <a:buNone/>
              <a:defRPr sz="1632" b="1"/>
            </a:lvl5pPr>
            <a:lvl6pPr marL="2331490" indent="0">
              <a:buNone/>
              <a:defRPr sz="1632" b="1"/>
            </a:lvl6pPr>
            <a:lvl7pPr marL="2797789" indent="0">
              <a:buNone/>
              <a:defRPr sz="1632" b="1"/>
            </a:lvl7pPr>
            <a:lvl8pPr marL="3264086" indent="0">
              <a:buNone/>
              <a:defRPr sz="1632" b="1"/>
            </a:lvl8pPr>
            <a:lvl9pPr marL="3730384" indent="0">
              <a:buNone/>
              <a:defRPr sz="1632" b="1"/>
            </a:lvl9pPr>
          </a:lstStyle>
          <a:p>
            <a:pPr lvl="0"/>
            <a:r>
              <a:rPr lang="en-US"/>
              <a:t>Subhead here, one line only.</a:t>
            </a:r>
          </a:p>
        </p:txBody>
      </p:sp>
      <p:sp>
        <p:nvSpPr>
          <p:cNvPr id="16" name="Picture Placeholder 8"/>
          <p:cNvSpPr>
            <a:spLocks noGrp="1"/>
          </p:cNvSpPr>
          <p:nvPr>
            <p:ph type="pic" sz="quarter" idx="15" hasCustomPrompt="1"/>
          </p:nvPr>
        </p:nvSpPr>
        <p:spPr>
          <a:xfrm>
            <a:off x="1362406" y="692598"/>
            <a:ext cx="4544926" cy="5298851"/>
          </a:xfrm>
          <a:solidFill>
            <a:schemeClr val="bg2"/>
          </a:solidFill>
        </p:spPr>
        <p:txBody>
          <a:bodyPr tIns="1280160" bIns="91440">
            <a:normAutofit/>
          </a:bodyPr>
          <a:lstStyle>
            <a:lvl1pPr algn="ctr">
              <a:lnSpc>
                <a:spcPts val="3264"/>
              </a:lnSpc>
              <a:defRPr sz="2992" b="1" cap="all" baseline="0">
                <a:solidFill>
                  <a:schemeClr val="bg1"/>
                </a:solidFill>
              </a:defRPr>
            </a:lvl1pPr>
          </a:lstStyle>
          <a:p>
            <a:r>
              <a:rPr lang="en-US"/>
              <a:t>click Placeholder icon to add custom </a:t>
            </a:r>
            <a:br>
              <a:rPr lang="en-US"/>
            </a:br>
            <a:r>
              <a:rPr lang="en-US"/>
              <a:t>photo</a:t>
            </a:r>
          </a:p>
        </p:txBody>
      </p:sp>
    </p:spTree>
    <p:extLst>
      <p:ext uri="{BB962C8B-B14F-4D97-AF65-F5344CB8AC3E}">
        <p14:creationId xmlns:p14="http://schemas.microsoft.com/office/powerpoint/2010/main" val="8300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019">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Wide Margin Custom v2">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Starbucks Confidential – INTERNAL USE ONLY</a:t>
            </a:r>
          </a:p>
        </p:txBody>
      </p:sp>
      <p:sp>
        <p:nvSpPr>
          <p:cNvPr id="5" name="Slide Number Placeholder 4"/>
          <p:cNvSpPr>
            <a:spLocks noGrp="1"/>
          </p:cNvSpPr>
          <p:nvPr>
            <p:ph type="sldNum" sz="quarter" idx="12"/>
          </p:nvPr>
        </p:nvSpPr>
        <p:spPr/>
        <p:txBody>
          <a:bodyPr/>
          <a:lstStyle/>
          <a:p>
            <a:fld id="{3A404012-4980-4B50-A3E8-A47442D048D4}" type="slidenum">
              <a:rPr lang="en-US" smtClean="0"/>
              <a:t>‹#›</a:t>
            </a:fld>
            <a:endParaRPr lang="en-US"/>
          </a:p>
        </p:txBody>
      </p:sp>
      <p:sp>
        <p:nvSpPr>
          <p:cNvPr id="6" name="Content Placeholder 5"/>
          <p:cNvSpPr>
            <a:spLocks noGrp="1"/>
          </p:cNvSpPr>
          <p:nvPr>
            <p:ph sz="quarter" idx="13" hasCustomPrompt="1"/>
          </p:nvPr>
        </p:nvSpPr>
        <p:spPr>
          <a:xfrm>
            <a:off x="1231216" y="1816637"/>
            <a:ext cx="4839050" cy="2179058"/>
          </a:xfrm>
        </p:spPr>
        <p:txBody>
          <a:bodyPr/>
          <a:lstStyle>
            <a:lvl1pPr>
              <a:defRPr baseline="0"/>
            </a:lvl1pPr>
          </a:lstStyle>
          <a:p>
            <a:pPr lvl="0"/>
            <a:r>
              <a:rPr lang="en-US"/>
              <a:t>Click any icon below to add a table, chart, </a:t>
            </a:r>
            <a:br>
              <a:rPr lang="en-US"/>
            </a:br>
            <a:r>
              <a:rPr lang="en-US"/>
              <a:t>Smart Art, image, web image or video.</a:t>
            </a:r>
          </a:p>
        </p:txBody>
      </p:sp>
      <p:sp>
        <p:nvSpPr>
          <p:cNvPr id="7" name="Title 1"/>
          <p:cNvSpPr>
            <a:spLocks noGrp="1"/>
          </p:cNvSpPr>
          <p:nvPr>
            <p:ph type="title" hasCustomPrompt="1"/>
          </p:nvPr>
        </p:nvSpPr>
        <p:spPr>
          <a:xfrm>
            <a:off x="1231216" y="139893"/>
            <a:ext cx="10030195" cy="1495645"/>
          </a:xfrm>
        </p:spPr>
        <p:txBody>
          <a:bodyPr>
            <a:normAutofit/>
          </a:bodyPr>
          <a:lstStyle>
            <a:lvl1pPr algn="l" defTabSz="932596" rtl="0" eaLnBrk="1" latinLnBrk="0" hangingPunct="1">
              <a:lnSpc>
                <a:spcPts val="3264"/>
              </a:lnSpc>
              <a:spcBef>
                <a:spcPct val="0"/>
              </a:spcBef>
              <a:buNone/>
              <a:defRPr lang="en-US" sz="2992" b="1" kern="1200" cap="none" spc="0" baseline="0" dirty="0">
                <a:solidFill>
                  <a:schemeClr val="tx2"/>
                </a:solidFill>
                <a:latin typeface="Arial" panose="020B0604020202020204" pitchFamily="34" charset="0"/>
                <a:ea typeface="+mj-ea"/>
                <a:cs typeface="Arial" panose="020B0604020202020204" pitchFamily="34" charset="0"/>
              </a:defRPr>
            </a:lvl1pPr>
          </a:lstStyle>
          <a:p>
            <a:r>
              <a:rPr lang="en-US"/>
              <a:t>Headline Here, </a:t>
            </a:r>
            <a:br>
              <a:rPr lang="en-US"/>
            </a:br>
            <a:r>
              <a:rPr lang="en-US"/>
              <a:t>Maximum Two Lines</a:t>
            </a:r>
          </a:p>
        </p:txBody>
      </p:sp>
      <p:sp>
        <p:nvSpPr>
          <p:cNvPr id="8" name="Content Placeholder 5"/>
          <p:cNvSpPr>
            <a:spLocks noGrp="1"/>
          </p:cNvSpPr>
          <p:nvPr>
            <p:ph sz="quarter" idx="14" hasCustomPrompt="1"/>
          </p:nvPr>
        </p:nvSpPr>
        <p:spPr>
          <a:xfrm>
            <a:off x="6422361" y="1816637"/>
            <a:ext cx="4839050" cy="2179058"/>
          </a:xfrm>
        </p:spPr>
        <p:txBody>
          <a:bodyPr/>
          <a:lstStyle>
            <a:lvl1pPr>
              <a:defRPr baseline="0"/>
            </a:lvl1pPr>
          </a:lstStyle>
          <a:p>
            <a:pPr lvl="0"/>
            <a:r>
              <a:rPr lang="en-US"/>
              <a:t>Click any icon below to add a table, chart, </a:t>
            </a:r>
            <a:br>
              <a:rPr lang="en-US"/>
            </a:br>
            <a:r>
              <a:rPr lang="en-US"/>
              <a:t>Smart Art, image, web image or video.</a:t>
            </a:r>
          </a:p>
        </p:txBody>
      </p:sp>
    </p:spTree>
    <p:extLst>
      <p:ext uri="{BB962C8B-B14F-4D97-AF65-F5344CB8AC3E}">
        <p14:creationId xmlns:p14="http://schemas.microsoft.com/office/powerpoint/2010/main" val="321057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Wide Margin Title + 2 Column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5360" y="2395357"/>
            <a:ext cx="4864856" cy="3764699"/>
          </a:xfrm>
        </p:spPr>
        <p:txBody>
          <a:bodyPr>
            <a:normAutofit/>
          </a:bodyPr>
          <a:lstStyle>
            <a:lvl1pPr>
              <a:lnSpc>
                <a:spcPts val="2176"/>
              </a:lnSpc>
              <a:spcBef>
                <a:spcPts val="816"/>
              </a:spcBef>
              <a:spcAft>
                <a:spcPts val="0"/>
              </a:spcAft>
              <a:defRPr sz="1360"/>
            </a:lvl1pPr>
            <a:lvl2pPr marL="233149" indent="-233149">
              <a:lnSpc>
                <a:spcPts val="2176"/>
              </a:lnSpc>
              <a:spcBef>
                <a:spcPts val="816"/>
              </a:spcBef>
              <a:spcAft>
                <a:spcPts val="0"/>
              </a:spcAft>
              <a:buFont typeface="Arial" panose="020B0604020202020204" pitchFamily="34" charset="0"/>
              <a:buChar char="•"/>
              <a:defRPr sz="1360"/>
            </a:lvl2pPr>
            <a:lvl3pPr marL="466297" indent="-233149">
              <a:lnSpc>
                <a:spcPts val="2176"/>
              </a:lnSpc>
              <a:defRPr sz="1360"/>
            </a:lvl3pPr>
            <a:lvl4pPr marL="703765" indent="-233149">
              <a:lnSpc>
                <a:spcPts val="2176"/>
              </a:lnSpc>
              <a:defRPr sz="1360"/>
            </a:lvl4pPr>
            <a:lvl5pPr marL="932596" indent="-233149">
              <a:lnSpc>
                <a:spcPts val="2176"/>
              </a:lnSpc>
              <a:defRPr sz="13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Starbucks Confidential – INTERNAL USE ONLY</a:t>
            </a:r>
          </a:p>
        </p:txBody>
      </p:sp>
      <p:sp>
        <p:nvSpPr>
          <p:cNvPr id="6" name="Slide Number Placeholder 5"/>
          <p:cNvSpPr>
            <a:spLocks noGrp="1"/>
          </p:cNvSpPr>
          <p:nvPr>
            <p:ph type="sldNum" sz="quarter" idx="12"/>
          </p:nvPr>
        </p:nvSpPr>
        <p:spPr/>
        <p:txBody>
          <a:bodyPr/>
          <a:lstStyle/>
          <a:p>
            <a:fld id="{3A404012-4980-4B50-A3E8-A47442D048D4}" type="slidenum">
              <a:rPr lang="en-US" smtClean="0"/>
              <a:t>‹#›</a:t>
            </a:fld>
            <a:endParaRPr lang="en-US"/>
          </a:p>
        </p:txBody>
      </p:sp>
      <p:sp>
        <p:nvSpPr>
          <p:cNvPr id="9" name="Content Placeholder 2"/>
          <p:cNvSpPr>
            <a:spLocks noGrp="1"/>
          </p:cNvSpPr>
          <p:nvPr>
            <p:ph idx="13"/>
          </p:nvPr>
        </p:nvSpPr>
        <p:spPr>
          <a:xfrm>
            <a:off x="6410272" y="2393226"/>
            <a:ext cx="4663806" cy="3764699"/>
          </a:xfrm>
        </p:spPr>
        <p:txBody>
          <a:bodyPr>
            <a:normAutofit/>
          </a:bodyPr>
          <a:lstStyle>
            <a:lvl1pPr>
              <a:lnSpc>
                <a:spcPts val="2176"/>
              </a:lnSpc>
              <a:spcBef>
                <a:spcPts val="816"/>
              </a:spcBef>
              <a:spcAft>
                <a:spcPts val="0"/>
              </a:spcAft>
              <a:defRPr sz="1360"/>
            </a:lvl1pPr>
            <a:lvl2pPr marL="237467" indent="-237467">
              <a:lnSpc>
                <a:spcPts val="2176"/>
              </a:lnSpc>
              <a:spcBef>
                <a:spcPts val="816"/>
              </a:spcBef>
              <a:spcAft>
                <a:spcPts val="0"/>
              </a:spcAft>
              <a:buFont typeface="Arial" panose="020B0604020202020204" pitchFamily="34" charset="0"/>
              <a:buChar char="•"/>
              <a:defRPr sz="1360"/>
            </a:lvl2pPr>
            <a:lvl3pPr marL="466297" indent="-233149">
              <a:lnSpc>
                <a:spcPts val="2176"/>
              </a:lnSpc>
              <a:defRPr sz="1360"/>
            </a:lvl3pPr>
            <a:lvl4pPr marL="703765" indent="-233149">
              <a:lnSpc>
                <a:spcPts val="2176"/>
              </a:lnSpc>
              <a:defRPr sz="1360"/>
            </a:lvl4pPr>
            <a:lvl5pPr marL="932596" indent="-233149">
              <a:lnSpc>
                <a:spcPts val="2176"/>
              </a:lnSpc>
              <a:defRPr sz="13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idx="14" hasCustomPrompt="1"/>
          </p:nvPr>
        </p:nvSpPr>
        <p:spPr>
          <a:xfrm>
            <a:off x="1225362" y="1642595"/>
            <a:ext cx="9867007" cy="366299"/>
          </a:xfrm>
        </p:spPr>
        <p:txBody>
          <a:bodyPr anchor="ctr">
            <a:normAutofit/>
          </a:bodyPr>
          <a:lstStyle>
            <a:lvl1pPr marL="0" indent="0">
              <a:lnSpc>
                <a:spcPts val="2448"/>
              </a:lnSpc>
              <a:buNone/>
              <a:defRPr sz="1632" b="0" spc="69" baseline="0"/>
            </a:lvl1pPr>
            <a:lvl2pPr marL="466297" indent="0">
              <a:buNone/>
              <a:defRPr sz="2040" b="1"/>
            </a:lvl2pPr>
            <a:lvl3pPr marL="932596" indent="0">
              <a:buNone/>
              <a:defRPr sz="1837" b="1"/>
            </a:lvl3pPr>
            <a:lvl4pPr marL="1398894" indent="0">
              <a:buNone/>
              <a:defRPr sz="1632" b="1"/>
            </a:lvl4pPr>
            <a:lvl5pPr marL="1865193" indent="0">
              <a:buNone/>
              <a:defRPr sz="1632" b="1"/>
            </a:lvl5pPr>
            <a:lvl6pPr marL="2331490" indent="0">
              <a:buNone/>
              <a:defRPr sz="1632" b="1"/>
            </a:lvl6pPr>
            <a:lvl7pPr marL="2797789" indent="0">
              <a:buNone/>
              <a:defRPr sz="1632" b="1"/>
            </a:lvl7pPr>
            <a:lvl8pPr marL="3264086" indent="0">
              <a:buNone/>
              <a:defRPr sz="1632" b="1"/>
            </a:lvl8pPr>
            <a:lvl9pPr marL="3730384" indent="0">
              <a:buNone/>
              <a:defRPr sz="1632" b="1"/>
            </a:lvl9pPr>
          </a:lstStyle>
          <a:p>
            <a:pPr lvl="0"/>
            <a:r>
              <a:rPr lang="en-US"/>
              <a:t>Subhead here, one line only.</a:t>
            </a:r>
          </a:p>
        </p:txBody>
      </p:sp>
      <p:cxnSp>
        <p:nvCxnSpPr>
          <p:cNvPr id="13" name="Straight Connector 12"/>
          <p:cNvCxnSpPr/>
          <p:nvPr userDrawn="1"/>
        </p:nvCxnSpPr>
        <p:spPr>
          <a:xfrm>
            <a:off x="1362401" y="2216807"/>
            <a:ext cx="224052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itle 1"/>
          <p:cNvSpPr>
            <a:spLocks noGrp="1"/>
          </p:cNvSpPr>
          <p:nvPr>
            <p:ph type="title" hasCustomPrompt="1"/>
          </p:nvPr>
        </p:nvSpPr>
        <p:spPr>
          <a:xfrm>
            <a:off x="1231213" y="139893"/>
            <a:ext cx="9867007" cy="1495645"/>
          </a:xfrm>
        </p:spPr>
        <p:txBody>
          <a:bodyPr>
            <a:normAutofit/>
          </a:bodyPr>
          <a:lstStyle>
            <a:lvl1pPr algn="l" defTabSz="932596" rtl="0" eaLnBrk="1" latinLnBrk="0" hangingPunct="1">
              <a:lnSpc>
                <a:spcPts val="3264"/>
              </a:lnSpc>
              <a:spcBef>
                <a:spcPct val="0"/>
              </a:spcBef>
              <a:buNone/>
              <a:defRPr lang="en-US" sz="2992" b="1" kern="1200" cap="none" spc="0" baseline="0" dirty="0">
                <a:solidFill>
                  <a:schemeClr val="tx2"/>
                </a:solidFill>
                <a:latin typeface="Arial" panose="020B0604020202020204" pitchFamily="34" charset="0"/>
                <a:ea typeface="+mj-ea"/>
                <a:cs typeface="Arial" panose="020B0604020202020204" pitchFamily="34" charset="0"/>
              </a:defRPr>
            </a:lvl1pPr>
          </a:lstStyle>
          <a:p>
            <a:r>
              <a:rPr lang="en-US"/>
              <a:t>Headline Here, </a:t>
            </a:r>
            <a:br>
              <a:rPr lang="en-US"/>
            </a:br>
            <a:r>
              <a:rPr lang="en-US"/>
              <a:t>Maximum Two Lines</a:t>
            </a:r>
          </a:p>
        </p:txBody>
      </p:sp>
    </p:spTree>
    <p:extLst>
      <p:ext uri="{BB962C8B-B14F-4D97-AF65-F5344CB8AC3E}">
        <p14:creationId xmlns:p14="http://schemas.microsoft.com/office/powerpoint/2010/main" val="185403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n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456479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3094" y="1293210"/>
            <a:ext cx="11690287" cy="2308324"/>
          </a:xfrm>
        </p:spPr>
        <p:txBody>
          <a:bodyPr/>
          <a:lstStyle>
            <a:lvl1pPr>
              <a:buClrTx/>
              <a:defRPr/>
            </a:lvl1pPr>
            <a:lvl3pPr marL="1305667">
              <a:defRPr/>
            </a:lvl3pPr>
            <a:lvl4pPr marL="1927413" indent="-223829">
              <a:buFont typeface="Arial"/>
              <a:buChar char="•"/>
              <a:defRPr/>
            </a:lvl4pPr>
            <a:lvl5pPr marL="2549160" indent="-223829">
              <a:buFont typeface="Arial"/>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118192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3" name="Rectangle 2"/>
          <p:cNvSpPr>
            <a:spLocks noChangeArrowheads="1"/>
          </p:cNvSpPr>
          <p:nvPr userDrawn="1"/>
        </p:nvSpPr>
        <p:spPr bwMode="auto">
          <a:xfrm>
            <a:off x="0" y="0"/>
            <a:ext cx="12436475" cy="6994525"/>
          </a:xfrm>
          <a:prstGeom prst="rect">
            <a:avLst/>
          </a:prstGeom>
          <a:solidFill>
            <a:schemeClr val="accent1"/>
          </a:solidFill>
          <a:ln>
            <a:noFill/>
          </a:ln>
          <a:effectLst>
            <a:outerShdw blurRad="40000" dist="23000" dir="5400000" rotWithShape="0">
              <a:srgbClr val="00000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2448">
              <a:solidFill>
                <a:srgbClr val="FFFFFF"/>
              </a:solidFill>
              <a:latin typeface="Calibri" charset="0"/>
            </a:endParaRPr>
          </a:p>
        </p:txBody>
      </p:sp>
      <p:pic>
        <p:nvPicPr>
          <p:cNvPr id="4" name="Picture 6" descr="Avery_Dennison-288-02.png"/>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10907825" y="65325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z-badge-white.png"/>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1827607" y="6506636"/>
            <a:ext cx="608869" cy="48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p:cNvSpPr txBox="1">
            <a:spLocks/>
          </p:cNvSpPr>
          <p:nvPr userDrawn="1"/>
        </p:nvSpPr>
        <p:spPr>
          <a:xfrm>
            <a:off x="293639" y="6592987"/>
            <a:ext cx="10743733" cy="373474"/>
          </a:xfrm>
          <a:prstGeom prst="rect">
            <a:avLst/>
          </a:prstGeom>
        </p:spPr>
        <p:txBody>
          <a:bodyPr anchor="ct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x-none" sz="1088">
                <a:solidFill>
                  <a:srgbClr val="FFFFFF"/>
                </a:solidFill>
                <a:latin typeface="Calibri" charset="0"/>
              </a:rPr>
              <a:t>©2017 Zscaler, Inc. All rights reserved. Zscaler™, SHIFT™, Direct-to-Cloud™ and ZPA™ are trademarks or registered trademarks of Zscaler, Inc. </a:t>
            </a:r>
            <a:br>
              <a:rPr lang="en-US" altLang="x-none" sz="1088">
                <a:solidFill>
                  <a:srgbClr val="FFFFFF"/>
                </a:solidFill>
                <a:latin typeface="Calibri" charset="0"/>
              </a:rPr>
            </a:br>
            <a:r>
              <a:rPr lang="en-US" altLang="x-none" sz="1088">
                <a:solidFill>
                  <a:srgbClr val="FFFFFF"/>
                </a:solidFill>
                <a:latin typeface="Calibri" charset="0"/>
              </a:rPr>
              <a:t>in the United States and/or other countries. All other trademarks are the property of their respective owners.</a:t>
            </a:r>
          </a:p>
        </p:txBody>
      </p:sp>
      <p:sp>
        <p:nvSpPr>
          <p:cNvPr id="2" name="Title 1"/>
          <p:cNvSpPr>
            <a:spLocks noGrp="1"/>
          </p:cNvSpPr>
          <p:nvPr>
            <p:ph type="title"/>
          </p:nvPr>
        </p:nvSpPr>
        <p:spPr>
          <a:xfrm>
            <a:off x="373095" y="765657"/>
            <a:ext cx="11685680" cy="5463214"/>
          </a:xfrm>
        </p:spPr>
        <p:txBody>
          <a:bodyPr tIns="91440" anchor="ctr"/>
          <a:lstStyle>
            <a:lvl1pPr>
              <a:defRPr sz="8159" b="0">
                <a:solidFill>
                  <a:schemeClr val="bg1"/>
                </a:solidFill>
              </a:defRPr>
            </a:lvl1pPr>
          </a:lstStyle>
          <a:p>
            <a:r>
              <a:rPr lang="en-US"/>
              <a:t>Click to edit Master title style</a:t>
            </a:r>
          </a:p>
        </p:txBody>
      </p:sp>
    </p:spTree>
    <p:extLst>
      <p:ext uri="{BB962C8B-B14F-4D97-AF65-F5344CB8AC3E}">
        <p14:creationId xmlns:p14="http://schemas.microsoft.com/office/powerpoint/2010/main" val="21664196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10707408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932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79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1649442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369212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33865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2240126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14003284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66546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33652600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323404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147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293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a:srcRect l="17119" r="5881"/>
          <a:stretch/>
        </p:blipFill>
        <p:spPr>
          <a:xfrm>
            <a:off x="0" y="-1"/>
            <a:ext cx="4925696" cy="6995160"/>
          </a:xfrm>
          <a:prstGeom prst="rect">
            <a:avLst/>
          </a:prstGeom>
        </p:spPr>
      </p:pic>
    </p:spTree>
    <p:extLst>
      <p:ext uri="{BB962C8B-B14F-4D97-AF65-F5344CB8AC3E}">
        <p14:creationId xmlns:p14="http://schemas.microsoft.com/office/powerpoint/2010/main" val="5323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56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2911057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96577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1.emf"/><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41" Type="http://schemas.openxmlformats.org/officeDocument/2006/relationships/image" Target="../media/image1.emf"/><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theme" Target="../theme/theme3.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8" Type="http://schemas.openxmlformats.org/officeDocument/2006/relationships/slideLayout" Target="../slideLayouts/slideLayout44.xml"/><Relationship Id="rId3" Type="http://schemas.openxmlformats.org/officeDocument/2006/relationships/slideLayout" Target="../slideLayouts/slideLayout39.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theme" Target="../theme/theme4.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19" Type="http://schemas.openxmlformats.org/officeDocument/2006/relationships/image" Target="../media/image1.emf"/><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0"/>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4059602932"/>
      </p:ext>
    </p:extLst>
  </p:cSld>
  <p:clrMap bg1="lt1" tx1="dk1" bg2="lt2" tx2="dk2" accent1="accent1" accent2="accent2" accent3="accent3" accent4="accent4" accent5="accent5" accent6="accent6" hlink="hlink" folHlink="folHlink"/>
  <p:sldLayoutIdLst>
    <p:sldLayoutId id="2147484478" r:id="rId1"/>
    <p:sldLayoutId id="2147484480" r:id="rId2"/>
    <p:sldLayoutId id="2147484481" r:id="rId3"/>
    <p:sldLayoutId id="2147484482" r:id="rId4"/>
    <p:sldLayoutId id="2147484483" r:id="rId5"/>
    <p:sldLayoutId id="2147484484" r:id="rId6"/>
    <p:sldLayoutId id="2147484485" r:id="rId7"/>
    <p:sldLayoutId id="2147484486" r:id="rId8"/>
    <p:sldLayoutId id="2147484487" r:id="rId9"/>
    <p:sldLayoutId id="2147484488" r:id="rId10"/>
    <p:sldLayoutId id="2147484489" r:id="rId11"/>
    <p:sldLayoutId id="2147484490" r:id="rId12"/>
    <p:sldLayoutId id="2147484491" r:id="rId13"/>
    <p:sldLayoutId id="2147484517" r:id="rId14"/>
    <p:sldLayoutId id="2147484492" r:id="rId15"/>
    <p:sldLayoutId id="2147484493" r:id="rId16"/>
    <p:sldLayoutId id="2147484494" r:id="rId17"/>
    <p:sldLayoutId id="2147484519" r:id="rId18"/>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0"/>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6" r:id="rId7"/>
    <p:sldLayoutId id="2147484505" r:id="rId8"/>
    <p:sldLayoutId id="2147484506" r:id="rId9"/>
    <p:sldLayoutId id="2147484507" r:id="rId10"/>
    <p:sldLayoutId id="2147484508" r:id="rId11"/>
    <p:sldLayoutId id="2147484509" r:id="rId12"/>
    <p:sldLayoutId id="2147484518" r:id="rId13"/>
    <p:sldLayoutId id="2147484510" r:id="rId14"/>
    <p:sldLayoutId id="2147484511" r:id="rId15"/>
    <p:sldLayoutId id="2147484512" r:id="rId16"/>
    <p:sldLayoutId id="2147484513" r:id="rId17"/>
    <p:sldLayoutId id="2147484514" r:id="rId18"/>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1785059619"/>
      </p:ext>
    </p:extLst>
  </p:cSld>
  <p:clrMap bg1="lt1" tx1="dk1" bg2="lt2" tx2="dk2" accent1="accent1" accent2="accent2" accent3="accent3" accent4="accent4" accent5="accent5" accent6="accent6" hlink="hlink" folHlink="folHlink"/>
  <p:sldLayoutIdLst>
    <p:sldLayoutId id="2147484521" r:id="rId1"/>
    <p:sldLayoutId id="2147484522" r:id="rId2"/>
    <p:sldLayoutId id="2147484523" r:id="rId3"/>
    <p:sldLayoutId id="2147484524" r:id="rId4"/>
    <p:sldLayoutId id="2147484525" r:id="rId5"/>
    <p:sldLayoutId id="2147484526" r:id="rId6"/>
    <p:sldLayoutId id="2147484527" r:id="rId7"/>
    <p:sldLayoutId id="2147484528" r:id="rId8"/>
    <p:sldLayoutId id="2147484529" r:id="rId9"/>
    <p:sldLayoutId id="2147484530" r:id="rId10"/>
    <p:sldLayoutId id="2147484531" r:id="rId11"/>
    <p:sldLayoutId id="2147484532" r:id="rId12"/>
    <p:sldLayoutId id="2147484533" r:id="rId13"/>
    <p:sldLayoutId id="2147484534" r:id="rId14"/>
    <p:sldLayoutId id="2147484535" r:id="rId15"/>
    <p:sldLayoutId id="2147484536" r:id="rId16"/>
    <p:sldLayoutId id="2147484537" r:id="rId17"/>
    <p:sldLayoutId id="2147484538" r:id="rId18"/>
    <p:sldLayoutId id="2147484539" r:id="rId19"/>
    <p:sldLayoutId id="2147484540" r:id="rId20"/>
    <p:sldLayoutId id="2147484541" r:id="rId21"/>
    <p:sldLayoutId id="2147484542" r:id="rId22"/>
    <p:sldLayoutId id="2147484543" r:id="rId23"/>
    <p:sldLayoutId id="2147484544" r:id="rId24"/>
    <p:sldLayoutId id="2147484545" r:id="rId25"/>
    <p:sldLayoutId id="2147484546" r:id="rId26"/>
    <p:sldLayoutId id="2147484547" r:id="rId27"/>
    <p:sldLayoutId id="2147484548" r:id="rId28"/>
    <p:sldLayoutId id="2147484549" r:id="rId29"/>
    <p:sldLayoutId id="2147484550" r:id="rId30"/>
    <p:sldLayoutId id="2147484551" r:id="rId31"/>
    <p:sldLayoutId id="2147484552" r:id="rId32"/>
    <p:sldLayoutId id="2147484553" r:id="rId33"/>
    <p:sldLayoutId id="2147484554" r:id="rId34"/>
    <p:sldLayoutId id="2147484555" r:id="rId35"/>
    <p:sldLayoutId id="2147484556" r:id="rId36"/>
    <p:sldLayoutId id="2147484557" r:id="rId37"/>
    <p:sldLayoutId id="2147484558" r:id="rId38"/>
    <p:sldLayoutId id="2147484559" r:id="rId3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954268184"/>
      </p:ext>
    </p:extLst>
  </p:cSld>
  <p:clrMap bg1="lt1" tx1="dk1" bg2="lt2" tx2="dk2" accent1="accent1" accent2="accent2" accent3="accent3" accent4="accent4" accent5="accent5" accent6="accent6" hlink="hlink" folHlink="folHlink"/>
  <p:sldLayoutIdLst>
    <p:sldLayoutId id="2147484561" r:id="rId1"/>
    <p:sldLayoutId id="2147484562" r:id="rId2"/>
    <p:sldLayoutId id="2147484563" r:id="rId3"/>
    <p:sldLayoutId id="2147484564" r:id="rId4"/>
    <p:sldLayoutId id="2147484565" r:id="rId5"/>
    <p:sldLayoutId id="2147484566" r:id="rId6"/>
    <p:sldLayoutId id="2147484567" r:id="rId7"/>
    <p:sldLayoutId id="2147484568" r:id="rId8"/>
    <p:sldLayoutId id="2147484569" r:id="rId9"/>
    <p:sldLayoutId id="2147484570" r:id="rId10"/>
    <p:sldLayoutId id="2147484571" r:id="rId11"/>
    <p:sldLayoutId id="2147484572" r:id="rId12"/>
    <p:sldLayoutId id="2147484573" r:id="rId13"/>
    <p:sldLayoutId id="2147484574" r:id="rId14"/>
    <p:sldLayoutId id="2147484575" r:id="rId15"/>
    <p:sldLayoutId id="2147484576" r:id="rId16"/>
    <p:sldLayoutId id="2147484577" r:id="rId17"/>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sv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0.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31.png"/><Relationship Id="rId5" Type="http://schemas.openxmlformats.org/officeDocument/2006/relationships/image" Target="../media/image34.svg"/><Relationship Id="rId4" Type="http://schemas.openxmlformats.org/officeDocument/2006/relationships/image" Target="../media/image33.svg"/></Relationships>
</file>

<file path=ppt/slides/_rels/slide9.xml.rels><?xml version="1.0" encoding="UTF-8" standalone="yes"?>
<Relationships xmlns="http://schemas.openxmlformats.org/package/2006/relationships"><Relationship Id="rId3" Type="http://schemas.openxmlformats.org/officeDocument/2006/relationships/hyperlink" Target="https://aka.ms/xzonevmss" TargetMode="External"/><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svg"/></Relationships>
</file>

<file path=ppt/slides/_rels/slide13.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2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4.xml"/><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4.xml"/><Relationship Id="rId5" Type="http://schemas.openxmlformats.org/officeDocument/2006/relationships/image" Target="../media/image37.sv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sv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1.xml"/><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sv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58.svg"/></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2.svg"/><Relationship Id="rId2" Type="http://schemas.openxmlformats.org/officeDocument/2006/relationships/notesSlide" Target="../notesSlides/notesSlide39.xml"/><Relationship Id="rId1" Type="http://schemas.openxmlformats.org/officeDocument/2006/relationships/slideLayout" Target="../slideLayouts/slideLayout24.xml"/><Relationship Id="rId6" Type="http://schemas.openxmlformats.org/officeDocument/2006/relationships/image" Target="../media/image61.png"/><Relationship Id="rId5" Type="http://schemas.openxmlformats.org/officeDocument/2006/relationships/image" Target="../media/image26.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4.xml"/><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notesSlide" Target="../notesSlides/notesSlide44.xml"/><Relationship Id="rId1" Type="http://schemas.openxmlformats.org/officeDocument/2006/relationships/slideLayout" Target="../slideLayouts/slideLayout2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5.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4.xml"/><Relationship Id="rId5" Type="http://schemas.openxmlformats.org/officeDocument/2006/relationships/image" Target="../media/image71.png"/><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20.xml"/><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20.xml"/><Relationship Id="rId5" Type="http://schemas.openxmlformats.org/officeDocument/2006/relationships/image" Target="../media/image75.png"/><Relationship Id="rId4" Type="http://schemas.openxmlformats.org/officeDocument/2006/relationships/image" Target="../media/image74.png"/></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4.xml"/><Relationship Id="rId1" Type="http://schemas.openxmlformats.org/officeDocument/2006/relationships/slideLayout" Target="../slideLayouts/slideLayout20.xml"/><Relationship Id="rId4" Type="http://schemas.openxmlformats.org/officeDocument/2006/relationships/image" Target="../media/image7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hyperlink" Target="https://aka.ms/ignite.mobileapp" TargetMode="External"/><Relationship Id="rId2" Type="http://schemas.openxmlformats.org/officeDocument/2006/relationships/notesSlide" Target="../notesSlides/notesSlide56.xml"/><Relationship Id="rId1" Type="http://schemas.openxmlformats.org/officeDocument/2006/relationships/slideLayout" Target="../slideLayouts/slideLayout78.xml"/><Relationship Id="rId4" Type="http://schemas.openxmlformats.org/officeDocument/2006/relationships/hyperlink" Target="https://myignite.microsoft.com/evaluation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2" y="1220567"/>
            <a:ext cx="11887136" cy="1828786"/>
          </a:xfrm>
        </p:spPr>
        <p:txBody>
          <a:bodyPr/>
          <a:lstStyle/>
          <a:p>
            <a:r>
              <a:rPr lang="en-US" sz="4400"/>
              <a:t>Building highly available, secure, and scalable services for the enterprise with Azure Networking </a:t>
            </a:r>
          </a:p>
        </p:txBody>
      </p:sp>
      <p:sp>
        <p:nvSpPr>
          <p:cNvPr id="7" name="Text Placeholder 4">
            <a:extLst>
              <a:ext uri="{FF2B5EF4-FFF2-40B4-BE49-F238E27FC236}">
                <a16:creationId xmlns:a16="http://schemas.microsoft.com/office/drawing/2014/main" id="{1B8B4AC9-2E39-424E-9360-65007BAD8095}"/>
              </a:ext>
            </a:extLst>
          </p:cNvPr>
          <p:cNvSpPr txBox="1">
            <a:spLocks/>
          </p:cNvSpPr>
          <p:nvPr/>
        </p:nvSpPr>
        <p:spPr>
          <a:xfrm>
            <a:off x="332936" y="3277186"/>
            <a:ext cx="3354677" cy="1828007"/>
          </a:xfrm>
          <a:prstGeom prst="rect">
            <a:avLst/>
          </a:prstGeom>
          <a:noFill/>
        </p:spPr>
        <p:txBody>
          <a:bodyPr vert="horz" wrap="square" lIns="164592" tIns="109728" rIns="164592" bIns="109728" rtlCol="0" anchor="ctr">
            <a:noAutofit/>
          </a:bodyPr>
          <a:lstStyle>
            <a:lvl1pPr marL="0" marR="0" indent="0" algn="l" defTabSz="932742" rtl="0" eaLnBrk="1" fontAlgn="auto" latinLnBrk="0" hangingPunct="1">
              <a:lnSpc>
                <a:spcPct val="90000"/>
              </a:lnSpc>
              <a:spcBef>
                <a:spcPts val="0"/>
              </a:spcBef>
              <a:spcAft>
                <a:spcPts val="0"/>
              </a:spcAft>
              <a:buClrTx/>
              <a:buSzPct val="90000"/>
              <a:buFont typeface="Wingdings" panose="05000000000000000000" pitchFamily="2" charset="2"/>
              <a:buNone/>
              <a:tabLst/>
              <a:defRPr sz="3200" kern="1200" spc="0" baseline="0">
                <a:gradFill>
                  <a:gsLst>
                    <a:gs pos="91000">
                      <a:schemeClr val="tx1"/>
                    </a:gs>
                    <a:gs pos="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en-US"/>
              <a:t>Amit Srivastava</a:t>
            </a:r>
          </a:p>
          <a:p>
            <a:pPr>
              <a:spcAft>
                <a:spcPts val="600"/>
              </a:spcAft>
            </a:pPr>
            <a:r>
              <a:rPr lang="en-US"/>
              <a:t>Christian Kuhtz</a:t>
            </a:r>
          </a:p>
          <a:p>
            <a:pPr>
              <a:spcAft>
                <a:spcPts val="600"/>
              </a:spcAft>
            </a:pPr>
            <a:r>
              <a:rPr lang="en-US"/>
              <a:t>Dilip Lukose</a:t>
            </a:r>
          </a:p>
          <a:p>
            <a:pPr>
              <a:spcAft>
                <a:spcPts val="600"/>
              </a:spcAft>
            </a:pPr>
            <a:r>
              <a:rPr lang="en-US" sz="2000"/>
              <a:t>Azure Networking</a:t>
            </a:r>
            <a:endParaRPr lang="en-US">
              <a:solidFill>
                <a:schemeClr val="tx1"/>
              </a:solidFill>
            </a:endParaRPr>
          </a:p>
        </p:txBody>
      </p:sp>
      <p:sp>
        <p:nvSpPr>
          <p:cNvPr id="6" name="Text Placeholder 4">
            <a:extLst>
              <a:ext uri="{FF2B5EF4-FFF2-40B4-BE49-F238E27FC236}">
                <a16:creationId xmlns:a16="http://schemas.microsoft.com/office/drawing/2014/main" id="{0A686CF7-9D74-4452-B2CD-CD4433FD07A7}"/>
              </a:ext>
            </a:extLst>
          </p:cNvPr>
          <p:cNvSpPr txBox="1">
            <a:spLocks/>
          </p:cNvSpPr>
          <p:nvPr/>
        </p:nvSpPr>
        <p:spPr>
          <a:xfrm>
            <a:off x="3754713" y="3832997"/>
            <a:ext cx="3354677" cy="1828007"/>
          </a:xfrm>
          <a:prstGeom prst="rect">
            <a:avLst/>
          </a:prstGeom>
          <a:noFill/>
        </p:spPr>
        <p:txBody>
          <a:bodyPr vert="horz" wrap="square" lIns="164592" tIns="109728" rIns="164592" bIns="109728" rtlCol="0" anchor="ctr">
            <a:noAutofit/>
          </a:bodyPr>
          <a:lstStyle>
            <a:lvl1pPr marL="0" marR="0" indent="0" algn="l" defTabSz="932742" rtl="0" eaLnBrk="1" fontAlgn="auto" latinLnBrk="0" hangingPunct="1">
              <a:lnSpc>
                <a:spcPct val="90000"/>
              </a:lnSpc>
              <a:spcBef>
                <a:spcPts val="0"/>
              </a:spcBef>
              <a:spcAft>
                <a:spcPts val="0"/>
              </a:spcAft>
              <a:buClrTx/>
              <a:buSzPct val="90000"/>
              <a:buFont typeface="Wingdings" panose="05000000000000000000" pitchFamily="2" charset="2"/>
              <a:buNone/>
              <a:tabLst/>
              <a:defRPr sz="3200" kern="1200" spc="0" baseline="0">
                <a:gradFill>
                  <a:gsLst>
                    <a:gs pos="91000">
                      <a:schemeClr val="tx1"/>
                    </a:gs>
                    <a:gs pos="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Aft>
                <a:spcPts val="600"/>
              </a:spcAft>
              <a:buSzTx/>
            </a:pPr>
            <a:r>
              <a:rPr lang="en-US"/>
              <a:t>Michael Shavell</a:t>
            </a:r>
          </a:p>
          <a:p>
            <a:pPr lvl="0">
              <a:spcAft>
                <a:spcPts val="600"/>
              </a:spcAft>
              <a:buSzTx/>
            </a:pPr>
            <a:r>
              <a:rPr lang="en-US" sz="2000">
                <a:solidFill>
                  <a:srgbClr val="FFFFFF"/>
                </a:solidFill>
              </a:rPr>
              <a:t>Symantec</a:t>
            </a:r>
          </a:p>
        </p:txBody>
      </p:sp>
      <p:sp>
        <p:nvSpPr>
          <p:cNvPr id="2" name="TextBox 1">
            <a:extLst>
              <a:ext uri="{FF2B5EF4-FFF2-40B4-BE49-F238E27FC236}">
                <a16:creationId xmlns:a16="http://schemas.microsoft.com/office/drawing/2014/main" id="{8C5AF14C-39F5-4EF4-81E8-4332EAA24721}"/>
              </a:ext>
            </a:extLst>
          </p:cNvPr>
          <p:cNvSpPr txBox="1"/>
          <p:nvPr/>
        </p:nvSpPr>
        <p:spPr>
          <a:xfrm>
            <a:off x="8596648" y="436923"/>
            <a:ext cx="3445099" cy="627864"/>
          </a:xfrm>
          <a:prstGeom prst="rect">
            <a:avLst/>
          </a:prstGeom>
          <a:noFill/>
        </p:spPr>
        <p:txBody>
          <a:bodyPr wrap="square" lIns="182880" tIns="146304" rIns="182880" bIns="146304" rtlCol="0">
            <a:spAutoFit/>
          </a:bodyPr>
          <a:lstStyle/>
          <a:p>
            <a:pPr algn="r">
              <a:lnSpc>
                <a:spcPct val="90000"/>
              </a:lnSpc>
              <a:spcAft>
                <a:spcPts val="600"/>
              </a:spcAft>
            </a:pPr>
            <a:r>
              <a:rPr lang="en-US" sz="2400" dirty="0">
                <a:gradFill>
                  <a:gsLst>
                    <a:gs pos="2917">
                      <a:schemeClr val="tx1"/>
                    </a:gs>
                    <a:gs pos="30000">
                      <a:schemeClr val="tx1"/>
                    </a:gs>
                  </a:gsLst>
                  <a:lin ang="5400000" scaled="0"/>
                </a:gradFill>
              </a:rPr>
              <a:t>BRK4028</a:t>
            </a:r>
          </a:p>
        </p:txBody>
      </p:sp>
    </p:spTree>
    <p:extLst>
      <p:ext uri="{BB962C8B-B14F-4D97-AF65-F5344CB8AC3E}">
        <p14:creationId xmlns:p14="http://schemas.microsoft.com/office/powerpoint/2010/main" val="275004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B955E434-7D33-4BFA-8B72-9136AF89BB49}"/>
              </a:ext>
            </a:extLst>
          </p:cNvPr>
          <p:cNvSpPr txBox="1">
            <a:spLocks/>
          </p:cNvSpPr>
          <p:nvPr/>
        </p:nvSpPr>
        <p:spPr>
          <a:xfrm>
            <a:off x="274638" y="3311824"/>
            <a:ext cx="3840480" cy="1126462"/>
          </a:xfrm>
          <a:prstGeom prst="rect">
            <a:avLst/>
          </a:prstGeom>
        </p:spPr>
        <p:txBody>
          <a:bodyPr vert="horz" wrap="square" lIns="182880" tIns="146304" rIns="182880" bIns="146304"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0"/>
              </a:spcBef>
              <a:buNone/>
            </a:pPr>
            <a:r>
              <a:rPr lang="en-US" sz="2000" dirty="0">
                <a:latin typeface="Segoe UI" panose="020B0502040204020203" pitchFamily="34" charset="0"/>
                <a:cs typeface="Segoe UI" panose="020B0502040204020203" pitchFamily="34" charset="0"/>
              </a:rPr>
              <a:t>Learn how to build reliability, scale, and security into your scenario</a:t>
            </a:r>
          </a:p>
        </p:txBody>
      </p:sp>
      <p:sp>
        <p:nvSpPr>
          <p:cNvPr id="12" name="Text Placeholder 4">
            <a:extLst>
              <a:ext uri="{FF2B5EF4-FFF2-40B4-BE49-F238E27FC236}">
                <a16:creationId xmlns:a16="http://schemas.microsoft.com/office/drawing/2014/main" id="{1D4BC385-BF49-41B8-BB55-C5CC0396E90E}"/>
              </a:ext>
            </a:extLst>
          </p:cNvPr>
          <p:cNvSpPr txBox="1">
            <a:spLocks/>
          </p:cNvSpPr>
          <p:nvPr/>
        </p:nvSpPr>
        <p:spPr>
          <a:xfrm>
            <a:off x="4297998" y="3311824"/>
            <a:ext cx="3840480" cy="1126462"/>
          </a:xfrm>
          <a:prstGeom prst="rect">
            <a:avLst/>
          </a:prstGeom>
        </p:spPr>
        <p:txBody>
          <a:bodyPr vert="horz" wrap="square" lIns="182880" tIns="146304" rIns="182880" bIns="146304"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0"/>
              </a:spcBef>
              <a:buNone/>
            </a:pPr>
            <a:r>
              <a:rPr lang="en-US" sz="2000" dirty="0">
                <a:latin typeface="Segoe UI" panose="020B0502040204020203" pitchFamily="34" charset="0"/>
                <a:cs typeface="Segoe UI" panose="020B0502040204020203" pitchFamily="34" charset="0"/>
              </a:rPr>
              <a:t>Understand when and where to use Azure load balancing abilities </a:t>
            </a:r>
          </a:p>
        </p:txBody>
      </p:sp>
      <p:sp>
        <p:nvSpPr>
          <p:cNvPr id="13" name="Text Placeholder 4">
            <a:extLst>
              <a:ext uri="{FF2B5EF4-FFF2-40B4-BE49-F238E27FC236}">
                <a16:creationId xmlns:a16="http://schemas.microsoft.com/office/drawing/2014/main" id="{EA02D7F8-1B13-44AC-9115-4F503CD7B0F0}"/>
              </a:ext>
            </a:extLst>
          </p:cNvPr>
          <p:cNvSpPr txBox="1">
            <a:spLocks/>
          </p:cNvSpPr>
          <p:nvPr/>
        </p:nvSpPr>
        <p:spPr>
          <a:xfrm>
            <a:off x="8321357" y="3311824"/>
            <a:ext cx="3840480" cy="849463"/>
          </a:xfrm>
          <a:prstGeom prst="rect">
            <a:avLst/>
          </a:prstGeom>
        </p:spPr>
        <p:txBody>
          <a:bodyPr vert="horz" wrap="square" lIns="182880" tIns="146304" rIns="182880" bIns="146304"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0"/>
              </a:spcBef>
              <a:buNone/>
            </a:pPr>
            <a:r>
              <a:rPr lang="en-US" sz="2000" dirty="0">
                <a:latin typeface="Segoe UI" panose="020B0502040204020203" pitchFamily="34" charset="0"/>
                <a:cs typeface="Segoe UI" panose="020B0502040204020203" pitchFamily="34" charset="0"/>
              </a:rPr>
              <a:t>Know what is new in load balancing for Azure</a:t>
            </a:r>
          </a:p>
        </p:txBody>
      </p:sp>
      <p:sp>
        <p:nvSpPr>
          <p:cNvPr id="4" name="Title 3"/>
          <p:cNvSpPr>
            <a:spLocks noGrp="1"/>
          </p:cNvSpPr>
          <p:nvPr>
            <p:ph type="title" idx="4294967295"/>
          </p:nvPr>
        </p:nvSpPr>
        <p:spPr>
          <a:xfrm>
            <a:off x="273050" y="295275"/>
            <a:ext cx="11888787" cy="917575"/>
          </a:xfrm>
        </p:spPr>
        <p:txBody>
          <a:bodyPr/>
          <a:lstStyle/>
          <a:p>
            <a:r>
              <a:rPr lang="en-US" dirty="0"/>
              <a:t>Session overview</a:t>
            </a:r>
          </a:p>
        </p:txBody>
      </p:sp>
      <p:sp>
        <p:nvSpPr>
          <p:cNvPr id="6" name="Text Placeholder 4"/>
          <p:cNvSpPr txBox="1">
            <a:spLocks/>
          </p:cNvSpPr>
          <p:nvPr/>
        </p:nvSpPr>
        <p:spPr>
          <a:xfrm>
            <a:off x="274638" y="5746839"/>
            <a:ext cx="11887199" cy="461665"/>
          </a:xfrm>
          <a:prstGeom prst="rect">
            <a:avLst/>
          </a:prstGeom>
        </p:spPr>
        <p:txBody>
          <a:bodyPr vert="horz" wrap="square" lIns="146304" tIns="91440" rIns="146304" bIns="91440"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spcBef>
                <a:spcPts val="0"/>
              </a:spcBef>
              <a:buNone/>
            </a:pPr>
            <a:r>
              <a:rPr lang="en-US" sz="2000" b="1" dirty="0">
                <a:latin typeface="Segoe UI" panose="020B0502040204020203" pitchFamily="34" charset="0"/>
                <a:cs typeface="Segoe UI" panose="020B0502040204020203" pitchFamily="34" charset="0"/>
              </a:rPr>
              <a:t>SESSION OBJECTIVE(S) </a:t>
            </a:r>
          </a:p>
        </p:txBody>
      </p:sp>
      <p:cxnSp>
        <p:nvCxnSpPr>
          <p:cNvPr id="3" name="Straight Connector 2">
            <a:extLst>
              <a:ext uri="{FF2B5EF4-FFF2-40B4-BE49-F238E27FC236}">
                <a16:creationId xmlns:a16="http://schemas.microsoft.com/office/drawing/2014/main" id="{C8663019-5188-486D-AF7E-31AE167CCBCF}"/>
              </a:ext>
            </a:extLst>
          </p:cNvPr>
          <p:cNvCxnSpPr/>
          <p:nvPr/>
        </p:nvCxnSpPr>
        <p:spPr>
          <a:xfrm>
            <a:off x="4038600" y="1733550"/>
            <a:ext cx="0" cy="3581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8915968-538E-47AB-B1AE-2BCF26164A86}"/>
              </a:ext>
            </a:extLst>
          </p:cNvPr>
          <p:cNvCxnSpPr/>
          <p:nvPr/>
        </p:nvCxnSpPr>
        <p:spPr>
          <a:xfrm>
            <a:off x="8096250" y="1733550"/>
            <a:ext cx="0" cy="3581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15" name="Graphic 14" descr="Puzzle">
            <a:extLst>
              <a:ext uri="{FF2B5EF4-FFF2-40B4-BE49-F238E27FC236}">
                <a16:creationId xmlns:a16="http://schemas.microsoft.com/office/drawing/2014/main" id="{EAD8EBB2-8C32-4F06-AD82-19963755D7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6517" y="2200348"/>
            <a:ext cx="914400" cy="914400"/>
          </a:xfrm>
          <a:prstGeom prst="rect">
            <a:avLst/>
          </a:prstGeom>
        </p:spPr>
      </p:pic>
      <p:pic>
        <p:nvPicPr>
          <p:cNvPr id="17" name="Graphic 16" descr="Books">
            <a:extLst>
              <a:ext uri="{FF2B5EF4-FFF2-40B4-BE49-F238E27FC236}">
                <a16:creationId xmlns:a16="http://schemas.microsoft.com/office/drawing/2014/main" id="{84206825-9DDB-482F-85BC-0CA9F0BCFB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1333" y="2267288"/>
            <a:ext cx="914400" cy="914400"/>
          </a:xfrm>
          <a:prstGeom prst="rect">
            <a:avLst/>
          </a:prstGeom>
        </p:spPr>
      </p:pic>
      <p:pic>
        <p:nvPicPr>
          <p:cNvPr id="19" name="Graphic 18" descr="Lightbulb">
            <a:extLst>
              <a:ext uri="{FF2B5EF4-FFF2-40B4-BE49-F238E27FC236}">
                <a16:creationId xmlns:a16="http://schemas.microsoft.com/office/drawing/2014/main" id="{D291F36C-8535-4E55-A565-4CFE3D7E7E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97875" y="2181480"/>
            <a:ext cx="914400" cy="914400"/>
          </a:xfrm>
          <a:prstGeom prst="rect">
            <a:avLst/>
          </a:prstGeom>
        </p:spPr>
      </p:pic>
    </p:spTree>
    <p:extLst>
      <p:ext uri="{BB962C8B-B14F-4D97-AF65-F5344CB8AC3E}">
        <p14:creationId xmlns:p14="http://schemas.microsoft.com/office/powerpoint/2010/main" val="2218332490"/>
      </p:ext>
    </p:extLst>
  </p:cSld>
  <p:clrMapOvr>
    <a:masterClrMapping/>
  </p:clrMapOvr>
  <p:transition>
    <p:fade/>
  </p:transition>
</p:sld>
</file>

<file path=ppt/slides/slide3.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4D9623-40D1-4E96-B1CB-5E618476D524}"/>
              </a:ext>
            </a:extLst>
          </p:cNvPr>
          <p:cNvSpPr/>
          <p:nvPr/>
        </p:nvSpPr>
        <p:spPr bwMode="auto">
          <a:xfrm>
            <a:off x="0" y="1230582"/>
            <a:ext cx="12436475" cy="57832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E4C082B0-B50A-46F1-B0DD-6EBBEF2E5DF2}"/>
              </a:ext>
            </a:extLst>
          </p:cNvPr>
          <p:cNvSpPr/>
          <p:nvPr/>
        </p:nvSpPr>
        <p:spPr bwMode="auto">
          <a:xfrm>
            <a:off x="-1" y="3952572"/>
            <a:ext cx="12436475" cy="3061272"/>
          </a:xfrm>
          <a:prstGeom prst="rect">
            <a:avLst/>
          </a:prstGeom>
          <a:solidFill>
            <a:schemeClr val="bg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B1581001-2C56-426E-A82D-BD2AADE4814D}"/>
              </a:ext>
            </a:extLst>
          </p:cNvPr>
          <p:cNvSpPr>
            <a:spLocks noGrp="1"/>
          </p:cNvSpPr>
          <p:nvPr>
            <p:ph type="title"/>
          </p:nvPr>
        </p:nvSpPr>
        <p:spPr/>
        <p:txBody>
          <a:bodyPr/>
          <a:lstStyle/>
          <a:p>
            <a:r>
              <a:rPr lang="en-US" dirty="0"/>
              <a:t>Why Load Balancing?</a:t>
            </a:r>
          </a:p>
        </p:txBody>
      </p:sp>
      <p:sp>
        <p:nvSpPr>
          <p:cNvPr id="28" name="Rectangle 27">
            <a:extLst>
              <a:ext uri="{FF2B5EF4-FFF2-40B4-BE49-F238E27FC236}">
                <a16:creationId xmlns:a16="http://schemas.microsoft.com/office/drawing/2014/main" id="{8CF3FB59-9AEA-4F91-9070-B1766D14A1D3}"/>
              </a:ext>
            </a:extLst>
          </p:cNvPr>
          <p:cNvSpPr/>
          <p:nvPr/>
        </p:nvSpPr>
        <p:spPr bwMode="auto">
          <a:xfrm>
            <a:off x="307100" y="5403940"/>
            <a:ext cx="393192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dirty="0">
                <a:gradFill>
                  <a:gsLst>
                    <a:gs pos="11111">
                      <a:schemeClr val="bg1"/>
                    </a:gs>
                    <a:gs pos="30000">
                      <a:schemeClr val="bg1"/>
                    </a:gs>
                  </a:gsLst>
                  <a:lin ang="5400000" scaled="0"/>
                </a:gradFill>
                <a:latin typeface="+mj-lt"/>
                <a:ea typeface="Segoe UI" pitchFamily="34" charset="0"/>
                <a:cs typeface="Segoe UI" pitchFamily="34" charset="0"/>
              </a:rPr>
              <a:t>Load Balancer</a:t>
            </a:r>
          </a:p>
        </p:txBody>
      </p:sp>
      <p:sp>
        <p:nvSpPr>
          <p:cNvPr id="29" name="Rectangle 28">
            <a:extLst>
              <a:ext uri="{FF2B5EF4-FFF2-40B4-BE49-F238E27FC236}">
                <a16:creationId xmlns:a16="http://schemas.microsoft.com/office/drawing/2014/main" id="{D0A66437-4617-4DF5-9D58-9E3470D54FCA}"/>
              </a:ext>
            </a:extLst>
          </p:cNvPr>
          <p:cNvSpPr/>
          <p:nvPr/>
        </p:nvSpPr>
        <p:spPr bwMode="auto">
          <a:xfrm>
            <a:off x="8221811" y="5403940"/>
            <a:ext cx="393192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dirty="0">
                <a:gradFill>
                  <a:gsLst>
                    <a:gs pos="11111">
                      <a:schemeClr val="bg1"/>
                    </a:gs>
                    <a:gs pos="30000">
                      <a:schemeClr val="bg1"/>
                    </a:gs>
                  </a:gsLst>
                  <a:lin ang="5400000" scaled="0"/>
                </a:gradFill>
                <a:latin typeface="+mj-lt"/>
                <a:ea typeface="Segoe UI" pitchFamily="34" charset="0"/>
                <a:cs typeface="Segoe UI" pitchFamily="34" charset="0"/>
              </a:rPr>
              <a:t>Application Gateway</a:t>
            </a:r>
          </a:p>
        </p:txBody>
      </p:sp>
      <p:sp>
        <p:nvSpPr>
          <p:cNvPr id="30" name="TextBox 29">
            <a:extLst>
              <a:ext uri="{FF2B5EF4-FFF2-40B4-BE49-F238E27FC236}">
                <a16:creationId xmlns:a16="http://schemas.microsoft.com/office/drawing/2014/main" id="{C367D71D-54FC-4C29-9CC6-0788159246B6}"/>
              </a:ext>
            </a:extLst>
          </p:cNvPr>
          <p:cNvSpPr txBox="1"/>
          <p:nvPr/>
        </p:nvSpPr>
        <p:spPr>
          <a:xfrm>
            <a:off x="943850" y="6051158"/>
            <a:ext cx="2658420" cy="572464"/>
          </a:xfrm>
          <a:prstGeom prst="rect">
            <a:avLst/>
          </a:prstGeom>
          <a:noFill/>
        </p:spPr>
        <p:txBody>
          <a:bodyPr wrap="none" lIns="182880" tIns="146304" rIns="182880" bIns="146304" rtlCol="0">
            <a:spAutoFit/>
          </a:bodyPr>
          <a:lstStyle/>
          <a:p>
            <a:pPr>
              <a:lnSpc>
                <a:spcPct val="90000"/>
              </a:lnSpc>
              <a:spcAft>
                <a:spcPts val="600"/>
              </a:spcAft>
            </a:pPr>
            <a:r>
              <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aka.ms/</a:t>
            </a:r>
            <a:r>
              <a:rPr lang="en-US" sz="2000" spc="100" dirty="0" err="1">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lbpreview</a:t>
            </a:r>
            <a:endPar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endParaRPr>
          </a:p>
        </p:txBody>
      </p:sp>
      <p:sp>
        <p:nvSpPr>
          <p:cNvPr id="31" name="TextBox 30">
            <a:extLst>
              <a:ext uri="{FF2B5EF4-FFF2-40B4-BE49-F238E27FC236}">
                <a16:creationId xmlns:a16="http://schemas.microsoft.com/office/drawing/2014/main" id="{60585EFB-B2CE-4C47-A6D5-72187F5FAB3F}"/>
              </a:ext>
            </a:extLst>
          </p:cNvPr>
          <p:cNvSpPr txBox="1"/>
          <p:nvPr/>
        </p:nvSpPr>
        <p:spPr>
          <a:xfrm>
            <a:off x="9060540" y="6051158"/>
            <a:ext cx="2254463" cy="572464"/>
          </a:xfrm>
          <a:prstGeom prst="rect">
            <a:avLst/>
          </a:prstGeom>
          <a:noFill/>
        </p:spPr>
        <p:txBody>
          <a:bodyPr wrap="none" lIns="182880" tIns="146304" rIns="182880" bIns="146304" rtlCol="0">
            <a:spAutoFit/>
          </a:bodyPr>
          <a:lstStyle/>
          <a:p>
            <a:pPr>
              <a:lnSpc>
                <a:spcPct val="90000"/>
              </a:lnSpc>
              <a:spcAft>
                <a:spcPts val="600"/>
              </a:spcAft>
            </a:pPr>
            <a:r>
              <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aka.ms/</a:t>
            </a:r>
            <a:r>
              <a:rPr lang="en-US" sz="2000" spc="100" dirty="0" err="1">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appgw</a:t>
            </a:r>
            <a:endPar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endParaRPr>
          </a:p>
        </p:txBody>
      </p:sp>
      <p:pic>
        <p:nvPicPr>
          <p:cNvPr id="32" name="Picture 2" descr="Image result for azure load balancer icon png">
            <a:extLst>
              <a:ext uri="{FF2B5EF4-FFF2-40B4-BE49-F238E27FC236}">
                <a16:creationId xmlns:a16="http://schemas.microsoft.com/office/drawing/2014/main" id="{DEF3B990-C807-48FD-A0DA-4E00243CEF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370" y="4369790"/>
            <a:ext cx="829380" cy="829380"/>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a:extLst>
              <a:ext uri="{FF2B5EF4-FFF2-40B4-BE49-F238E27FC236}">
                <a16:creationId xmlns:a16="http://schemas.microsoft.com/office/drawing/2014/main" id="{74A9F6AA-8A51-4E36-8A76-E8F93DFA2F5A}"/>
              </a:ext>
            </a:extLst>
          </p:cNvPr>
          <p:cNvGrpSpPr/>
          <p:nvPr/>
        </p:nvGrpSpPr>
        <p:grpSpPr>
          <a:xfrm>
            <a:off x="4271084" y="4369349"/>
            <a:ext cx="3931920" cy="2254273"/>
            <a:chOff x="4245648" y="1713707"/>
            <a:chExt cx="3931920" cy="2254273"/>
          </a:xfrm>
        </p:grpSpPr>
        <p:sp>
          <p:nvSpPr>
            <p:cNvPr id="34" name="Rectangle 33">
              <a:extLst>
                <a:ext uri="{FF2B5EF4-FFF2-40B4-BE49-F238E27FC236}">
                  <a16:creationId xmlns:a16="http://schemas.microsoft.com/office/drawing/2014/main" id="{6316D5E4-0E1A-43E5-973E-DF7BF4E0C10C}"/>
                </a:ext>
              </a:extLst>
            </p:cNvPr>
            <p:cNvSpPr/>
            <p:nvPr/>
          </p:nvSpPr>
          <p:spPr bwMode="auto">
            <a:xfrm>
              <a:off x="4245648" y="2748298"/>
              <a:ext cx="3931920" cy="9144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800" dirty="0">
                  <a:gradFill>
                    <a:gsLst>
                      <a:gs pos="11111">
                        <a:schemeClr val="bg1"/>
                      </a:gs>
                      <a:gs pos="30000">
                        <a:schemeClr val="bg1"/>
                      </a:gs>
                    </a:gsLst>
                    <a:lin ang="5400000" scaled="0"/>
                  </a:gradFill>
                  <a:latin typeface="+mj-lt"/>
                  <a:ea typeface="Segoe UI" pitchFamily="34" charset="0"/>
                  <a:cs typeface="Segoe UI" pitchFamily="34" charset="0"/>
                </a:rPr>
                <a:t>Traffic Manager</a:t>
              </a:r>
            </a:p>
          </p:txBody>
        </p:sp>
        <p:sp>
          <p:nvSpPr>
            <p:cNvPr id="35" name="TextBox 34">
              <a:extLst>
                <a:ext uri="{FF2B5EF4-FFF2-40B4-BE49-F238E27FC236}">
                  <a16:creationId xmlns:a16="http://schemas.microsoft.com/office/drawing/2014/main" id="{0DF6B243-72C1-4FCB-BA45-4D039596B019}"/>
                </a:ext>
              </a:extLst>
            </p:cNvPr>
            <p:cNvSpPr txBox="1"/>
            <p:nvPr/>
          </p:nvSpPr>
          <p:spPr>
            <a:xfrm>
              <a:off x="4554488" y="3395516"/>
              <a:ext cx="3314241" cy="572464"/>
            </a:xfrm>
            <a:prstGeom prst="rect">
              <a:avLst/>
            </a:prstGeom>
            <a:noFill/>
          </p:spPr>
          <p:txBody>
            <a:bodyPr wrap="none" lIns="182880" tIns="146304" rIns="182880" bIns="146304" rtlCol="0">
              <a:spAutoFit/>
            </a:bodyPr>
            <a:lstStyle/>
            <a:p>
              <a:pPr>
                <a:lnSpc>
                  <a:spcPct val="90000"/>
                </a:lnSpc>
                <a:spcAft>
                  <a:spcPts val="600"/>
                </a:spcAft>
              </a:pPr>
              <a:r>
                <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aka.ms/</a:t>
              </a:r>
              <a:r>
                <a:rPr lang="en-US" sz="2000" spc="100" dirty="0" err="1">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rPr>
                <a:t>trafficmanager</a:t>
              </a:r>
              <a:endParaRPr lang="en-US" sz="2000" spc="100" dirty="0">
                <a:gradFill>
                  <a:gsLst>
                    <a:gs pos="71795">
                      <a:schemeClr val="bg1"/>
                    </a:gs>
                    <a:gs pos="50000">
                      <a:schemeClr val="bg1"/>
                    </a:gs>
                  </a:gsLst>
                  <a:lin ang="5400000" scaled="0"/>
                </a:gradFill>
                <a:latin typeface="Segoe UI Semibold" panose="020B0702040204020203" pitchFamily="34" charset="0"/>
                <a:cs typeface="Segoe UI Semibold" panose="020B0702040204020203" pitchFamily="34" charset="0"/>
              </a:endParaRPr>
            </a:p>
          </p:txBody>
        </p:sp>
        <p:pic>
          <p:nvPicPr>
            <p:cNvPr id="36" name="Picture 4" descr="Image result for azure traffic manager icon png">
              <a:extLst>
                <a:ext uri="{FF2B5EF4-FFF2-40B4-BE49-F238E27FC236}">
                  <a16:creationId xmlns:a16="http://schemas.microsoft.com/office/drawing/2014/main" id="{8458916E-A186-47AA-801B-B2686836F5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6663" y="1713707"/>
              <a:ext cx="830262" cy="830262"/>
            </a:xfrm>
            <a:prstGeom prst="rect">
              <a:avLst/>
            </a:prstGeom>
            <a:noFill/>
            <a:extLst>
              <a:ext uri="{909E8E84-426E-40DD-AFC4-6F175D3DCCD1}">
                <a14:hiddenFill xmlns:a14="http://schemas.microsoft.com/office/drawing/2010/main">
                  <a:solidFill>
                    <a:srgbClr val="FFFFFF"/>
                  </a:solidFill>
                </a14:hiddenFill>
              </a:ext>
            </a:extLst>
          </p:spPr>
        </p:pic>
      </p:grpSp>
      <p:sp>
        <p:nvSpPr>
          <p:cNvPr id="37" name="Freeform 5">
            <a:extLst>
              <a:ext uri="{FF2B5EF4-FFF2-40B4-BE49-F238E27FC236}">
                <a16:creationId xmlns:a16="http://schemas.microsoft.com/office/drawing/2014/main" id="{75E5AC11-C350-41CB-8219-7B76E7B8013E}"/>
              </a:ext>
            </a:extLst>
          </p:cNvPr>
          <p:cNvSpPr>
            <a:spLocks noEditPoints="1"/>
          </p:cNvSpPr>
          <p:nvPr/>
        </p:nvSpPr>
        <p:spPr bwMode="auto">
          <a:xfrm>
            <a:off x="9543678" y="4309916"/>
            <a:ext cx="877158" cy="889254"/>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rgbClr val="0079D6"/>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Rectangle 37">
            <a:extLst>
              <a:ext uri="{FF2B5EF4-FFF2-40B4-BE49-F238E27FC236}">
                <a16:creationId xmlns:a16="http://schemas.microsoft.com/office/drawing/2014/main" id="{7C245B5C-CB66-436E-9636-9D7081D64A96}"/>
              </a:ext>
            </a:extLst>
          </p:cNvPr>
          <p:cNvSpPr/>
          <p:nvPr/>
        </p:nvSpPr>
        <p:spPr>
          <a:xfrm>
            <a:off x="977635" y="1646185"/>
            <a:ext cx="11510418" cy="627864"/>
          </a:xfrm>
          <a:prstGeom prst="rect">
            <a:avLst/>
          </a:prstGeom>
        </p:spPr>
        <p:txBody>
          <a:bodyPr wrap="square" lIns="182880" tIns="146304" rIns="182880" bIns="146304">
            <a:spAutoFit/>
          </a:bodyPr>
          <a:lstStyle/>
          <a:p>
            <a:pPr>
              <a:lnSpc>
                <a:spcPct val="90000"/>
              </a:lnSpc>
              <a:spcBef>
                <a:spcPts val="600"/>
              </a:spcBef>
            </a:pPr>
            <a:r>
              <a:rPr lang="en-US" sz="2400" dirty="0">
                <a:gradFill>
                  <a:gsLst>
                    <a:gs pos="71795">
                      <a:schemeClr val="bg1"/>
                    </a:gs>
                    <a:gs pos="50000">
                      <a:schemeClr val="bg1"/>
                    </a:gs>
                  </a:gsLst>
                  <a:lin ang="5400000" scaled="0"/>
                </a:gradFill>
                <a:latin typeface="Segoe UI" panose="020B0502040204020203" pitchFamily="34" charset="0"/>
                <a:cs typeface="Segoe UI" panose="020B0502040204020203" pitchFamily="34" charset="0"/>
              </a:rPr>
              <a:t>Define well known endpoints for your customers</a:t>
            </a:r>
          </a:p>
        </p:txBody>
      </p:sp>
      <p:sp>
        <p:nvSpPr>
          <p:cNvPr id="39" name="PageRight_E761">
            <a:extLst>
              <a:ext uri="{FF2B5EF4-FFF2-40B4-BE49-F238E27FC236}">
                <a16:creationId xmlns:a16="http://schemas.microsoft.com/office/drawing/2014/main" id="{C38BF5AB-4C84-4F1A-9807-74F9434DEA02}"/>
              </a:ext>
            </a:extLst>
          </p:cNvPr>
          <p:cNvSpPr>
            <a:spLocks noChangeAspect="1" noEditPoints="1"/>
          </p:cNvSpPr>
          <p:nvPr/>
        </p:nvSpPr>
        <p:spPr bwMode="auto">
          <a:xfrm>
            <a:off x="478793" y="1749055"/>
            <a:ext cx="365492" cy="36576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40" name="Rectangle 39">
            <a:extLst>
              <a:ext uri="{FF2B5EF4-FFF2-40B4-BE49-F238E27FC236}">
                <a16:creationId xmlns:a16="http://schemas.microsoft.com/office/drawing/2014/main" id="{9E04B8CF-CE63-4FE7-846A-4A6B2A610A04}"/>
              </a:ext>
            </a:extLst>
          </p:cNvPr>
          <p:cNvSpPr/>
          <p:nvPr/>
        </p:nvSpPr>
        <p:spPr>
          <a:xfrm>
            <a:off x="977635" y="2293885"/>
            <a:ext cx="11510418" cy="627864"/>
          </a:xfrm>
          <a:prstGeom prst="rect">
            <a:avLst/>
          </a:prstGeom>
        </p:spPr>
        <p:txBody>
          <a:bodyPr wrap="square" lIns="182880" tIns="146304" rIns="182880" bIns="146304">
            <a:spAutoFit/>
          </a:bodyPr>
          <a:lstStyle/>
          <a:p>
            <a:pPr>
              <a:lnSpc>
                <a:spcPct val="90000"/>
              </a:lnSpc>
              <a:spcBef>
                <a:spcPts val="600"/>
              </a:spcBef>
            </a:pPr>
            <a:r>
              <a:rPr lang="en-US" sz="2400" dirty="0">
                <a:gradFill>
                  <a:gsLst>
                    <a:gs pos="71795">
                      <a:schemeClr val="bg1"/>
                    </a:gs>
                    <a:gs pos="50000">
                      <a:schemeClr val="bg1"/>
                    </a:gs>
                  </a:gsLst>
                  <a:lin ang="5400000" scaled="0"/>
                </a:gradFill>
                <a:latin typeface="Segoe UI" panose="020B0502040204020203" pitchFamily="34" charset="0"/>
                <a:cs typeface="Segoe UI" panose="020B0502040204020203" pitchFamily="34" charset="0"/>
              </a:rPr>
              <a:t>Assure, scale, and secure your applications</a:t>
            </a:r>
          </a:p>
        </p:txBody>
      </p:sp>
      <p:sp>
        <p:nvSpPr>
          <p:cNvPr id="41" name="Rectangle 40">
            <a:extLst>
              <a:ext uri="{FF2B5EF4-FFF2-40B4-BE49-F238E27FC236}">
                <a16:creationId xmlns:a16="http://schemas.microsoft.com/office/drawing/2014/main" id="{4355EC42-D0A4-484D-A486-988073013D35}"/>
              </a:ext>
            </a:extLst>
          </p:cNvPr>
          <p:cNvSpPr/>
          <p:nvPr/>
        </p:nvSpPr>
        <p:spPr>
          <a:xfrm>
            <a:off x="977635" y="2941585"/>
            <a:ext cx="11510418" cy="627864"/>
          </a:xfrm>
          <a:prstGeom prst="rect">
            <a:avLst/>
          </a:prstGeom>
        </p:spPr>
        <p:txBody>
          <a:bodyPr wrap="square" lIns="182880" tIns="146304" rIns="182880" bIns="146304">
            <a:spAutoFit/>
          </a:bodyPr>
          <a:lstStyle/>
          <a:p>
            <a:pPr>
              <a:lnSpc>
                <a:spcPct val="90000"/>
              </a:lnSpc>
              <a:spcBef>
                <a:spcPts val="600"/>
              </a:spcBef>
            </a:pPr>
            <a:r>
              <a:rPr lang="en-US" sz="2400" dirty="0">
                <a:gradFill>
                  <a:gsLst>
                    <a:gs pos="71795">
                      <a:schemeClr val="bg1"/>
                    </a:gs>
                    <a:gs pos="50000">
                      <a:schemeClr val="bg1"/>
                    </a:gs>
                  </a:gsLst>
                  <a:lin ang="5400000" scaled="0"/>
                </a:gradFill>
                <a:latin typeface="Segoe UI" panose="020B0502040204020203" pitchFamily="34" charset="0"/>
                <a:cs typeface="Segoe UI" panose="020B0502040204020203" pitchFamily="34" charset="0"/>
              </a:rPr>
              <a:t>Simplify scenarios with fully managed products</a:t>
            </a:r>
          </a:p>
        </p:txBody>
      </p:sp>
      <p:sp>
        <p:nvSpPr>
          <p:cNvPr id="42" name="PageRight_E761">
            <a:extLst>
              <a:ext uri="{FF2B5EF4-FFF2-40B4-BE49-F238E27FC236}">
                <a16:creationId xmlns:a16="http://schemas.microsoft.com/office/drawing/2014/main" id="{F067FC24-5549-4D87-A061-F8A7167AC0C1}"/>
              </a:ext>
            </a:extLst>
          </p:cNvPr>
          <p:cNvSpPr>
            <a:spLocks noChangeAspect="1" noEditPoints="1"/>
          </p:cNvSpPr>
          <p:nvPr/>
        </p:nvSpPr>
        <p:spPr bwMode="auto">
          <a:xfrm>
            <a:off x="478793" y="2424937"/>
            <a:ext cx="365492" cy="36576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43" name="PageRight_E761">
            <a:extLst>
              <a:ext uri="{FF2B5EF4-FFF2-40B4-BE49-F238E27FC236}">
                <a16:creationId xmlns:a16="http://schemas.microsoft.com/office/drawing/2014/main" id="{855AFF79-7FAC-487B-BDEF-609001F621B7}"/>
              </a:ext>
            </a:extLst>
          </p:cNvPr>
          <p:cNvSpPr>
            <a:spLocks noChangeAspect="1" noEditPoints="1"/>
          </p:cNvSpPr>
          <p:nvPr/>
        </p:nvSpPr>
        <p:spPr bwMode="auto">
          <a:xfrm>
            <a:off x="478793" y="3072637"/>
            <a:ext cx="365492" cy="36576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3537141004"/>
      </p:ext>
    </p:extLst>
  </p:cSld>
  <p:clrMapOvr>
    <a:masterClrMapping/>
  </p:clrMapOvr>
  <p:transition>
    <p:fade/>
  </p:transition>
</p:sld>
</file>

<file path=ppt/slides/slide4.xml><?xml version="1.0" encoding="utf-8"?>
<p:sld xmlns:a16="http://schemas.microsoft.com/office/drawing/2014/main" xmlns:a14="http://schemas.microsoft.com/office/drawing/2010/main" xmlns:asvg="http://schemas.microsoft.com/office/drawing/2016/SVG/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17A5AF85-C29A-4B97-8A36-C12D0D76C118}"/>
              </a:ext>
            </a:extLst>
          </p:cNvPr>
          <p:cNvSpPr/>
          <p:nvPr/>
        </p:nvSpPr>
        <p:spPr bwMode="auto">
          <a:xfrm>
            <a:off x="0" y="1211263"/>
            <a:ext cx="12436475" cy="5783262"/>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03" name="people_12">
            <a:extLst>
              <a:ext uri="{FF2B5EF4-FFF2-40B4-BE49-F238E27FC236}">
                <a16:creationId xmlns:a16="http://schemas.microsoft.com/office/drawing/2014/main" id="{B1FBDDCC-9AD2-4DC7-A5D7-1C37D628FC9C}"/>
              </a:ext>
            </a:extLst>
          </p:cNvPr>
          <p:cNvSpPr>
            <a:spLocks noChangeAspect="1" noEditPoints="1"/>
          </p:cNvSpPr>
          <p:nvPr/>
        </p:nvSpPr>
        <p:spPr bwMode="auto">
          <a:xfrm>
            <a:off x="10985225" y="1533024"/>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02" name="people_12">
            <a:extLst>
              <a:ext uri="{FF2B5EF4-FFF2-40B4-BE49-F238E27FC236}">
                <a16:creationId xmlns:a16="http://schemas.microsoft.com/office/drawing/2014/main" id="{85C8FF10-9CE3-4B4D-B3D2-04B3EB11F049}"/>
              </a:ext>
            </a:extLst>
          </p:cNvPr>
          <p:cNvSpPr>
            <a:spLocks noChangeAspect="1" noEditPoints="1"/>
          </p:cNvSpPr>
          <p:nvPr/>
        </p:nvSpPr>
        <p:spPr bwMode="auto">
          <a:xfrm>
            <a:off x="5898881" y="1664451"/>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197" name="people_12">
            <a:extLst>
              <a:ext uri="{FF2B5EF4-FFF2-40B4-BE49-F238E27FC236}">
                <a16:creationId xmlns:a16="http://schemas.microsoft.com/office/drawing/2014/main" id="{AD308BFC-CA68-4582-873D-C7144F30840E}"/>
              </a:ext>
            </a:extLst>
          </p:cNvPr>
          <p:cNvSpPr>
            <a:spLocks noChangeAspect="1" noEditPoints="1"/>
          </p:cNvSpPr>
          <p:nvPr/>
        </p:nvSpPr>
        <p:spPr bwMode="auto">
          <a:xfrm>
            <a:off x="1922060" y="1713933"/>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 name="Title 1">
            <a:extLst>
              <a:ext uri="{FF2B5EF4-FFF2-40B4-BE49-F238E27FC236}">
                <a16:creationId xmlns:a16="http://schemas.microsoft.com/office/drawing/2014/main" id="{855CA326-2805-4E9F-BE9A-20ACB1EFA35B}"/>
              </a:ext>
            </a:extLst>
          </p:cNvPr>
          <p:cNvSpPr>
            <a:spLocks noGrp="1"/>
          </p:cNvSpPr>
          <p:nvPr>
            <p:ph type="title"/>
          </p:nvPr>
        </p:nvSpPr>
        <p:spPr/>
        <p:txBody>
          <a:bodyPr/>
          <a:lstStyle/>
          <a:p>
            <a:r>
              <a:rPr lang="en-US" dirty="0"/>
              <a:t>Load balancing scenarios</a:t>
            </a:r>
          </a:p>
        </p:txBody>
      </p:sp>
      <p:grpSp>
        <p:nvGrpSpPr>
          <p:cNvPr id="131" name="Group 130">
            <a:extLst>
              <a:ext uri="{FF2B5EF4-FFF2-40B4-BE49-F238E27FC236}">
                <a16:creationId xmlns:a16="http://schemas.microsoft.com/office/drawing/2014/main" id="{91B7506E-7B74-402A-9880-F60A459CAEBF}"/>
              </a:ext>
            </a:extLst>
          </p:cNvPr>
          <p:cNvGrpSpPr>
            <a:grpSpLocks noChangeAspect="1"/>
          </p:cNvGrpSpPr>
          <p:nvPr/>
        </p:nvGrpSpPr>
        <p:grpSpPr>
          <a:xfrm>
            <a:off x="655562" y="2531206"/>
            <a:ext cx="1408412" cy="2611002"/>
            <a:chOff x="2576228" y="1715389"/>
            <a:chExt cx="1808919" cy="3353492"/>
          </a:xfrm>
        </p:grpSpPr>
        <p:pic>
          <p:nvPicPr>
            <p:cNvPr id="58" name="Graphic 57">
              <a:extLst>
                <a:ext uri="{FF2B5EF4-FFF2-40B4-BE49-F238E27FC236}">
                  <a16:creationId xmlns:a16="http://schemas.microsoft.com/office/drawing/2014/main" id="{0E66B4DD-F168-487C-B7D8-55268115FB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0804" y="2006951"/>
              <a:ext cx="497889" cy="480227"/>
            </a:xfrm>
            <a:prstGeom prst="rect">
              <a:avLst/>
            </a:prstGeom>
          </p:spPr>
        </p:pic>
        <p:cxnSp>
          <p:nvCxnSpPr>
            <p:cNvPr id="59" name="Straight Connector 58">
              <a:extLst>
                <a:ext uri="{FF2B5EF4-FFF2-40B4-BE49-F238E27FC236}">
                  <a16:creationId xmlns:a16="http://schemas.microsoft.com/office/drawing/2014/main" id="{F494FE66-846D-473D-9AF8-1E5936E0CC07}"/>
                </a:ext>
              </a:extLst>
            </p:cNvPr>
            <p:cNvCxnSpPr/>
            <p:nvPr/>
          </p:nvCxnSpPr>
          <p:spPr>
            <a:xfrm>
              <a:off x="3682143" y="1715389"/>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84A83F7E-21C7-4FD4-ACE3-2BD8572C72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6640" y="2731737"/>
              <a:ext cx="493584" cy="476075"/>
            </a:xfrm>
            <a:prstGeom prst="rect">
              <a:avLst/>
            </a:prstGeom>
          </p:spPr>
        </p:pic>
        <p:pic>
          <p:nvPicPr>
            <p:cNvPr id="62" name="Graphic 61">
              <a:extLst>
                <a:ext uri="{FF2B5EF4-FFF2-40B4-BE49-F238E27FC236}">
                  <a16:creationId xmlns:a16="http://schemas.microsoft.com/office/drawing/2014/main" id="{7D80DB4B-5875-4C02-BE54-E49E4CFFC4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91563" y="2731737"/>
              <a:ext cx="493584" cy="476075"/>
            </a:xfrm>
            <a:prstGeom prst="rect">
              <a:avLst/>
            </a:prstGeom>
          </p:spPr>
        </p:pic>
        <p:cxnSp>
          <p:nvCxnSpPr>
            <p:cNvPr id="65" name="Straight Arrow Connector 64">
              <a:extLst>
                <a:ext uri="{FF2B5EF4-FFF2-40B4-BE49-F238E27FC236}">
                  <a16:creationId xmlns:a16="http://schemas.microsoft.com/office/drawing/2014/main" id="{7607F02F-660C-4886-B020-673B73C875BE}"/>
                </a:ext>
              </a:extLst>
            </p:cNvPr>
            <p:cNvCxnSpPr/>
            <p:nvPr/>
          </p:nvCxnSpPr>
          <p:spPr>
            <a:xfrm flipH="1">
              <a:off x="3417706"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EFBC07E-9EF2-4A06-B1F0-E0B7151399BD}"/>
                </a:ext>
              </a:extLst>
            </p:cNvPr>
            <p:cNvCxnSpPr>
              <a:cxnSpLocks/>
            </p:cNvCxnSpPr>
            <p:nvPr/>
          </p:nvCxnSpPr>
          <p:spPr>
            <a:xfrm>
              <a:off x="3839510"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1D8250C-668F-4C8B-87B9-6B62D5704ED0}"/>
                </a:ext>
              </a:extLst>
            </p:cNvPr>
            <p:cNvCxnSpPr/>
            <p:nvPr/>
          </p:nvCxnSpPr>
          <p:spPr>
            <a:xfrm flipH="1">
              <a:off x="3810054" y="3230970"/>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43B1BEA-B6C9-4212-A07C-95626A33EEA7}"/>
                </a:ext>
              </a:extLst>
            </p:cNvPr>
            <p:cNvCxnSpPr>
              <a:cxnSpLocks/>
            </p:cNvCxnSpPr>
            <p:nvPr/>
          </p:nvCxnSpPr>
          <p:spPr>
            <a:xfrm>
              <a:off x="3440804" y="323735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72" name="Graphic 71">
              <a:extLst>
                <a:ext uri="{FF2B5EF4-FFF2-40B4-BE49-F238E27FC236}">
                  <a16:creationId xmlns:a16="http://schemas.microsoft.com/office/drawing/2014/main" id="{E601998B-476F-4C71-968F-8CBDE01EB2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3608" y="3505619"/>
              <a:ext cx="497889" cy="480227"/>
            </a:xfrm>
            <a:prstGeom prst="rect">
              <a:avLst/>
            </a:prstGeom>
          </p:spPr>
        </p:pic>
        <p:cxnSp>
          <p:nvCxnSpPr>
            <p:cNvPr id="73" name="Straight Arrow Connector 72">
              <a:extLst>
                <a:ext uri="{FF2B5EF4-FFF2-40B4-BE49-F238E27FC236}">
                  <a16:creationId xmlns:a16="http://schemas.microsoft.com/office/drawing/2014/main" id="{71CA2EC9-C6A4-47E0-A236-3AF6E3D33B4E}"/>
                </a:ext>
              </a:extLst>
            </p:cNvPr>
            <p:cNvCxnSpPr>
              <a:cxnSpLocks/>
            </p:cNvCxnSpPr>
            <p:nvPr/>
          </p:nvCxnSpPr>
          <p:spPr>
            <a:xfrm>
              <a:off x="3822858" y="398584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0840F5E-091A-4497-A86C-1F1D70DA53BC}"/>
                </a:ext>
              </a:extLst>
            </p:cNvPr>
            <p:cNvCxnSpPr>
              <a:cxnSpLocks/>
            </p:cNvCxnSpPr>
            <p:nvPr/>
          </p:nvCxnSpPr>
          <p:spPr>
            <a:xfrm flipH="1">
              <a:off x="3453608" y="399223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4" name="Graphic 103">
              <a:extLst>
                <a:ext uri="{FF2B5EF4-FFF2-40B4-BE49-F238E27FC236}">
                  <a16:creationId xmlns:a16="http://schemas.microsoft.com/office/drawing/2014/main" id="{8BB73DC5-5491-46C4-8A23-9F308BB09A2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014368" y="4248910"/>
              <a:ext cx="466654" cy="466653"/>
            </a:xfrm>
            <a:prstGeom prst="rect">
              <a:avLst/>
            </a:prstGeom>
          </p:spPr>
        </p:pic>
        <p:pic>
          <p:nvPicPr>
            <p:cNvPr id="116" name="Graphic 115">
              <a:extLst>
                <a:ext uri="{FF2B5EF4-FFF2-40B4-BE49-F238E27FC236}">
                  <a16:creationId xmlns:a16="http://schemas.microsoft.com/office/drawing/2014/main" id="{18276B2B-F5F4-48C1-8157-CF0C0E76CB1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918493" y="4242522"/>
              <a:ext cx="466654" cy="466653"/>
            </a:xfrm>
            <a:prstGeom prst="rect">
              <a:avLst/>
            </a:prstGeom>
          </p:spPr>
        </p:pic>
        <p:pic>
          <p:nvPicPr>
            <p:cNvPr id="118" name="Graphic 117">
              <a:extLst>
                <a:ext uri="{FF2B5EF4-FFF2-40B4-BE49-F238E27FC236}">
                  <a16:creationId xmlns:a16="http://schemas.microsoft.com/office/drawing/2014/main" id="{4C14FE52-0549-4962-BA1F-84F1BD8916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76228" y="4326329"/>
              <a:ext cx="876711" cy="677458"/>
            </a:xfrm>
            <a:prstGeom prst="rect">
              <a:avLst/>
            </a:prstGeom>
          </p:spPr>
        </p:pic>
        <p:sp>
          <p:nvSpPr>
            <p:cNvPr id="119" name="TextBox 118">
              <a:extLst>
                <a:ext uri="{FF2B5EF4-FFF2-40B4-BE49-F238E27FC236}">
                  <a16:creationId xmlns:a16="http://schemas.microsoft.com/office/drawing/2014/main" id="{7DAA2FF4-BDB3-4C59-8B96-A3AFD1F6250C}"/>
                </a:ext>
              </a:extLst>
            </p:cNvPr>
            <p:cNvSpPr txBox="1"/>
            <p:nvPr/>
          </p:nvSpPr>
          <p:spPr>
            <a:xfrm>
              <a:off x="2696390"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21" name="Graphic 120">
              <a:extLst>
                <a:ext uri="{FF2B5EF4-FFF2-40B4-BE49-F238E27FC236}">
                  <a16:creationId xmlns:a16="http://schemas.microsoft.com/office/drawing/2014/main" id="{29DAA5D1-EFAF-447E-9174-59977E02C6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68596" y="4326329"/>
              <a:ext cx="876711" cy="677458"/>
            </a:xfrm>
            <a:prstGeom prst="rect">
              <a:avLst/>
            </a:prstGeom>
          </p:spPr>
        </p:pic>
        <p:sp>
          <p:nvSpPr>
            <p:cNvPr id="122" name="TextBox 121">
              <a:extLst>
                <a:ext uri="{FF2B5EF4-FFF2-40B4-BE49-F238E27FC236}">
                  <a16:creationId xmlns:a16="http://schemas.microsoft.com/office/drawing/2014/main" id="{E3E0D580-382B-48DA-9AA0-EACA6C11918F}"/>
                </a:ext>
              </a:extLst>
            </p:cNvPr>
            <p:cNvSpPr txBox="1"/>
            <p:nvPr/>
          </p:nvSpPr>
          <p:spPr>
            <a:xfrm>
              <a:off x="3588758"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grpSp>
      <p:sp>
        <p:nvSpPr>
          <p:cNvPr id="123" name="TextBox 122">
            <a:extLst>
              <a:ext uri="{FF2B5EF4-FFF2-40B4-BE49-F238E27FC236}">
                <a16:creationId xmlns:a16="http://schemas.microsoft.com/office/drawing/2014/main" id="{E0BF601C-EE81-49BE-896B-952E3443DC48}"/>
              </a:ext>
            </a:extLst>
          </p:cNvPr>
          <p:cNvSpPr txBox="1"/>
          <p:nvPr/>
        </p:nvSpPr>
        <p:spPr>
          <a:xfrm>
            <a:off x="727657" y="5273701"/>
            <a:ext cx="1556195" cy="1126462"/>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p:txBody>
      </p:sp>
      <p:grpSp>
        <p:nvGrpSpPr>
          <p:cNvPr id="152" name="Group 151">
            <a:extLst>
              <a:ext uri="{FF2B5EF4-FFF2-40B4-BE49-F238E27FC236}">
                <a16:creationId xmlns:a16="http://schemas.microsoft.com/office/drawing/2014/main" id="{5FEC28BE-37DE-472C-84E2-2212C7642AC8}"/>
              </a:ext>
            </a:extLst>
          </p:cNvPr>
          <p:cNvGrpSpPr>
            <a:grpSpLocks noChangeAspect="1"/>
          </p:cNvGrpSpPr>
          <p:nvPr/>
        </p:nvGrpSpPr>
        <p:grpSpPr>
          <a:xfrm>
            <a:off x="4628167" y="2485804"/>
            <a:ext cx="1408412" cy="2611002"/>
            <a:chOff x="5048559" y="1713190"/>
            <a:chExt cx="1808919" cy="3353492"/>
          </a:xfrm>
        </p:grpSpPr>
        <p:cxnSp>
          <p:nvCxnSpPr>
            <p:cNvPr id="134" name="Straight Connector 133">
              <a:extLst>
                <a:ext uri="{FF2B5EF4-FFF2-40B4-BE49-F238E27FC236}">
                  <a16:creationId xmlns:a16="http://schemas.microsoft.com/office/drawing/2014/main" id="{6A81FDC0-37BB-4263-9059-D0604974D471}"/>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35" name="Graphic 134">
              <a:extLst>
                <a:ext uri="{FF2B5EF4-FFF2-40B4-BE49-F238E27FC236}">
                  <a16:creationId xmlns:a16="http://schemas.microsoft.com/office/drawing/2014/main" id="{8BB30018-A1AA-4236-9907-A48AD4F90B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36" name="Graphic 135">
              <a:extLst>
                <a:ext uri="{FF2B5EF4-FFF2-40B4-BE49-F238E27FC236}">
                  <a16:creationId xmlns:a16="http://schemas.microsoft.com/office/drawing/2014/main" id="{4309052E-1AD1-4F25-89C0-8662FD2DEE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37" name="Straight Arrow Connector 136">
              <a:extLst>
                <a:ext uri="{FF2B5EF4-FFF2-40B4-BE49-F238E27FC236}">
                  <a16:creationId xmlns:a16="http://schemas.microsoft.com/office/drawing/2014/main" id="{8C8BDE70-F3F0-4724-9B24-3887D3420310}"/>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67351AF6-9155-4AFC-863A-CF4D391CDB14}"/>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3F04EFA1-176F-436B-97D4-E78960F3012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E6AA9936-7A85-4C69-8AEF-A59293E6E1FB}"/>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1" name="Graphic 140">
              <a:extLst>
                <a:ext uri="{FF2B5EF4-FFF2-40B4-BE49-F238E27FC236}">
                  <a16:creationId xmlns:a16="http://schemas.microsoft.com/office/drawing/2014/main" id="{0408BD07-F364-46F9-AA9D-03B5628C97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42" name="Straight Arrow Connector 141">
              <a:extLst>
                <a:ext uri="{FF2B5EF4-FFF2-40B4-BE49-F238E27FC236}">
                  <a16:creationId xmlns:a16="http://schemas.microsoft.com/office/drawing/2014/main" id="{BFFEA94A-001A-44B8-9CAC-C59E0ED3EA79}"/>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3E26951-489F-43E1-9102-25C38FEB8E4E}"/>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4" name="Graphic 143">
              <a:extLst>
                <a:ext uri="{FF2B5EF4-FFF2-40B4-BE49-F238E27FC236}">
                  <a16:creationId xmlns:a16="http://schemas.microsoft.com/office/drawing/2014/main" id="{EA14E2FF-088B-4B56-9D96-74976C52507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45" name="Graphic 144">
              <a:extLst>
                <a:ext uri="{FF2B5EF4-FFF2-40B4-BE49-F238E27FC236}">
                  <a16:creationId xmlns:a16="http://schemas.microsoft.com/office/drawing/2014/main" id="{20CE7B5A-C0B0-4C67-BE80-6D20191D8FA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46" name="Graphic 145">
              <a:extLst>
                <a:ext uri="{FF2B5EF4-FFF2-40B4-BE49-F238E27FC236}">
                  <a16:creationId xmlns:a16="http://schemas.microsoft.com/office/drawing/2014/main" id="{8E38057E-D96D-47DE-AF01-FD93AA0BC6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47" name="TextBox 146">
              <a:extLst>
                <a:ext uri="{FF2B5EF4-FFF2-40B4-BE49-F238E27FC236}">
                  <a16:creationId xmlns:a16="http://schemas.microsoft.com/office/drawing/2014/main" id="{AE45CF01-1807-4ECA-A394-7A0F95250CD6}"/>
                </a:ext>
              </a:extLst>
            </p:cNvPr>
            <p:cNvSpPr txBox="1"/>
            <p:nvPr/>
          </p:nvSpPr>
          <p:spPr>
            <a:xfrm>
              <a:off x="516045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48" name="Graphic 147">
              <a:extLst>
                <a:ext uri="{FF2B5EF4-FFF2-40B4-BE49-F238E27FC236}">
                  <a16:creationId xmlns:a16="http://schemas.microsoft.com/office/drawing/2014/main" id="{1206483B-D90C-4030-9882-B44E485415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49" name="TextBox 148">
              <a:extLst>
                <a:ext uri="{FF2B5EF4-FFF2-40B4-BE49-F238E27FC236}">
                  <a16:creationId xmlns:a16="http://schemas.microsoft.com/office/drawing/2014/main" id="{3A744F1A-6E82-4411-9BF4-30608A53481E}"/>
                </a:ext>
              </a:extLst>
            </p:cNvPr>
            <p:cNvSpPr txBox="1"/>
            <p:nvPr/>
          </p:nvSpPr>
          <p:spPr>
            <a:xfrm>
              <a:off x="605282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30" name="Graphic 129">
              <a:extLst>
                <a:ext uri="{FF2B5EF4-FFF2-40B4-BE49-F238E27FC236}">
                  <a16:creationId xmlns:a16="http://schemas.microsoft.com/office/drawing/2014/main" id="{DCB98A47-0D0C-41A5-9DD6-AF5CF84B8C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sp>
        <p:nvSpPr>
          <p:cNvPr id="150" name="TextBox 149">
            <a:extLst>
              <a:ext uri="{FF2B5EF4-FFF2-40B4-BE49-F238E27FC236}">
                <a16:creationId xmlns:a16="http://schemas.microsoft.com/office/drawing/2014/main" id="{F365A463-94C3-4793-AFF5-D794FB4E79AB}"/>
              </a:ext>
            </a:extLst>
          </p:cNvPr>
          <p:cNvSpPr txBox="1"/>
          <p:nvPr/>
        </p:nvSpPr>
        <p:spPr>
          <a:xfrm>
            <a:off x="4622252" y="5230498"/>
            <a:ext cx="1730090" cy="1541961"/>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 Protection</a:t>
            </a:r>
          </a:p>
        </p:txBody>
      </p:sp>
      <p:grpSp>
        <p:nvGrpSpPr>
          <p:cNvPr id="153" name="Group 152">
            <a:extLst>
              <a:ext uri="{FF2B5EF4-FFF2-40B4-BE49-F238E27FC236}">
                <a16:creationId xmlns:a16="http://schemas.microsoft.com/office/drawing/2014/main" id="{C9B59987-47A7-42C3-910C-32F5C69C1254}"/>
              </a:ext>
            </a:extLst>
          </p:cNvPr>
          <p:cNvGrpSpPr>
            <a:grpSpLocks noChangeAspect="1"/>
          </p:cNvGrpSpPr>
          <p:nvPr/>
        </p:nvGrpSpPr>
        <p:grpSpPr>
          <a:xfrm>
            <a:off x="8393370" y="2565807"/>
            <a:ext cx="1408412" cy="2611002"/>
            <a:chOff x="5048559" y="1713190"/>
            <a:chExt cx="1808919" cy="3353492"/>
          </a:xfrm>
        </p:grpSpPr>
        <p:cxnSp>
          <p:nvCxnSpPr>
            <p:cNvPr id="154" name="Straight Connector 153">
              <a:extLst>
                <a:ext uri="{FF2B5EF4-FFF2-40B4-BE49-F238E27FC236}">
                  <a16:creationId xmlns:a16="http://schemas.microsoft.com/office/drawing/2014/main" id="{1944B295-4E1F-4C46-AAD9-C58775BF0E5D}"/>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55" name="Graphic 154">
              <a:extLst>
                <a:ext uri="{FF2B5EF4-FFF2-40B4-BE49-F238E27FC236}">
                  <a16:creationId xmlns:a16="http://schemas.microsoft.com/office/drawing/2014/main" id="{366A1678-37D3-4B63-8B58-8766C8DB8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56" name="Graphic 155">
              <a:extLst>
                <a:ext uri="{FF2B5EF4-FFF2-40B4-BE49-F238E27FC236}">
                  <a16:creationId xmlns:a16="http://schemas.microsoft.com/office/drawing/2014/main" id="{5E2F295F-E1A7-4840-942F-6D4E8B55D3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57" name="Straight Arrow Connector 156">
              <a:extLst>
                <a:ext uri="{FF2B5EF4-FFF2-40B4-BE49-F238E27FC236}">
                  <a16:creationId xmlns:a16="http://schemas.microsoft.com/office/drawing/2014/main" id="{7F33B821-121C-4693-9BF3-8BE9E5EC800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5DFE7D97-BBBD-4914-BB22-425D4C064E51}"/>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8639DA55-E0A6-47B0-9475-12E3C41D2E1F}"/>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FFAA91A5-1682-450D-ADF6-3DE4B2B27815}"/>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1" name="Graphic 160">
              <a:extLst>
                <a:ext uri="{FF2B5EF4-FFF2-40B4-BE49-F238E27FC236}">
                  <a16:creationId xmlns:a16="http://schemas.microsoft.com/office/drawing/2014/main" id="{49B94D30-9C2C-4EBF-82CE-91DBA74D04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62" name="Straight Arrow Connector 161">
              <a:extLst>
                <a:ext uri="{FF2B5EF4-FFF2-40B4-BE49-F238E27FC236}">
                  <a16:creationId xmlns:a16="http://schemas.microsoft.com/office/drawing/2014/main" id="{F7886096-F68B-4F7B-B144-8D854CA55F7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9D490DD-ED81-4E28-A8A0-E9DC744FC2FF}"/>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4" name="Graphic 163">
              <a:extLst>
                <a:ext uri="{FF2B5EF4-FFF2-40B4-BE49-F238E27FC236}">
                  <a16:creationId xmlns:a16="http://schemas.microsoft.com/office/drawing/2014/main" id="{522914A5-EEC3-46CA-9746-FE7A3E2EA8C6}"/>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65" name="Graphic 164">
              <a:extLst>
                <a:ext uri="{FF2B5EF4-FFF2-40B4-BE49-F238E27FC236}">
                  <a16:creationId xmlns:a16="http://schemas.microsoft.com/office/drawing/2014/main" id="{239C8378-73E9-4B45-BF3A-C2CF96E79DF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66" name="Graphic 165">
              <a:extLst>
                <a:ext uri="{FF2B5EF4-FFF2-40B4-BE49-F238E27FC236}">
                  <a16:creationId xmlns:a16="http://schemas.microsoft.com/office/drawing/2014/main" id="{1A40FF74-81FE-46D7-BDFA-824C0D6DC4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67" name="TextBox 166">
              <a:extLst>
                <a:ext uri="{FF2B5EF4-FFF2-40B4-BE49-F238E27FC236}">
                  <a16:creationId xmlns:a16="http://schemas.microsoft.com/office/drawing/2014/main" id="{27D995DE-D5BA-497F-A61F-5AB726E5A9EA}"/>
                </a:ext>
              </a:extLst>
            </p:cNvPr>
            <p:cNvSpPr txBox="1"/>
            <p:nvPr/>
          </p:nvSpPr>
          <p:spPr>
            <a:xfrm>
              <a:off x="516872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68" name="Graphic 167">
              <a:extLst>
                <a:ext uri="{FF2B5EF4-FFF2-40B4-BE49-F238E27FC236}">
                  <a16:creationId xmlns:a16="http://schemas.microsoft.com/office/drawing/2014/main" id="{64B40F2E-71CF-4303-B486-1808B1E1F4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69" name="TextBox 168">
              <a:extLst>
                <a:ext uri="{FF2B5EF4-FFF2-40B4-BE49-F238E27FC236}">
                  <a16:creationId xmlns:a16="http://schemas.microsoft.com/office/drawing/2014/main" id="{AD707C0B-91A1-4446-902A-6FC02AE756C2}"/>
                </a:ext>
              </a:extLst>
            </p:cNvPr>
            <p:cNvSpPr txBox="1"/>
            <p:nvPr/>
          </p:nvSpPr>
          <p:spPr>
            <a:xfrm>
              <a:off x="606109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70" name="Graphic 169">
              <a:extLst>
                <a:ext uri="{FF2B5EF4-FFF2-40B4-BE49-F238E27FC236}">
                  <a16:creationId xmlns:a16="http://schemas.microsoft.com/office/drawing/2014/main" id="{62E9AD6B-812D-4ED1-9053-A0C2697115A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71" name="Group 170">
            <a:extLst>
              <a:ext uri="{FF2B5EF4-FFF2-40B4-BE49-F238E27FC236}">
                <a16:creationId xmlns:a16="http://schemas.microsoft.com/office/drawing/2014/main" id="{11A7EB76-016F-4FDD-B313-488BA3B91D80}"/>
              </a:ext>
            </a:extLst>
          </p:cNvPr>
          <p:cNvGrpSpPr>
            <a:grpSpLocks noChangeAspect="1"/>
          </p:cNvGrpSpPr>
          <p:nvPr/>
        </p:nvGrpSpPr>
        <p:grpSpPr>
          <a:xfrm>
            <a:off x="10028676" y="2553817"/>
            <a:ext cx="1408412" cy="2611002"/>
            <a:chOff x="5048559" y="1713190"/>
            <a:chExt cx="1808919" cy="3353492"/>
          </a:xfrm>
        </p:grpSpPr>
        <p:cxnSp>
          <p:nvCxnSpPr>
            <p:cNvPr id="172" name="Straight Connector 171">
              <a:extLst>
                <a:ext uri="{FF2B5EF4-FFF2-40B4-BE49-F238E27FC236}">
                  <a16:creationId xmlns:a16="http://schemas.microsoft.com/office/drawing/2014/main" id="{761C5C5B-CB15-418F-8352-67CCB5EFAD47}"/>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73" name="Graphic 172">
              <a:extLst>
                <a:ext uri="{FF2B5EF4-FFF2-40B4-BE49-F238E27FC236}">
                  <a16:creationId xmlns:a16="http://schemas.microsoft.com/office/drawing/2014/main" id="{8A0BC2C7-57DB-4D56-8647-27EB765EF3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74" name="Graphic 173">
              <a:extLst>
                <a:ext uri="{FF2B5EF4-FFF2-40B4-BE49-F238E27FC236}">
                  <a16:creationId xmlns:a16="http://schemas.microsoft.com/office/drawing/2014/main" id="{F743F1D7-193D-4CA0-900C-A5827F66DB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75" name="Straight Arrow Connector 174">
              <a:extLst>
                <a:ext uri="{FF2B5EF4-FFF2-40B4-BE49-F238E27FC236}">
                  <a16:creationId xmlns:a16="http://schemas.microsoft.com/office/drawing/2014/main" id="{9EDA0DFB-BC21-46EB-8E96-D6C17E763C5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4D441FAD-A331-4669-8DE2-3E8F1C488189}"/>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10EFEEC0-259C-429A-9DEE-A89A9AA16D8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B87B36E7-BB07-4EC6-BC93-E06B0A6BDE92}"/>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79" name="Graphic 178">
              <a:extLst>
                <a:ext uri="{FF2B5EF4-FFF2-40B4-BE49-F238E27FC236}">
                  <a16:creationId xmlns:a16="http://schemas.microsoft.com/office/drawing/2014/main" id="{531BE8F2-DAB8-4EDB-AC37-41A906EECE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80" name="Straight Arrow Connector 179">
              <a:extLst>
                <a:ext uri="{FF2B5EF4-FFF2-40B4-BE49-F238E27FC236}">
                  <a16:creationId xmlns:a16="http://schemas.microsoft.com/office/drawing/2014/main" id="{9E9B61BE-48CF-42B2-9D75-2C2C029F5E3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B321B795-4CF0-47DB-BD1B-6E58A970F7E3}"/>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82" name="Graphic 181">
              <a:extLst>
                <a:ext uri="{FF2B5EF4-FFF2-40B4-BE49-F238E27FC236}">
                  <a16:creationId xmlns:a16="http://schemas.microsoft.com/office/drawing/2014/main" id="{72226D3F-1FD6-4708-8C4F-99597051F0A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83" name="Graphic 182">
              <a:extLst>
                <a:ext uri="{FF2B5EF4-FFF2-40B4-BE49-F238E27FC236}">
                  <a16:creationId xmlns:a16="http://schemas.microsoft.com/office/drawing/2014/main" id="{405EF275-E9EE-47C4-98C4-E6CA1F34ABC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84" name="Graphic 183">
              <a:extLst>
                <a:ext uri="{FF2B5EF4-FFF2-40B4-BE49-F238E27FC236}">
                  <a16:creationId xmlns:a16="http://schemas.microsoft.com/office/drawing/2014/main" id="{7F42D86A-CD5B-48AD-B07B-CC5488239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85" name="TextBox 184">
              <a:extLst>
                <a:ext uri="{FF2B5EF4-FFF2-40B4-BE49-F238E27FC236}">
                  <a16:creationId xmlns:a16="http://schemas.microsoft.com/office/drawing/2014/main" id="{63D5C98C-D198-49C4-B1B2-D6846281D5F9}"/>
                </a:ext>
              </a:extLst>
            </p:cNvPr>
            <p:cNvSpPr txBox="1"/>
            <p:nvPr/>
          </p:nvSpPr>
          <p:spPr>
            <a:xfrm>
              <a:off x="5168723"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6" name="Graphic 185">
              <a:extLst>
                <a:ext uri="{FF2B5EF4-FFF2-40B4-BE49-F238E27FC236}">
                  <a16:creationId xmlns:a16="http://schemas.microsoft.com/office/drawing/2014/main" id="{1AC8A3F9-8888-40CB-A3F8-65945A504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87" name="TextBox 186">
              <a:extLst>
                <a:ext uri="{FF2B5EF4-FFF2-40B4-BE49-F238E27FC236}">
                  <a16:creationId xmlns:a16="http://schemas.microsoft.com/office/drawing/2014/main" id="{449601EA-709B-4382-A664-942C2C042B7E}"/>
                </a:ext>
              </a:extLst>
            </p:cNvPr>
            <p:cNvSpPr txBox="1"/>
            <p:nvPr/>
          </p:nvSpPr>
          <p:spPr>
            <a:xfrm>
              <a:off x="6061092"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8" name="Graphic 187">
              <a:extLst>
                <a:ext uri="{FF2B5EF4-FFF2-40B4-BE49-F238E27FC236}">
                  <a16:creationId xmlns:a16="http://schemas.microsoft.com/office/drawing/2014/main" id="{4E24DF24-8FC9-4C40-8C09-A75D71F016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89" name="Group 188">
            <a:extLst>
              <a:ext uri="{FF2B5EF4-FFF2-40B4-BE49-F238E27FC236}">
                <a16:creationId xmlns:a16="http://schemas.microsoft.com/office/drawing/2014/main" id="{48AA0BA5-8F2D-4311-BBC6-A6CB41373185}"/>
              </a:ext>
            </a:extLst>
          </p:cNvPr>
          <p:cNvGrpSpPr>
            <a:grpSpLocks noChangeAspect="1"/>
          </p:cNvGrpSpPr>
          <p:nvPr/>
        </p:nvGrpSpPr>
        <p:grpSpPr>
          <a:xfrm>
            <a:off x="9917448" y="1803391"/>
            <a:ext cx="357526" cy="365760"/>
            <a:chOff x="6249125" y="3598792"/>
            <a:chExt cx="784110" cy="802170"/>
          </a:xfrm>
        </p:grpSpPr>
        <p:sp>
          <p:nvSpPr>
            <p:cNvPr id="190" name="Octagon 189">
              <a:extLst>
                <a:ext uri="{FF2B5EF4-FFF2-40B4-BE49-F238E27FC236}">
                  <a16:creationId xmlns:a16="http://schemas.microsoft.com/office/drawing/2014/main" id="{6F9847C2-A9F9-4B0F-96CF-266A8179C58F}"/>
                </a:ext>
              </a:extLst>
            </p:cNvPr>
            <p:cNvSpPr/>
            <p:nvPr/>
          </p:nvSpPr>
          <p:spPr>
            <a:xfrm>
              <a:off x="6394123" y="3722417"/>
              <a:ext cx="544840" cy="605445"/>
            </a:xfrm>
            <a:prstGeom prst="octagon">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190">
              <a:extLst>
                <a:ext uri="{FF2B5EF4-FFF2-40B4-BE49-F238E27FC236}">
                  <a16:creationId xmlns:a16="http://schemas.microsoft.com/office/drawing/2014/main" id="{B94D18C4-A6F1-4B72-9A58-900CCF7272E8}"/>
                </a:ext>
              </a:extLst>
            </p:cNvPr>
            <p:cNvSpPr/>
            <p:nvPr/>
          </p:nvSpPr>
          <p:spPr>
            <a:xfrm rot="18772377">
              <a:off x="6351871" y="3682631"/>
              <a:ext cx="172753"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2" name="Rectangle 191">
              <a:extLst>
                <a:ext uri="{FF2B5EF4-FFF2-40B4-BE49-F238E27FC236}">
                  <a16:creationId xmlns:a16="http://schemas.microsoft.com/office/drawing/2014/main" id="{98B3D948-6379-4D40-9BFD-4B059D79047E}"/>
                </a:ext>
              </a:extLst>
            </p:cNvPr>
            <p:cNvSpPr/>
            <p:nvPr/>
          </p:nvSpPr>
          <p:spPr>
            <a:xfrm rot="18772377">
              <a:off x="6853066" y="4082002"/>
              <a:ext cx="134454"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3" name="Rectangle 192">
              <a:extLst>
                <a:ext uri="{FF2B5EF4-FFF2-40B4-BE49-F238E27FC236}">
                  <a16:creationId xmlns:a16="http://schemas.microsoft.com/office/drawing/2014/main" id="{E41A7EFA-FFCA-4371-A685-2099EE90B4E3}"/>
                </a:ext>
              </a:extLst>
            </p:cNvPr>
            <p:cNvSpPr/>
            <p:nvPr/>
          </p:nvSpPr>
          <p:spPr>
            <a:xfrm>
              <a:off x="6483173" y="3598793"/>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4" name="Rectangle 193">
              <a:extLst>
                <a:ext uri="{FF2B5EF4-FFF2-40B4-BE49-F238E27FC236}">
                  <a16:creationId xmlns:a16="http://schemas.microsoft.com/office/drawing/2014/main" id="{10ABFFE7-7A7B-432E-8CAC-7D13929AF8B8}"/>
                </a:ext>
              </a:extLst>
            </p:cNvPr>
            <p:cNvSpPr/>
            <p:nvPr/>
          </p:nvSpPr>
          <p:spPr>
            <a:xfrm rot="18751534">
              <a:off x="6731373" y="4216350"/>
              <a:ext cx="296128"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FD80A034-BE8B-4A1D-84BC-1884D5249E9A}"/>
                </a:ext>
              </a:extLst>
            </p:cNvPr>
            <p:cNvSpPr/>
            <p:nvPr/>
          </p:nvSpPr>
          <p:spPr>
            <a:xfrm>
              <a:off x="6493528" y="4313625"/>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96" name="Picture 195">
              <a:extLst>
                <a:ext uri="{FF2B5EF4-FFF2-40B4-BE49-F238E27FC236}">
                  <a16:creationId xmlns:a16="http://schemas.microsoft.com/office/drawing/2014/main" id="{D377DCD8-C64B-434B-A3CC-F99119D60E6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49125" y="3598792"/>
              <a:ext cx="784110" cy="787929"/>
            </a:xfrm>
            <a:prstGeom prst="rect">
              <a:avLst/>
            </a:prstGeom>
          </p:spPr>
        </p:pic>
      </p:grpSp>
      <p:cxnSp>
        <p:nvCxnSpPr>
          <p:cNvPr id="198" name="Straight Arrow Connector 197">
            <a:extLst>
              <a:ext uri="{FF2B5EF4-FFF2-40B4-BE49-F238E27FC236}">
                <a16:creationId xmlns:a16="http://schemas.microsoft.com/office/drawing/2014/main" id="{0FA457DF-B87C-4187-8C05-23CCBC53A4C6}"/>
              </a:ext>
            </a:extLst>
          </p:cNvPr>
          <p:cNvCxnSpPr>
            <a:cxnSpLocks/>
          </p:cNvCxnSpPr>
          <p:nvPr/>
        </p:nvCxnSpPr>
        <p:spPr>
          <a:xfrm flipH="1">
            <a:off x="10363792" y="1785325"/>
            <a:ext cx="541833" cy="129885"/>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C1E65D57-57C5-49FF-BF73-AF01E8B0B851}"/>
              </a:ext>
            </a:extLst>
          </p:cNvPr>
          <p:cNvCxnSpPr>
            <a:cxnSpLocks/>
          </p:cNvCxnSpPr>
          <p:nvPr/>
        </p:nvCxnSpPr>
        <p:spPr>
          <a:xfrm flipH="1">
            <a:off x="10968796" y="2083326"/>
            <a:ext cx="183850" cy="384631"/>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57966195-E444-4451-B59D-74D1C782C3F4}"/>
              </a:ext>
            </a:extLst>
          </p:cNvPr>
          <p:cNvCxnSpPr>
            <a:cxnSpLocks/>
          </p:cNvCxnSpPr>
          <p:nvPr/>
        </p:nvCxnSpPr>
        <p:spPr>
          <a:xfrm flipH="1">
            <a:off x="5631292" y="2171839"/>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3FA17C8A-18A6-4BFF-AF54-3280D450B316}"/>
              </a:ext>
            </a:extLst>
          </p:cNvPr>
          <p:cNvCxnSpPr>
            <a:cxnSpLocks/>
          </p:cNvCxnSpPr>
          <p:nvPr/>
        </p:nvCxnSpPr>
        <p:spPr>
          <a:xfrm flipH="1">
            <a:off x="1647631" y="2202494"/>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E7B5B021-C8AC-442C-993E-A6AE6037F79E}"/>
              </a:ext>
            </a:extLst>
          </p:cNvPr>
          <p:cNvCxnSpPr>
            <a:cxnSpLocks/>
          </p:cNvCxnSpPr>
          <p:nvPr/>
        </p:nvCxnSpPr>
        <p:spPr>
          <a:xfrm>
            <a:off x="10314813" y="2164867"/>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5146479C-0382-4CDB-BD85-B618BA581E3F}"/>
              </a:ext>
            </a:extLst>
          </p:cNvPr>
          <p:cNvCxnSpPr>
            <a:cxnSpLocks/>
          </p:cNvCxnSpPr>
          <p:nvPr/>
        </p:nvCxnSpPr>
        <p:spPr>
          <a:xfrm flipH="1">
            <a:off x="9393127" y="2181641"/>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646634A9-5C78-438D-A420-E2350E100E36}"/>
              </a:ext>
            </a:extLst>
          </p:cNvPr>
          <p:cNvSpPr txBox="1"/>
          <p:nvPr/>
        </p:nvSpPr>
        <p:spPr>
          <a:xfrm>
            <a:off x="8630526" y="4999241"/>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A</a:t>
            </a:r>
          </a:p>
        </p:txBody>
      </p:sp>
      <p:sp>
        <p:nvSpPr>
          <p:cNvPr id="222" name="TextBox 221">
            <a:extLst>
              <a:ext uri="{FF2B5EF4-FFF2-40B4-BE49-F238E27FC236}">
                <a16:creationId xmlns:a16="http://schemas.microsoft.com/office/drawing/2014/main" id="{5D91FBB9-E47E-4804-B029-891907F4AE64}"/>
              </a:ext>
            </a:extLst>
          </p:cNvPr>
          <p:cNvSpPr txBox="1"/>
          <p:nvPr/>
        </p:nvSpPr>
        <p:spPr>
          <a:xfrm>
            <a:off x="10314813" y="4978522"/>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B</a:t>
            </a:r>
          </a:p>
        </p:txBody>
      </p:sp>
      <p:sp>
        <p:nvSpPr>
          <p:cNvPr id="225" name="TextBox 224">
            <a:extLst>
              <a:ext uri="{FF2B5EF4-FFF2-40B4-BE49-F238E27FC236}">
                <a16:creationId xmlns:a16="http://schemas.microsoft.com/office/drawing/2014/main" id="{7E4097A5-A192-4D28-912E-B756949B6646}"/>
              </a:ext>
            </a:extLst>
          </p:cNvPr>
          <p:cNvSpPr txBox="1"/>
          <p:nvPr/>
        </p:nvSpPr>
        <p:spPr>
          <a:xfrm>
            <a:off x="9333721" y="5334171"/>
            <a:ext cx="1920782" cy="1418850"/>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15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 Global</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with multiple</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Azure Regions</a:t>
            </a:r>
          </a:p>
        </p:txBody>
      </p:sp>
      <p:grpSp>
        <p:nvGrpSpPr>
          <p:cNvPr id="232" name="Group 231">
            <a:extLst>
              <a:ext uri="{FF2B5EF4-FFF2-40B4-BE49-F238E27FC236}">
                <a16:creationId xmlns:a16="http://schemas.microsoft.com/office/drawing/2014/main" id="{9914FCF1-1032-47B3-A065-08C6318AC189}"/>
              </a:ext>
            </a:extLst>
          </p:cNvPr>
          <p:cNvGrpSpPr>
            <a:grpSpLocks noChangeAspect="1"/>
          </p:cNvGrpSpPr>
          <p:nvPr/>
        </p:nvGrpSpPr>
        <p:grpSpPr>
          <a:xfrm>
            <a:off x="9322114" y="1901793"/>
            <a:ext cx="415403" cy="457200"/>
            <a:chOff x="7174304" y="1000589"/>
            <a:chExt cx="1246213" cy="1371600"/>
          </a:xfrm>
        </p:grpSpPr>
        <p:pic>
          <p:nvPicPr>
            <p:cNvPr id="229" name="Graphic 228" descr="Heartbeat">
              <a:extLst>
                <a:ext uri="{FF2B5EF4-FFF2-40B4-BE49-F238E27FC236}">
                  <a16:creationId xmlns:a16="http://schemas.microsoft.com/office/drawing/2014/main" id="{0FD4E807-F73B-43CB-BB07-131E9E1D03E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1" name="Graphic 230" descr="Medical">
              <a:extLst>
                <a:ext uri="{FF2B5EF4-FFF2-40B4-BE49-F238E27FC236}">
                  <a16:creationId xmlns:a16="http://schemas.microsoft.com/office/drawing/2014/main" id="{9754A746-749E-4B30-A895-32A1D923225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235" name="TextBox 234">
            <a:extLst>
              <a:ext uri="{FF2B5EF4-FFF2-40B4-BE49-F238E27FC236}">
                <a16:creationId xmlns:a16="http://schemas.microsoft.com/office/drawing/2014/main" id="{753FA4AC-4B65-4CA7-98A1-697AE85EC717}"/>
              </a:ext>
            </a:extLst>
          </p:cNvPr>
          <p:cNvSpPr txBox="1"/>
          <p:nvPr/>
        </p:nvSpPr>
        <p:spPr>
          <a:xfrm>
            <a:off x="9956266" y="1290987"/>
            <a:ext cx="71718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Semilight"/>
                <a:ea typeface="+mn-ea"/>
                <a:cs typeface="+mn-cs"/>
              </a:rPr>
              <a:t>DNS</a:t>
            </a:r>
          </a:p>
        </p:txBody>
      </p:sp>
      <p:grpSp>
        <p:nvGrpSpPr>
          <p:cNvPr id="237" name="Group 236">
            <a:extLst>
              <a:ext uri="{FF2B5EF4-FFF2-40B4-BE49-F238E27FC236}">
                <a16:creationId xmlns:a16="http://schemas.microsoft.com/office/drawing/2014/main" id="{8E58E4ED-5009-4C50-A9AD-C22305BB5869}"/>
              </a:ext>
            </a:extLst>
          </p:cNvPr>
          <p:cNvGrpSpPr>
            <a:grpSpLocks noChangeAspect="1"/>
          </p:cNvGrpSpPr>
          <p:nvPr/>
        </p:nvGrpSpPr>
        <p:grpSpPr>
          <a:xfrm>
            <a:off x="4863352" y="2827284"/>
            <a:ext cx="415403" cy="457200"/>
            <a:chOff x="7174304" y="1000589"/>
            <a:chExt cx="1246213" cy="1371600"/>
          </a:xfrm>
        </p:grpSpPr>
        <p:pic>
          <p:nvPicPr>
            <p:cNvPr id="238" name="Graphic 237" descr="Heartbeat">
              <a:extLst>
                <a:ext uri="{FF2B5EF4-FFF2-40B4-BE49-F238E27FC236}">
                  <a16:creationId xmlns:a16="http://schemas.microsoft.com/office/drawing/2014/main" id="{F3CDD598-59BE-48D7-B238-FFBCB456425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9" name="Graphic 238" descr="Medical">
              <a:extLst>
                <a:ext uri="{FF2B5EF4-FFF2-40B4-BE49-F238E27FC236}">
                  <a16:creationId xmlns:a16="http://schemas.microsoft.com/office/drawing/2014/main" id="{F2F83BC7-D24B-4724-9949-90FF0B021AB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0" name="Group 239">
            <a:extLst>
              <a:ext uri="{FF2B5EF4-FFF2-40B4-BE49-F238E27FC236}">
                <a16:creationId xmlns:a16="http://schemas.microsoft.com/office/drawing/2014/main" id="{7881DC2E-6EFB-46EF-8C28-D0FA99BA3E85}"/>
              </a:ext>
            </a:extLst>
          </p:cNvPr>
          <p:cNvGrpSpPr>
            <a:grpSpLocks noChangeAspect="1"/>
          </p:cNvGrpSpPr>
          <p:nvPr/>
        </p:nvGrpSpPr>
        <p:grpSpPr>
          <a:xfrm>
            <a:off x="4918653" y="4032000"/>
            <a:ext cx="415403" cy="457200"/>
            <a:chOff x="7174304" y="1000589"/>
            <a:chExt cx="1246213" cy="1371600"/>
          </a:xfrm>
        </p:grpSpPr>
        <p:pic>
          <p:nvPicPr>
            <p:cNvPr id="241" name="Graphic 240" descr="Heartbeat">
              <a:extLst>
                <a:ext uri="{FF2B5EF4-FFF2-40B4-BE49-F238E27FC236}">
                  <a16:creationId xmlns:a16="http://schemas.microsoft.com/office/drawing/2014/main" id="{CB387CD0-602D-4F46-95DE-CC4EF1DBD83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2" name="Graphic 241" descr="Medical">
              <a:extLst>
                <a:ext uri="{FF2B5EF4-FFF2-40B4-BE49-F238E27FC236}">
                  <a16:creationId xmlns:a16="http://schemas.microsoft.com/office/drawing/2014/main" id="{AF992620-C1C4-458E-BDE5-B47BB24F8A5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3" name="Group 242">
            <a:extLst>
              <a:ext uri="{FF2B5EF4-FFF2-40B4-BE49-F238E27FC236}">
                <a16:creationId xmlns:a16="http://schemas.microsoft.com/office/drawing/2014/main" id="{FBAC546D-6A51-4831-94BC-BEDA7A8B8BA6}"/>
              </a:ext>
            </a:extLst>
          </p:cNvPr>
          <p:cNvGrpSpPr>
            <a:grpSpLocks noChangeAspect="1"/>
          </p:cNvGrpSpPr>
          <p:nvPr/>
        </p:nvGrpSpPr>
        <p:grpSpPr>
          <a:xfrm>
            <a:off x="911852" y="2909985"/>
            <a:ext cx="415403" cy="457200"/>
            <a:chOff x="7174304" y="1000589"/>
            <a:chExt cx="1246213" cy="1371600"/>
          </a:xfrm>
        </p:grpSpPr>
        <p:pic>
          <p:nvPicPr>
            <p:cNvPr id="244" name="Graphic 243" descr="Heartbeat">
              <a:extLst>
                <a:ext uri="{FF2B5EF4-FFF2-40B4-BE49-F238E27FC236}">
                  <a16:creationId xmlns:a16="http://schemas.microsoft.com/office/drawing/2014/main" id="{480BE6A1-A0A6-4380-83D8-43E9E087D97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5" name="Graphic 244" descr="Medical">
              <a:extLst>
                <a:ext uri="{FF2B5EF4-FFF2-40B4-BE49-F238E27FC236}">
                  <a16:creationId xmlns:a16="http://schemas.microsoft.com/office/drawing/2014/main" id="{8E07AC53-2457-4892-80B5-1DEB2F3747C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6" name="Group 245">
            <a:extLst>
              <a:ext uri="{FF2B5EF4-FFF2-40B4-BE49-F238E27FC236}">
                <a16:creationId xmlns:a16="http://schemas.microsoft.com/office/drawing/2014/main" id="{83B9E8D0-2BA0-40A0-BC90-712DAD2DE3A3}"/>
              </a:ext>
            </a:extLst>
          </p:cNvPr>
          <p:cNvGrpSpPr>
            <a:grpSpLocks noChangeAspect="1"/>
          </p:cNvGrpSpPr>
          <p:nvPr/>
        </p:nvGrpSpPr>
        <p:grpSpPr>
          <a:xfrm>
            <a:off x="967153" y="4114701"/>
            <a:ext cx="415403" cy="457200"/>
            <a:chOff x="7174304" y="1000589"/>
            <a:chExt cx="1246213" cy="1371600"/>
          </a:xfrm>
        </p:grpSpPr>
        <p:pic>
          <p:nvPicPr>
            <p:cNvPr id="247" name="Graphic 246" descr="Heartbeat">
              <a:extLst>
                <a:ext uri="{FF2B5EF4-FFF2-40B4-BE49-F238E27FC236}">
                  <a16:creationId xmlns:a16="http://schemas.microsoft.com/office/drawing/2014/main" id="{5526C110-8B89-4DE9-AAD3-5BF0491ED56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8" name="Graphic 247" descr="Medical">
              <a:extLst>
                <a:ext uri="{FF2B5EF4-FFF2-40B4-BE49-F238E27FC236}">
                  <a16:creationId xmlns:a16="http://schemas.microsoft.com/office/drawing/2014/main" id="{24F04007-C743-4DC2-9F22-C47C02C553F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9" name="Group 248">
            <a:extLst>
              <a:ext uri="{FF2B5EF4-FFF2-40B4-BE49-F238E27FC236}">
                <a16:creationId xmlns:a16="http://schemas.microsoft.com/office/drawing/2014/main" id="{08485B47-650B-442D-A779-01F3FAC918F9}"/>
              </a:ext>
            </a:extLst>
          </p:cNvPr>
          <p:cNvGrpSpPr>
            <a:grpSpLocks noChangeAspect="1"/>
          </p:cNvGrpSpPr>
          <p:nvPr/>
        </p:nvGrpSpPr>
        <p:grpSpPr>
          <a:xfrm>
            <a:off x="8644882" y="2940315"/>
            <a:ext cx="415403" cy="457200"/>
            <a:chOff x="7174304" y="1000589"/>
            <a:chExt cx="1246213" cy="1371600"/>
          </a:xfrm>
        </p:grpSpPr>
        <p:pic>
          <p:nvPicPr>
            <p:cNvPr id="250" name="Graphic 249" descr="Heartbeat">
              <a:extLst>
                <a:ext uri="{FF2B5EF4-FFF2-40B4-BE49-F238E27FC236}">
                  <a16:creationId xmlns:a16="http://schemas.microsoft.com/office/drawing/2014/main" id="{57C94B33-0771-40CA-B1D4-AC0735D6A3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1" name="Graphic 250" descr="Medical">
              <a:extLst>
                <a:ext uri="{FF2B5EF4-FFF2-40B4-BE49-F238E27FC236}">
                  <a16:creationId xmlns:a16="http://schemas.microsoft.com/office/drawing/2014/main" id="{B0DF825E-E33B-479A-A862-9698A16F11B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2" name="Group 251">
            <a:extLst>
              <a:ext uri="{FF2B5EF4-FFF2-40B4-BE49-F238E27FC236}">
                <a16:creationId xmlns:a16="http://schemas.microsoft.com/office/drawing/2014/main" id="{BF299B10-D5D4-407A-BC6F-C7AFEB825E95}"/>
              </a:ext>
            </a:extLst>
          </p:cNvPr>
          <p:cNvGrpSpPr>
            <a:grpSpLocks noChangeAspect="1"/>
          </p:cNvGrpSpPr>
          <p:nvPr/>
        </p:nvGrpSpPr>
        <p:grpSpPr>
          <a:xfrm>
            <a:off x="8700183" y="4145031"/>
            <a:ext cx="415403" cy="457200"/>
            <a:chOff x="7174304" y="1000589"/>
            <a:chExt cx="1246213" cy="1371600"/>
          </a:xfrm>
        </p:grpSpPr>
        <p:pic>
          <p:nvPicPr>
            <p:cNvPr id="253" name="Graphic 252" descr="Heartbeat">
              <a:extLst>
                <a:ext uri="{FF2B5EF4-FFF2-40B4-BE49-F238E27FC236}">
                  <a16:creationId xmlns:a16="http://schemas.microsoft.com/office/drawing/2014/main" id="{373E4EC9-2A34-405E-821E-A7B4445ADA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4" name="Graphic 253" descr="Medical">
              <a:extLst>
                <a:ext uri="{FF2B5EF4-FFF2-40B4-BE49-F238E27FC236}">
                  <a16:creationId xmlns:a16="http://schemas.microsoft.com/office/drawing/2014/main" id="{B688867F-DDB8-479F-AECE-C3A19D93924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5" name="Group 254">
            <a:extLst>
              <a:ext uri="{FF2B5EF4-FFF2-40B4-BE49-F238E27FC236}">
                <a16:creationId xmlns:a16="http://schemas.microsoft.com/office/drawing/2014/main" id="{05082473-2685-4956-84FB-7EB361A7E37B}"/>
              </a:ext>
            </a:extLst>
          </p:cNvPr>
          <p:cNvGrpSpPr>
            <a:grpSpLocks noChangeAspect="1"/>
          </p:cNvGrpSpPr>
          <p:nvPr/>
        </p:nvGrpSpPr>
        <p:grpSpPr>
          <a:xfrm>
            <a:off x="10273889" y="2922097"/>
            <a:ext cx="415403" cy="457200"/>
            <a:chOff x="7174304" y="1000589"/>
            <a:chExt cx="1246213" cy="1371600"/>
          </a:xfrm>
        </p:grpSpPr>
        <p:pic>
          <p:nvPicPr>
            <p:cNvPr id="256" name="Graphic 255" descr="Heartbeat">
              <a:extLst>
                <a:ext uri="{FF2B5EF4-FFF2-40B4-BE49-F238E27FC236}">
                  <a16:creationId xmlns:a16="http://schemas.microsoft.com/office/drawing/2014/main" id="{4999E05A-5EEE-4BC8-8336-1E2A1DFAD46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7" name="Graphic 256" descr="Medical">
              <a:extLst>
                <a:ext uri="{FF2B5EF4-FFF2-40B4-BE49-F238E27FC236}">
                  <a16:creationId xmlns:a16="http://schemas.microsoft.com/office/drawing/2014/main" id="{73DE1B14-2E8E-4EBA-BAC2-BDB7A5B355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8" name="Group 257">
            <a:extLst>
              <a:ext uri="{FF2B5EF4-FFF2-40B4-BE49-F238E27FC236}">
                <a16:creationId xmlns:a16="http://schemas.microsoft.com/office/drawing/2014/main" id="{53D29168-18E1-4D5F-9D8F-68522F4AA2E4}"/>
              </a:ext>
            </a:extLst>
          </p:cNvPr>
          <p:cNvGrpSpPr>
            <a:grpSpLocks noChangeAspect="1"/>
          </p:cNvGrpSpPr>
          <p:nvPr/>
        </p:nvGrpSpPr>
        <p:grpSpPr>
          <a:xfrm>
            <a:off x="10329190" y="4126813"/>
            <a:ext cx="415403" cy="457200"/>
            <a:chOff x="7174304" y="1000589"/>
            <a:chExt cx="1246213" cy="1371600"/>
          </a:xfrm>
        </p:grpSpPr>
        <p:pic>
          <p:nvPicPr>
            <p:cNvPr id="259" name="Graphic 258" descr="Heartbeat">
              <a:extLst>
                <a:ext uri="{FF2B5EF4-FFF2-40B4-BE49-F238E27FC236}">
                  <a16:creationId xmlns:a16="http://schemas.microsoft.com/office/drawing/2014/main" id="{2E791AA7-75DE-4387-B7BA-C1B3502D38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60" name="Graphic 259" descr="Medical">
              <a:extLst>
                <a:ext uri="{FF2B5EF4-FFF2-40B4-BE49-F238E27FC236}">
                  <a16:creationId xmlns:a16="http://schemas.microsoft.com/office/drawing/2014/main" id="{99B7ADF6-4511-4C59-8C36-60206328A49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6" name="TextBox 5">
            <a:extLst>
              <a:ext uri="{FF2B5EF4-FFF2-40B4-BE49-F238E27FC236}">
                <a16:creationId xmlns:a16="http://schemas.microsoft.com/office/drawing/2014/main" id="{73EF55CF-28EF-4AF5-8257-97A3D6BB3A91}"/>
              </a:ext>
            </a:extLst>
          </p:cNvPr>
          <p:cNvSpPr txBox="1"/>
          <p:nvPr/>
        </p:nvSpPr>
        <p:spPr>
          <a:xfrm>
            <a:off x="9537941" y="2143721"/>
            <a:ext cx="1122744" cy="760208"/>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Traffic</a:t>
            </a:r>
          </a:p>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Manager</a:t>
            </a:r>
          </a:p>
        </p:txBody>
      </p:sp>
      <p:sp>
        <p:nvSpPr>
          <p:cNvPr id="199" name="TextBox 198">
            <a:extLst>
              <a:ext uri="{FF2B5EF4-FFF2-40B4-BE49-F238E27FC236}">
                <a16:creationId xmlns:a16="http://schemas.microsoft.com/office/drawing/2014/main" id="{7B99A6A9-3970-4436-B965-8E62E1C1ADEC}"/>
              </a:ext>
            </a:extLst>
          </p:cNvPr>
          <p:cNvSpPr txBox="1"/>
          <p:nvPr/>
        </p:nvSpPr>
        <p:spPr>
          <a:xfrm>
            <a:off x="5647600" y="2633374"/>
            <a:ext cx="2693110"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Application Gateway / WAF</a:t>
            </a:r>
          </a:p>
        </p:txBody>
      </p:sp>
      <p:sp>
        <p:nvSpPr>
          <p:cNvPr id="201" name="TextBox 200">
            <a:extLst>
              <a:ext uri="{FF2B5EF4-FFF2-40B4-BE49-F238E27FC236}">
                <a16:creationId xmlns:a16="http://schemas.microsoft.com/office/drawing/2014/main" id="{0C734ED6-316C-4B8B-91BF-4081C76B89E2}"/>
              </a:ext>
            </a:extLst>
          </p:cNvPr>
          <p:cNvSpPr txBox="1"/>
          <p:nvPr/>
        </p:nvSpPr>
        <p:spPr>
          <a:xfrm>
            <a:off x="1692522" y="2687311"/>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
        <p:nvSpPr>
          <p:cNvPr id="204" name="TextBox 203">
            <a:extLst>
              <a:ext uri="{FF2B5EF4-FFF2-40B4-BE49-F238E27FC236}">
                <a16:creationId xmlns:a16="http://schemas.microsoft.com/office/drawing/2014/main" id="{3068D432-CD94-4A55-9977-7EB2C2A26A68}"/>
              </a:ext>
            </a:extLst>
          </p:cNvPr>
          <p:cNvSpPr txBox="1"/>
          <p:nvPr/>
        </p:nvSpPr>
        <p:spPr>
          <a:xfrm>
            <a:off x="1692522" y="3892523"/>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Tree>
    <p:extLst>
      <p:ext uri="{BB962C8B-B14F-4D97-AF65-F5344CB8AC3E}">
        <p14:creationId xmlns:p14="http://schemas.microsoft.com/office/powerpoint/2010/main" val="2547180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250"/>
                                        <p:tgtEl>
                                          <p:spTgt spid="202"/>
                                        </p:tgtEl>
                                      </p:cBhvr>
                                    </p:animEffect>
                                  </p:childTnLst>
                                </p:cTn>
                              </p:par>
                              <p:par>
                                <p:cTn id="8" presetID="10" presetClass="entr" presetSubtype="0" fill="hold" nodeType="withEffect">
                                  <p:stCondLst>
                                    <p:cond delay="0"/>
                                  </p:stCondLst>
                                  <p:childTnLst>
                                    <p:set>
                                      <p:cBhvr>
                                        <p:cTn id="9" dur="1" fill="hold">
                                          <p:stCondLst>
                                            <p:cond delay="0"/>
                                          </p:stCondLst>
                                        </p:cTn>
                                        <p:tgtEl>
                                          <p:spTgt spid="152"/>
                                        </p:tgtEl>
                                        <p:attrNameLst>
                                          <p:attrName>style.visibility</p:attrName>
                                        </p:attrNameLst>
                                      </p:cBhvr>
                                      <p:to>
                                        <p:strVal val="visible"/>
                                      </p:to>
                                    </p:set>
                                    <p:animEffect transition="in" filter="fade">
                                      <p:cBhvr>
                                        <p:cTn id="10" dur="250"/>
                                        <p:tgtEl>
                                          <p:spTgt spid="1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0"/>
                                        </p:tgtEl>
                                        <p:attrNameLst>
                                          <p:attrName>style.visibility</p:attrName>
                                        </p:attrNameLst>
                                      </p:cBhvr>
                                      <p:to>
                                        <p:strVal val="visible"/>
                                      </p:to>
                                    </p:set>
                                    <p:animEffect transition="in" filter="fade">
                                      <p:cBhvr>
                                        <p:cTn id="13" dur="250"/>
                                        <p:tgtEl>
                                          <p:spTgt spid="150"/>
                                        </p:tgtEl>
                                      </p:cBhvr>
                                    </p:animEffect>
                                  </p:childTnLst>
                                </p:cTn>
                              </p:par>
                              <p:par>
                                <p:cTn id="14" presetID="10" presetClass="entr" presetSubtype="0" fill="hold" nodeType="withEffect">
                                  <p:stCondLst>
                                    <p:cond delay="0"/>
                                  </p:stCondLst>
                                  <p:childTnLst>
                                    <p:set>
                                      <p:cBhvr>
                                        <p:cTn id="15" dur="1" fill="hold">
                                          <p:stCondLst>
                                            <p:cond delay="0"/>
                                          </p:stCondLst>
                                        </p:cTn>
                                        <p:tgtEl>
                                          <p:spTgt spid="208"/>
                                        </p:tgtEl>
                                        <p:attrNameLst>
                                          <p:attrName>style.visibility</p:attrName>
                                        </p:attrNameLst>
                                      </p:cBhvr>
                                      <p:to>
                                        <p:strVal val="visible"/>
                                      </p:to>
                                    </p:set>
                                    <p:animEffect transition="in" filter="fade">
                                      <p:cBhvr>
                                        <p:cTn id="16" dur="250"/>
                                        <p:tgtEl>
                                          <p:spTgt spid="208"/>
                                        </p:tgtEl>
                                      </p:cBhvr>
                                    </p:animEffect>
                                  </p:childTnLst>
                                </p:cTn>
                              </p:par>
                              <p:par>
                                <p:cTn id="17" presetID="10" presetClass="entr" presetSubtype="0" fill="hold" nodeType="withEffect">
                                  <p:stCondLst>
                                    <p:cond delay="0"/>
                                  </p:stCondLst>
                                  <p:childTnLst>
                                    <p:set>
                                      <p:cBhvr>
                                        <p:cTn id="18" dur="1" fill="hold">
                                          <p:stCondLst>
                                            <p:cond delay="0"/>
                                          </p:stCondLst>
                                        </p:cTn>
                                        <p:tgtEl>
                                          <p:spTgt spid="237"/>
                                        </p:tgtEl>
                                        <p:attrNameLst>
                                          <p:attrName>style.visibility</p:attrName>
                                        </p:attrNameLst>
                                      </p:cBhvr>
                                      <p:to>
                                        <p:strVal val="visible"/>
                                      </p:to>
                                    </p:set>
                                    <p:animEffect transition="in" filter="fade">
                                      <p:cBhvr>
                                        <p:cTn id="19" dur="250"/>
                                        <p:tgtEl>
                                          <p:spTgt spid="237"/>
                                        </p:tgtEl>
                                      </p:cBhvr>
                                    </p:animEffect>
                                  </p:childTnLst>
                                </p:cTn>
                              </p:par>
                              <p:par>
                                <p:cTn id="20" presetID="10" presetClass="entr" presetSubtype="0" fill="hold" nodeType="withEffect">
                                  <p:stCondLst>
                                    <p:cond delay="0"/>
                                  </p:stCondLst>
                                  <p:childTnLst>
                                    <p:set>
                                      <p:cBhvr>
                                        <p:cTn id="21" dur="1" fill="hold">
                                          <p:stCondLst>
                                            <p:cond delay="0"/>
                                          </p:stCondLst>
                                        </p:cTn>
                                        <p:tgtEl>
                                          <p:spTgt spid="240"/>
                                        </p:tgtEl>
                                        <p:attrNameLst>
                                          <p:attrName>style.visibility</p:attrName>
                                        </p:attrNameLst>
                                      </p:cBhvr>
                                      <p:to>
                                        <p:strVal val="visible"/>
                                      </p:to>
                                    </p:set>
                                    <p:animEffect transition="in" filter="fade">
                                      <p:cBhvr>
                                        <p:cTn id="22" dur="250"/>
                                        <p:tgtEl>
                                          <p:spTgt spid="240"/>
                                        </p:tgtEl>
                                      </p:cBhvr>
                                    </p:animEffect>
                                  </p:childTnLst>
                                </p:cTn>
                              </p:par>
                            </p:childTnLst>
                          </p:cTn>
                        </p:par>
                        <p:par>
                          <p:cTn id="23" fill="hold">
                            <p:stCondLst>
                              <p:cond delay="250"/>
                            </p:stCondLst>
                            <p:childTnLst>
                              <p:par>
                                <p:cTn id="24" presetID="10" presetClass="entr" presetSubtype="0" fill="hold" grpId="0" nodeType="afterEffect">
                                  <p:stCondLst>
                                    <p:cond delay="0"/>
                                  </p:stCondLst>
                                  <p:childTnLst>
                                    <p:set>
                                      <p:cBhvr>
                                        <p:cTn id="25" dur="1" fill="hold">
                                          <p:stCondLst>
                                            <p:cond delay="0"/>
                                          </p:stCondLst>
                                        </p:cTn>
                                        <p:tgtEl>
                                          <p:spTgt spid="199"/>
                                        </p:tgtEl>
                                        <p:attrNameLst>
                                          <p:attrName>style.visibility</p:attrName>
                                        </p:attrNameLst>
                                      </p:cBhvr>
                                      <p:to>
                                        <p:strVal val="visible"/>
                                      </p:to>
                                    </p:set>
                                    <p:animEffect transition="in" filter="fade">
                                      <p:cBhvr>
                                        <p:cTn id="26" dur="250"/>
                                        <p:tgtEl>
                                          <p:spTgt spid="199"/>
                                        </p:tgtEl>
                                      </p:cBhvr>
                                    </p:animEffect>
                                  </p:childTnLst>
                                </p:cTn>
                              </p:par>
                            </p:childTnLst>
                          </p:cTn>
                        </p:par>
                        <p:par>
                          <p:cTn id="27" fill="hold">
                            <p:stCondLst>
                              <p:cond delay="500"/>
                            </p:stCondLst>
                            <p:childTnLst>
                              <p:par>
                                <p:cTn id="28" presetID="26" presetClass="emph" presetSubtype="0" fill="hold" grpId="1" nodeType="afterEffect">
                                  <p:stCondLst>
                                    <p:cond delay="0"/>
                                  </p:stCondLst>
                                  <p:childTnLst>
                                    <p:animEffect transition="out" filter="fade">
                                      <p:cBhvr>
                                        <p:cTn id="29" dur="250" tmFilter="0, 0; .2, .5; .8, .5; 1, 0"/>
                                        <p:tgtEl>
                                          <p:spTgt spid="199"/>
                                        </p:tgtEl>
                                      </p:cBhvr>
                                    </p:animEffect>
                                    <p:animScale>
                                      <p:cBhvr>
                                        <p:cTn id="30" dur="125" autoRev="1" fill="hold"/>
                                        <p:tgtEl>
                                          <p:spTgt spid="199"/>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3"/>
                                        </p:tgtEl>
                                        <p:attrNameLst>
                                          <p:attrName>style.visibility</p:attrName>
                                        </p:attrNameLst>
                                      </p:cBhvr>
                                      <p:to>
                                        <p:strVal val="visible"/>
                                      </p:to>
                                    </p:set>
                                    <p:animEffect transition="in" filter="fade">
                                      <p:cBhvr>
                                        <p:cTn id="35" dur="250"/>
                                        <p:tgtEl>
                                          <p:spTgt spid="203"/>
                                        </p:tgtEl>
                                      </p:cBhvr>
                                    </p:animEffect>
                                  </p:childTnLst>
                                </p:cTn>
                              </p:par>
                              <p:par>
                                <p:cTn id="36" presetID="10" presetClass="entr" presetSubtype="0" fill="hold" nodeType="withEffect">
                                  <p:stCondLst>
                                    <p:cond delay="0"/>
                                  </p:stCondLst>
                                  <p:childTnLst>
                                    <p:set>
                                      <p:cBhvr>
                                        <p:cTn id="37" dur="1" fill="hold">
                                          <p:stCondLst>
                                            <p:cond delay="0"/>
                                          </p:stCondLst>
                                        </p:cTn>
                                        <p:tgtEl>
                                          <p:spTgt spid="153"/>
                                        </p:tgtEl>
                                        <p:attrNameLst>
                                          <p:attrName>style.visibility</p:attrName>
                                        </p:attrNameLst>
                                      </p:cBhvr>
                                      <p:to>
                                        <p:strVal val="visible"/>
                                      </p:to>
                                    </p:set>
                                    <p:animEffect transition="in" filter="fade">
                                      <p:cBhvr>
                                        <p:cTn id="38" dur="250"/>
                                        <p:tgtEl>
                                          <p:spTgt spid="153"/>
                                        </p:tgtEl>
                                      </p:cBhvr>
                                    </p:animEffect>
                                  </p:childTnLst>
                                </p:cTn>
                              </p:par>
                              <p:par>
                                <p:cTn id="39" presetID="10" presetClass="entr" presetSubtype="0" fill="hold" nodeType="withEffect">
                                  <p:stCondLst>
                                    <p:cond delay="0"/>
                                  </p:stCondLst>
                                  <p:childTnLst>
                                    <p:set>
                                      <p:cBhvr>
                                        <p:cTn id="40" dur="1" fill="hold">
                                          <p:stCondLst>
                                            <p:cond delay="0"/>
                                          </p:stCondLst>
                                        </p:cTn>
                                        <p:tgtEl>
                                          <p:spTgt spid="171"/>
                                        </p:tgtEl>
                                        <p:attrNameLst>
                                          <p:attrName>style.visibility</p:attrName>
                                        </p:attrNameLst>
                                      </p:cBhvr>
                                      <p:to>
                                        <p:strVal val="visible"/>
                                      </p:to>
                                    </p:set>
                                    <p:animEffect transition="in" filter="fade">
                                      <p:cBhvr>
                                        <p:cTn id="41" dur="250"/>
                                        <p:tgtEl>
                                          <p:spTgt spid="171"/>
                                        </p:tgtEl>
                                      </p:cBhvr>
                                    </p:animEffect>
                                  </p:childTnLst>
                                </p:cTn>
                              </p:par>
                              <p:par>
                                <p:cTn id="42" presetID="10" presetClass="entr" presetSubtype="0" fill="hold" nodeType="withEffect">
                                  <p:stCondLst>
                                    <p:cond delay="0"/>
                                  </p:stCondLst>
                                  <p:childTnLst>
                                    <p:set>
                                      <p:cBhvr>
                                        <p:cTn id="43" dur="1" fill="hold">
                                          <p:stCondLst>
                                            <p:cond delay="0"/>
                                          </p:stCondLst>
                                        </p:cTn>
                                        <p:tgtEl>
                                          <p:spTgt spid="189"/>
                                        </p:tgtEl>
                                        <p:attrNameLst>
                                          <p:attrName>style.visibility</p:attrName>
                                        </p:attrNameLst>
                                      </p:cBhvr>
                                      <p:to>
                                        <p:strVal val="visible"/>
                                      </p:to>
                                    </p:set>
                                    <p:animEffect transition="in" filter="fade">
                                      <p:cBhvr>
                                        <p:cTn id="44" dur="250"/>
                                        <p:tgtEl>
                                          <p:spTgt spid="189"/>
                                        </p:tgtEl>
                                      </p:cBhvr>
                                    </p:animEffect>
                                  </p:childTnLst>
                                </p:cTn>
                              </p:par>
                              <p:par>
                                <p:cTn id="45" presetID="10" presetClass="entr" presetSubtype="0" fill="hold" nodeType="withEffect">
                                  <p:stCondLst>
                                    <p:cond delay="0"/>
                                  </p:stCondLst>
                                  <p:childTnLst>
                                    <p:set>
                                      <p:cBhvr>
                                        <p:cTn id="46" dur="1" fill="hold">
                                          <p:stCondLst>
                                            <p:cond delay="0"/>
                                          </p:stCondLst>
                                        </p:cTn>
                                        <p:tgtEl>
                                          <p:spTgt spid="198"/>
                                        </p:tgtEl>
                                        <p:attrNameLst>
                                          <p:attrName>style.visibility</p:attrName>
                                        </p:attrNameLst>
                                      </p:cBhvr>
                                      <p:to>
                                        <p:strVal val="visible"/>
                                      </p:to>
                                    </p:set>
                                    <p:animEffect transition="in" filter="fade">
                                      <p:cBhvr>
                                        <p:cTn id="47" dur="250"/>
                                        <p:tgtEl>
                                          <p:spTgt spid="198"/>
                                        </p:tgtEl>
                                      </p:cBhvr>
                                    </p:animEffect>
                                  </p:childTnLst>
                                </p:cTn>
                              </p:par>
                              <p:par>
                                <p:cTn id="48" presetID="10" presetClass="entr" presetSubtype="0" fill="hold" nodeType="withEffect">
                                  <p:stCondLst>
                                    <p:cond delay="0"/>
                                  </p:stCondLst>
                                  <p:childTnLst>
                                    <p:set>
                                      <p:cBhvr>
                                        <p:cTn id="49" dur="1" fill="hold">
                                          <p:stCondLst>
                                            <p:cond delay="0"/>
                                          </p:stCondLst>
                                        </p:cTn>
                                        <p:tgtEl>
                                          <p:spTgt spid="200"/>
                                        </p:tgtEl>
                                        <p:attrNameLst>
                                          <p:attrName>style.visibility</p:attrName>
                                        </p:attrNameLst>
                                      </p:cBhvr>
                                      <p:to>
                                        <p:strVal val="visible"/>
                                      </p:to>
                                    </p:set>
                                    <p:animEffect transition="in" filter="fade">
                                      <p:cBhvr>
                                        <p:cTn id="50" dur="250"/>
                                        <p:tgtEl>
                                          <p:spTgt spid="200"/>
                                        </p:tgtEl>
                                      </p:cBhvr>
                                    </p:animEffect>
                                  </p:childTnLst>
                                </p:cTn>
                              </p:par>
                              <p:par>
                                <p:cTn id="51" presetID="10" presetClass="entr" presetSubtype="0" fill="hold" nodeType="withEffect">
                                  <p:stCondLst>
                                    <p:cond delay="0"/>
                                  </p:stCondLst>
                                  <p:childTnLst>
                                    <p:set>
                                      <p:cBhvr>
                                        <p:cTn id="52" dur="1" fill="hold">
                                          <p:stCondLst>
                                            <p:cond delay="0"/>
                                          </p:stCondLst>
                                        </p:cTn>
                                        <p:tgtEl>
                                          <p:spTgt spid="215"/>
                                        </p:tgtEl>
                                        <p:attrNameLst>
                                          <p:attrName>style.visibility</p:attrName>
                                        </p:attrNameLst>
                                      </p:cBhvr>
                                      <p:to>
                                        <p:strVal val="visible"/>
                                      </p:to>
                                    </p:set>
                                    <p:animEffect transition="in" filter="fade">
                                      <p:cBhvr>
                                        <p:cTn id="53" dur="250"/>
                                        <p:tgtEl>
                                          <p:spTgt spid="215"/>
                                        </p:tgtEl>
                                      </p:cBhvr>
                                    </p:animEffect>
                                  </p:childTnLst>
                                </p:cTn>
                              </p:par>
                              <p:par>
                                <p:cTn id="54" presetID="10" presetClass="entr" presetSubtype="0" fill="hold" nodeType="withEffect">
                                  <p:stCondLst>
                                    <p:cond delay="0"/>
                                  </p:stCondLst>
                                  <p:childTnLst>
                                    <p:set>
                                      <p:cBhvr>
                                        <p:cTn id="55" dur="1" fill="hold">
                                          <p:stCondLst>
                                            <p:cond delay="0"/>
                                          </p:stCondLst>
                                        </p:cTn>
                                        <p:tgtEl>
                                          <p:spTgt spid="220"/>
                                        </p:tgtEl>
                                        <p:attrNameLst>
                                          <p:attrName>style.visibility</p:attrName>
                                        </p:attrNameLst>
                                      </p:cBhvr>
                                      <p:to>
                                        <p:strVal val="visible"/>
                                      </p:to>
                                    </p:set>
                                    <p:animEffect transition="in" filter="fade">
                                      <p:cBhvr>
                                        <p:cTn id="56" dur="250"/>
                                        <p:tgtEl>
                                          <p:spTgt spid="2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1"/>
                                        </p:tgtEl>
                                        <p:attrNameLst>
                                          <p:attrName>style.visibility</p:attrName>
                                        </p:attrNameLst>
                                      </p:cBhvr>
                                      <p:to>
                                        <p:strVal val="visible"/>
                                      </p:to>
                                    </p:set>
                                    <p:animEffect transition="in" filter="fade">
                                      <p:cBhvr>
                                        <p:cTn id="59" dur="250"/>
                                        <p:tgtEl>
                                          <p:spTgt spid="2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2"/>
                                        </p:tgtEl>
                                        <p:attrNameLst>
                                          <p:attrName>style.visibility</p:attrName>
                                        </p:attrNameLst>
                                      </p:cBhvr>
                                      <p:to>
                                        <p:strVal val="visible"/>
                                      </p:to>
                                    </p:set>
                                    <p:animEffect transition="in" filter="fade">
                                      <p:cBhvr>
                                        <p:cTn id="62" dur="250"/>
                                        <p:tgtEl>
                                          <p:spTgt spid="2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5"/>
                                        </p:tgtEl>
                                        <p:attrNameLst>
                                          <p:attrName>style.visibility</p:attrName>
                                        </p:attrNameLst>
                                      </p:cBhvr>
                                      <p:to>
                                        <p:strVal val="visible"/>
                                      </p:to>
                                    </p:set>
                                    <p:animEffect transition="in" filter="fade">
                                      <p:cBhvr>
                                        <p:cTn id="65" dur="250"/>
                                        <p:tgtEl>
                                          <p:spTgt spid="225"/>
                                        </p:tgtEl>
                                      </p:cBhvr>
                                    </p:animEffect>
                                  </p:childTnLst>
                                </p:cTn>
                              </p:par>
                              <p:par>
                                <p:cTn id="66" presetID="10" presetClass="entr" presetSubtype="0" fill="hold" nodeType="withEffect">
                                  <p:stCondLst>
                                    <p:cond delay="0"/>
                                  </p:stCondLst>
                                  <p:childTnLst>
                                    <p:set>
                                      <p:cBhvr>
                                        <p:cTn id="67" dur="1" fill="hold">
                                          <p:stCondLst>
                                            <p:cond delay="0"/>
                                          </p:stCondLst>
                                        </p:cTn>
                                        <p:tgtEl>
                                          <p:spTgt spid="232"/>
                                        </p:tgtEl>
                                        <p:attrNameLst>
                                          <p:attrName>style.visibility</p:attrName>
                                        </p:attrNameLst>
                                      </p:cBhvr>
                                      <p:to>
                                        <p:strVal val="visible"/>
                                      </p:to>
                                    </p:set>
                                    <p:animEffect transition="in" filter="fade">
                                      <p:cBhvr>
                                        <p:cTn id="68" dur="250"/>
                                        <p:tgtEl>
                                          <p:spTgt spid="2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5"/>
                                        </p:tgtEl>
                                        <p:attrNameLst>
                                          <p:attrName>style.visibility</p:attrName>
                                        </p:attrNameLst>
                                      </p:cBhvr>
                                      <p:to>
                                        <p:strVal val="visible"/>
                                      </p:to>
                                    </p:set>
                                    <p:animEffect transition="in" filter="fade">
                                      <p:cBhvr>
                                        <p:cTn id="71" dur="250"/>
                                        <p:tgtEl>
                                          <p:spTgt spid="235"/>
                                        </p:tgtEl>
                                      </p:cBhvr>
                                    </p:animEffect>
                                  </p:childTnLst>
                                </p:cTn>
                              </p:par>
                              <p:par>
                                <p:cTn id="72" presetID="10" presetClass="entr" presetSubtype="0" fill="hold" nodeType="withEffect">
                                  <p:stCondLst>
                                    <p:cond delay="0"/>
                                  </p:stCondLst>
                                  <p:childTnLst>
                                    <p:set>
                                      <p:cBhvr>
                                        <p:cTn id="73" dur="1" fill="hold">
                                          <p:stCondLst>
                                            <p:cond delay="0"/>
                                          </p:stCondLst>
                                        </p:cTn>
                                        <p:tgtEl>
                                          <p:spTgt spid="249"/>
                                        </p:tgtEl>
                                        <p:attrNameLst>
                                          <p:attrName>style.visibility</p:attrName>
                                        </p:attrNameLst>
                                      </p:cBhvr>
                                      <p:to>
                                        <p:strVal val="visible"/>
                                      </p:to>
                                    </p:set>
                                    <p:animEffect transition="in" filter="fade">
                                      <p:cBhvr>
                                        <p:cTn id="74" dur="250"/>
                                        <p:tgtEl>
                                          <p:spTgt spid="249"/>
                                        </p:tgtEl>
                                      </p:cBhvr>
                                    </p:animEffect>
                                  </p:childTnLst>
                                </p:cTn>
                              </p:par>
                              <p:par>
                                <p:cTn id="75" presetID="10" presetClass="entr" presetSubtype="0" fill="hold" nodeType="withEffect">
                                  <p:stCondLst>
                                    <p:cond delay="0"/>
                                  </p:stCondLst>
                                  <p:childTnLst>
                                    <p:set>
                                      <p:cBhvr>
                                        <p:cTn id="76" dur="1" fill="hold">
                                          <p:stCondLst>
                                            <p:cond delay="0"/>
                                          </p:stCondLst>
                                        </p:cTn>
                                        <p:tgtEl>
                                          <p:spTgt spid="252"/>
                                        </p:tgtEl>
                                        <p:attrNameLst>
                                          <p:attrName>style.visibility</p:attrName>
                                        </p:attrNameLst>
                                      </p:cBhvr>
                                      <p:to>
                                        <p:strVal val="visible"/>
                                      </p:to>
                                    </p:set>
                                    <p:animEffect transition="in" filter="fade">
                                      <p:cBhvr>
                                        <p:cTn id="77" dur="250"/>
                                        <p:tgtEl>
                                          <p:spTgt spid="252"/>
                                        </p:tgtEl>
                                      </p:cBhvr>
                                    </p:animEffect>
                                  </p:childTnLst>
                                </p:cTn>
                              </p:par>
                              <p:par>
                                <p:cTn id="78" presetID="10" presetClass="entr" presetSubtype="0" fill="hold" nodeType="withEffect">
                                  <p:stCondLst>
                                    <p:cond delay="0"/>
                                  </p:stCondLst>
                                  <p:childTnLst>
                                    <p:set>
                                      <p:cBhvr>
                                        <p:cTn id="79" dur="1" fill="hold">
                                          <p:stCondLst>
                                            <p:cond delay="0"/>
                                          </p:stCondLst>
                                        </p:cTn>
                                        <p:tgtEl>
                                          <p:spTgt spid="255"/>
                                        </p:tgtEl>
                                        <p:attrNameLst>
                                          <p:attrName>style.visibility</p:attrName>
                                        </p:attrNameLst>
                                      </p:cBhvr>
                                      <p:to>
                                        <p:strVal val="visible"/>
                                      </p:to>
                                    </p:set>
                                    <p:animEffect transition="in" filter="fade">
                                      <p:cBhvr>
                                        <p:cTn id="80" dur="250"/>
                                        <p:tgtEl>
                                          <p:spTgt spid="255"/>
                                        </p:tgtEl>
                                      </p:cBhvr>
                                    </p:animEffect>
                                  </p:childTnLst>
                                </p:cTn>
                              </p:par>
                              <p:par>
                                <p:cTn id="81" presetID="10" presetClass="entr" presetSubtype="0" fill="hold" nodeType="withEffect">
                                  <p:stCondLst>
                                    <p:cond delay="0"/>
                                  </p:stCondLst>
                                  <p:childTnLst>
                                    <p:set>
                                      <p:cBhvr>
                                        <p:cTn id="82" dur="1" fill="hold">
                                          <p:stCondLst>
                                            <p:cond delay="0"/>
                                          </p:stCondLst>
                                        </p:cTn>
                                        <p:tgtEl>
                                          <p:spTgt spid="258"/>
                                        </p:tgtEl>
                                        <p:attrNameLst>
                                          <p:attrName>style.visibility</p:attrName>
                                        </p:attrNameLst>
                                      </p:cBhvr>
                                      <p:to>
                                        <p:strVal val="visible"/>
                                      </p:to>
                                    </p:set>
                                    <p:animEffect transition="in" filter="fade">
                                      <p:cBhvr>
                                        <p:cTn id="83" dur="250"/>
                                        <p:tgtEl>
                                          <p:spTgt spid="258"/>
                                        </p:tgtEl>
                                      </p:cBhvr>
                                    </p:animEffect>
                                  </p:childTnLst>
                                </p:cTn>
                              </p:par>
                            </p:childTnLst>
                          </p:cTn>
                        </p:par>
                        <p:par>
                          <p:cTn id="84" fill="hold">
                            <p:stCondLst>
                              <p:cond delay="250"/>
                            </p:stCondLst>
                            <p:childTnLst>
                              <p:par>
                                <p:cTn id="85" presetID="10" presetClass="entr" presetSubtype="0" fill="hold" grpId="0" nodeType="after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fade">
                                      <p:cBhvr>
                                        <p:cTn id="87" dur="250"/>
                                        <p:tgtEl>
                                          <p:spTgt spid="6"/>
                                        </p:tgtEl>
                                      </p:cBhvr>
                                    </p:animEffect>
                                  </p:childTnLst>
                                </p:cTn>
                              </p:par>
                            </p:childTnLst>
                          </p:cTn>
                        </p:par>
                        <p:par>
                          <p:cTn id="88" fill="hold">
                            <p:stCondLst>
                              <p:cond delay="500"/>
                            </p:stCondLst>
                            <p:childTnLst>
                              <p:par>
                                <p:cTn id="89" presetID="26" presetClass="emph" presetSubtype="0" fill="hold" grpId="1" nodeType="afterEffect">
                                  <p:stCondLst>
                                    <p:cond delay="0"/>
                                  </p:stCondLst>
                                  <p:childTnLst>
                                    <p:animEffect transition="out" filter="fade">
                                      <p:cBhvr>
                                        <p:cTn id="90" dur="250" tmFilter="0, 0; .2, .5; .8, .5; 1, 0"/>
                                        <p:tgtEl>
                                          <p:spTgt spid="6"/>
                                        </p:tgtEl>
                                      </p:cBhvr>
                                    </p:animEffect>
                                    <p:animScale>
                                      <p:cBhvr>
                                        <p:cTn id="91" dur="125"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animBg="1"/>
      <p:bldP spid="202" grpId="0" animBg="1"/>
      <p:bldP spid="150" grpId="0"/>
      <p:bldP spid="221" grpId="0"/>
      <p:bldP spid="222" grpId="0"/>
      <p:bldP spid="225" grpId="0"/>
      <p:bldP spid="235" grpId="0"/>
      <p:bldP spid="6" grpId="0"/>
      <p:bldP spid="6" grpId="1"/>
      <p:bldP spid="199" grpId="0"/>
      <p:bldP spid="199" grpId="1"/>
    </p:bldLst>
  </p:timing>
</p:sld>
</file>

<file path=ppt/slides/slide5.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70007" y="717621"/>
            <a:ext cx="5486399" cy="3161207"/>
          </a:xfrm>
        </p:spPr>
        <p:txBody>
          <a:bodyPr lIns="182880">
            <a:noAutofit/>
          </a:bodyPr>
          <a:lstStyle/>
          <a:p>
            <a:pPr marL="0" lvl="1" indent="0">
              <a:spcBef>
                <a:spcPts val="0"/>
              </a:spcBef>
              <a:buNone/>
            </a:pPr>
            <a:r>
              <a:rPr lang="en-US" sz="3000" dirty="0"/>
              <a:t>     </a:t>
            </a:r>
            <a:r>
              <a:rPr lang="en-US" sz="3000" dirty="0">
                <a:solidFill>
                  <a:schemeClr val="accent4"/>
                </a:solidFill>
              </a:rPr>
              <a:t>Load Balancer</a:t>
            </a:r>
          </a:p>
          <a:p>
            <a:pPr marL="0" lvl="1">
              <a:spcBef>
                <a:spcPts val="600"/>
              </a:spcBef>
            </a:pPr>
            <a:r>
              <a:rPr lang="en-US" sz="1600" dirty="0"/>
              <a:t>New Load Balancer, SKUs</a:t>
            </a:r>
          </a:p>
          <a:p>
            <a:pPr marL="0" lvl="1">
              <a:spcBef>
                <a:spcPts val="600"/>
              </a:spcBef>
            </a:pPr>
            <a:r>
              <a:rPr lang="en-US" sz="1600" dirty="0"/>
              <a:t>Pool up to 1000 instances in VNet, incl. 1000 instance VMSS</a:t>
            </a:r>
          </a:p>
          <a:p>
            <a:pPr marL="0" lvl="1">
              <a:spcBef>
                <a:spcPts val="600"/>
              </a:spcBef>
            </a:pPr>
            <a:r>
              <a:rPr lang="en-US" sz="1600" dirty="0"/>
              <a:t>Multiple VMSS</a:t>
            </a:r>
          </a:p>
          <a:p>
            <a:pPr marL="0" lvl="1">
              <a:spcBef>
                <a:spcPts val="600"/>
              </a:spcBef>
            </a:pPr>
            <a:r>
              <a:rPr lang="en-US" sz="1600" dirty="0"/>
              <a:t>Zone-redundant data path with single IP</a:t>
            </a:r>
          </a:p>
          <a:p>
            <a:pPr marL="0" lvl="1">
              <a:spcBef>
                <a:spcPts val="600"/>
              </a:spcBef>
            </a:pPr>
            <a:r>
              <a:rPr lang="en-US" sz="1600" dirty="0"/>
              <a:t>Zonal frontends</a:t>
            </a:r>
          </a:p>
          <a:p>
            <a:pPr marL="0" lvl="1">
              <a:spcBef>
                <a:spcPts val="600"/>
              </a:spcBef>
            </a:pPr>
            <a:r>
              <a:rPr lang="en-US" sz="1600" dirty="0"/>
              <a:t>Cross-zone load balancing</a:t>
            </a:r>
          </a:p>
          <a:p>
            <a:pPr marL="0" lvl="1">
              <a:spcBef>
                <a:spcPts val="600"/>
              </a:spcBef>
            </a:pPr>
            <a:r>
              <a:rPr lang="en-US" sz="1600" dirty="0"/>
              <a:t>Cross-zone VMSS</a:t>
            </a:r>
          </a:p>
          <a:p>
            <a:pPr marL="0" lvl="1">
              <a:spcBef>
                <a:spcPts val="600"/>
              </a:spcBef>
            </a:pPr>
            <a:r>
              <a:rPr lang="en-US" sz="1600" dirty="0"/>
              <a:t>HA Ports for NVAs and more</a:t>
            </a:r>
          </a:p>
          <a:p>
            <a:pPr marL="0" lvl="1">
              <a:spcBef>
                <a:spcPts val="600"/>
              </a:spcBef>
            </a:pPr>
            <a:r>
              <a:rPr lang="en-US" sz="1600" dirty="0"/>
              <a:t>Advanced analytics (Traffic Counters, Per Endpoint health probe status, Continuous in-band data plane health, Inbound connection attempts, Outbound connections)</a:t>
            </a:r>
          </a:p>
        </p:txBody>
      </p:sp>
      <p:sp>
        <p:nvSpPr>
          <p:cNvPr id="4" name="Text Placeholder 3"/>
          <p:cNvSpPr>
            <a:spLocks noGrp="1"/>
          </p:cNvSpPr>
          <p:nvPr>
            <p:ph type="body" sz="quarter" idx="11"/>
          </p:nvPr>
        </p:nvSpPr>
        <p:spPr>
          <a:xfrm>
            <a:off x="6770807" y="717619"/>
            <a:ext cx="5486399" cy="3565667"/>
          </a:xfrm>
        </p:spPr>
        <p:txBody>
          <a:bodyPr vert="horz" wrap="square" lIns="182880" tIns="91440" rIns="146304" bIns="91440" rtlCol="0" anchor="t">
            <a:noAutofit/>
          </a:bodyPr>
          <a:lstStyle/>
          <a:p>
            <a:pPr marL="0" lvl="1">
              <a:spcBef>
                <a:spcPts val="0"/>
              </a:spcBef>
            </a:pPr>
            <a:r>
              <a:rPr lang="en-US" sz="2800" dirty="0">
                <a:solidFill>
                  <a:srgbClr val="D83B01"/>
                </a:solidFill>
              </a:rPr>
              <a:t>     </a:t>
            </a:r>
            <a:r>
              <a:rPr lang="en-US" sz="3000" dirty="0">
                <a:solidFill>
                  <a:schemeClr val="accent4"/>
                </a:solidFill>
              </a:rPr>
              <a:t>Application Gateway</a:t>
            </a:r>
          </a:p>
          <a:p>
            <a:pPr marL="0" lvl="1">
              <a:spcBef>
                <a:spcPts val="600"/>
              </a:spcBef>
            </a:pPr>
            <a:r>
              <a:rPr lang="en-US" sz="1600" dirty="0"/>
              <a:t>SSL Policy with cipher suites</a:t>
            </a:r>
          </a:p>
          <a:p>
            <a:pPr marL="0" lvl="1">
              <a:spcBef>
                <a:spcPts val="600"/>
              </a:spcBef>
            </a:pPr>
            <a:r>
              <a:rPr lang="en-US" sz="1600" dirty="0"/>
              <a:t>Redirection</a:t>
            </a:r>
          </a:p>
          <a:p>
            <a:pPr marL="0" lvl="1">
              <a:spcBef>
                <a:spcPts val="600"/>
              </a:spcBef>
            </a:pPr>
            <a:r>
              <a:rPr lang="en-US" sz="1600" dirty="0"/>
              <a:t>Multitenant (</a:t>
            </a:r>
            <a:r>
              <a:rPr lang="en-US" sz="1600" dirty="0" err="1"/>
              <a:t>WebApp</a:t>
            </a:r>
            <a:r>
              <a:rPr lang="en-US" sz="1600" dirty="0"/>
              <a:t>) backend</a:t>
            </a:r>
          </a:p>
          <a:p>
            <a:pPr marL="0" lvl="1">
              <a:spcBef>
                <a:spcPts val="600"/>
              </a:spcBef>
            </a:pPr>
            <a:r>
              <a:rPr lang="en-US" sz="1600" dirty="0"/>
              <a:t>Health probe enhancements</a:t>
            </a:r>
          </a:p>
          <a:p>
            <a:pPr marL="0" lvl="1">
              <a:spcBef>
                <a:spcPts val="600"/>
              </a:spcBef>
            </a:pPr>
            <a:r>
              <a:rPr lang="en-US" sz="1600" dirty="0"/>
              <a:t>Multiple VMSS</a:t>
            </a:r>
          </a:p>
          <a:p>
            <a:pPr marL="0" lvl="1">
              <a:spcBef>
                <a:spcPts val="600"/>
              </a:spcBef>
            </a:pPr>
            <a:r>
              <a:rPr lang="en-US" sz="1600" dirty="0"/>
              <a:t>Path override</a:t>
            </a:r>
          </a:p>
          <a:p>
            <a:pPr marL="0" lvl="1">
              <a:spcBef>
                <a:spcPts val="600"/>
              </a:spcBef>
            </a:pPr>
            <a:r>
              <a:rPr lang="en-US" sz="1600" dirty="0"/>
              <a:t>Idle timeout and domain label</a:t>
            </a:r>
          </a:p>
          <a:p>
            <a:pPr marL="0" lvl="1">
              <a:spcBef>
                <a:spcPts val="600"/>
              </a:spcBef>
            </a:pPr>
            <a:r>
              <a:rPr lang="en-US" sz="1600" dirty="0"/>
              <a:t>WAF: OWASP ModSecurity CRS 3.0</a:t>
            </a:r>
          </a:p>
          <a:p>
            <a:pPr marL="0" lvl="1">
              <a:spcBef>
                <a:spcPts val="600"/>
              </a:spcBef>
            </a:pPr>
            <a:r>
              <a:rPr lang="en-US" sz="1600" dirty="0"/>
              <a:t>WAF: Rule configurability</a:t>
            </a:r>
          </a:p>
          <a:p>
            <a:pPr marL="0" lvl="1">
              <a:spcBef>
                <a:spcPts val="600"/>
              </a:spcBef>
            </a:pPr>
            <a:r>
              <a:rPr lang="en-US" sz="1600" dirty="0"/>
              <a:t>WAF ASC and OMS log analytics</a:t>
            </a:r>
          </a:p>
          <a:p>
            <a:pPr marL="0" lvl="1">
              <a:spcBef>
                <a:spcPts val="600"/>
              </a:spcBef>
            </a:pPr>
            <a:endParaRPr lang="en-US" sz="2000" dirty="0">
              <a:gradFill>
                <a:gsLst>
                  <a:gs pos="4425">
                    <a:schemeClr val="accent5"/>
                  </a:gs>
                  <a:gs pos="30000">
                    <a:schemeClr val="accent5"/>
                  </a:gs>
                </a:gsLst>
                <a:lin ang="5400000" scaled="0"/>
              </a:gradFill>
            </a:endParaRPr>
          </a:p>
        </p:txBody>
      </p:sp>
      <p:sp>
        <p:nvSpPr>
          <p:cNvPr id="2" name="Title 1"/>
          <p:cNvSpPr>
            <a:spLocks noGrp="1"/>
          </p:cNvSpPr>
          <p:nvPr>
            <p:ph type="title"/>
          </p:nvPr>
        </p:nvSpPr>
        <p:spPr>
          <a:xfrm>
            <a:off x="274637" y="155029"/>
            <a:ext cx="11889564" cy="917575"/>
          </a:xfrm>
        </p:spPr>
        <p:txBody>
          <a:bodyPr/>
          <a:lstStyle/>
          <a:p>
            <a:r>
              <a:rPr lang="en-US" sz="2800" b="1" dirty="0"/>
              <a:t>What’s New?</a:t>
            </a:r>
          </a:p>
        </p:txBody>
      </p:sp>
      <p:sp>
        <p:nvSpPr>
          <p:cNvPr id="16" name="Freeform 5">
            <a:extLst>
              <a:ext uri="{FF2B5EF4-FFF2-40B4-BE49-F238E27FC236}">
                <a16:creationId xmlns:a16="http://schemas.microsoft.com/office/drawing/2014/main" id="{04CF2C43-A700-4B48-AE0B-1C6583341C15}"/>
              </a:ext>
            </a:extLst>
          </p:cNvPr>
          <p:cNvSpPr>
            <a:spLocks noChangeAspect="1" noEditPoints="1"/>
          </p:cNvSpPr>
          <p:nvPr/>
        </p:nvSpPr>
        <p:spPr bwMode="auto">
          <a:xfrm>
            <a:off x="6911988" y="772742"/>
            <a:ext cx="473722" cy="480254"/>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pic>
        <p:nvPicPr>
          <p:cNvPr id="17" name="Picture 2" descr="Image result for azure load balancer icon png">
            <a:extLst>
              <a:ext uri="{FF2B5EF4-FFF2-40B4-BE49-F238E27FC236}">
                <a16:creationId xmlns:a16="http://schemas.microsoft.com/office/drawing/2014/main" id="{3461C63D-018E-4A7D-9844-4F222B53C4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656" y="772742"/>
            <a:ext cx="480254" cy="48025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Image result for azure traffic manager icon png">
            <a:extLst>
              <a:ext uri="{FF2B5EF4-FFF2-40B4-BE49-F238E27FC236}">
                <a16:creationId xmlns:a16="http://schemas.microsoft.com/office/drawing/2014/main" id="{9F41FBEC-6C2E-4909-A887-E948926E8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657" y="4491182"/>
            <a:ext cx="480254" cy="48025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215BE615-1C33-4817-AA30-E6EF4D061AC4}"/>
              </a:ext>
            </a:extLst>
          </p:cNvPr>
          <p:cNvSpPr txBox="1">
            <a:spLocks/>
          </p:cNvSpPr>
          <p:nvPr/>
        </p:nvSpPr>
        <p:spPr>
          <a:xfrm>
            <a:off x="370007" y="4441420"/>
            <a:ext cx="5486399" cy="2320389"/>
          </a:xfrm>
          <a:prstGeom prst="rect">
            <a:avLst/>
          </a:prstGeom>
        </p:spPr>
        <p:txBody>
          <a:bodyPr vert="horz" wrap="square" lIns="182880" tIns="91440" rIns="146304" bIns="91440" rtlCol="0">
            <a:noAutofit/>
          </a:bodyPr>
          <a:lstStyle>
            <a:lvl1pPr marL="0" marR="0" indent="0"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None/>
              <a:tabLst/>
              <a:defRPr sz="3000" b="0" kern="1200" spc="0" baseline="0">
                <a:gradFill>
                  <a:gsLst>
                    <a:gs pos="1250">
                      <a:schemeClr val="tx1"/>
                    </a:gs>
                    <a:gs pos="100000">
                      <a:schemeClr val="tx1"/>
                    </a:gs>
                  </a:gsLst>
                  <a:lin ang="5400000" scaled="0"/>
                </a:gradFill>
                <a:latin typeface="+mn-lt"/>
                <a:ea typeface="+mn-ea"/>
                <a:cs typeface="+mn-cs"/>
              </a:defRPr>
            </a:lvl1pPr>
            <a:lvl2pPr marL="255588"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b="0" kern="1200" spc="0" baseline="0">
                <a:gradFill>
                  <a:gsLst>
                    <a:gs pos="1250">
                      <a:schemeClr val="tx1"/>
                    </a:gs>
                    <a:gs pos="100000">
                      <a:schemeClr val="tx1"/>
                    </a:gs>
                  </a:gsLst>
                  <a:lin ang="5400000" scaled="0"/>
                </a:gradFill>
                <a:latin typeface="+mn-lt"/>
                <a:ea typeface="+mn-ea"/>
                <a:cs typeface="+mn-cs"/>
              </a:defRPr>
            </a:lvl2pPr>
            <a:lvl3pPr marL="45085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b="0" kern="1200" spc="0" baseline="0">
                <a:gradFill>
                  <a:gsLst>
                    <a:gs pos="1250">
                      <a:schemeClr val="tx1"/>
                    </a:gs>
                    <a:gs pos="100000">
                      <a:schemeClr val="tx1"/>
                    </a:gs>
                  </a:gsLst>
                  <a:lin ang="5400000" scaled="0"/>
                </a:gradFill>
                <a:latin typeface="+mn-lt"/>
                <a:ea typeface="+mn-ea"/>
                <a:cs typeface="+mn-cs"/>
              </a:defRPr>
            </a:lvl3pPr>
            <a:lvl4pPr marL="652462"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b="0" kern="1200" spc="0" baseline="0">
                <a:gradFill>
                  <a:gsLst>
                    <a:gs pos="1250">
                      <a:schemeClr val="tx1"/>
                    </a:gs>
                    <a:gs pos="100000">
                      <a:schemeClr val="tx1"/>
                    </a:gs>
                  </a:gsLst>
                  <a:lin ang="5400000" scaled="0"/>
                </a:gradFill>
                <a:latin typeface="+mn-lt"/>
                <a:ea typeface="+mn-ea"/>
                <a:cs typeface="+mn-cs"/>
              </a:defRPr>
            </a:lvl4pPr>
            <a:lvl5pPr marL="854075"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b="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90000"/>
              </a:lnSpc>
              <a:spcBef>
                <a:spcPts val="0"/>
              </a:spcBef>
              <a:spcAft>
                <a:spcPts val="0"/>
              </a:spcAft>
              <a:buClrTx/>
              <a:buSzPct val="90000"/>
              <a:buFont typeface="Wingdings" panose="05000000000000000000" pitchFamily="2" charset="2"/>
              <a:buNone/>
              <a:tabLst/>
              <a:defRPr/>
            </a:pPr>
            <a:r>
              <a:rPr kumimoji="0" lang="en-US" sz="3000" b="0" i="0" u="none" strike="noStrike" kern="1200" cap="none" spc="0" normalizeH="0" baseline="0" noProof="0" dirty="0">
                <a:ln>
                  <a:noFill/>
                </a:ln>
                <a:solidFill>
                  <a:srgbClr val="D83B01"/>
                </a:solidFill>
                <a:effectLst/>
                <a:uLnTx/>
                <a:uFillTx/>
                <a:latin typeface="Segoe UI Semilight"/>
                <a:ea typeface="+mn-ea"/>
                <a:cs typeface="+mn-cs"/>
              </a:rPr>
              <a:t>     </a:t>
            </a:r>
            <a:r>
              <a:rPr kumimoji="0" lang="en-US" sz="3000" b="0" i="0" u="none" strike="noStrike" kern="1200" cap="none" spc="0" normalizeH="0" baseline="0" noProof="0" dirty="0">
                <a:ln>
                  <a:noFill/>
                </a:ln>
                <a:solidFill>
                  <a:srgbClr val="0078D7"/>
                </a:solidFill>
                <a:effectLst/>
                <a:uLnTx/>
                <a:uFillTx/>
                <a:latin typeface="Segoe UI Semilight"/>
                <a:ea typeface="+mn-ea"/>
                <a:cs typeface="+mn-cs"/>
              </a:rPr>
              <a:t>Traffic Manager</a:t>
            </a:r>
            <a:endParaRPr kumimoji="0" lang="en-US" sz="2000" b="1" i="0" u="none" strike="noStrike" kern="1200" cap="none" spc="0" normalizeH="0" baseline="0" noProof="0" dirty="0">
              <a:ln>
                <a:noFill/>
              </a:ln>
              <a:solidFill>
                <a:srgbClr val="0078D7"/>
              </a:solidFill>
              <a:effectLst/>
              <a:uLnTx/>
              <a:uFillTx/>
              <a:latin typeface="Segoe UI Semilight"/>
              <a:ea typeface="+mn-ea"/>
              <a:cs typeface="+mn-cs"/>
            </a:endParaRP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gradFill>
                  <a:gsLst>
                    <a:gs pos="1250">
                      <a:srgbClr val="353535"/>
                    </a:gs>
                    <a:gs pos="100000">
                      <a:srgbClr val="353535"/>
                    </a:gs>
                  </a:gsLst>
                  <a:lin ang="5400000" scaled="0"/>
                </a:gradFill>
                <a:effectLst/>
                <a:uLnTx/>
                <a:uFillTx/>
                <a:latin typeface="Segoe UI Semilight"/>
                <a:ea typeface="+mn-ea"/>
                <a:cs typeface="+mn-cs"/>
              </a:rPr>
              <a:t>Real User Measurements</a:t>
            </a: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gradFill>
                  <a:gsLst>
                    <a:gs pos="1250">
                      <a:srgbClr val="353535"/>
                    </a:gs>
                    <a:gs pos="100000">
                      <a:srgbClr val="353535"/>
                    </a:gs>
                  </a:gsLst>
                  <a:lin ang="5400000" scaled="0"/>
                </a:gradFill>
                <a:effectLst/>
                <a:uLnTx/>
                <a:uFillTx/>
                <a:latin typeface="Segoe UI Semilight"/>
                <a:ea typeface="+mn-ea"/>
                <a:cs typeface="+mn-cs"/>
              </a:rPr>
              <a:t>Traffic Flow</a:t>
            </a: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gradFill>
                  <a:gsLst>
                    <a:gs pos="1250">
                      <a:srgbClr val="353535"/>
                    </a:gs>
                    <a:gs pos="100000">
                      <a:srgbClr val="353535"/>
                    </a:gs>
                  </a:gsLst>
                  <a:lin ang="5400000" scaled="0"/>
                </a:gradFill>
                <a:effectLst/>
                <a:uLnTx/>
                <a:uFillTx/>
                <a:latin typeface="Segoe UI Semilight"/>
                <a:ea typeface="+mn-ea"/>
                <a:cs typeface="+mn-cs"/>
              </a:rPr>
              <a:t>EDNS Client Subnet</a:t>
            </a: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lang="en-US" sz="1600" dirty="0">
                <a:gradFill>
                  <a:gsLst>
                    <a:gs pos="1250">
                      <a:srgbClr val="353535"/>
                    </a:gs>
                    <a:gs pos="100000">
                      <a:srgbClr val="353535"/>
                    </a:gs>
                  </a:gsLst>
                  <a:lin ang="5400000" scaled="0"/>
                </a:gradFill>
                <a:latin typeface="Segoe UI Semilight"/>
              </a:rPr>
              <a:t>Azure Monitor Metrics</a:t>
            </a: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gradFill>
                  <a:gsLst>
                    <a:gs pos="1250">
                      <a:srgbClr val="353535"/>
                    </a:gs>
                    <a:gs pos="100000">
                      <a:srgbClr val="353535"/>
                    </a:gs>
                  </a:gsLst>
                  <a:lin ang="5400000" scaled="0"/>
                </a:gradFill>
                <a:effectLst/>
                <a:uLnTx/>
                <a:uFillTx/>
                <a:latin typeface="Segoe UI Semilight"/>
                <a:ea typeface="+mn-ea"/>
                <a:cs typeface="+mn-cs"/>
              </a:rPr>
              <a:t>Fast Failover</a:t>
            </a:r>
          </a:p>
          <a:p>
            <a:pPr marL="0" marR="0" lvl="1" indent="0" algn="l" defTabSz="932742" rtl="0" eaLnBrk="1" fontAlgn="auto" latinLnBrk="0" hangingPunct="1">
              <a:lnSpc>
                <a:spcPct val="90000"/>
              </a:lnSpc>
              <a:spcBef>
                <a:spcPts val="600"/>
              </a:spcBef>
              <a:spcAft>
                <a:spcPts val="0"/>
              </a:spcAft>
              <a:buClrTx/>
              <a:buSzPct val="90000"/>
              <a:buFont typeface="Wingdings" panose="05000000000000000000" pitchFamily="2" charset="2"/>
              <a:buNone/>
              <a:tabLst/>
              <a:defRPr/>
            </a:pPr>
            <a:r>
              <a:rPr lang="en-US" sz="1600" dirty="0">
                <a:gradFill>
                  <a:gsLst>
                    <a:gs pos="1250">
                      <a:srgbClr val="353535"/>
                    </a:gs>
                    <a:gs pos="100000">
                      <a:srgbClr val="353535"/>
                    </a:gs>
                  </a:gsLst>
                  <a:lin ang="5400000" scaled="0"/>
                </a:gradFill>
                <a:latin typeface="Segoe UI Semilight"/>
              </a:rPr>
              <a:t>Geographic Routing</a:t>
            </a:r>
            <a:endParaRPr kumimoji="0" lang="en-US" sz="1600" b="0" i="0" u="none" strike="noStrike" kern="1200" cap="none" spc="0" normalizeH="0" baseline="0" noProof="0" dirty="0">
              <a:ln>
                <a:noFill/>
              </a:ln>
              <a:gradFill>
                <a:gsLst>
                  <a:gs pos="1250">
                    <a:srgbClr val="353535"/>
                  </a:gs>
                  <a:gs pos="100000">
                    <a:srgbClr val="353535"/>
                  </a:gs>
                </a:gsLst>
                <a:lin ang="5400000" scaled="0"/>
              </a:gradFill>
              <a:effectLst/>
              <a:uLnTx/>
              <a:uFillTx/>
              <a:latin typeface="Segoe UI Semilight"/>
              <a:ea typeface="+mn-ea"/>
              <a:cs typeface="+mn-cs"/>
            </a:endParaRPr>
          </a:p>
        </p:txBody>
      </p:sp>
    </p:spTree>
    <p:extLst>
      <p:ext uri="{BB962C8B-B14F-4D97-AF65-F5344CB8AC3E}">
        <p14:creationId xmlns:p14="http://schemas.microsoft.com/office/powerpoint/2010/main" val="219905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0D3888-DBC2-4C06-8A86-2919259515A2}"/>
              </a:ext>
            </a:extLst>
          </p:cNvPr>
          <p:cNvSpPr>
            <a:spLocks noGrp="1"/>
          </p:cNvSpPr>
          <p:nvPr>
            <p:ph type="title"/>
          </p:nvPr>
        </p:nvSpPr>
        <p:spPr>
          <a:xfrm>
            <a:off x="1920948" y="2223960"/>
            <a:ext cx="10561638" cy="1181862"/>
          </a:xfrm>
        </p:spPr>
        <p:txBody>
          <a:bodyPr/>
          <a:lstStyle/>
          <a:p>
            <a:r>
              <a:rPr lang="en-US" dirty="0"/>
              <a:t>Load Balancer</a:t>
            </a:r>
          </a:p>
        </p:txBody>
      </p:sp>
      <p:grpSp>
        <p:nvGrpSpPr>
          <p:cNvPr id="2" name="Graphic 5">
            <a:extLst>
              <a:ext uri="{FF2B5EF4-FFF2-40B4-BE49-F238E27FC236}">
                <a16:creationId xmlns:a16="http://schemas.microsoft.com/office/drawing/2014/main" id="{0DEEA286-57EF-41CA-9CA3-B2689C9DB9B2}"/>
              </a:ext>
            </a:extLst>
          </p:cNvPr>
          <p:cNvGrpSpPr>
            <a:grpSpLocks noChangeAspect="1"/>
          </p:cNvGrpSpPr>
          <p:nvPr/>
        </p:nvGrpSpPr>
        <p:grpSpPr>
          <a:xfrm>
            <a:off x="365759" y="2125662"/>
            <a:ext cx="1280160" cy="1280160"/>
            <a:chOff x="736899" y="2353165"/>
            <a:chExt cx="753559" cy="726826"/>
          </a:xfrm>
        </p:grpSpPr>
        <p:sp>
          <p:nvSpPr>
            <p:cNvPr id="7" name="Freeform: Shape 6">
              <a:extLst>
                <a:ext uri="{FF2B5EF4-FFF2-40B4-BE49-F238E27FC236}">
                  <a16:creationId xmlns:a16="http://schemas.microsoft.com/office/drawing/2014/main" id="{E6C4039F-E72E-4113-8428-1301E2747197}"/>
                </a:ext>
              </a:extLst>
            </p:cNvPr>
            <p:cNvSpPr/>
            <p:nvPr/>
          </p:nvSpPr>
          <p:spPr>
            <a:xfrm>
              <a:off x="736899" y="2353165"/>
              <a:ext cx="753559" cy="726826"/>
            </a:xfrm>
            <a:custGeom>
              <a:avLst/>
              <a:gdLst/>
              <a:ahLst/>
              <a:cxnLst/>
              <a:rect l="0" t="0" r="0" b="0"/>
              <a:pathLst>
                <a:path w="753559" h="726826">
                  <a:moveTo>
                    <a:pt x="376795" y="726841"/>
                  </a:moveTo>
                  <a:cubicBezTo>
                    <a:pt x="358227" y="726841"/>
                    <a:pt x="340744" y="719863"/>
                    <a:pt x="327647" y="707187"/>
                  </a:cubicBezTo>
                  <a:lnTo>
                    <a:pt x="20361" y="410817"/>
                  </a:lnTo>
                  <a:cubicBezTo>
                    <a:pt x="7415" y="398330"/>
                    <a:pt x="0" y="381075"/>
                    <a:pt x="0" y="363413"/>
                  </a:cubicBezTo>
                  <a:cubicBezTo>
                    <a:pt x="0" y="345766"/>
                    <a:pt x="7415" y="328496"/>
                    <a:pt x="20361" y="316024"/>
                  </a:cubicBezTo>
                  <a:lnTo>
                    <a:pt x="327647" y="19653"/>
                  </a:lnTo>
                  <a:cubicBezTo>
                    <a:pt x="340774" y="6978"/>
                    <a:pt x="358227" y="0"/>
                    <a:pt x="376795" y="0"/>
                  </a:cubicBezTo>
                  <a:cubicBezTo>
                    <a:pt x="395347" y="0"/>
                    <a:pt x="412815" y="6978"/>
                    <a:pt x="425942" y="19653"/>
                  </a:cubicBezTo>
                  <a:lnTo>
                    <a:pt x="733183" y="316024"/>
                  </a:lnTo>
                  <a:cubicBezTo>
                    <a:pt x="746340" y="328642"/>
                    <a:pt x="753559" y="345489"/>
                    <a:pt x="753559" y="363413"/>
                  </a:cubicBezTo>
                  <a:cubicBezTo>
                    <a:pt x="753559" y="381337"/>
                    <a:pt x="746340" y="398184"/>
                    <a:pt x="733168" y="410846"/>
                  </a:cubicBezTo>
                  <a:lnTo>
                    <a:pt x="425942" y="707187"/>
                  </a:lnTo>
                  <a:cubicBezTo>
                    <a:pt x="412830" y="719863"/>
                    <a:pt x="395347" y="726841"/>
                    <a:pt x="376795" y="726841"/>
                  </a:cubicBezTo>
                </a:path>
              </a:pathLst>
            </a:custGeom>
            <a:solidFill>
              <a:schemeClr val="tx1"/>
            </a:solidFill>
            <a:ln w="15050" cap="flat">
              <a:solidFill>
                <a:schemeClr val="bg2"/>
              </a:solidFill>
              <a:prstDash val="solid"/>
              <a:miter/>
            </a:ln>
          </p:spPr>
          <p:txBody>
            <a:bodyPr/>
            <a:lstStyle/>
            <a:p>
              <a:endParaRPr lang="en-US"/>
            </a:p>
          </p:txBody>
        </p:sp>
        <p:sp>
          <p:nvSpPr>
            <p:cNvPr id="8" name="Freeform: Shape 7">
              <a:extLst>
                <a:ext uri="{FF2B5EF4-FFF2-40B4-BE49-F238E27FC236}">
                  <a16:creationId xmlns:a16="http://schemas.microsoft.com/office/drawing/2014/main" id="{997784C3-D7A6-4D51-ABB5-CFBBAF54E42F}"/>
                </a:ext>
              </a:extLst>
            </p:cNvPr>
            <p:cNvSpPr/>
            <p:nvPr/>
          </p:nvSpPr>
          <p:spPr>
            <a:xfrm>
              <a:off x="803016" y="2416952"/>
              <a:ext cx="617918" cy="581461"/>
            </a:xfrm>
            <a:custGeom>
              <a:avLst/>
              <a:gdLst/>
              <a:ahLst/>
              <a:cxnLst/>
              <a:rect l="0" t="0" r="0" b="0"/>
              <a:pathLst>
                <a:path w="617918" h="581460">
                  <a:moveTo>
                    <a:pt x="621324" y="294699"/>
                  </a:moveTo>
                  <a:lnTo>
                    <a:pt x="521659" y="198583"/>
                  </a:lnTo>
                  <a:lnTo>
                    <a:pt x="521659" y="266440"/>
                  </a:lnTo>
                  <a:lnTo>
                    <a:pt x="415919" y="266353"/>
                  </a:lnTo>
                  <a:cubicBezTo>
                    <a:pt x="405716" y="231203"/>
                    <a:pt x="377141" y="203439"/>
                    <a:pt x="340805" y="193379"/>
                  </a:cubicBezTo>
                  <a:lnTo>
                    <a:pt x="340805" y="96130"/>
                  </a:lnTo>
                  <a:lnTo>
                    <a:pt x="410328" y="96130"/>
                  </a:lnTo>
                  <a:lnTo>
                    <a:pt x="310662" y="0"/>
                  </a:lnTo>
                  <a:lnTo>
                    <a:pt x="211012" y="96130"/>
                  </a:lnTo>
                  <a:lnTo>
                    <a:pt x="280520" y="96130"/>
                  </a:lnTo>
                  <a:lnTo>
                    <a:pt x="280520" y="193365"/>
                  </a:lnTo>
                  <a:cubicBezTo>
                    <a:pt x="244244" y="203424"/>
                    <a:pt x="215699" y="231102"/>
                    <a:pt x="205450" y="266164"/>
                  </a:cubicBezTo>
                  <a:lnTo>
                    <a:pt x="99666" y="266076"/>
                  </a:lnTo>
                  <a:lnTo>
                    <a:pt x="99666" y="198947"/>
                  </a:lnTo>
                  <a:lnTo>
                    <a:pt x="0" y="295077"/>
                  </a:lnTo>
                  <a:lnTo>
                    <a:pt x="99666" y="391192"/>
                  </a:lnTo>
                  <a:lnTo>
                    <a:pt x="99666" y="323336"/>
                  </a:lnTo>
                  <a:lnTo>
                    <a:pt x="205496" y="323423"/>
                  </a:lnTo>
                  <a:cubicBezTo>
                    <a:pt x="215789" y="358412"/>
                    <a:pt x="244289" y="386003"/>
                    <a:pt x="280520" y="396048"/>
                  </a:cubicBezTo>
                  <a:lnTo>
                    <a:pt x="280520" y="463439"/>
                  </a:lnTo>
                  <a:cubicBezTo>
                    <a:pt x="265449" y="474021"/>
                    <a:pt x="242420" y="496262"/>
                    <a:pt x="242420" y="522166"/>
                  </a:cubicBezTo>
                  <a:cubicBezTo>
                    <a:pt x="242420" y="558231"/>
                    <a:pt x="273060" y="587581"/>
                    <a:pt x="310451" y="587581"/>
                  </a:cubicBezTo>
                  <a:cubicBezTo>
                    <a:pt x="347843" y="587581"/>
                    <a:pt x="378422" y="558231"/>
                    <a:pt x="378422" y="522166"/>
                  </a:cubicBezTo>
                  <a:cubicBezTo>
                    <a:pt x="378422" y="496553"/>
                    <a:pt x="355876" y="474574"/>
                    <a:pt x="340805" y="463831"/>
                  </a:cubicBezTo>
                  <a:lnTo>
                    <a:pt x="340805" y="396048"/>
                  </a:lnTo>
                  <a:cubicBezTo>
                    <a:pt x="376960" y="386032"/>
                    <a:pt x="405445" y="358500"/>
                    <a:pt x="415784" y="323612"/>
                  </a:cubicBezTo>
                  <a:lnTo>
                    <a:pt x="521659" y="323699"/>
                  </a:lnTo>
                  <a:lnTo>
                    <a:pt x="521659" y="390829"/>
                  </a:lnTo>
                  <a:lnTo>
                    <a:pt x="621324" y="294699"/>
                  </a:lnTo>
                  <a:close/>
                </a:path>
              </a:pathLst>
            </a:custGeom>
            <a:solidFill>
              <a:schemeClr val="tx1"/>
            </a:solidFill>
            <a:ln w="15050" cap="flat">
              <a:solidFill>
                <a:schemeClr val="bg2"/>
              </a:solidFill>
              <a:prstDash val="solid"/>
              <a:miter/>
            </a:ln>
          </p:spPr>
          <p:txBody>
            <a:bodyPr/>
            <a:lstStyle/>
            <a:p>
              <a:endParaRPr lang="en-US"/>
            </a:p>
          </p:txBody>
        </p:sp>
        <p:sp>
          <p:nvSpPr>
            <p:cNvPr id="9" name="Freeform: Shape 8">
              <a:extLst>
                <a:ext uri="{FF2B5EF4-FFF2-40B4-BE49-F238E27FC236}">
                  <a16:creationId xmlns:a16="http://schemas.microsoft.com/office/drawing/2014/main" id="{FE2FFB4E-A62F-4B46-9DF6-2EDD23EECC69}"/>
                </a:ext>
              </a:extLst>
            </p:cNvPr>
            <p:cNvSpPr/>
            <p:nvPr/>
          </p:nvSpPr>
          <p:spPr>
            <a:xfrm>
              <a:off x="1034434" y="2635218"/>
              <a:ext cx="150712" cy="145365"/>
            </a:xfrm>
            <a:custGeom>
              <a:avLst/>
              <a:gdLst/>
              <a:ahLst/>
              <a:cxnLst/>
              <a:rect l="0" t="0" r="0" b="0"/>
              <a:pathLst>
                <a:path w="150711" h="145365">
                  <a:moveTo>
                    <a:pt x="79244" y="0"/>
                  </a:moveTo>
                  <a:cubicBezTo>
                    <a:pt x="35553" y="0"/>
                    <a:pt x="0" y="34292"/>
                    <a:pt x="0" y="76433"/>
                  </a:cubicBezTo>
                  <a:cubicBezTo>
                    <a:pt x="0" y="118574"/>
                    <a:pt x="35553" y="152866"/>
                    <a:pt x="79244" y="152866"/>
                  </a:cubicBezTo>
                  <a:cubicBezTo>
                    <a:pt x="122936" y="152866"/>
                    <a:pt x="158489" y="118589"/>
                    <a:pt x="158489" y="76433"/>
                  </a:cubicBezTo>
                  <a:cubicBezTo>
                    <a:pt x="158489" y="34277"/>
                    <a:pt x="122936" y="0"/>
                    <a:pt x="79244" y="0"/>
                  </a:cubicBezTo>
                  <a:close/>
                </a:path>
              </a:pathLst>
            </a:custGeom>
            <a:solidFill>
              <a:schemeClr val="tx1"/>
            </a:solidFill>
            <a:ln w="15050" cap="flat">
              <a:solidFill>
                <a:schemeClr val="bg2"/>
              </a:solidFill>
              <a:prstDash val="solid"/>
              <a:miter/>
            </a:ln>
          </p:spPr>
          <p:txBody>
            <a:bodyPr/>
            <a:lstStyle/>
            <a:p>
              <a:endParaRPr lang="en-US"/>
            </a:p>
          </p:txBody>
        </p:sp>
      </p:grpSp>
    </p:spTree>
    <p:extLst>
      <p:ext uri="{BB962C8B-B14F-4D97-AF65-F5344CB8AC3E}">
        <p14:creationId xmlns:p14="http://schemas.microsoft.com/office/powerpoint/2010/main" val="843356947"/>
      </p:ext>
    </p:extLst>
  </p:cSld>
  <p:clrMapOvr>
    <a:masterClrMapping/>
  </p:clrMapOvr>
  <p:transition>
    <p:fade/>
  </p:transition>
</p:sld>
</file>

<file path=ppt/slides/slide7.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E4F1FF-8550-4B95-83AC-B09AF57E0D1A}"/>
              </a:ext>
            </a:extLst>
          </p:cNvPr>
          <p:cNvSpPr/>
          <p:nvPr/>
        </p:nvSpPr>
        <p:spPr bwMode="auto">
          <a:xfrm>
            <a:off x="423442" y="1903249"/>
            <a:ext cx="1995973" cy="4771344"/>
          </a:xfrm>
          <a:prstGeom prst="rect">
            <a:avLst/>
          </a:prstGeom>
          <a:solidFill>
            <a:schemeClr val="tx1"/>
          </a:solidFill>
          <a:ln>
            <a:solidFill>
              <a:schemeClr val="accent4">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3EFD8630-250A-433C-B5EE-65056D584F93}"/>
              </a:ext>
            </a:extLst>
          </p:cNvPr>
          <p:cNvSpPr/>
          <p:nvPr/>
        </p:nvSpPr>
        <p:spPr bwMode="auto">
          <a:xfrm>
            <a:off x="4452820" y="1903249"/>
            <a:ext cx="1995973" cy="4771344"/>
          </a:xfrm>
          <a:prstGeom prst="rect">
            <a:avLst/>
          </a:prstGeom>
          <a:solidFill>
            <a:schemeClr val="tx1"/>
          </a:solidFill>
          <a:ln>
            <a:solidFill>
              <a:schemeClr val="accent4">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B6720829-29FA-42C2-BFD1-CC45D17AE1D7}"/>
              </a:ext>
            </a:extLst>
          </p:cNvPr>
          <p:cNvSpPr/>
          <p:nvPr/>
        </p:nvSpPr>
        <p:spPr bwMode="auto">
          <a:xfrm>
            <a:off x="2438131" y="1903249"/>
            <a:ext cx="1995973" cy="4771344"/>
          </a:xfrm>
          <a:prstGeom prst="rect">
            <a:avLst/>
          </a:prstGeom>
          <a:solidFill>
            <a:schemeClr val="tx1"/>
          </a:solidFill>
          <a:ln>
            <a:solidFill>
              <a:schemeClr val="accent4">
                <a:lumMod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868F4C84-9C1D-44EC-946F-01AA0C27AF75}"/>
              </a:ext>
            </a:extLst>
          </p:cNvPr>
          <p:cNvSpPr>
            <a:spLocks noGrp="1"/>
          </p:cNvSpPr>
          <p:nvPr>
            <p:ph type="title"/>
          </p:nvPr>
        </p:nvSpPr>
        <p:spPr/>
        <p:txBody>
          <a:bodyPr/>
          <a:lstStyle/>
          <a:p>
            <a:r>
              <a:rPr lang="en-US" dirty="0"/>
              <a:t>Load Balancer</a:t>
            </a:r>
          </a:p>
        </p:txBody>
      </p:sp>
      <p:sp>
        <p:nvSpPr>
          <p:cNvPr id="4" name="Isosceles Triangle 3">
            <a:extLst>
              <a:ext uri="{FF2B5EF4-FFF2-40B4-BE49-F238E27FC236}">
                <a16:creationId xmlns:a16="http://schemas.microsoft.com/office/drawing/2014/main" id="{E97300C1-D993-4B0D-9338-6CA9601B68E1}"/>
              </a:ext>
            </a:extLst>
          </p:cNvPr>
          <p:cNvSpPr>
            <a:spLocks noChangeAspect="1"/>
          </p:cNvSpPr>
          <p:nvPr/>
        </p:nvSpPr>
        <p:spPr bwMode="auto">
          <a:xfrm rot="2709730">
            <a:off x="11197323" y="-161926"/>
            <a:ext cx="1829648" cy="914400"/>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5" name="Group 14">
            <a:extLst>
              <a:ext uri="{FF2B5EF4-FFF2-40B4-BE49-F238E27FC236}">
                <a16:creationId xmlns:a16="http://schemas.microsoft.com/office/drawing/2014/main" id="{262BD0D7-B5E3-4DE2-BD7E-7F7E0F076690}"/>
              </a:ext>
            </a:extLst>
          </p:cNvPr>
          <p:cNvGrpSpPr/>
          <p:nvPr/>
        </p:nvGrpSpPr>
        <p:grpSpPr>
          <a:xfrm>
            <a:off x="1220749" y="3995956"/>
            <a:ext cx="334639" cy="749457"/>
            <a:chOff x="6441830" y="3718054"/>
            <a:chExt cx="334639" cy="1121873"/>
          </a:xfrm>
        </p:grpSpPr>
        <p:cxnSp>
          <p:nvCxnSpPr>
            <p:cNvPr id="51" name="Straight Arrow Connector 50">
              <a:extLst>
                <a:ext uri="{FF2B5EF4-FFF2-40B4-BE49-F238E27FC236}">
                  <a16:creationId xmlns:a16="http://schemas.microsoft.com/office/drawing/2014/main" id="{839B3B60-2E1A-4414-A3DB-6D2C7D478534}"/>
                </a:ext>
              </a:extLst>
            </p:cNvPr>
            <p:cNvCxnSpPr>
              <a:cxnSpLocks/>
            </p:cNvCxnSpPr>
            <p:nvPr/>
          </p:nvCxnSpPr>
          <p:spPr>
            <a:xfrm>
              <a:off x="6581813" y="3718054"/>
              <a:ext cx="194656" cy="1121873"/>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287BC61-61D9-4698-B45F-B1479979331F}"/>
                </a:ext>
              </a:extLst>
            </p:cNvPr>
            <p:cNvCxnSpPr>
              <a:cxnSpLocks/>
            </p:cNvCxnSpPr>
            <p:nvPr/>
          </p:nvCxnSpPr>
          <p:spPr>
            <a:xfrm flipH="1">
              <a:off x="6441830" y="3718054"/>
              <a:ext cx="148489" cy="1121873"/>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9A647622-8765-44D5-AFB1-BB451A191974}"/>
              </a:ext>
            </a:extLst>
          </p:cNvPr>
          <p:cNvCxnSpPr/>
          <p:nvPr/>
        </p:nvCxnSpPr>
        <p:spPr>
          <a:xfrm>
            <a:off x="1371317" y="2926099"/>
            <a:ext cx="0" cy="447130"/>
          </a:xfrm>
          <a:prstGeom prst="line">
            <a:avLst/>
          </a:prstGeom>
          <a:ln w="12700">
            <a:solidFill>
              <a:srgbClr val="00B050"/>
            </a:solidFill>
            <a:headEnd type="oval" w="lg" len="lg"/>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06B0D3F-6CD9-4304-BB45-7013DCBEA51C}"/>
              </a:ext>
            </a:extLst>
          </p:cNvPr>
          <p:cNvSpPr txBox="1"/>
          <p:nvPr/>
        </p:nvSpPr>
        <p:spPr>
          <a:xfrm>
            <a:off x="779735" y="2148382"/>
            <a:ext cx="1192955" cy="646331"/>
          </a:xfrm>
          <a:prstGeom prst="rect">
            <a:avLst/>
          </a:prstGeom>
          <a:noFill/>
        </p:spPr>
        <p:txBody>
          <a:bodyPr wrap="none" rtlCol="0">
            <a:spAutoFit/>
          </a:bodyPr>
          <a:lstStyle/>
          <a:p>
            <a:pPr algn="ctr"/>
            <a:r>
              <a:rPr lang="en-US" b="1" dirty="0">
                <a:solidFill>
                  <a:srgbClr val="00B050"/>
                </a:solidFill>
                <a:latin typeface="Segoe UI" panose="020B0502040204020203" pitchFamily="34" charset="0"/>
                <a:cs typeface="Segoe UI" panose="020B0502040204020203" pitchFamily="34" charset="0"/>
              </a:rPr>
              <a:t>Public IP </a:t>
            </a:r>
          </a:p>
          <a:p>
            <a:pPr algn="ctr"/>
            <a:r>
              <a:rPr lang="en-US" b="1" dirty="0">
                <a:solidFill>
                  <a:srgbClr val="00B050"/>
                </a:solidFill>
                <a:latin typeface="Segoe UI" panose="020B0502040204020203" pitchFamily="34" charset="0"/>
                <a:cs typeface="Segoe UI" panose="020B0502040204020203" pitchFamily="34" charset="0"/>
              </a:rPr>
              <a:t>Address</a:t>
            </a:r>
          </a:p>
        </p:txBody>
      </p:sp>
      <p:grpSp>
        <p:nvGrpSpPr>
          <p:cNvPr id="55" name="Graphic 81">
            <a:extLst>
              <a:ext uri="{FF2B5EF4-FFF2-40B4-BE49-F238E27FC236}">
                <a16:creationId xmlns:a16="http://schemas.microsoft.com/office/drawing/2014/main" id="{355425A5-6A1E-48AF-8DEA-D1FDE8723427}"/>
              </a:ext>
            </a:extLst>
          </p:cNvPr>
          <p:cNvGrpSpPr/>
          <p:nvPr/>
        </p:nvGrpSpPr>
        <p:grpSpPr>
          <a:xfrm>
            <a:off x="1043992" y="3476345"/>
            <a:ext cx="650492" cy="650492"/>
            <a:chOff x="3642427" y="1577629"/>
            <a:chExt cx="650492" cy="650492"/>
          </a:xfrm>
          <a:solidFill>
            <a:srgbClr val="00B050"/>
          </a:solidFill>
        </p:grpSpPr>
        <p:sp>
          <p:nvSpPr>
            <p:cNvPr id="56" name="Freeform: Shape 55">
              <a:extLst>
                <a:ext uri="{FF2B5EF4-FFF2-40B4-BE49-F238E27FC236}">
                  <a16:creationId xmlns:a16="http://schemas.microsoft.com/office/drawing/2014/main" id="{70846A41-2FEB-459F-84CE-4D8742A9A64C}"/>
                </a:ext>
              </a:extLst>
            </p:cNvPr>
            <p:cNvSpPr/>
            <p:nvPr/>
          </p:nvSpPr>
          <p:spPr>
            <a:xfrm>
              <a:off x="3642427" y="1577629"/>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a:solidFill>
                <a:schemeClr val="tx1"/>
              </a:solidFill>
            </a:ln>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57" name="Freeform: Shape 56">
              <a:extLst>
                <a:ext uri="{FF2B5EF4-FFF2-40B4-BE49-F238E27FC236}">
                  <a16:creationId xmlns:a16="http://schemas.microsoft.com/office/drawing/2014/main" id="{687A64EF-6196-4F7B-8F04-0DE612DD9520}"/>
                </a:ext>
              </a:extLst>
            </p:cNvPr>
            <p:cNvSpPr/>
            <p:nvPr/>
          </p:nvSpPr>
          <p:spPr>
            <a:xfrm>
              <a:off x="3699501" y="1634716"/>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a:solidFill>
                <a:schemeClr val="tx1"/>
              </a:solidFill>
            </a:ln>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58" name="Freeform: Shape 57">
              <a:extLst>
                <a:ext uri="{FF2B5EF4-FFF2-40B4-BE49-F238E27FC236}">
                  <a16:creationId xmlns:a16="http://schemas.microsoft.com/office/drawing/2014/main" id="{6804053C-8AD8-4F13-BE9A-FB22BA73924E}"/>
                </a:ext>
              </a:extLst>
            </p:cNvPr>
            <p:cNvSpPr/>
            <p:nvPr/>
          </p:nvSpPr>
          <p:spPr>
            <a:xfrm>
              <a:off x="3899267" y="1830059"/>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a:solidFill>
                <a:schemeClr val="tx1"/>
              </a:solidFill>
            </a:ln>
          </p:spPr>
          <p:style>
            <a:lnRef idx="2">
              <a:schemeClr val="accent1"/>
            </a:lnRef>
            <a:fillRef idx="1">
              <a:schemeClr val="lt1"/>
            </a:fillRef>
            <a:effectRef idx="0">
              <a:schemeClr val="accent1"/>
            </a:effectRef>
            <a:fontRef idx="minor">
              <a:schemeClr val="dk1"/>
            </a:fontRef>
          </p:style>
          <p:txBody>
            <a:bodyPr/>
            <a:lstStyle/>
            <a:p>
              <a:endParaRPr lang="en-US"/>
            </a:p>
          </p:txBody>
        </p:sp>
      </p:grpSp>
      <p:grpSp>
        <p:nvGrpSpPr>
          <p:cNvPr id="12" name="Group 11">
            <a:extLst>
              <a:ext uri="{FF2B5EF4-FFF2-40B4-BE49-F238E27FC236}">
                <a16:creationId xmlns:a16="http://schemas.microsoft.com/office/drawing/2014/main" id="{14502B36-3B39-4A0D-9DF0-3EB6260F5177}"/>
              </a:ext>
            </a:extLst>
          </p:cNvPr>
          <p:cNvGrpSpPr/>
          <p:nvPr/>
        </p:nvGrpSpPr>
        <p:grpSpPr>
          <a:xfrm>
            <a:off x="3255367" y="3986044"/>
            <a:ext cx="334639" cy="749457"/>
            <a:chOff x="8656378" y="3718054"/>
            <a:chExt cx="334639" cy="1121873"/>
          </a:xfrm>
        </p:grpSpPr>
        <p:cxnSp>
          <p:nvCxnSpPr>
            <p:cNvPr id="61" name="Straight Arrow Connector 60">
              <a:extLst>
                <a:ext uri="{FF2B5EF4-FFF2-40B4-BE49-F238E27FC236}">
                  <a16:creationId xmlns:a16="http://schemas.microsoft.com/office/drawing/2014/main" id="{9E67E821-8207-4C64-B4BD-7555CA6EFC2D}"/>
                </a:ext>
              </a:extLst>
            </p:cNvPr>
            <p:cNvCxnSpPr>
              <a:cxnSpLocks/>
            </p:cNvCxnSpPr>
            <p:nvPr/>
          </p:nvCxnSpPr>
          <p:spPr>
            <a:xfrm>
              <a:off x="8796361" y="3718054"/>
              <a:ext cx="194656" cy="1121873"/>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B4CC07-4D4E-4A61-9BFD-4C67AD98662F}"/>
                </a:ext>
              </a:extLst>
            </p:cNvPr>
            <p:cNvCxnSpPr>
              <a:cxnSpLocks/>
            </p:cNvCxnSpPr>
            <p:nvPr/>
          </p:nvCxnSpPr>
          <p:spPr>
            <a:xfrm flipH="1">
              <a:off x="8656378" y="3718054"/>
              <a:ext cx="148489" cy="1121873"/>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3" name="Straight Connector 62">
            <a:extLst>
              <a:ext uri="{FF2B5EF4-FFF2-40B4-BE49-F238E27FC236}">
                <a16:creationId xmlns:a16="http://schemas.microsoft.com/office/drawing/2014/main" id="{D0ADBE4D-547A-4D73-8A8D-472E45C87E6C}"/>
              </a:ext>
            </a:extLst>
          </p:cNvPr>
          <p:cNvCxnSpPr/>
          <p:nvPr/>
        </p:nvCxnSpPr>
        <p:spPr>
          <a:xfrm>
            <a:off x="3389635" y="2916187"/>
            <a:ext cx="0" cy="447130"/>
          </a:xfrm>
          <a:prstGeom prst="line">
            <a:avLst/>
          </a:prstGeom>
          <a:ln w="12700">
            <a:solidFill>
              <a:schemeClr val="accent4"/>
            </a:solidFill>
            <a:headEnd type="oval" w="lg" len="lg"/>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053E2050-B8ED-4480-AF82-7F905E6A3258}"/>
              </a:ext>
            </a:extLst>
          </p:cNvPr>
          <p:cNvSpPr txBox="1"/>
          <p:nvPr/>
        </p:nvSpPr>
        <p:spPr>
          <a:xfrm>
            <a:off x="2750485" y="2148382"/>
            <a:ext cx="1285673" cy="646331"/>
          </a:xfrm>
          <a:prstGeom prst="rect">
            <a:avLst/>
          </a:prstGeom>
          <a:noFill/>
        </p:spPr>
        <p:txBody>
          <a:bodyPr wrap="none" rtlCol="0">
            <a:spAutoFit/>
          </a:bodyPr>
          <a:lstStyle/>
          <a:p>
            <a:pPr algn="ctr"/>
            <a:r>
              <a:rPr lang="en-US" b="1" dirty="0">
                <a:solidFill>
                  <a:schemeClr val="accent4"/>
                </a:solidFill>
                <a:latin typeface="Segoe UI" panose="020B0502040204020203" pitchFamily="34" charset="0"/>
                <a:cs typeface="Segoe UI" panose="020B0502040204020203" pitchFamily="34" charset="0"/>
              </a:rPr>
              <a:t>Private IP </a:t>
            </a:r>
          </a:p>
          <a:p>
            <a:pPr algn="ctr"/>
            <a:r>
              <a:rPr lang="en-US" b="1" dirty="0">
                <a:solidFill>
                  <a:schemeClr val="accent4"/>
                </a:solidFill>
                <a:latin typeface="Segoe UI" panose="020B0502040204020203" pitchFamily="34" charset="0"/>
                <a:cs typeface="Segoe UI" panose="020B0502040204020203" pitchFamily="34" charset="0"/>
              </a:rPr>
              <a:t>Address</a:t>
            </a:r>
          </a:p>
        </p:txBody>
      </p:sp>
      <p:grpSp>
        <p:nvGrpSpPr>
          <p:cNvPr id="65" name="Graphic 81">
            <a:extLst>
              <a:ext uri="{FF2B5EF4-FFF2-40B4-BE49-F238E27FC236}">
                <a16:creationId xmlns:a16="http://schemas.microsoft.com/office/drawing/2014/main" id="{9DFB38AB-ACD7-4877-8533-B68EABBF0C99}"/>
              </a:ext>
            </a:extLst>
          </p:cNvPr>
          <p:cNvGrpSpPr/>
          <p:nvPr/>
        </p:nvGrpSpPr>
        <p:grpSpPr>
          <a:xfrm>
            <a:off x="3069768" y="3489062"/>
            <a:ext cx="650492" cy="650492"/>
            <a:chOff x="3642427" y="1577629"/>
            <a:chExt cx="650492" cy="650492"/>
          </a:xfrm>
          <a:solidFill>
            <a:schemeClr val="accent4"/>
          </a:solidFill>
        </p:grpSpPr>
        <p:sp>
          <p:nvSpPr>
            <p:cNvPr id="66" name="Freeform: Shape 65">
              <a:extLst>
                <a:ext uri="{FF2B5EF4-FFF2-40B4-BE49-F238E27FC236}">
                  <a16:creationId xmlns:a16="http://schemas.microsoft.com/office/drawing/2014/main" id="{6EED5647-2B12-44C4-BA53-865E30D4FC12}"/>
                </a:ext>
              </a:extLst>
            </p:cNvPr>
            <p:cNvSpPr/>
            <p:nvPr/>
          </p:nvSpPr>
          <p:spPr>
            <a:xfrm>
              <a:off x="3642427" y="1577629"/>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67" name="Freeform: Shape 66">
              <a:extLst>
                <a:ext uri="{FF2B5EF4-FFF2-40B4-BE49-F238E27FC236}">
                  <a16:creationId xmlns:a16="http://schemas.microsoft.com/office/drawing/2014/main" id="{9BFDD675-5AAD-4771-BF6A-7081DF39FD16}"/>
                </a:ext>
              </a:extLst>
            </p:cNvPr>
            <p:cNvSpPr/>
            <p:nvPr/>
          </p:nvSpPr>
          <p:spPr>
            <a:xfrm>
              <a:off x="3699501" y="1634716"/>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68" name="Freeform: Shape 67">
              <a:extLst>
                <a:ext uri="{FF2B5EF4-FFF2-40B4-BE49-F238E27FC236}">
                  <a16:creationId xmlns:a16="http://schemas.microsoft.com/office/drawing/2014/main" id="{AFEF87EE-F921-42EE-B067-E9502322588B}"/>
                </a:ext>
              </a:extLst>
            </p:cNvPr>
            <p:cNvSpPr/>
            <p:nvPr/>
          </p:nvSpPr>
          <p:spPr>
            <a:xfrm>
              <a:off x="3899267" y="1830059"/>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grpSp>
      <p:cxnSp>
        <p:nvCxnSpPr>
          <p:cNvPr id="70" name="Straight Arrow Connector 69">
            <a:extLst>
              <a:ext uri="{FF2B5EF4-FFF2-40B4-BE49-F238E27FC236}">
                <a16:creationId xmlns:a16="http://schemas.microsoft.com/office/drawing/2014/main" id="{0C7B6D8D-6060-4BF5-B4E8-545B78E99B42}"/>
              </a:ext>
            </a:extLst>
          </p:cNvPr>
          <p:cNvCxnSpPr>
            <a:cxnSpLocks/>
          </p:cNvCxnSpPr>
          <p:nvPr/>
        </p:nvCxnSpPr>
        <p:spPr>
          <a:xfrm>
            <a:off x="5447449" y="4213346"/>
            <a:ext cx="0" cy="502920"/>
          </a:xfrm>
          <a:prstGeom prst="straightConnector1">
            <a:avLst/>
          </a:prstGeom>
          <a:ln w="12700">
            <a:solidFill>
              <a:schemeClr val="accent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272D61B-5578-4E41-B85A-71CBE4315991}"/>
              </a:ext>
            </a:extLst>
          </p:cNvPr>
          <p:cNvSpPr txBox="1"/>
          <p:nvPr/>
        </p:nvSpPr>
        <p:spPr>
          <a:xfrm>
            <a:off x="4575766" y="5738077"/>
            <a:ext cx="1747137" cy="849463"/>
          </a:xfrm>
          <a:prstGeom prst="rect">
            <a:avLst/>
          </a:prstGeom>
          <a:noFill/>
        </p:spPr>
        <p:txBody>
          <a:bodyPr wrap="square" lIns="182880" tIns="146304" rIns="182880" bIns="146304" rtlCol="0">
            <a:spAutoFit/>
          </a:bodyPr>
          <a:lstStyle/>
          <a:p>
            <a:pPr algn="ctr">
              <a:spcAft>
                <a:spcPts val="600"/>
              </a:spcAft>
            </a:pPr>
            <a:r>
              <a:rPr lang="en-US" b="1" dirty="0">
                <a:solidFill>
                  <a:schemeClr val="bg1"/>
                </a:solidFill>
                <a:latin typeface="Segoe UI" panose="020B0502040204020203" pitchFamily="34" charset="0"/>
                <a:cs typeface="Segoe UI" panose="020B0502040204020203" pitchFamily="34" charset="0"/>
              </a:rPr>
              <a:t>Outbound connections</a:t>
            </a:r>
          </a:p>
        </p:txBody>
      </p:sp>
      <p:sp>
        <p:nvSpPr>
          <p:cNvPr id="72" name="TextBox 71">
            <a:extLst>
              <a:ext uri="{FF2B5EF4-FFF2-40B4-BE49-F238E27FC236}">
                <a16:creationId xmlns:a16="http://schemas.microsoft.com/office/drawing/2014/main" id="{BE46C93C-E63E-4FC0-902D-37E3339DD1DA}"/>
              </a:ext>
            </a:extLst>
          </p:cNvPr>
          <p:cNvSpPr txBox="1"/>
          <p:nvPr/>
        </p:nvSpPr>
        <p:spPr>
          <a:xfrm>
            <a:off x="433915" y="5730576"/>
            <a:ext cx="1985499" cy="871008"/>
          </a:xfrm>
          <a:prstGeom prst="rect">
            <a:avLst/>
          </a:prstGeom>
          <a:noFill/>
        </p:spPr>
        <p:txBody>
          <a:bodyPr wrap="square" lIns="182880" tIns="146304" rIns="182880" bIns="146304" rtlCol="0">
            <a:spAutoFit/>
          </a:bodyPr>
          <a:lstStyle/>
          <a:p>
            <a:pPr algn="ctr">
              <a:lnSpc>
                <a:spcPct val="90000"/>
              </a:lnSpc>
              <a:spcAft>
                <a:spcPts val="600"/>
              </a:spcAft>
            </a:pPr>
            <a:r>
              <a:rPr lang="en-US" b="1" dirty="0">
                <a:solidFill>
                  <a:schemeClr val="bg1"/>
                </a:solidFill>
                <a:latin typeface="Segoe UI" panose="020B0502040204020203" pitchFamily="34" charset="0"/>
                <a:cs typeface="Segoe UI" panose="020B0502040204020203" pitchFamily="34" charset="0"/>
              </a:rPr>
              <a:t>Public </a:t>
            </a:r>
          </a:p>
          <a:p>
            <a:pPr algn="ctr">
              <a:lnSpc>
                <a:spcPct val="90000"/>
              </a:lnSpc>
              <a:spcAft>
                <a:spcPts val="600"/>
              </a:spcAft>
            </a:pPr>
            <a:r>
              <a:rPr lang="en-US" b="1" dirty="0">
                <a:solidFill>
                  <a:schemeClr val="bg1"/>
                </a:solidFill>
                <a:latin typeface="Segoe UI" panose="020B0502040204020203" pitchFamily="34" charset="0"/>
                <a:cs typeface="Segoe UI" panose="020B0502040204020203" pitchFamily="34" charset="0"/>
              </a:rPr>
              <a:t>Load Balancer</a:t>
            </a:r>
          </a:p>
        </p:txBody>
      </p:sp>
      <p:sp>
        <p:nvSpPr>
          <p:cNvPr id="73" name="TextBox 72">
            <a:extLst>
              <a:ext uri="{FF2B5EF4-FFF2-40B4-BE49-F238E27FC236}">
                <a16:creationId xmlns:a16="http://schemas.microsoft.com/office/drawing/2014/main" id="{17DE0C97-1F10-4D7F-964F-242DF8A2A64C}"/>
              </a:ext>
            </a:extLst>
          </p:cNvPr>
          <p:cNvSpPr txBox="1"/>
          <p:nvPr/>
        </p:nvSpPr>
        <p:spPr>
          <a:xfrm>
            <a:off x="2406694" y="5727305"/>
            <a:ext cx="1985499" cy="871008"/>
          </a:xfrm>
          <a:prstGeom prst="rect">
            <a:avLst/>
          </a:prstGeom>
          <a:noFill/>
        </p:spPr>
        <p:txBody>
          <a:bodyPr wrap="square" lIns="182880" tIns="146304" rIns="182880" bIns="146304" rtlCol="0">
            <a:spAutoFit/>
          </a:bodyPr>
          <a:lstStyle/>
          <a:p>
            <a:pPr algn="ctr">
              <a:lnSpc>
                <a:spcPct val="90000"/>
              </a:lnSpc>
              <a:spcAft>
                <a:spcPts val="600"/>
              </a:spcAft>
            </a:pPr>
            <a:r>
              <a:rPr lang="en-US" b="1" dirty="0">
                <a:solidFill>
                  <a:schemeClr val="bg1"/>
                </a:solidFill>
                <a:latin typeface="Segoe UI" panose="020B0502040204020203" pitchFamily="34" charset="0"/>
                <a:cs typeface="Segoe UI" panose="020B0502040204020203" pitchFamily="34" charset="0"/>
              </a:rPr>
              <a:t>Internal </a:t>
            </a:r>
          </a:p>
          <a:p>
            <a:pPr algn="ctr">
              <a:lnSpc>
                <a:spcPct val="90000"/>
              </a:lnSpc>
              <a:spcAft>
                <a:spcPts val="600"/>
              </a:spcAft>
            </a:pPr>
            <a:r>
              <a:rPr lang="en-US" b="1" dirty="0">
                <a:solidFill>
                  <a:schemeClr val="bg1"/>
                </a:solidFill>
                <a:latin typeface="Segoe UI" panose="020B0502040204020203" pitchFamily="34" charset="0"/>
                <a:cs typeface="Segoe UI" panose="020B0502040204020203" pitchFamily="34" charset="0"/>
              </a:rPr>
              <a:t>Load Balancer</a:t>
            </a:r>
          </a:p>
        </p:txBody>
      </p:sp>
      <p:sp>
        <p:nvSpPr>
          <p:cNvPr id="3" name="TextBox 2">
            <a:extLst>
              <a:ext uri="{FF2B5EF4-FFF2-40B4-BE49-F238E27FC236}">
                <a16:creationId xmlns:a16="http://schemas.microsoft.com/office/drawing/2014/main" id="{7F894C63-CFAA-4FB2-A100-1D3AAA145EC7}"/>
              </a:ext>
            </a:extLst>
          </p:cNvPr>
          <p:cNvSpPr txBox="1"/>
          <p:nvPr/>
        </p:nvSpPr>
        <p:spPr>
          <a:xfrm>
            <a:off x="422858" y="1212849"/>
            <a:ext cx="6025935" cy="683264"/>
          </a:xfrm>
          <a:prstGeom prst="rect">
            <a:avLst/>
          </a:prstGeom>
          <a:solidFill>
            <a:schemeClr val="accent4">
              <a:lumMod val="50000"/>
            </a:schemeClr>
          </a:solidFill>
          <a:ln>
            <a:solidFill>
              <a:schemeClr val="accent4">
                <a:lumMod val="50000"/>
              </a:schemeClr>
            </a:solidFill>
          </a:ln>
        </p:spPr>
        <p:txBody>
          <a:bodyPr wrap="square" lIns="182880" tIns="146304" rIns="182880" bIns="146304" rtlCol="0">
            <a:spAutoFit/>
          </a:bodyPr>
          <a:lstStyle/>
          <a:p>
            <a:pPr algn="ctr">
              <a:lnSpc>
                <a:spcPct val="90000"/>
              </a:lnSpc>
              <a:spcAft>
                <a:spcPts val="600"/>
              </a:spcAft>
            </a:pPr>
            <a:r>
              <a:rPr lang="en-US" sz="2800" dirty="0">
                <a:gradFill>
                  <a:gsLst>
                    <a:gs pos="2917">
                      <a:schemeClr val="tx1"/>
                    </a:gs>
                    <a:gs pos="30000">
                      <a:schemeClr val="tx1"/>
                    </a:gs>
                  </a:gsLst>
                  <a:lin ang="5400000" scaled="0"/>
                </a:gradFill>
                <a:latin typeface="+mj-lt"/>
              </a:rPr>
              <a:t>3 Fundamental Scenarios</a:t>
            </a:r>
          </a:p>
        </p:txBody>
      </p:sp>
      <p:sp>
        <p:nvSpPr>
          <p:cNvPr id="36" name="TextBox 35">
            <a:extLst>
              <a:ext uri="{FF2B5EF4-FFF2-40B4-BE49-F238E27FC236}">
                <a16:creationId xmlns:a16="http://schemas.microsoft.com/office/drawing/2014/main" id="{76489459-BF9B-4E10-9612-0AC51B8C761D}"/>
              </a:ext>
            </a:extLst>
          </p:cNvPr>
          <p:cNvSpPr txBox="1"/>
          <p:nvPr/>
        </p:nvSpPr>
        <p:spPr>
          <a:xfrm>
            <a:off x="4845221" y="2148382"/>
            <a:ext cx="1192955" cy="646331"/>
          </a:xfrm>
          <a:prstGeom prst="rect">
            <a:avLst/>
          </a:prstGeom>
          <a:noFill/>
        </p:spPr>
        <p:txBody>
          <a:bodyPr wrap="none" rtlCol="0">
            <a:spAutoFit/>
          </a:bodyPr>
          <a:lstStyle/>
          <a:p>
            <a:pPr algn="ctr"/>
            <a:r>
              <a:rPr lang="en-US" b="1" dirty="0">
                <a:solidFill>
                  <a:schemeClr val="accent2"/>
                </a:solidFill>
                <a:latin typeface="Segoe UI" panose="020B0502040204020203" pitchFamily="34" charset="0"/>
                <a:cs typeface="Segoe UI" panose="020B0502040204020203" pitchFamily="34" charset="0"/>
              </a:rPr>
              <a:t>Public IP </a:t>
            </a:r>
          </a:p>
          <a:p>
            <a:pPr algn="ctr"/>
            <a:r>
              <a:rPr lang="en-US" b="1" dirty="0">
                <a:solidFill>
                  <a:schemeClr val="accent2"/>
                </a:solidFill>
                <a:latin typeface="Segoe UI" panose="020B0502040204020203" pitchFamily="34" charset="0"/>
                <a:cs typeface="Segoe UI" panose="020B0502040204020203" pitchFamily="34" charset="0"/>
              </a:rPr>
              <a:t>Address</a:t>
            </a:r>
          </a:p>
        </p:txBody>
      </p:sp>
      <p:grpSp>
        <p:nvGrpSpPr>
          <p:cNvPr id="41" name="Graphic 81">
            <a:extLst>
              <a:ext uri="{FF2B5EF4-FFF2-40B4-BE49-F238E27FC236}">
                <a16:creationId xmlns:a16="http://schemas.microsoft.com/office/drawing/2014/main" id="{A546EA95-C597-4124-A2C3-22BFF4C231C2}"/>
              </a:ext>
            </a:extLst>
          </p:cNvPr>
          <p:cNvGrpSpPr/>
          <p:nvPr/>
        </p:nvGrpSpPr>
        <p:grpSpPr>
          <a:xfrm>
            <a:off x="5125560" y="3497024"/>
            <a:ext cx="650492" cy="650492"/>
            <a:chOff x="3642427" y="1577629"/>
            <a:chExt cx="650492" cy="650492"/>
          </a:xfrm>
          <a:solidFill>
            <a:schemeClr val="accent2"/>
          </a:solidFill>
        </p:grpSpPr>
        <p:sp>
          <p:nvSpPr>
            <p:cNvPr id="42" name="Freeform: Shape 41">
              <a:extLst>
                <a:ext uri="{FF2B5EF4-FFF2-40B4-BE49-F238E27FC236}">
                  <a16:creationId xmlns:a16="http://schemas.microsoft.com/office/drawing/2014/main" id="{1E49CBE9-45CF-4B58-A449-E25838B7BF41}"/>
                </a:ext>
              </a:extLst>
            </p:cNvPr>
            <p:cNvSpPr/>
            <p:nvPr/>
          </p:nvSpPr>
          <p:spPr>
            <a:xfrm>
              <a:off x="3642427" y="1577629"/>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43" name="Freeform: Shape 42">
              <a:extLst>
                <a:ext uri="{FF2B5EF4-FFF2-40B4-BE49-F238E27FC236}">
                  <a16:creationId xmlns:a16="http://schemas.microsoft.com/office/drawing/2014/main" id="{D6391F91-5901-4B8B-B6D2-203AFC13C014}"/>
                </a:ext>
              </a:extLst>
            </p:cNvPr>
            <p:cNvSpPr/>
            <p:nvPr/>
          </p:nvSpPr>
          <p:spPr>
            <a:xfrm>
              <a:off x="3699501" y="1634716"/>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44" name="Freeform: Shape 43">
              <a:extLst>
                <a:ext uri="{FF2B5EF4-FFF2-40B4-BE49-F238E27FC236}">
                  <a16:creationId xmlns:a16="http://schemas.microsoft.com/office/drawing/2014/main" id="{5072394D-D7F2-4F09-9953-D6D99997CB99}"/>
                </a:ext>
              </a:extLst>
            </p:cNvPr>
            <p:cNvSpPr/>
            <p:nvPr/>
          </p:nvSpPr>
          <p:spPr>
            <a:xfrm>
              <a:off x="3899267" y="1830059"/>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grpSp>
      <p:cxnSp>
        <p:nvCxnSpPr>
          <p:cNvPr id="48" name="Straight Connector 47">
            <a:extLst>
              <a:ext uri="{FF2B5EF4-FFF2-40B4-BE49-F238E27FC236}">
                <a16:creationId xmlns:a16="http://schemas.microsoft.com/office/drawing/2014/main" id="{9D24B772-FB2F-4AD9-BE5B-9567CDC145A7}"/>
              </a:ext>
            </a:extLst>
          </p:cNvPr>
          <p:cNvCxnSpPr/>
          <p:nvPr/>
        </p:nvCxnSpPr>
        <p:spPr>
          <a:xfrm>
            <a:off x="5446874" y="2916187"/>
            <a:ext cx="0" cy="447130"/>
          </a:xfrm>
          <a:prstGeom prst="line">
            <a:avLst/>
          </a:prstGeom>
          <a:ln w="12700">
            <a:solidFill>
              <a:schemeClr val="accent2"/>
            </a:solidFill>
            <a:headEnd type="oval" w="lg" len="lg"/>
          </a:ln>
        </p:spPr>
        <p:style>
          <a:lnRef idx="1">
            <a:schemeClr val="accent1"/>
          </a:lnRef>
          <a:fillRef idx="0">
            <a:schemeClr val="accent1"/>
          </a:fillRef>
          <a:effectRef idx="0">
            <a:schemeClr val="accent1"/>
          </a:effectRef>
          <a:fontRef idx="minor">
            <a:schemeClr val="tx1"/>
          </a:fontRef>
        </p:style>
      </p:cxnSp>
      <p:sp>
        <p:nvSpPr>
          <p:cNvPr id="45" name="Text Placeholder 2">
            <a:extLst>
              <a:ext uri="{FF2B5EF4-FFF2-40B4-BE49-F238E27FC236}">
                <a16:creationId xmlns:a16="http://schemas.microsoft.com/office/drawing/2014/main" id="{E086DF47-C253-4785-85F6-D31E11D868B2}"/>
              </a:ext>
            </a:extLst>
          </p:cNvPr>
          <p:cNvSpPr txBox="1">
            <a:spLocks/>
          </p:cNvSpPr>
          <p:nvPr/>
        </p:nvSpPr>
        <p:spPr>
          <a:xfrm>
            <a:off x="6770106" y="1871095"/>
            <a:ext cx="5740642" cy="4555093"/>
          </a:xfrm>
          <a:prstGeom prst="rect">
            <a:avLst/>
          </a:prstGeom>
        </p:spPr>
        <p:txBody>
          <a:bodyPr anchor="ct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5000"/>
              </a:lnSpc>
              <a:spcBef>
                <a:spcPts val="0"/>
              </a:spcBef>
              <a:spcAft>
                <a:spcPts val="1800"/>
              </a:spcAft>
            </a:pPr>
            <a:r>
              <a:rPr lang="en-US" sz="2600" dirty="0">
                <a:solidFill>
                  <a:schemeClr val="tx1"/>
                </a:solidFill>
                <a:latin typeface="Segoe UI Light" panose="020B0502040204020203" pitchFamily="34" charset="0"/>
                <a:cs typeface="Segoe UI Light" panose="020B0502040204020203" pitchFamily="34" charset="0"/>
              </a:rPr>
              <a:t>Part of the Azure SDN stack</a:t>
            </a:r>
          </a:p>
          <a:p>
            <a:pPr>
              <a:lnSpc>
                <a:spcPct val="125000"/>
              </a:lnSpc>
              <a:spcBef>
                <a:spcPts val="0"/>
              </a:spcBef>
              <a:spcAft>
                <a:spcPts val="1800"/>
              </a:spcAft>
            </a:pPr>
            <a:r>
              <a:rPr lang="en-US" sz="2600" dirty="0">
                <a:solidFill>
                  <a:schemeClr val="tx1"/>
                </a:solidFill>
                <a:latin typeface="Segoe UI Light" panose="020B0502040204020203" pitchFamily="34" charset="0"/>
                <a:cs typeface="Segoe UI Light" panose="020B0502040204020203" pitchFamily="34" charset="0"/>
              </a:rPr>
              <a:t>High performance &amp; low latency for all TCP &amp; UDP applications</a:t>
            </a:r>
          </a:p>
          <a:p>
            <a:pPr>
              <a:lnSpc>
                <a:spcPct val="125000"/>
              </a:lnSpc>
              <a:spcBef>
                <a:spcPts val="0"/>
              </a:spcBef>
            </a:pPr>
            <a:r>
              <a:rPr lang="en-US" sz="2600" dirty="0">
                <a:solidFill>
                  <a:schemeClr val="tx1"/>
                </a:solidFill>
                <a:latin typeface="Segoe UI Light" panose="020B0502040204020203" pitchFamily="34" charset="0"/>
                <a:cs typeface="Segoe UI Light" panose="020B0502040204020203" pitchFamily="34" charset="0"/>
              </a:rPr>
              <a:t>Flow-based Load Balancing</a:t>
            </a:r>
          </a:p>
          <a:p>
            <a:pPr marL="0" indent="0">
              <a:lnSpc>
                <a:spcPct val="125000"/>
              </a:lnSpc>
              <a:spcBef>
                <a:spcPts val="0"/>
              </a:spcBef>
              <a:spcAft>
                <a:spcPts val="1800"/>
              </a:spcAft>
              <a:buNone/>
              <a:tabLst>
                <a:tab pos="227013" algn="l"/>
              </a:tabLst>
            </a:pPr>
            <a:r>
              <a:rPr lang="en-US" sz="2600" dirty="0">
                <a:solidFill>
                  <a:schemeClr val="tx1"/>
                </a:solidFill>
                <a:latin typeface="Segoe UI Light" panose="020B0502040204020203" pitchFamily="34" charset="0"/>
                <a:cs typeface="Segoe UI Light" panose="020B0502040204020203" pitchFamily="34" charset="0"/>
              </a:rPr>
              <a:t>	with Health Probing</a:t>
            </a:r>
          </a:p>
          <a:p>
            <a:pPr>
              <a:lnSpc>
                <a:spcPct val="150000"/>
              </a:lnSpc>
              <a:spcBef>
                <a:spcPts val="0"/>
              </a:spcBef>
              <a:spcAft>
                <a:spcPts val="1800"/>
              </a:spcAft>
            </a:pPr>
            <a:r>
              <a:rPr lang="en-US" sz="2600" dirty="0">
                <a:solidFill>
                  <a:schemeClr val="tx1"/>
                </a:solidFill>
                <a:latin typeface="Segoe UI Light" panose="020B0502040204020203" pitchFamily="34" charset="0"/>
                <a:cs typeface="Segoe UI Light" panose="020B0502040204020203" pitchFamily="34" charset="0"/>
              </a:rPr>
              <a:t>Inbound NAT rules</a:t>
            </a:r>
          </a:p>
          <a:p>
            <a:pPr>
              <a:lnSpc>
                <a:spcPct val="150000"/>
              </a:lnSpc>
              <a:spcBef>
                <a:spcPts val="0"/>
              </a:spcBef>
            </a:pPr>
            <a:r>
              <a:rPr lang="en-US" sz="2600" dirty="0">
                <a:solidFill>
                  <a:schemeClr val="tx1"/>
                </a:solidFill>
                <a:latin typeface="Segoe UI Light" panose="020B0502040204020203" pitchFamily="34" charset="0"/>
                <a:cs typeface="Segoe UI Light" panose="020B0502040204020203" pitchFamily="34" charset="0"/>
              </a:rPr>
              <a:t>Outbound Connections</a:t>
            </a:r>
          </a:p>
        </p:txBody>
      </p:sp>
      <p:grpSp>
        <p:nvGrpSpPr>
          <p:cNvPr id="75" name="Group 74">
            <a:extLst>
              <a:ext uri="{FF2B5EF4-FFF2-40B4-BE49-F238E27FC236}">
                <a16:creationId xmlns:a16="http://schemas.microsoft.com/office/drawing/2014/main" id="{C19847F4-B269-4B39-B891-9BD060DCA9BB}"/>
              </a:ext>
            </a:extLst>
          </p:cNvPr>
          <p:cNvGrpSpPr/>
          <p:nvPr/>
        </p:nvGrpSpPr>
        <p:grpSpPr>
          <a:xfrm>
            <a:off x="5172395" y="4766672"/>
            <a:ext cx="567168" cy="567164"/>
            <a:chOff x="8641081" y="5155259"/>
            <a:chExt cx="567168" cy="567164"/>
          </a:xfrm>
        </p:grpSpPr>
        <p:sp>
          <p:nvSpPr>
            <p:cNvPr id="76" name="Rectangle 75">
              <a:extLst>
                <a:ext uri="{FF2B5EF4-FFF2-40B4-BE49-F238E27FC236}">
                  <a16:creationId xmlns:a16="http://schemas.microsoft.com/office/drawing/2014/main" id="{78150D30-4560-4A0E-B059-A47876072D03}"/>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7" name="Picture 76">
              <a:extLst>
                <a:ext uri="{FF2B5EF4-FFF2-40B4-BE49-F238E27FC236}">
                  <a16:creationId xmlns:a16="http://schemas.microsoft.com/office/drawing/2014/main" id="{06AB9488-8126-44E4-A293-4804AD6B800E}"/>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78" name="Group 77">
            <a:extLst>
              <a:ext uri="{FF2B5EF4-FFF2-40B4-BE49-F238E27FC236}">
                <a16:creationId xmlns:a16="http://schemas.microsoft.com/office/drawing/2014/main" id="{F5D4444E-A006-49B5-AAB8-9CA7597C1B26}"/>
              </a:ext>
            </a:extLst>
          </p:cNvPr>
          <p:cNvGrpSpPr/>
          <p:nvPr/>
        </p:nvGrpSpPr>
        <p:grpSpPr>
          <a:xfrm>
            <a:off x="2971783" y="4798425"/>
            <a:ext cx="567168" cy="567164"/>
            <a:chOff x="8641081" y="5155259"/>
            <a:chExt cx="567168" cy="567164"/>
          </a:xfrm>
        </p:grpSpPr>
        <p:sp>
          <p:nvSpPr>
            <p:cNvPr id="79" name="Rectangle 78">
              <a:extLst>
                <a:ext uri="{FF2B5EF4-FFF2-40B4-BE49-F238E27FC236}">
                  <a16:creationId xmlns:a16="http://schemas.microsoft.com/office/drawing/2014/main" id="{87390C64-BC2B-463C-8B2D-10863871D1AD}"/>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0" name="Picture 79">
              <a:extLst>
                <a:ext uri="{FF2B5EF4-FFF2-40B4-BE49-F238E27FC236}">
                  <a16:creationId xmlns:a16="http://schemas.microsoft.com/office/drawing/2014/main" id="{3AEEC95A-0552-4B62-B3B3-A14BEA2B48E5}"/>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81" name="Group 80">
            <a:extLst>
              <a:ext uri="{FF2B5EF4-FFF2-40B4-BE49-F238E27FC236}">
                <a16:creationId xmlns:a16="http://schemas.microsoft.com/office/drawing/2014/main" id="{54336571-C076-4B16-9651-9219FCF08AEF}"/>
              </a:ext>
            </a:extLst>
          </p:cNvPr>
          <p:cNvGrpSpPr/>
          <p:nvPr/>
        </p:nvGrpSpPr>
        <p:grpSpPr>
          <a:xfrm>
            <a:off x="891944" y="4797859"/>
            <a:ext cx="567168" cy="567164"/>
            <a:chOff x="8641081" y="5155259"/>
            <a:chExt cx="567168" cy="567164"/>
          </a:xfrm>
        </p:grpSpPr>
        <p:sp>
          <p:nvSpPr>
            <p:cNvPr id="82" name="Rectangle 81">
              <a:extLst>
                <a:ext uri="{FF2B5EF4-FFF2-40B4-BE49-F238E27FC236}">
                  <a16:creationId xmlns:a16="http://schemas.microsoft.com/office/drawing/2014/main" id="{A6DA679D-608E-4A26-978B-9B0459833B28}"/>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3" name="Picture 82">
              <a:extLst>
                <a:ext uri="{FF2B5EF4-FFF2-40B4-BE49-F238E27FC236}">
                  <a16:creationId xmlns:a16="http://schemas.microsoft.com/office/drawing/2014/main" id="{15A4D4D7-05CA-4FA8-9D10-3ECED112A9AC}"/>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84" name="Group 83">
            <a:extLst>
              <a:ext uri="{FF2B5EF4-FFF2-40B4-BE49-F238E27FC236}">
                <a16:creationId xmlns:a16="http://schemas.microsoft.com/office/drawing/2014/main" id="{467E8F77-5AAE-45D6-AD53-512D7C3E6616}"/>
              </a:ext>
            </a:extLst>
          </p:cNvPr>
          <p:cNvGrpSpPr/>
          <p:nvPr/>
        </p:nvGrpSpPr>
        <p:grpSpPr>
          <a:xfrm>
            <a:off x="1220749" y="4955710"/>
            <a:ext cx="567168" cy="567164"/>
            <a:chOff x="8641081" y="5155259"/>
            <a:chExt cx="567168" cy="567164"/>
          </a:xfrm>
        </p:grpSpPr>
        <p:sp>
          <p:nvSpPr>
            <p:cNvPr id="85" name="Rectangle 84">
              <a:extLst>
                <a:ext uri="{FF2B5EF4-FFF2-40B4-BE49-F238E27FC236}">
                  <a16:creationId xmlns:a16="http://schemas.microsoft.com/office/drawing/2014/main" id="{A9EF67FA-447E-49BE-933D-B6FBF253AEA3}"/>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6" name="Picture 85">
              <a:extLst>
                <a:ext uri="{FF2B5EF4-FFF2-40B4-BE49-F238E27FC236}">
                  <a16:creationId xmlns:a16="http://schemas.microsoft.com/office/drawing/2014/main" id="{18651D56-8396-4FF0-8896-A4A664CC0ABA}"/>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87" name="Group 86">
            <a:extLst>
              <a:ext uri="{FF2B5EF4-FFF2-40B4-BE49-F238E27FC236}">
                <a16:creationId xmlns:a16="http://schemas.microsoft.com/office/drawing/2014/main" id="{460C8F89-40CB-46A9-947B-EE1DD8A1EDCF}"/>
              </a:ext>
            </a:extLst>
          </p:cNvPr>
          <p:cNvGrpSpPr/>
          <p:nvPr/>
        </p:nvGrpSpPr>
        <p:grpSpPr>
          <a:xfrm>
            <a:off x="3306422" y="4955710"/>
            <a:ext cx="567168" cy="567164"/>
            <a:chOff x="8641081" y="5155259"/>
            <a:chExt cx="567168" cy="567164"/>
          </a:xfrm>
        </p:grpSpPr>
        <p:sp>
          <p:nvSpPr>
            <p:cNvPr id="88" name="Rectangle 87">
              <a:extLst>
                <a:ext uri="{FF2B5EF4-FFF2-40B4-BE49-F238E27FC236}">
                  <a16:creationId xmlns:a16="http://schemas.microsoft.com/office/drawing/2014/main" id="{9F701BFC-33C2-4E21-BA31-FB0873AB4EEC}"/>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9" name="Picture 88">
              <a:extLst>
                <a:ext uri="{FF2B5EF4-FFF2-40B4-BE49-F238E27FC236}">
                  <a16:creationId xmlns:a16="http://schemas.microsoft.com/office/drawing/2014/main" id="{8EFDB39C-2F7A-4DF9-BBC9-2B7314C576D6}"/>
                </a:ext>
              </a:extLst>
            </p:cNvPr>
            <p:cNvPicPr>
              <a:picLocks noChangeAspect="1"/>
            </p:cNvPicPr>
            <p:nvPr/>
          </p:nvPicPr>
          <p:blipFill>
            <a:blip r:embed="rId3"/>
            <a:stretch>
              <a:fillRect/>
            </a:stretch>
          </p:blipFill>
          <p:spPr>
            <a:xfrm>
              <a:off x="8641081" y="5155259"/>
              <a:ext cx="567168" cy="567164"/>
            </a:xfrm>
            <a:prstGeom prst="rect">
              <a:avLst/>
            </a:prstGeom>
          </p:spPr>
        </p:pic>
      </p:grpSp>
    </p:spTree>
    <p:extLst>
      <p:ext uri="{BB962C8B-B14F-4D97-AF65-F5344CB8AC3E}">
        <p14:creationId xmlns:p14="http://schemas.microsoft.com/office/powerpoint/2010/main" val="195651253"/>
      </p:ext>
    </p:extLst>
  </p:cSld>
  <p:clrMapOvr>
    <a:masterClrMapping/>
  </p:clrMapOvr>
  <p:transition>
    <p:fade/>
  </p:transition>
</p:sld>
</file>

<file path=ppt/slides/slide8.xml><?xml version="1.0" encoding="utf-8"?>
<p:sld xmlns:a16="http://schemas.microsoft.com/office/drawing/2014/main" xmlns:a14="http://schemas.microsoft.com/office/drawing/2010/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84A92EFC-B425-4A5B-9ABC-433179DB0E75}"/>
              </a:ext>
            </a:extLst>
          </p:cNvPr>
          <p:cNvSpPr/>
          <p:nvPr/>
        </p:nvSpPr>
        <p:spPr bwMode="auto">
          <a:xfrm>
            <a:off x="6143915" y="1212849"/>
            <a:ext cx="6292560" cy="5781676"/>
          </a:xfrm>
          <a:prstGeom prst="rect">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8" name="Rectangle 77">
            <a:extLst>
              <a:ext uri="{FF2B5EF4-FFF2-40B4-BE49-F238E27FC236}">
                <a16:creationId xmlns:a16="http://schemas.microsoft.com/office/drawing/2014/main" id="{369DDC0F-1C9A-46AF-B24E-B2DA2F70D5E0}"/>
              </a:ext>
            </a:extLst>
          </p:cNvPr>
          <p:cNvSpPr/>
          <p:nvPr/>
        </p:nvSpPr>
        <p:spPr bwMode="auto">
          <a:xfrm>
            <a:off x="6987108" y="4634147"/>
            <a:ext cx="4737056" cy="1980781"/>
          </a:xfrm>
          <a:prstGeom prst="rect">
            <a:avLst/>
          </a:prstGeom>
          <a:noFill/>
          <a:ln w="28575">
            <a:solidFill>
              <a:schemeClr val="accent4">
                <a:lumMod val="75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 name="Title 1">
            <a:extLst>
              <a:ext uri="{FF2B5EF4-FFF2-40B4-BE49-F238E27FC236}">
                <a16:creationId xmlns:a16="http://schemas.microsoft.com/office/drawing/2014/main" id="{5F8BAB0F-1F6C-46FD-90FA-7F3B7FEAFCB0}"/>
              </a:ext>
            </a:extLst>
          </p:cNvPr>
          <p:cNvSpPr>
            <a:spLocks noGrp="1"/>
          </p:cNvSpPr>
          <p:nvPr>
            <p:ph type="title"/>
          </p:nvPr>
        </p:nvSpPr>
        <p:spPr/>
        <p:txBody>
          <a:bodyPr/>
          <a:lstStyle/>
          <a:p>
            <a:r>
              <a:rPr lang="en-US" dirty="0"/>
              <a:t>Announcing: Load Balancer Standard (Preview)</a:t>
            </a:r>
          </a:p>
        </p:txBody>
      </p:sp>
      <p:sp>
        <p:nvSpPr>
          <p:cNvPr id="3" name="Text Placeholder 2">
            <a:extLst>
              <a:ext uri="{FF2B5EF4-FFF2-40B4-BE49-F238E27FC236}">
                <a16:creationId xmlns:a16="http://schemas.microsoft.com/office/drawing/2014/main" id="{4A9C9353-74E8-435C-9C17-979E76FFA105}"/>
              </a:ext>
            </a:extLst>
          </p:cNvPr>
          <p:cNvSpPr>
            <a:spLocks noGrp="1"/>
          </p:cNvSpPr>
          <p:nvPr>
            <p:ph type="body" sz="quarter" idx="10"/>
          </p:nvPr>
        </p:nvSpPr>
        <p:spPr>
          <a:xfrm>
            <a:off x="274639" y="1263578"/>
            <a:ext cx="5702595" cy="5373779"/>
          </a:xfrm>
        </p:spPr>
        <p:txBody>
          <a:bodyPr/>
          <a:lstStyle/>
          <a:p>
            <a:r>
              <a:rPr lang="en-US" sz="2400" b="1" dirty="0">
                <a:latin typeface="Segoe UI Semibold" panose="020B0702040204020203" pitchFamily="34" charset="0"/>
                <a:cs typeface="Segoe UI Semibold" panose="020B0702040204020203" pitchFamily="34" charset="0"/>
              </a:rPr>
              <a:t>Expands to your entire VNet</a:t>
            </a:r>
          </a:p>
          <a:p>
            <a:pPr marL="227013" indent="-227013">
              <a:spcAft>
                <a:spcPts val="3000"/>
              </a:spcAft>
              <a:buNone/>
            </a:pPr>
            <a:r>
              <a:rPr lang="en-US" sz="2000" dirty="0"/>
              <a:t>	(with or without Availability Sets)</a:t>
            </a:r>
          </a:p>
          <a:p>
            <a:r>
              <a:rPr lang="en-US" sz="2400" dirty="0">
                <a:latin typeface="Segoe UI Semibold" panose="020B0702040204020203" pitchFamily="34" charset="0"/>
                <a:cs typeface="Segoe UI Semibold" panose="020B0702040204020203" pitchFamily="34" charset="0"/>
              </a:rPr>
              <a:t>Up to 1000 instances in backend pool</a:t>
            </a:r>
          </a:p>
          <a:p>
            <a:pPr marL="0" indent="227013">
              <a:spcAft>
                <a:spcPts val="3000"/>
              </a:spcAft>
              <a:buNone/>
            </a:pPr>
            <a:r>
              <a:rPr lang="en-US" sz="2000" dirty="0"/>
              <a:t>(includes 1000 instance VMSS)</a:t>
            </a:r>
          </a:p>
          <a:p>
            <a:r>
              <a:rPr lang="en-US" sz="2400" b="1" dirty="0">
                <a:latin typeface="Segoe UI Semibold" panose="020B0702040204020203" pitchFamily="34" charset="0"/>
                <a:cs typeface="Segoe UI Semibold" panose="020B0702040204020203" pitchFamily="34" charset="0"/>
              </a:rPr>
              <a:t>HA Ports</a:t>
            </a:r>
          </a:p>
          <a:p>
            <a:pPr marL="0" indent="227013">
              <a:spcAft>
                <a:spcPts val="3000"/>
              </a:spcAft>
              <a:buNone/>
            </a:pPr>
            <a:r>
              <a:rPr lang="en-US" sz="2000" dirty="0"/>
              <a:t>Balance and scale virtual appliances, and more</a:t>
            </a:r>
          </a:p>
          <a:p>
            <a:pPr>
              <a:spcAft>
                <a:spcPts val="3000"/>
              </a:spcAft>
            </a:pPr>
            <a:r>
              <a:rPr lang="en-US" sz="2400" dirty="0">
                <a:latin typeface="Segoe UI Semibold" panose="020B0702040204020203" pitchFamily="34" charset="0"/>
                <a:cs typeface="Segoe UI Semibold" panose="020B0702040204020203" pitchFamily="34" charset="0"/>
              </a:rPr>
              <a:t>Advanced analytics</a:t>
            </a:r>
          </a:p>
          <a:p>
            <a:r>
              <a:rPr lang="en-US" sz="2400" dirty="0">
                <a:latin typeface="Segoe UI Semibold" panose="020B0702040204020203" pitchFamily="34" charset="0"/>
                <a:cs typeface="Segoe UI Semibold" panose="020B0702040204020203" pitchFamily="34" charset="0"/>
              </a:rPr>
              <a:t>Availability Zones: </a:t>
            </a:r>
          </a:p>
          <a:p>
            <a:pPr indent="231775"/>
            <a:r>
              <a:rPr lang="en-US" sz="2000" dirty="0"/>
              <a:t>Cross-zone load balancing</a:t>
            </a:r>
          </a:p>
          <a:p>
            <a:pPr indent="231775"/>
            <a:r>
              <a:rPr lang="en-US" sz="2000" dirty="0"/>
              <a:t>Zone-redundant LB</a:t>
            </a:r>
            <a:endParaRPr lang="en-US" sz="2800" dirty="0"/>
          </a:p>
        </p:txBody>
      </p:sp>
      <p:cxnSp>
        <p:nvCxnSpPr>
          <p:cNvPr id="34" name="Straight Connector 33">
            <a:extLst>
              <a:ext uri="{FF2B5EF4-FFF2-40B4-BE49-F238E27FC236}">
                <a16:creationId xmlns:a16="http://schemas.microsoft.com/office/drawing/2014/main" id="{23FD85B9-DE9B-4DE2-9348-98DEB4876EA2}"/>
              </a:ext>
            </a:extLst>
          </p:cNvPr>
          <p:cNvCxnSpPr/>
          <p:nvPr/>
        </p:nvCxnSpPr>
        <p:spPr>
          <a:xfrm>
            <a:off x="9331044" y="2096657"/>
            <a:ext cx="0" cy="447130"/>
          </a:xfrm>
          <a:prstGeom prst="line">
            <a:avLst/>
          </a:prstGeom>
          <a:ln w="28575">
            <a:solidFill>
              <a:schemeClr val="accent4">
                <a:lumMod val="60000"/>
                <a:lumOff val="40000"/>
              </a:schemeClr>
            </a:solidFill>
            <a:headEnd type="oval"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F550FF2-4E5F-411F-9191-296D7511C3BC}"/>
              </a:ext>
            </a:extLst>
          </p:cNvPr>
          <p:cNvCxnSpPr>
            <a:cxnSpLocks/>
          </p:cNvCxnSpPr>
          <p:nvPr/>
        </p:nvCxnSpPr>
        <p:spPr>
          <a:xfrm>
            <a:off x="9336446" y="3511785"/>
            <a:ext cx="0" cy="791160"/>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6FE9ECAC-5606-459C-8650-5B9DAA4BEC34}"/>
              </a:ext>
            </a:extLst>
          </p:cNvPr>
          <p:cNvGrpSpPr/>
          <p:nvPr/>
        </p:nvGrpSpPr>
        <p:grpSpPr>
          <a:xfrm>
            <a:off x="7570121" y="3330133"/>
            <a:ext cx="3504177" cy="951705"/>
            <a:chOff x="1788660" y="2494615"/>
            <a:chExt cx="5153858" cy="1905746"/>
          </a:xfrm>
        </p:grpSpPr>
        <p:cxnSp>
          <p:nvCxnSpPr>
            <p:cNvPr id="48" name="Straight Arrow Connector 47">
              <a:extLst>
                <a:ext uri="{FF2B5EF4-FFF2-40B4-BE49-F238E27FC236}">
                  <a16:creationId xmlns:a16="http://schemas.microsoft.com/office/drawing/2014/main" id="{B8423145-FC48-4C78-BBF1-15AFFDA46120}"/>
                </a:ext>
              </a:extLst>
            </p:cNvPr>
            <p:cNvCxnSpPr>
              <a:cxnSpLocks/>
            </p:cNvCxnSpPr>
            <p:nvPr/>
          </p:nvCxnSpPr>
          <p:spPr>
            <a:xfrm flipH="1">
              <a:off x="1788660" y="2500661"/>
              <a:ext cx="2172760" cy="1899700"/>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3CC478A-6D4F-4ED0-9485-B28FDCF973A9}"/>
                </a:ext>
              </a:extLst>
            </p:cNvPr>
            <p:cNvCxnSpPr>
              <a:cxnSpLocks/>
            </p:cNvCxnSpPr>
            <p:nvPr/>
          </p:nvCxnSpPr>
          <p:spPr>
            <a:xfrm>
              <a:off x="4769758" y="2494615"/>
              <a:ext cx="2172760" cy="1899700"/>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5BB2B981-F1F7-40CA-A0BC-C70A3020B686}"/>
              </a:ext>
            </a:extLst>
          </p:cNvPr>
          <p:cNvSpPr txBox="1"/>
          <p:nvPr/>
        </p:nvSpPr>
        <p:spPr>
          <a:xfrm>
            <a:off x="8724009" y="4876159"/>
            <a:ext cx="1146468" cy="369332"/>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Segoe UI Light"/>
                <a:ea typeface="+mn-ea"/>
                <a:cs typeface="+mn-cs"/>
              </a:rPr>
              <a:t>Zonal VM</a:t>
            </a:r>
          </a:p>
        </p:txBody>
      </p:sp>
      <p:sp>
        <p:nvSpPr>
          <p:cNvPr id="56" name="TextBox 55">
            <a:extLst>
              <a:ext uri="{FF2B5EF4-FFF2-40B4-BE49-F238E27FC236}">
                <a16:creationId xmlns:a16="http://schemas.microsoft.com/office/drawing/2014/main" id="{70FDE2DA-7108-4882-B605-CB8907CA6721}"/>
              </a:ext>
            </a:extLst>
          </p:cNvPr>
          <p:cNvSpPr txBox="1"/>
          <p:nvPr/>
        </p:nvSpPr>
        <p:spPr>
          <a:xfrm>
            <a:off x="8757811" y="5975671"/>
            <a:ext cx="1146466" cy="400110"/>
          </a:xfrm>
          <a:prstGeom prst="rect">
            <a:avLst/>
          </a:prstGeom>
          <a:noFill/>
        </p:spPr>
        <p:txBody>
          <a:bodyPr wrap="square" rtlCol="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4">
                    <a:lumMod val="60000"/>
                    <a:lumOff val="40000"/>
                  </a:schemeClr>
                </a:solidFill>
                <a:effectLst/>
                <a:uLnTx/>
                <a:uFillTx/>
                <a:latin typeface="Segoe UI Light"/>
                <a:ea typeface="+mn-ea"/>
                <a:cs typeface="+mn-cs"/>
              </a:rPr>
              <a:t>Zone 2</a:t>
            </a:r>
          </a:p>
        </p:txBody>
      </p:sp>
      <p:cxnSp>
        <p:nvCxnSpPr>
          <p:cNvPr id="60" name="Straight Connector 59">
            <a:extLst>
              <a:ext uri="{FF2B5EF4-FFF2-40B4-BE49-F238E27FC236}">
                <a16:creationId xmlns:a16="http://schemas.microsoft.com/office/drawing/2014/main" id="{A03C0ABD-5152-4B06-8B24-BFB4C2EE62A1}"/>
              </a:ext>
            </a:extLst>
          </p:cNvPr>
          <p:cNvCxnSpPr/>
          <p:nvPr/>
        </p:nvCxnSpPr>
        <p:spPr>
          <a:xfrm>
            <a:off x="9331044" y="2096657"/>
            <a:ext cx="0" cy="447130"/>
          </a:xfrm>
          <a:prstGeom prst="line">
            <a:avLst/>
          </a:prstGeom>
          <a:ln w="28575">
            <a:solidFill>
              <a:schemeClr val="accent4">
                <a:lumMod val="60000"/>
                <a:lumOff val="40000"/>
              </a:schemeClr>
            </a:solidFill>
            <a:headEnd type="oval" w="lg" len="lg"/>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2BFB7DD-50E0-4890-BD9E-86103E77C96F}"/>
              </a:ext>
            </a:extLst>
          </p:cNvPr>
          <p:cNvSpPr txBox="1"/>
          <p:nvPr/>
        </p:nvSpPr>
        <p:spPr>
          <a:xfrm>
            <a:off x="7288576" y="5974617"/>
            <a:ext cx="1124652" cy="400110"/>
          </a:xfrm>
          <a:prstGeom prst="rect">
            <a:avLst/>
          </a:prstGeom>
          <a:noFill/>
        </p:spPr>
        <p:txBody>
          <a:bodyPr wrap="square" rtlCol="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4">
                    <a:lumMod val="60000"/>
                    <a:lumOff val="40000"/>
                  </a:schemeClr>
                </a:solidFill>
                <a:effectLst/>
                <a:uLnTx/>
                <a:uFillTx/>
                <a:latin typeface="Segoe UI Light"/>
                <a:ea typeface="+mn-ea"/>
                <a:cs typeface="+mn-cs"/>
              </a:rPr>
              <a:t>Zone 1</a:t>
            </a:r>
          </a:p>
        </p:txBody>
      </p:sp>
      <p:sp>
        <p:nvSpPr>
          <p:cNvPr id="62" name="TextBox 61">
            <a:extLst>
              <a:ext uri="{FF2B5EF4-FFF2-40B4-BE49-F238E27FC236}">
                <a16:creationId xmlns:a16="http://schemas.microsoft.com/office/drawing/2014/main" id="{1D8EC646-A38E-439F-BBD2-FACEC40ADD34}"/>
              </a:ext>
            </a:extLst>
          </p:cNvPr>
          <p:cNvSpPr txBox="1"/>
          <p:nvPr/>
        </p:nvSpPr>
        <p:spPr>
          <a:xfrm>
            <a:off x="7265556" y="4889848"/>
            <a:ext cx="1146468" cy="369332"/>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Segoe UI Light"/>
                <a:ea typeface="+mn-ea"/>
                <a:cs typeface="+mn-cs"/>
              </a:rPr>
              <a:t>Zonal VM</a:t>
            </a:r>
          </a:p>
        </p:txBody>
      </p:sp>
      <p:sp>
        <p:nvSpPr>
          <p:cNvPr id="68" name="TextBox 67">
            <a:extLst>
              <a:ext uri="{FF2B5EF4-FFF2-40B4-BE49-F238E27FC236}">
                <a16:creationId xmlns:a16="http://schemas.microsoft.com/office/drawing/2014/main" id="{820083F9-8652-4637-8FB6-A690ABAA7EC4}"/>
              </a:ext>
            </a:extLst>
          </p:cNvPr>
          <p:cNvSpPr txBox="1"/>
          <p:nvPr/>
        </p:nvSpPr>
        <p:spPr>
          <a:xfrm>
            <a:off x="10331312" y="5974617"/>
            <a:ext cx="1195291" cy="400110"/>
          </a:xfrm>
          <a:prstGeom prst="rect">
            <a:avLst/>
          </a:prstGeom>
          <a:noFill/>
        </p:spPr>
        <p:txBody>
          <a:bodyPr wrap="square" rtlCol="0">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4">
                    <a:lumMod val="60000"/>
                    <a:lumOff val="40000"/>
                  </a:schemeClr>
                </a:solidFill>
                <a:effectLst/>
                <a:uLnTx/>
                <a:uFillTx/>
                <a:latin typeface="Segoe UI Light"/>
                <a:ea typeface="+mn-ea"/>
                <a:cs typeface="+mn-cs"/>
              </a:rPr>
              <a:t>Zone 3</a:t>
            </a:r>
          </a:p>
        </p:txBody>
      </p:sp>
      <p:sp>
        <p:nvSpPr>
          <p:cNvPr id="69" name="TextBox 68">
            <a:extLst>
              <a:ext uri="{FF2B5EF4-FFF2-40B4-BE49-F238E27FC236}">
                <a16:creationId xmlns:a16="http://schemas.microsoft.com/office/drawing/2014/main" id="{8FDA67B0-C0B7-4608-9E3F-0898F94D8CA5}"/>
              </a:ext>
            </a:extLst>
          </p:cNvPr>
          <p:cNvSpPr txBox="1"/>
          <p:nvPr/>
        </p:nvSpPr>
        <p:spPr>
          <a:xfrm>
            <a:off x="10275446" y="4870547"/>
            <a:ext cx="1146468" cy="369332"/>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Segoe UI Light"/>
                <a:ea typeface="+mn-ea"/>
                <a:cs typeface="+mn-cs"/>
              </a:rPr>
              <a:t>Zonal VM</a:t>
            </a:r>
          </a:p>
        </p:txBody>
      </p:sp>
      <p:sp>
        <p:nvSpPr>
          <p:cNvPr id="70" name="TextBox 69">
            <a:extLst>
              <a:ext uri="{FF2B5EF4-FFF2-40B4-BE49-F238E27FC236}">
                <a16:creationId xmlns:a16="http://schemas.microsoft.com/office/drawing/2014/main" id="{04E41037-03C2-40BF-B641-D08673CDF80E}"/>
              </a:ext>
            </a:extLst>
          </p:cNvPr>
          <p:cNvSpPr txBox="1"/>
          <p:nvPr/>
        </p:nvSpPr>
        <p:spPr>
          <a:xfrm>
            <a:off x="9800812" y="2653408"/>
            <a:ext cx="1609736" cy="646331"/>
          </a:xfrm>
          <a:prstGeom prst="rect">
            <a:avLst/>
          </a:prstGeom>
          <a:noFill/>
        </p:spPr>
        <p:txBody>
          <a:bodyPr wrap="none" rtlCol="0">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accent4">
                    <a:lumMod val="60000"/>
                    <a:lumOff val="40000"/>
                  </a:schemeClr>
                </a:solidFill>
                <a:effectLst/>
                <a:uLnTx/>
                <a:uFillTx/>
                <a:latin typeface="Segoe UI Light"/>
                <a:ea typeface="+mn-ea"/>
                <a:cs typeface="+mn-cs"/>
              </a:rPr>
              <a:t>Load Balancer </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accent4">
                    <a:lumMod val="60000"/>
                    <a:lumOff val="40000"/>
                  </a:schemeClr>
                </a:solidFill>
                <a:effectLst/>
                <a:uLnTx/>
                <a:uFillTx/>
                <a:latin typeface="Segoe UI Light"/>
                <a:ea typeface="+mn-ea"/>
                <a:cs typeface="+mn-cs"/>
              </a:rPr>
              <a:t>Standard</a:t>
            </a:r>
          </a:p>
        </p:txBody>
      </p:sp>
      <p:cxnSp>
        <p:nvCxnSpPr>
          <p:cNvPr id="71" name="Straight Connector 70">
            <a:extLst>
              <a:ext uri="{FF2B5EF4-FFF2-40B4-BE49-F238E27FC236}">
                <a16:creationId xmlns:a16="http://schemas.microsoft.com/office/drawing/2014/main" id="{2060428E-3558-42D7-8F2B-BEC1AA35923D}"/>
              </a:ext>
            </a:extLst>
          </p:cNvPr>
          <p:cNvCxnSpPr/>
          <p:nvPr/>
        </p:nvCxnSpPr>
        <p:spPr>
          <a:xfrm>
            <a:off x="8619536" y="4905015"/>
            <a:ext cx="0" cy="1509681"/>
          </a:xfrm>
          <a:prstGeom prst="line">
            <a:avLst/>
          </a:prstGeom>
          <a:ln w="28575">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4DB493E-02B3-4683-972A-31761F0A4650}"/>
              </a:ext>
            </a:extLst>
          </p:cNvPr>
          <p:cNvCxnSpPr/>
          <p:nvPr/>
        </p:nvCxnSpPr>
        <p:spPr>
          <a:xfrm>
            <a:off x="10097508" y="4916413"/>
            <a:ext cx="0" cy="1509681"/>
          </a:xfrm>
          <a:prstGeom prst="line">
            <a:avLst/>
          </a:prstGeom>
          <a:ln w="28575">
            <a:solidFill>
              <a:schemeClr val="accent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A2D5C-25EC-4FAF-9BA5-BE4D6FD816CA}"/>
              </a:ext>
            </a:extLst>
          </p:cNvPr>
          <p:cNvCxnSpPr/>
          <p:nvPr/>
        </p:nvCxnSpPr>
        <p:spPr>
          <a:xfrm>
            <a:off x="9331044" y="2096657"/>
            <a:ext cx="0" cy="447130"/>
          </a:xfrm>
          <a:prstGeom prst="line">
            <a:avLst/>
          </a:prstGeom>
          <a:ln w="28575">
            <a:solidFill>
              <a:schemeClr val="accent4">
                <a:lumMod val="60000"/>
                <a:lumOff val="40000"/>
              </a:schemeClr>
            </a:solidFill>
            <a:headEnd type="oval" w="lg" len="lg"/>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B87C71AF-288A-4F6A-853B-01F6F078A132}"/>
              </a:ext>
            </a:extLst>
          </p:cNvPr>
          <p:cNvSpPr/>
          <p:nvPr/>
        </p:nvSpPr>
        <p:spPr bwMode="auto">
          <a:xfrm rot="2700000">
            <a:off x="9016216" y="2673041"/>
            <a:ext cx="640080" cy="640080"/>
          </a:xfrm>
          <a:prstGeom prst="roundRect">
            <a:avLst/>
          </a:prstGeom>
          <a:noFill/>
          <a:ln w="28575">
            <a:solidFill>
              <a:schemeClr val="accent4">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 name="Rectangle: Rounded Corners 74">
            <a:extLst>
              <a:ext uri="{FF2B5EF4-FFF2-40B4-BE49-F238E27FC236}">
                <a16:creationId xmlns:a16="http://schemas.microsoft.com/office/drawing/2014/main" id="{0B8ACDF5-256A-4B20-A711-0C52B8E98E5D}"/>
              </a:ext>
            </a:extLst>
          </p:cNvPr>
          <p:cNvSpPr/>
          <p:nvPr/>
        </p:nvSpPr>
        <p:spPr bwMode="auto">
          <a:xfrm rot="2700000">
            <a:off x="9015191" y="2672016"/>
            <a:ext cx="640080" cy="640080"/>
          </a:xfrm>
          <a:prstGeom prst="roundRect">
            <a:avLst/>
          </a:prstGeom>
          <a:noFill/>
          <a:ln w="28575">
            <a:solidFill>
              <a:schemeClr val="accent4">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 name="Rectangle: Rounded Corners 75">
            <a:extLst>
              <a:ext uri="{FF2B5EF4-FFF2-40B4-BE49-F238E27FC236}">
                <a16:creationId xmlns:a16="http://schemas.microsoft.com/office/drawing/2014/main" id="{1AB05004-BE49-4F1B-89C2-6CF1F65DF47E}"/>
              </a:ext>
            </a:extLst>
          </p:cNvPr>
          <p:cNvSpPr/>
          <p:nvPr/>
        </p:nvSpPr>
        <p:spPr bwMode="auto">
          <a:xfrm rot="2700000">
            <a:off x="9015191" y="2672016"/>
            <a:ext cx="640080" cy="640080"/>
          </a:xfrm>
          <a:prstGeom prst="roundRect">
            <a:avLst/>
          </a:prstGeom>
          <a:noFill/>
          <a:ln w="28575">
            <a:solidFill>
              <a:schemeClr val="accent4">
                <a:lumMod val="7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 name="TextBox 76">
            <a:extLst>
              <a:ext uri="{FF2B5EF4-FFF2-40B4-BE49-F238E27FC236}">
                <a16:creationId xmlns:a16="http://schemas.microsoft.com/office/drawing/2014/main" id="{4BAE8935-3D5C-4EDD-831A-1EF8B2175507}"/>
              </a:ext>
            </a:extLst>
          </p:cNvPr>
          <p:cNvSpPr txBox="1"/>
          <p:nvPr/>
        </p:nvSpPr>
        <p:spPr>
          <a:xfrm>
            <a:off x="6129270" y="1200026"/>
            <a:ext cx="6307205" cy="763689"/>
          </a:xfrm>
          <a:prstGeom prst="rect">
            <a:avLst/>
          </a:prstGeom>
          <a:solidFill>
            <a:schemeClr val="accent4">
              <a:lumMod val="50000"/>
            </a:schemeClr>
          </a:solidFill>
        </p:spPr>
        <p:txBody>
          <a:bodyPr wrap="square" lIns="182880" tIns="146304" rIns="182880" bIns="146304" rtlCol="0" anchor="ctr">
            <a:no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Semilight"/>
                <a:ea typeface="+mn-ea"/>
                <a:cs typeface="+mn-cs"/>
              </a:rPr>
              <a:t>Zone-redundant data path</a:t>
            </a:r>
          </a:p>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i="0" u="none" strike="noStrike" kern="1200" cap="none" spc="0" normalizeH="0" baseline="0" noProof="0" dirty="0">
                <a:ln>
                  <a:noFill/>
                </a:ln>
                <a:solidFill>
                  <a:srgbClr val="FFFFFF"/>
                </a:solidFill>
                <a:effectLst/>
                <a:uLnTx/>
                <a:uFillTx/>
                <a:latin typeface="Segoe UI Semilight"/>
                <a:ea typeface="+mn-ea"/>
                <a:cs typeface="+mn-cs"/>
              </a:rPr>
              <a:t>(regional anycast, public &amp; internal, inbound &amp; out)</a:t>
            </a:r>
          </a:p>
        </p:txBody>
      </p:sp>
      <p:sp>
        <p:nvSpPr>
          <p:cNvPr id="79" name="Rectangle 78">
            <a:extLst>
              <a:ext uri="{FF2B5EF4-FFF2-40B4-BE49-F238E27FC236}">
                <a16:creationId xmlns:a16="http://schemas.microsoft.com/office/drawing/2014/main" id="{F462A5E8-408F-4DD3-B998-56B5F69FBCF3}"/>
              </a:ext>
            </a:extLst>
          </p:cNvPr>
          <p:cNvSpPr/>
          <p:nvPr/>
        </p:nvSpPr>
        <p:spPr bwMode="auto">
          <a:xfrm>
            <a:off x="10638046" y="4522232"/>
            <a:ext cx="781304" cy="218079"/>
          </a:xfrm>
          <a:prstGeom prst="rect">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pic>
        <p:nvPicPr>
          <p:cNvPr id="80" name="Graphic 79">
            <a:extLst>
              <a:ext uri="{FF2B5EF4-FFF2-40B4-BE49-F238E27FC236}">
                <a16:creationId xmlns:a16="http://schemas.microsoft.com/office/drawing/2014/main" id="{FBEC1761-3828-4E2D-9FD7-756FB682CB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05680" y="4351705"/>
            <a:ext cx="772679" cy="515119"/>
          </a:xfrm>
          <a:prstGeom prst="rect">
            <a:avLst/>
          </a:prstGeom>
        </p:spPr>
      </p:pic>
      <p:pic>
        <p:nvPicPr>
          <p:cNvPr id="5" name="Graphic 79">
            <a:extLst>
              <a:ext uri="{FF2B5EF4-FFF2-40B4-BE49-F238E27FC236}">
                <a16:creationId xmlns:a16="http://schemas.microsoft.com/office/drawing/2014/main" id="{FBEC1761-3828-4E2D-9FD7-756FB682CB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05680" y="4351705"/>
            <a:ext cx="772679" cy="515119"/>
          </a:xfrm>
          <a:prstGeom prst="rect">
            <a:avLst/>
          </a:prstGeom>
        </p:spPr>
      </p:pic>
      <p:grpSp>
        <p:nvGrpSpPr>
          <p:cNvPr id="84" name="Graphic 35">
            <a:extLst>
              <a:ext uri="{FF2B5EF4-FFF2-40B4-BE49-F238E27FC236}">
                <a16:creationId xmlns:a16="http://schemas.microsoft.com/office/drawing/2014/main" id="{45DEB237-08E7-4768-B07C-3DA564E72E4B}"/>
              </a:ext>
            </a:extLst>
          </p:cNvPr>
          <p:cNvGrpSpPr/>
          <p:nvPr/>
        </p:nvGrpSpPr>
        <p:grpSpPr>
          <a:xfrm>
            <a:off x="9015349" y="2658761"/>
            <a:ext cx="650492" cy="650492"/>
            <a:chOff x="9355716" y="2461258"/>
            <a:chExt cx="650492" cy="650492"/>
          </a:xfrm>
          <a:solidFill>
            <a:schemeClr val="accent4">
              <a:lumMod val="75000"/>
            </a:schemeClr>
          </a:solidFill>
        </p:grpSpPr>
        <p:sp>
          <p:nvSpPr>
            <p:cNvPr id="85" name="Freeform: Shape 84">
              <a:extLst>
                <a:ext uri="{FF2B5EF4-FFF2-40B4-BE49-F238E27FC236}">
                  <a16:creationId xmlns:a16="http://schemas.microsoft.com/office/drawing/2014/main" id="{95AF0171-5F79-419D-AD8B-14CD74FAA0D9}"/>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6" name="Freeform: Shape 85">
              <a:extLst>
                <a:ext uri="{FF2B5EF4-FFF2-40B4-BE49-F238E27FC236}">
                  <a16:creationId xmlns:a16="http://schemas.microsoft.com/office/drawing/2014/main" id="{2321FB75-FEDE-4D40-BDA1-DCDF15A0B6CB}"/>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87" name="Freeform: Shape 86">
              <a:extLst>
                <a:ext uri="{FF2B5EF4-FFF2-40B4-BE49-F238E27FC236}">
                  <a16:creationId xmlns:a16="http://schemas.microsoft.com/office/drawing/2014/main" id="{D05B0EF8-B53A-4513-A030-65B43E901DE2}"/>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91" name="Group 90">
            <a:extLst>
              <a:ext uri="{FF2B5EF4-FFF2-40B4-BE49-F238E27FC236}">
                <a16:creationId xmlns:a16="http://schemas.microsoft.com/office/drawing/2014/main" id="{9CC1FDBD-93E5-4B56-AECD-28F1083D18DA}"/>
              </a:ext>
            </a:extLst>
          </p:cNvPr>
          <p:cNvGrpSpPr/>
          <p:nvPr/>
        </p:nvGrpSpPr>
        <p:grpSpPr>
          <a:xfrm>
            <a:off x="7570121" y="5340955"/>
            <a:ext cx="567168" cy="567164"/>
            <a:chOff x="8641081" y="5155259"/>
            <a:chExt cx="567168" cy="567164"/>
          </a:xfrm>
        </p:grpSpPr>
        <p:sp>
          <p:nvSpPr>
            <p:cNvPr id="92" name="Rectangle 91">
              <a:extLst>
                <a:ext uri="{FF2B5EF4-FFF2-40B4-BE49-F238E27FC236}">
                  <a16:creationId xmlns:a16="http://schemas.microsoft.com/office/drawing/2014/main" id="{8ACE21DD-2D2E-4B98-B273-4465CC82F942}"/>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3" name="Picture 92">
              <a:extLst>
                <a:ext uri="{FF2B5EF4-FFF2-40B4-BE49-F238E27FC236}">
                  <a16:creationId xmlns:a16="http://schemas.microsoft.com/office/drawing/2014/main" id="{AB844B5E-F256-4646-8747-FCB88B5E8F1D}"/>
                </a:ext>
              </a:extLst>
            </p:cNvPr>
            <p:cNvPicPr>
              <a:picLocks noChangeAspect="1"/>
            </p:cNvPicPr>
            <p:nvPr/>
          </p:nvPicPr>
          <p:blipFill>
            <a:blip r:embed="rId6"/>
            <a:stretch>
              <a:fillRect/>
            </a:stretch>
          </p:blipFill>
          <p:spPr>
            <a:xfrm>
              <a:off x="8641081" y="5155259"/>
              <a:ext cx="567168" cy="567164"/>
            </a:xfrm>
            <a:prstGeom prst="rect">
              <a:avLst/>
            </a:prstGeom>
          </p:spPr>
        </p:pic>
      </p:grpSp>
      <p:grpSp>
        <p:nvGrpSpPr>
          <p:cNvPr id="94" name="Group 93">
            <a:extLst>
              <a:ext uri="{FF2B5EF4-FFF2-40B4-BE49-F238E27FC236}">
                <a16:creationId xmlns:a16="http://schemas.microsoft.com/office/drawing/2014/main" id="{D7D4BDF6-2C74-42A2-A07B-18B11441FD14}"/>
              </a:ext>
            </a:extLst>
          </p:cNvPr>
          <p:cNvGrpSpPr/>
          <p:nvPr/>
        </p:nvGrpSpPr>
        <p:grpSpPr>
          <a:xfrm>
            <a:off x="9029841" y="5339780"/>
            <a:ext cx="567168" cy="567164"/>
            <a:chOff x="8641081" y="5155259"/>
            <a:chExt cx="567168" cy="567164"/>
          </a:xfrm>
        </p:grpSpPr>
        <p:sp>
          <p:nvSpPr>
            <p:cNvPr id="95" name="Rectangle 94">
              <a:extLst>
                <a:ext uri="{FF2B5EF4-FFF2-40B4-BE49-F238E27FC236}">
                  <a16:creationId xmlns:a16="http://schemas.microsoft.com/office/drawing/2014/main" id="{0D230C54-AC17-44B8-93D5-6104D06AC2D8}"/>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6" name="Picture 95">
              <a:extLst>
                <a:ext uri="{FF2B5EF4-FFF2-40B4-BE49-F238E27FC236}">
                  <a16:creationId xmlns:a16="http://schemas.microsoft.com/office/drawing/2014/main" id="{375229BC-D5DD-4EAB-8754-3981370BAF2E}"/>
                </a:ext>
              </a:extLst>
            </p:cNvPr>
            <p:cNvPicPr>
              <a:picLocks noChangeAspect="1"/>
            </p:cNvPicPr>
            <p:nvPr/>
          </p:nvPicPr>
          <p:blipFill>
            <a:blip r:embed="rId6"/>
            <a:stretch>
              <a:fillRect/>
            </a:stretch>
          </p:blipFill>
          <p:spPr>
            <a:xfrm>
              <a:off x="8641081" y="5155259"/>
              <a:ext cx="567168" cy="567164"/>
            </a:xfrm>
            <a:prstGeom prst="rect">
              <a:avLst/>
            </a:prstGeom>
          </p:spPr>
        </p:pic>
      </p:grpSp>
      <p:grpSp>
        <p:nvGrpSpPr>
          <p:cNvPr id="97" name="Group 96">
            <a:extLst>
              <a:ext uri="{FF2B5EF4-FFF2-40B4-BE49-F238E27FC236}">
                <a16:creationId xmlns:a16="http://schemas.microsoft.com/office/drawing/2014/main" id="{30A1EDA3-6357-4036-ABFF-52A0EBFB6348}"/>
              </a:ext>
            </a:extLst>
          </p:cNvPr>
          <p:cNvGrpSpPr/>
          <p:nvPr/>
        </p:nvGrpSpPr>
        <p:grpSpPr>
          <a:xfrm>
            <a:off x="10582745" y="5338605"/>
            <a:ext cx="567168" cy="567164"/>
            <a:chOff x="8641081" y="5155259"/>
            <a:chExt cx="567168" cy="567164"/>
          </a:xfrm>
        </p:grpSpPr>
        <p:sp>
          <p:nvSpPr>
            <p:cNvPr id="98" name="Rectangle 97">
              <a:extLst>
                <a:ext uri="{FF2B5EF4-FFF2-40B4-BE49-F238E27FC236}">
                  <a16:creationId xmlns:a16="http://schemas.microsoft.com/office/drawing/2014/main" id="{ADE8CFB5-80D7-4459-AA17-435E6C4776F1}"/>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9" name="Picture 98">
              <a:extLst>
                <a:ext uri="{FF2B5EF4-FFF2-40B4-BE49-F238E27FC236}">
                  <a16:creationId xmlns:a16="http://schemas.microsoft.com/office/drawing/2014/main" id="{6FD66ABE-6A91-49C3-8DF9-9A2799816AAA}"/>
                </a:ext>
              </a:extLst>
            </p:cNvPr>
            <p:cNvPicPr>
              <a:picLocks noChangeAspect="1"/>
            </p:cNvPicPr>
            <p:nvPr/>
          </p:nvPicPr>
          <p:blipFill>
            <a:blip r:embed="rId6"/>
            <a:stretch>
              <a:fillRect/>
            </a:stretch>
          </p:blipFill>
          <p:spPr>
            <a:xfrm>
              <a:off x="8641081" y="5155259"/>
              <a:ext cx="567168" cy="567164"/>
            </a:xfrm>
            <a:prstGeom prst="rect">
              <a:avLst/>
            </a:prstGeom>
          </p:spPr>
        </p:pic>
      </p:grpSp>
    </p:spTree>
    <p:extLst>
      <p:ext uri="{BB962C8B-B14F-4D97-AF65-F5344CB8AC3E}">
        <p14:creationId xmlns:p14="http://schemas.microsoft.com/office/powerpoint/2010/main" val="2219047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left)">
                                      <p:cBhvr>
                                        <p:cTn id="7" dur="500"/>
                                        <p:tgtEl>
                                          <p:spTgt spid="3">
                                            <p:txEl>
                                              <p:pRg st="7" end="7"/>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left)">
                                      <p:cBhvr>
                                        <p:cTn id="10" dur="500"/>
                                        <p:tgtEl>
                                          <p:spTgt spid="3">
                                            <p:txEl>
                                              <p:pRg st="8" end="8"/>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left)">
                                      <p:cBhvr>
                                        <p:cTn id="13" dur="500"/>
                                        <p:tgtEl>
                                          <p:spTgt spid="3">
                                            <p:txEl>
                                              <p:pRg st="9" end="9"/>
                                            </p:txEl>
                                          </p:spTgt>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wipe(left)">
                                      <p:cBhvr>
                                        <p:cTn id="17" dur="250"/>
                                        <p:tgtEl>
                                          <p:spTgt spid="6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wipe(left)">
                                      <p:cBhvr>
                                        <p:cTn id="20" dur="250"/>
                                        <p:tgtEl>
                                          <p:spTgt spid="61"/>
                                        </p:tgtEl>
                                      </p:cBhvr>
                                    </p:animEffect>
                                  </p:childTnLst>
                                </p:cTn>
                              </p:par>
                            </p:childTnLst>
                          </p:cTn>
                        </p:par>
                        <p:par>
                          <p:cTn id="21" fill="hold">
                            <p:stCondLst>
                              <p:cond delay="750"/>
                            </p:stCondLst>
                            <p:childTnLst>
                              <p:par>
                                <p:cTn id="22" presetID="22" presetClass="entr" presetSubtype="1" fill="hold" nodeType="after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wipe(up)">
                                      <p:cBhvr>
                                        <p:cTn id="24" dur="250"/>
                                        <p:tgtEl>
                                          <p:spTgt spid="7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left)">
                                      <p:cBhvr>
                                        <p:cTn id="27" dur="250"/>
                                        <p:tgtEl>
                                          <p:spTgt spid="55"/>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wipe(left)">
                                      <p:cBhvr>
                                        <p:cTn id="30" dur="250"/>
                                        <p:tgtEl>
                                          <p:spTgt spid="56"/>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wipe(up)">
                                      <p:cBhvr>
                                        <p:cTn id="34" dur="250"/>
                                        <p:tgtEl>
                                          <p:spTgt spid="7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left)">
                                      <p:cBhvr>
                                        <p:cTn id="37" dur="250"/>
                                        <p:tgtEl>
                                          <p:spTgt spid="69"/>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wipe(left)">
                                      <p:cBhvr>
                                        <p:cTn id="40" dur="250"/>
                                        <p:tgtEl>
                                          <p:spTgt spid="6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250"/>
                                        <p:tgtEl>
                                          <p:spTgt spid="70"/>
                                        </p:tgtEl>
                                      </p:cBhvr>
                                    </p:animEffect>
                                    <p:set>
                                      <p:cBhvr>
                                        <p:cTn id="45" dur="1" fill="hold">
                                          <p:stCondLst>
                                            <p:cond delay="249"/>
                                          </p:stCondLst>
                                        </p:cTn>
                                        <p:tgtEl>
                                          <p:spTgt spid="70"/>
                                        </p:tgtEl>
                                        <p:attrNameLst>
                                          <p:attrName>style.visibility</p:attrName>
                                        </p:attrNameLst>
                                      </p:cBhvr>
                                      <p:to>
                                        <p:strVal val="hidden"/>
                                      </p:to>
                                    </p:set>
                                  </p:childTnLst>
                                </p:cTn>
                              </p:par>
                            </p:childTnLst>
                          </p:cTn>
                        </p:par>
                        <p:par>
                          <p:cTn id="46" fill="hold">
                            <p:stCondLst>
                              <p:cond delay="250"/>
                            </p:stCondLst>
                            <p:childTnLst>
                              <p:par>
                                <p:cTn id="47" presetID="10" presetClass="entr" presetSubtype="0" fill="hold" grpId="0" nodeType="after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500"/>
                                        <p:tgtEl>
                                          <p:spTgt spid="74"/>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75"/>
                                        </p:tgtEl>
                                        <p:attrNameLst>
                                          <p:attrName>style.visibility</p:attrName>
                                        </p:attrNameLst>
                                      </p:cBhvr>
                                      <p:to>
                                        <p:strVal val="visible"/>
                                      </p:to>
                                    </p:set>
                                  </p:childTnLst>
                                </p:cTn>
                              </p:par>
                              <p:par>
                                <p:cTn id="52" presetID="42" presetClass="path" presetSubtype="0" accel="50000" decel="50000" fill="hold" grpId="1" nodeType="withEffect">
                                  <p:stCondLst>
                                    <p:cond delay="0"/>
                                  </p:stCondLst>
                                  <p:childTnLst>
                                    <p:animMotion origin="layout" path="M -4.4192E-6 1.27099E-6 L 0.13978 -0.00068 " pathEditMode="relative" rAng="0" ptsTypes="AA">
                                      <p:cBhvr>
                                        <p:cTn id="53" dur="1000" fill="hold"/>
                                        <p:tgtEl>
                                          <p:spTgt spid="75"/>
                                        </p:tgtEl>
                                        <p:attrNameLst>
                                          <p:attrName>ppt_x</p:attrName>
                                          <p:attrName>ppt_y</p:attrName>
                                        </p:attrNameLst>
                                      </p:cBhvr>
                                      <p:rCtr x="6982" y="-45"/>
                                    </p:animMotion>
                                  </p:childTnLst>
                                </p:cTn>
                              </p:par>
                              <p:par>
                                <p:cTn id="54" presetID="1" presetClass="entr" presetSubtype="0" fill="hold" grpId="0" nodeType="withEffect">
                                  <p:stCondLst>
                                    <p:cond delay="0"/>
                                  </p:stCondLst>
                                  <p:childTnLst>
                                    <p:set>
                                      <p:cBhvr>
                                        <p:cTn id="55" dur="1" fill="hold">
                                          <p:stCondLst>
                                            <p:cond delay="0"/>
                                          </p:stCondLst>
                                        </p:cTn>
                                        <p:tgtEl>
                                          <p:spTgt spid="76"/>
                                        </p:tgtEl>
                                        <p:attrNameLst>
                                          <p:attrName>style.visibility</p:attrName>
                                        </p:attrNameLst>
                                      </p:cBhvr>
                                      <p:to>
                                        <p:strVal val="visible"/>
                                      </p:to>
                                    </p:set>
                                  </p:childTnLst>
                                </p:cTn>
                              </p:par>
                              <p:par>
                                <p:cTn id="56" presetID="42" presetClass="path" presetSubtype="0" accel="50000" decel="50000" fill="hold" grpId="1" nodeType="withEffect">
                                  <p:stCondLst>
                                    <p:cond delay="0"/>
                                  </p:stCondLst>
                                  <p:childTnLst>
                                    <p:animMotion origin="layout" path="M -4.4192E-6 1.27099E-6 L -0.14194 0.00159 " pathEditMode="relative" rAng="0" ptsTypes="AA">
                                      <p:cBhvr>
                                        <p:cTn id="57" dur="1000" fill="hold"/>
                                        <p:tgtEl>
                                          <p:spTgt spid="76"/>
                                        </p:tgtEl>
                                        <p:attrNameLst>
                                          <p:attrName>ppt_x</p:attrName>
                                          <p:attrName>ppt_y</p:attrName>
                                        </p:attrNameLst>
                                      </p:cBhvr>
                                      <p:rCtr x="-7097" y="68"/>
                                    </p:animMotion>
                                  </p:childTnLst>
                                </p:cTn>
                              </p:par>
                              <p:par>
                                <p:cTn id="58" presetID="1" presetClass="entr" presetSubtype="0" fill="hold" nodeType="withEffect">
                                  <p:stCondLst>
                                    <p:cond delay="0"/>
                                  </p:stCondLst>
                                  <p:childTnLst>
                                    <p:set>
                                      <p:cBhvr>
                                        <p:cTn id="59" dur="1" fill="hold">
                                          <p:stCondLst>
                                            <p:cond delay="0"/>
                                          </p:stCondLst>
                                        </p:cTn>
                                        <p:tgtEl>
                                          <p:spTgt spid="73"/>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par>
                                <p:cTn id="62" presetID="42" presetClass="path" presetSubtype="0" accel="50000" decel="50000" fill="hold" nodeType="withEffect">
                                  <p:stCondLst>
                                    <p:cond delay="0"/>
                                  </p:stCondLst>
                                  <p:childTnLst>
                                    <p:animMotion origin="layout" path="M 8.78223E-7 -3.28189E-6 L -0.14156 0.00137 " pathEditMode="relative" rAng="0" ptsTypes="AA">
                                      <p:cBhvr>
                                        <p:cTn id="63" dur="1000" fill="hold"/>
                                        <p:tgtEl>
                                          <p:spTgt spid="73"/>
                                        </p:tgtEl>
                                        <p:attrNameLst>
                                          <p:attrName>ppt_x</p:attrName>
                                          <p:attrName>ppt_y</p:attrName>
                                        </p:attrNameLst>
                                      </p:cBhvr>
                                      <p:rCtr x="-7085" y="68"/>
                                    </p:animMotion>
                                  </p:childTnLst>
                                </p:cTn>
                              </p:par>
                              <p:par>
                                <p:cTn id="64" presetID="42" presetClass="path" presetSubtype="0" accel="50000" decel="50000" fill="hold" nodeType="withEffect">
                                  <p:stCondLst>
                                    <p:cond delay="0"/>
                                  </p:stCondLst>
                                  <p:childTnLst>
                                    <p:animMotion origin="layout" path="M 8.78223E-7 -3.28189E-6 L 0.14016 0.00091 " pathEditMode="relative" rAng="0" ptsTypes="AA">
                                      <p:cBhvr>
                                        <p:cTn id="65" dur="1000" fill="hold"/>
                                        <p:tgtEl>
                                          <p:spTgt spid="34"/>
                                        </p:tgtEl>
                                        <p:attrNameLst>
                                          <p:attrName>ppt_x</p:attrName>
                                          <p:attrName>ppt_y</p:attrName>
                                        </p:attrNameLst>
                                      </p:cBhvr>
                                      <p:rCtr x="7008" y="45"/>
                                    </p:animMotion>
                                  </p:childTnLst>
                                </p:cTn>
                              </p:par>
                            </p:childTnLst>
                          </p:cTn>
                        </p:par>
                        <p:par>
                          <p:cTn id="66" fill="hold">
                            <p:stCondLst>
                              <p:cond delay="1250"/>
                            </p:stCondLst>
                            <p:childTnLst>
                              <p:par>
                                <p:cTn id="67" presetID="10" presetClass="entr" presetSubtype="0" fill="hold" grpId="0" nodeType="afterEffect">
                                  <p:stCondLst>
                                    <p:cond delay="0"/>
                                  </p:stCondLst>
                                  <p:childTnLst>
                                    <p:set>
                                      <p:cBhvr>
                                        <p:cTn id="68" dur="1" fill="hold">
                                          <p:stCondLst>
                                            <p:cond delay="0"/>
                                          </p:stCondLst>
                                        </p:cTn>
                                        <p:tgtEl>
                                          <p:spTgt spid="77"/>
                                        </p:tgtEl>
                                        <p:attrNameLst>
                                          <p:attrName>style.visibility</p:attrName>
                                        </p:attrNameLst>
                                      </p:cBhvr>
                                      <p:to>
                                        <p:strVal val="visible"/>
                                      </p:to>
                                    </p:set>
                                    <p:animEffect transition="in" filter="fade">
                                      <p:cBhvr>
                                        <p:cTn id="6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61" grpId="0"/>
      <p:bldP spid="62" grpId="0"/>
      <p:bldP spid="68" grpId="0"/>
      <p:bldP spid="69" grpId="0"/>
      <p:bldP spid="70" grpId="0"/>
      <p:bldP spid="74" grpId="0" animBg="1"/>
      <p:bldP spid="75" grpId="0" animBg="1"/>
      <p:bldP spid="75" grpId="1" animBg="1"/>
      <p:bldP spid="76" grpId="0" animBg="1"/>
      <p:bldP spid="76" grpId="1" animBg="1"/>
      <p:bldP spid="77" grpId="0" animBg="1"/>
    </p:bldLst>
  </p:timing>
</p:sld>
</file>

<file path=ppt/slides/slide9.xml><?xml version="1.0" encoding="utf-8"?>
<p:sld xmlns:a16="http://schemas.microsoft.com/office/drawing/2014/main" xmlns:a14="http://schemas.microsoft.com/office/drawing/2010/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ectangle 126">
            <a:extLst>
              <a:ext uri="{FF2B5EF4-FFF2-40B4-BE49-F238E27FC236}">
                <a16:creationId xmlns:a16="http://schemas.microsoft.com/office/drawing/2014/main" id="{CF7DE714-4AFD-4FAA-AF5F-B9FA272BF067}"/>
              </a:ext>
            </a:extLst>
          </p:cNvPr>
          <p:cNvSpPr/>
          <p:nvPr/>
        </p:nvSpPr>
        <p:spPr bwMode="auto">
          <a:xfrm>
            <a:off x="6143915" y="0"/>
            <a:ext cx="6292560" cy="6994525"/>
          </a:xfrm>
          <a:prstGeom prst="rect">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A98506B5-BBC6-4711-A8C0-06B779789C2C}"/>
              </a:ext>
            </a:extLst>
          </p:cNvPr>
          <p:cNvSpPr>
            <a:spLocks noGrp="1"/>
          </p:cNvSpPr>
          <p:nvPr>
            <p:ph type="title"/>
          </p:nvPr>
        </p:nvSpPr>
        <p:spPr>
          <a:xfrm>
            <a:off x="274639" y="295274"/>
            <a:ext cx="5668961" cy="917575"/>
          </a:xfrm>
        </p:spPr>
        <p:txBody>
          <a:bodyPr/>
          <a:lstStyle/>
          <a:p>
            <a:r>
              <a:rPr lang="en-US" sz="4400" dirty="0"/>
              <a:t>Expands to entire VNet</a:t>
            </a:r>
          </a:p>
        </p:txBody>
      </p:sp>
      <p:sp>
        <p:nvSpPr>
          <p:cNvPr id="3" name="Text Placeholder 2">
            <a:extLst>
              <a:ext uri="{FF2B5EF4-FFF2-40B4-BE49-F238E27FC236}">
                <a16:creationId xmlns:a16="http://schemas.microsoft.com/office/drawing/2014/main" id="{9684A7E1-502A-4ED6-BED4-FE926055C8BD}"/>
              </a:ext>
            </a:extLst>
          </p:cNvPr>
          <p:cNvSpPr>
            <a:spLocks noGrp="1"/>
          </p:cNvSpPr>
          <p:nvPr>
            <p:ph type="body" sz="quarter" idx="10"/>
          </p:nvPr>
        </p:nvSpPr>
        <p:spPr>
          <a:xfrm>
            <a:off x="272272" y="2242998"/>
            <a:ext cx="5839501" cy="2223686"/>
          </a:xfrm>
        </p:spPr>
        <p:txBody>
          <a:bodyPr/>
          <a:lstStyle/>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Standalone VMs without Availability Sets</a:t>
            </a:r>
          </a:p>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Standalone VMs with Availability Sets</a:t>
            </a:r>
          </a:p>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Virtual machine scale sets with up to 1000 instances</a:t>
            </a:r>
          </a:p>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Cross-zone VMSS </a:t>
            </a:r>
            <a:r>
              <a:rPr lang="en-US" sz="1600" dirty="0">
                <a:hlinkClick r:id="rId3"/>
              </a:rPr>
              <a:t>https://aka.ms/xzonevmss</a:t>
            </a:r>
            <a:endParaRPr lang="en-US" sz="1600" dirty="0"/>
          </a:p>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Multiple VMSS</a:t>
            </a:r>
          </a:p>
          <a:p>
            <a:pPr marL="231775" indent="-231775">
              <a:lnSpc>
                <a:spcPct val="125000"/>
              </a:lnSpc>
              <a:spcBef>
                <a:spcPts val="3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Blending VMs and virtual machine scale sets</a:t>
            </a:r>
          </a:p>
        </p:txBody>
      </p:sp>
      <p:sp>
        <p:nvSpPr>
          <p:cNvPr id="4" name="TextBox 3">
            <a:extLst>
              <a:ext uri="{FF2B5EF4-FFF2-40B4-BE49-F238E27FC236}">
                <a16:creationId xmlns:a16="http://schemas.microsoft.com/office/drawing/2014/main" id="{B0F9FD0A-7881-4CF7-B454-9DC9EF4E60B0}"/>
              </a:ext>
            </a:extLst>
          </p:cNvPr>
          <p:cNvSpPr txBox="1"/>
          <p:nvPr/>
        </p:nvSpPr>
        <p:spPr>
          <a:xfrm>
            <a:off x="272272" y="1335569"/>
            <a:ext cx="5839501" cy="960263"/>
          </a:xfrm>
          <a:prstGeom prst="rect">
            <a:avLst/>
          </a:prstGeom>
          <a:noFill/>
        </p:spPr>
        <p:txBody>
          <a:bodyPr wrap="square" lIns="182880" tIns="146304" rIns="182880" bIns="146304" rtlCol="0">
            <a:spAutoFit/>
          </a:bodyPr>
          <a:lstStyle/>
          <a:p>
            <a:pPr>
              <a:lnSpc>
                <a:spcPct val="90000"/>
              </a:lnSpc>
              <a:buSzPct val="90000"/>
            </a:pPr>
            <a:r>
              <a:rPr lang="en-US" sz="2400" dirty="0">
                <a:solidFill>
                  <a:schemeClr val="accent4">
                    <a:lumMod val="60000"/>
                    <a:lumOff val="40000"/>
                  </a:schemeClr>
                </a:solidFill>
                <a:latin typeface="Segoe UI" panose="020B0502040204020203" pitchFamily="34" charset="0"/>
                <a:cs typeface="Segoe UI" panose="020B0502040204020203" pitchFamily="34" charset="0"/>
              </a:rPr>
              <a:t>Load Balancer no longer uses Availability Set as a boundary for the backend pool</a:t>
            </a:r>
          </a:p>
        </p:txBody>
      </p:sp>
      <p:sp>
        <p:nvSpPr>
          <p:cNvPr id="40" name="TextBox 39">
            <a:extLst>
              <a:ext uri="{FF2B5EF4-FFF2-40B4-BE49-F238E27FC236}">
                <a16:creationId xmlns:a16="http://schemas.microsoft.com/office/drawing/2014/main" id="{424D10CF-CF68-42B0-8B1B-77C161AEF224}"/>
              </a:ext>
            </a:extLst>
          </p:cNvPr>
          <p:cNvSpPr txBox="1"/>
          <p:nvPr/>
        </p:nvSpPr>
        <p:spPr>
          <a:xfrm>
            <a:off x="272272" y="4910925"/>
            <a:ext cx="5639186" cy="960263"/>
          </a:xfrm>
          <a:prstGeom prst="rect">
            <a:avLst/>
          </a:prstGeom>
          <a:noFill/>
        </p:spPr>
        <p:txBody>
          <a:bodyPr wrap="square" lIns="182880" tIns="146304" rIns="182880" bIns="146304" rtlCol="0">
            <a:spAutoFit/>
          </a:bodyPr>
          <a:lstStyle/>
          <a:p>
            <a:pPr>
              <a:lnSpc>
                <a:spcPct val="90000"/>
              </a:lnSpc>
              <a:spcAft>
                <a:spcPts val="600"/>
              </a:spcAft>
              <a:buSzPct val="90000"/>
            </a:pPr>
            <a:r>
              <a:rPr lang="en-US" sz="2400" dirty="0">
                <a:solidFill>
                  <a:schemeClr val="accent4">
                    <a:lumMod val="60000"/>
                    <a:lumOff val="40000"/>
                  </a:schemeClr>
                </a:solidFill>
                <a:latin typeface="Segoe UI" panose="020B0502040204020203" pitchFamily="34" charset="0"/>
                <a:cs typeface="Segoe UI" panose="020B0502040204020203" pitchFamily="34" charset="0"/>
              </a:rPr>
              <a:t>Network Security Groups are required for Public IP and all backend instances</a:t>
            </a:r>
          </a:p>
        </p:txBody>
      </p:sp>
      <p:sp>
        <p:nvSpPr>
          <p:cNvPr id="44" name="TextBox 43">
            <a:extLst>
              <a:ext uri="{FF2B5EF4-FFF2-40B4-BE49-F238E27FC236}">
                <a16:creationId xmlns:a16="http://schemas.microsoft.com/office/drawing/2014/main" id="{724BFB1D-8304-421A-BDDF-A6364CEA2466}"/>
              </a:ext>
            </a:extLst>
          </p:cNvPr>
          <p:cNvSpPr txBox="1"/>
          <p:nvPr/>
        </p:nvSpPr>
        <p:spPr>
          <a:xfrm>
            <a:off x="272272" y="5818354"/>
            <a:ext cx="4755341" cy="517065"/>
          </a:xfrm>
          <a:prstGeom prst="rect">
            <a:avLst/>
          </a:prstGeom>
          <a:noFill/>
        </p:spPr>
        <p:txBody>
          <a:bodyPr wrap="none" lIns="182880" tIns="146304" rIns="182880" bIns="146304" rtlCol="0">
            <a:spAutoFit/>
          </a:bodyPr>
          <a:lstStyle/>
          <a:p>
            <a:pPr marL="231775" indent="-231775">
              <a:lnSpc>
                <a:spcPct val="90000"/>
              </a:lnSpc>
              <a:spcBef>
                <a:spcPts val="300"/>
              </a:spcBef>
              <a:buSzPct val="90000"/>
              <a:buFont typeface="Arial" panose="020B0604020202020204" pitchFamily="34" charset="0"/>
              <a:buChar char="•"/>
            </a:pPr>
            <a:r>
              <a:rPr lang="en-US" sz="1600" dirty="0">
                <a:gradFill>
                  <a:gsLst>
                    <a:gs pos="1250">
                      <a:schemeClr val="tx1"/>
                    </a:gs>
                    <a:gs pos="100000">
                      <a:schemeClr val="tx1"/>
                    </a:gs>
                  </a:gsLst>
                  <a:lin ang="5400000" scaled="0"/>
                </a:gradFill>
                <a:latin typeface="Segoe UI" panose="020B0502040204020203" pitchFamily="34" charset="0"/>
                <a:cs typeface="Segoe UI" panose="020B0502040204020203" pitchFamily="34" charset="0"/>
              </a:rPr>
              <a:t>Explicit whitelist for traffic you want to permit </a:t>
            </a:r>
          </a:p>
        </p:txBody>
      </p:sp>
      <p:pic>
        <p:nvPicPr>
          <p:cNvPr id="73" name="Picture 72">
            <a:extLst>
              <a:ext uri="{FF2B5EF4-FFF2-40B4-BE49-F238E27FC236}">
                <a16:creationId xmlns:a16="http://schemas.microsoft.com/office/drawing/2014/main" id="{DFE41034-A2B3-4E6C-8A31-4756C6A269B4}"/>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7212715" y="1887506"/>
            <a:ext cx="558202" cy="558202"/>
          </a:xfrm>
          <a:prstGeom prst="rect">
            <a:avLst/>
          </a:prstGeom>
        </p:spPr>
      </p:pic>
      <p:sp>
        <p:nvSpPr>
          <p:cNvPr id="78" name="TextBox 77">
            <a:extLst>
              <a:ext uri="{FF2B5EF4-FFF2-40B4-BE49-F238E27FC236}">
                <a16:creationId xmlns:a16="http://schemas.microsoft.com/office/drawing/2014/main" id="{6953945E-E673-4CEE-8B69-BE2E4EC3027D}"/>
              </a:ext>
            </a:extLst>
          </p:cNvPr>
          <p:cNvSpPr txBox="1"/>
          <p:nvPr/>
        </p:nvSpPr>
        <p:spPr>
          <a:xfrm>
            <a:off x="9491800" y="548307"/>
            <a:ext cx="1858394" cy="280718"/>
          </a:xfrm>
          <a:prstGeom prst="rect">
            <a:avLst/>
          </a:prstGeom>
          <a:noFill/>
        </p:spPr>
        <p:txBody>
          <a:bodyPr wrap="none" rtlCol="0">
            <a:spAutoFit/>
          </a:bodyPr>
          <a:lstStyle/>
          <a:p>
            <a:pPr marL="0" marR="0" lvl="0" indent="0" algn="l" defTabSz="932573" rtl="0" eaLnBrk="1" fontAlgn="auto" latinLnBrk="0" hangingPunct="1">
              <a:lnSpc>
                <a:spcPct val="100000"/>
              </a:lnSpc>
              <a:spcBef>
                <a:spcPts val="0"/>
              </a:spcBef>
              <a:spcAft>
                <a:spcPts val="0"/>
              </a:spcAft>
              <a:buClrTx/>
              <a:buSzTx/>
              <a:buFontTx/>
              <a:buNone/>
              <a:tabLst/>
              <a:defRPr/>
            </a:pPr>
            <a:r>
              <a:rPr kumimoji="0" lang="en-US" sz="1224"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Load Balancer Standard</a:t>
            </a:r>
          </a:p>
        </p:txBody>
      </p:sp>
      <p:sp>
        <p:nvSpPr>
          <p:cNvPr id="79" name="Rounded Rectangle 12">
            <a:extLst>
              <a:ext uri="{FF2B5EF4-FFF2-40B4-BE49-F238E27FC236}">
                <a16:creationId xmlns:a16="http://schemas.microsoft.com/office/drawing/2014/main" id="{0F3E0234-9516-4332-8E8A-490AB699589F}"/>
              </a:ext>
            </a:extLst>
          </p:cNvPr>
          <p:cNvSpPr/>
          <p:nvPr/>
        </p:nvSpPr>
        <p:spPr>
          <a:xfrm>
            <a:off x="6667916" y="1727058"/>
            <a:ext cx="1675153" cy="1038881"/>
          </a:xfrm>
          <a:prstGeom prst="roundRect">
            <a:avLst/>
          </a:prstGeom>
          <a:noFill/>
          <a:ln w="1587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73"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80" name="Rectangle 79">
            <a:extLst>
              <a:ext uri="{FF2B5EF4-FFF2-40B4-BE49-F238E27FC236}">
                <a16:creationId xmlns:a16="http://schemas.microsoft.com/office/drawing/2014/main" id="{F85691F3-3DC6-4EC6-8864-A0D30DE95844}"/>
              </a:ext>
            </a:extLst>
          </p:cNvPr>
          <p:cNvSpPr/>
          <p:nvPr/>
        </p:nvSpPr>
        <p:spPr>
          <a:xfrm>
            <a:off x="6542614" y="1347975"/>
            <a:ext cx="5452333" cy="1831875"/>
          </a:xfrm>
          <a:prstGeom prst="rect">
            <a:avLst/>
          </a:prstGeom>
          <a:noFill/>
          <a:ln w="15875">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81" name="TextBox 80">
            <a:extLst>
              <a:ext uri="{FF2B5EF4-FFF2-40B4-BE49-F238E27FC236}">
                <a16:creationId xmlns:a16="http://schemas.microsoft.com/office/drawing/2014/main" id="{42B7BBF0-D838-41C4-8CD8-440E6498B287}"/>
              </a:ext>
            </a:extLst>
          </p:cNvPr>
          <p:cNvSpPr txBox="1"/>
          <p:nvPr/>
        </p:nvSpPr>
        <p:spPr>
          <a:xfrm>
            <a:off x="11526927" y="1108063"/>
            <a:ext cx="445264" cy="229202"/>
          </a:xfrm>
          <a:prstGeom prst="rect">
            <a:avLst/>
          </a:prstGeom>
          <a:noFill/>
        </p:spPr>
        <p:txBody>
          <a:bodyPr wrap="none" rtlCol="0">
            <a:spAutoFit/>
          </a:bodyPr>
          <a:lstStyle/>
          <a:p>
            <a:pPr marL="0" marR="0" lvl="0" indent="0" algn="l" defTabSz="93257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effectLst/>
                <a:uLnTx/>
                <a:uFillTx/>
                <a:latin typeface="Segoe UI Semibold" panose="020B0702040204020203" pitchFamily="34" charset="0"/>
                <a:cs typeface="Segoe UI Semibold" panose="020B0702040204020203" pitchFamily="34" charset="0"/>
              </a:rPr>
              <a:t>VNet</a:t>
            </a:r>
            <a:endParaRPr kumimoji="0" lang="en-US" sz="1200" b="1"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endParaRPr>
          </a:p>
        </p:txBody>
      </p:sp>
      <p:sp>
        <p:nvSpPr>
          <p:cNvPr id="82" name="TextBox 81">
            <a:extLst>
              <a:ext uri="{FF2B5EF4-FFF2-40B4-BE49-F238E27FC236}">
                <a16:creationId xmlns:a16="http://schemas.microsoft.com/office/drawing/2014/main" id="{8BF6A6C5-C799-4CFB-BEC1-F1131B5F582B}"/>
              </a:ext>
            </a:extLst>
          </p:cNvPr>
          <p:cNvSpPr txBox="1"/>
          <p:nvPr/>
        </p:nvSpPr>
        <p:spPr>
          <a:xfrm>
            <a:off x="6698322" y="2481211"/>
            <a:ext cx="1673817" cy="276999"/>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VM scale set</a:t>
            </a:r>
          </a:p>
        </p:txBody>
      </p:sp>
      <p:pic>
        <p:nvPicPr>
          <p:cNvPr id="83" name="Picture 82">
            <a:extLst>
              <a:ext uri="{FF2B5EF4-FFF2-40B4-BE49-F238E27FC236}">
                <a16:creationId xmlns:a16="http://schemas.microsoft.com/office/drawing/2014/main" id="{1FA5C149-2BE8-4691-9438-1D94F6523A5E}"/>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8984763" y="1887506"/>
            <a:ext cx="558202" cy="558202"/>
          </a:xfrm>
          <a:prstGeom prst="rect">
            <a:avLst/>
          </a:prstGeom>
        </p:spPr>
      </p:pic>
      <p:sp>
        <p:nvSpPr>
          <p:cNvPr id="84" name="Rounded Rectangle 12">
            <a:extLst>
              <a:ext uri="{FF2B5EF4-FFF2-40B4-BE49-F238E27FC236}">
                <a16:creationId xmlns:a16="http://schemas.microsoft.com/office/drawing/2014/main" id="{31B54DF5-805C-4187-B40F-DDAB6535870C}"/>
              </a:ext>
            </a:extLst>
          </p:cNvPr>
          <p:cNvSpPr/>
          <p:nvPr/>
        </p:nvSpPr>
        <p:spPr>
          <a:xfrm>
            <a:off x="10204566" y="1727058"/>
            <a:ext cx="1675153" cy="1026876"/>
          </a:xfrm>
          <a:prstGeom prst="roundRect">
            <a:avLst/>
          </a:prstGeom>
          <a:noFill/>
          <a:ln w="1587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73"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85" name="TextBox 84">
            <a:extLst>
              <a:ext uri="{FF2B5EF4-FFF2-40B4-BE49-F238E27FC236}">
                <a16:creationId xmlns:a16="http://schemas.microsoft.com/office/drawing/2014/main" id="{1BD226E1-4D66-4563-B464-ABDA1A05CC45}"/>
              </a:ext>
            </a:extLst>
          </p:cNvPr>
          <p:cNvSpPr txBox="1"/>
          <p:nvPr/>
        </p:nvSpPr>
        <p:spPr>
          <a:xfrm>
            <a:off x="8448244" y="2481211"/>
            <a:ext cx="1673817" cy="276999"/>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VM scale set</a:t>
            </a:r>
          </a:p>
        </p:txBody>
      </p:sp>
      <p:pic>
        <p:nvPicPr>
          <p:cNvPr id="86" name="Picture 85">
            <a:extLst>
              <a:ext uri="{FF2B5EF4-FFF2-40B4-BE49-F238E27FC236}">
                <a16:creationId xmlns:a16="http://schemas.microsoft.com/office/drawing/2014/main" id="{43368DC8-FBF9-4CC2-A17F-8E49796E108E}"/>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10783384" y="1887506"/>
            <a:ext cx="558202" cy="558202"/>
          </a:xfrm>
          <a:prstGeom prst="rect">
            <a:avLst/>
          </a:prstGeom>
        </p:spPr>
      </p:pic>
      <p:sp>
        <p:nvSpPr>
          <p:cNvPr id="87" name="Rounded Rectangle 12">
            <a:extLst>
              <a:ext uri="{FF2B5EF4-FFF2-40B4-BE49-F238E27FC236}">
                <a16:creationId xmlns:a16="http://schemas.microsoft.com/office/drawing/2014/main" id="{AD4CD3F4-1A0C-47A7-9BA2-8DB950044D99}"/>
              </a:ext>
            </a:extLst>
          </p:cNvPr>
          <p:cNvSpPr/>
          <p:nvPr/>
        </p:nvSpPr>
        <p:spPr>
          <a:xfrm>
            <a:off x="8441018" y="1727058"/>
            <a:ext cx="1675153" cy="1044590"/>
          </a:xfrm>
          <a:prstGeom prst="roundRect">
            <a:avLst/>
          </a:prstGeom>
          <a:noFill/>
          <a:ln w="1587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73"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88" name="TextBox 87">
            <a:extLst>
              <a:ext uri="{FF2B5EF4-FFF2-40B4-BE49-F238E27FC236}">
                <a16:creationId xmlns:a16="http://schemas.microsoft.com/office/drawing/2014/main" id="{D169C650-21EC-4774-93BB-CC07261122E4}"/>
              </a:ext>
            </a:extLst>
          </p:cNvPr>
          <p:cNvSpPr txBox="1"/>
          <p:nvPr/>
        </p:nvSpPr>
        <p:spPr>
          <a:xfrm>
            <a:off x="10205301" y="2481211"/>
            <a:ext cx="1656822" cy="276999"/>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VM scale set</a:t>
            </a:r>
          </a:p>
        </p:txBody>
      </p:sp>
      <p:sp>
        <p:nvSpPr>
          <p:cNvPr id="89" name="TextBox 88">
            <a:extLst>
              <a:ext uri="{FF2B5EF4-FFF2-40B4-BE49-F238E27FC236}">
                <a16:creationId xmlns:a16="http://schemas.microsoft.com/office/drawing/2014/main" id="{E224842C-47B3-47AF-A659-5B789F7C8CD0}"/>
              </a:ext>
            </a:extLst>
          </p:cNvPr>
          <p:cNvSpPr txBox="1"/>
          <p:nvPr/>
        </p:nvSpPr>
        <p:spPr>
          <a:xfrm>
            <a:off x="6741037" y="2815120"/>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1</a:t>
            </a:r>
          </a:p>
        </p:txBody>
      </p:sp>
      <p:sp>
        <p:nvSpPr>
          <p:cNvPr id="90" name="TextBox 89">
            <a:extLst>
              <a:ext uri="{FF2B5EF4-FFF2-40B4-BE49-F238E27FC236}">
                <a16:creationId xmlns:a16="http://schemas.microsoft.com/office/drawing/2014/main" id="{13E310D2-A547-4F71-804C-6C290F69A245}"/>
              </a:ext>
            </a:extLst>
          </p:cNvPr>
          <p:cNvSpPr txBox="1"/>
          <p:nvPr/>
        </p:nvSpPr>
        <p:spPr>
          <a:xfrm>
            <a:off x="8562472" y="2821594"/>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2</a:t>
            </a:r>
          </a:p>
        </p:txBody>
      </p:sp>
      <p:sp>
        <p:nvSpPr>
          <p:cNvPr id="91" name="TextBox 90">
            <a:extLst>
              <a:ext uri="{FF2B5EF4-FFF2-40B4-BE49-F238E27FC236}">
                <a16:creationId xmlns:a16="http://schemas.microsoft.com/office/drawing/2014/main" id="{DCBEF8C6-C25C-4BC2-9612-ADBD15F18EBD}"/>
              </a:ext>
            </a:extLst>
          </p:cNvPr>
          <p:cNvSpPr txBox="1"/>
          <p:nvPr/>
        </p:nvSpPr>
        <p:spPr>
          <a:xfrm>
            <a:off x="10249997" y="2835365"/>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3</a:t>
            </a:r>
          </a:p>
        </p:txBody>
      </p:sp>
      <p:sp>
        <p:nvSpPr>
          <p:cNvPr id="92" name="TextBox 91">
            <a:extLst>
              <a:ext uri="{FF2B5EF4-FFF2-40B4-BE49-F238E27FC236}">
                <a16:creationId xmlns:a16="http://schemas.microsoft.com/office/drawing/2014/main" id="{786863BD-5A83-4485-9B3D-D1F48DBDAF79}"/>
              </a:ext>
            </a:extLst>
          </p:cNvPr>
          <p:cNvSpPr txBox="1"/>
          <p:nvPr/>
        </p:nvSpPr>
        <p:spPr>
          <a:xfrm>
            <a:off x="9513393" y="3720868"/>
            <a:ext cx="1828193" cy="276999"/>
          </a:xfrm>
          <a:prstGeom prst="rect">
            <a:avLst/>
          </a:prstGeom>
          <a:noFill/>
        </p:spPr>
        <p:txBody>
          <a:bodyPr wrap="none" rtlCol="0">
            <a:spAutoFit/>
          </a:bodyPr>
          <a:lstStyle/>
          <a:p>
            <a:pPr marL="0" marR="0" lvl="0" indent="0" algn="l" defTabSz="93257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Load Balancer Standard</a:t>
            </a:r>
            <a:endParaRPr kumimoji="0" lang="en-US" sz="1200"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endParaRPr>
          </a:p>
        </p:txBody>
      </p:sp>
      <p:sp>
        <p:nvSpPr>
          <p:cNvPr id="93" name="Rounded Rectangle 12">
            <a:extLst>
              <a:ext uri="{FF2B5EF4-FFF2-40B4-BE49-F238E27FC236}">
                <a16:creationId xmlns:a16="http://schemas.microsoft.com/office/drawing/2014/main" id="{E6F1B9D0-3041-4EB3-BBD9-F082392FC07C}"/>
              </a:ext>
            </a:extLst>
          </p:cNvPr>
          <p:cNvSpPr/>
          <p:nvPr/>
        </p:nvSpPr>
        <p:spPr>
          <a:xfrm>
            <a:off x="6650320" y="4952275"/>
            <a:ext cx="5211803" cy="1038881"/>
          </a:xfrm>
          <a:prstGeom prst="roundRect">
            <a:avLst/>
          </a:prstGeom>
          <a:noFill/>
          <a:ln w="1587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73"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94" name="Rectangle 93">
            <a:extLst>
              <a:ext uri="{FF2B5EF4-FFF2-40B4-BE49-F238E27FC236}">
                <a16:creationId xmlns:a16="http://schemas.microsoft.com/office/drawing/2014/main" id="{DEC7C90E-2DE0-4D85-9293-BD68B34C0CA2}"/>
              </a:ext>
            </a:extLst>
          </p:cNvPr>
          <p:cNvSpPr/>
          <p:nvPr/>
        </p:nvSpPr>
        <p:spPr>
          <a:xfrm>
            <a:off x="6525018" y="4563007"/>
            <a:ext cx="5452333" cy="1831875"/>
          </a:xfrm>
          <a:prstGeom prst="rect">
            <a:avLst/>
          </a:prstGeom>
          <a:noFill/>
          <a:ln w="15875">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tx1"/>
              </a:solidFill>
              <a:effectLst/>
              <a:uLnTx/>
              <a:uFillTx/>
              <a:latin typeface="Segoe UI Semibold" panose="020B0702040204020203" pitchFamily="34" charset="0"/>
              <a:cs typeface="Segoe UI Semibold" panose="020B0702040204020203" pitchFamily="34" charset="0"/>
            </a:endParaRPr>
          </a:p>
        </p:txBody>
      </p:sp>
      <p:sp>
        <p:nvSpPr>
          <p:cNvPr id="95" name="TextBox 94">
            <a:extLst>
              <a:ext uri="{FF2B5EF4-FFF2-40B4-BE49-F238E27FC236}">
                <a16:creationId xmlns:a16="http://schemas.microsoft.com/office/drawing/2014/main" id="{B44AE03E-188A-4A51-9FA3-E0381C2C610D}"/>
              </a:ext>
            </a:extLst>
          </p:cNvPr>
          <p:cNvSpPr txBox="1"/>
          <p:nvPr/>
        </p:nvSpPr>
        <p:spPr>
          <a:xfrm>
            <a:off x="11509330" y="4319348"/>
            <a:ext cx="445264" cy="229202"/>
          </a:xfrm>
          <a:prstGeom prst="rect">
            <a:avLst/>
          </a:prstGeom>
          <a:noFill/>
        </p:spPr>
        <p:txBody>
          <a:bodyPr wrap="none" rtlCol="0">
            <a:spAutoFit/>
          </a:bodyPr>
          <a:lstStyle/>
          <a:p>
            <a:pPr marL="0" marR="0" lvl="0" indent="0" algn="l" defTabSz="93257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effectLst/>
                <a:uLnTx/>
                <a:uFillTx/>
                <a:latin typeface="Segoe UI Semibold" panose="020B0702040204020203" pitchFamily="34" charset="0"/>
                <a:cs typeface="Segoe UI Semibold" panose="020B0702040204020203" pitchFamily="34" charset="0"/>
              </a:rPr>
              <a:t>VNet</a:t>
            </a:r>
            <a:endParaRPr kumimoji="0" lang="en-US" sz="1200" b="1"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endParaRPr>
          </a:p>
        </p:txBody>
      </p:sp>
      <p:sp>
        <p:nvSpPr>
          <p:cNvPr id="96" name="TextBox 95">
            <a:extLst>
              <a:ext uri="{FF2B5EF4-FFF2-40B4-BE49-F238E27FC236}">
                <a16:creationId xmlns:a16="http://schemas.microsoft.com/office/drawing/2014/main" id="{1F237859-8781-4849-978B-7631DB98EA2A}"/>
              </a:ext>
            </a:extLst>
          </p:cNvPr>
          <p:cNvSpPr txBox="1"/>
          <p:nvPr/>
        </p:nvSpPr>
        <p:spPr>
          <a:xfrm>
            <a:off x="7977275" y="5722375"/>
            <a:ext cx="2628308" cy="307777"/>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Segoe UI Semibold" panose="020B0702040204020203" pitchFamily="34" charset="0"/>
                <a:cs typeface="Segoe UI Semibold" panose="020B0702040204020203" pitchFamily="34" charset="0"/>
              </a:rPr>
              <a:t>VM Scale Set (coming soon)</a:t>
            </a:r>
          </a:p>
        </p:txBody>
      </p:sp>
      <p:sp>
        <p:nvSpPr>
          <p:cNvPr id="97" name="TextBox 96">
            <a:extLst>
              <a:ext uri="{FF2B5EF4-FFF2-40B4-BE49-F238E27FC236}">
                <a16:creationId xmlns:a16="http://schemas.microsoft.com/office/drawing/2014/main" id="{D19BD60F-977B-435D-9E6D-227849D708B8}"/>
              </a:ext>
            </a:extLst>
          </p:cNvPr>
          <p:cNvSpPr txBox="1"/>
          <p:nvPr/>
        </p:nvSpPr>
        <p:spPr>
          <a:xfrm>
            <a:off x="6723441" y="6030152"/>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1</a:t>
            </a:r>
          </a:p>
        </p:txBody>
      </p:sp>
      <p:sp>
        <p:nvSpPr>
          <p:cNvPr id="98" name="TextBox 97">
            <a:extLst>
              <a:ext uri="{FF2B5EF4-FFF2-40B4-BE49-F238E27FC236}">
                <a16:creationId xmlns:a16="http://schemas.microsoft.com/office/drawing/2014/main" id="{441C191E-41F1-4A86-86EA-53FC08256AC5}"/>
              </a:ext>
            </a:extLst>
          </p:cNvPr>
          <p:cNvSpPr txBox="1"/>
          <p:nvPr/>
        </p:nvSpPr>
        <p:spPr>
          <a:xfrm>
            <a:off x="8544875" y="6036627"/>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2</a:t>
            </a:r>
          </a:p>
        </p:txBody>
      </p:sp>
      <p:sp>
        <p:nvSpPr>
          <p:cNvPr id="99" name="TextBox 98">
            <a:extLst>
              <a:ext uri="{FF2B5EF4-FFF2-40B4-BE49-F238E27FC236}">
                <a16:creationId xmlns:a16="http://schemas.microsoft.com/office/drawing/2014/main" id="{F4F9785F-E520-4B4E-8741-1361137966D0}"/>
              </a:ext>
            </a:extLst>
          </p:cNvPr>
          <p:cNvSpPr txBox="1"/>
          <p:nvPr/>
        </p:nvSpPr>
        <p:spPr>
          <a:xfrm>
            <a:off x="10232402" y="6050397"/>
            <a:ext cx="957357" cy="276999"/>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Segoe UI Semibold" panose="020B0702040204020203" pitchFamily="34" charset="0"/>
                <a:cs typeface="Segoe UI Semibold" panose="020B0702040204020203" pitchFamily="34" charset="0"/>
              </a:rPr>
              <a:t>Zone 3</a:t>
            </a:r>
          </a:p>
        </p:txBody>
      </p:sp>
      <p:cxnSp>
        <p:nvCxnSpPr>
          <p:cNvPr id="100" name="Straight Connector 99">
            <a:extLst>
              <a:ext uri="{FF2B5EF4-FFF2-40B4-BE49-F238E27FC236}">
                <a16:creationId xmlns:a16="http://schemas.microsoft.com/office/drawing/2014/main" id="{A07E3B5A-77BE-4F62-8C3A-0310551E86AF}"/>
              </a:ext>
            </a:extLst>
          </p:cNvPr>
          <p:cNvCxnSpPr/>
          <p:nvPr/>
        </p:nvCxnSpPr>
        <p:spPr>
          <a:xfrm>
            <a:off x="8225626" y="4942090"/>
            <a:ext cx="0" cy="1049067"/>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1" name="Straight Connector 100">
            <a:extLst>
              <a:ext uri="{FF2B5EF4-FFF2-40B4-BE49-F238E27FC236}">
                <a16:creationId xmlns:a16="http://schemas.microsoft.com/office/drawing/2014/main" id="{DEF50990-67D7-44CE-82C6-55E210240F8F}"/>
              </a:ext>
            </a:extLst>
          </p:cNvPr>
          <p:cNvCxnSpPr/>
          <p:nvPr/>
        </p:nvCxnSpPr>
        <p:spPr>
          <a:xfrm>
            <a:off x="10181560" y="4942090"/>
            <a:ext cx="0" cy="1049067"/>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2" name="Connector: Elbow 101">
            <a:extLst>
              <a:ext uri="{FF2B5EF4-FFF2-40B4-BE49-F238E27FC236}">
                <a16:creationId xmlns:a16="http://schemas.microsoft.com/office/drawing/2014/main" id="{294C6938-E654-4DBE-BAD3-36585BAA462F}"/>
              </a:ext>
            </a:extLst>
          </p:cNvPr>
          <p:cNvCxnSpPr>
            <a:cxnSpLocks/>
            <a:endCxn id="79" idx="0"/>
          </p:cNvCxnSpPr>
          <p:nvPr/>
        </p:nvCxnSpPr>
        <p:spPr>
          <a:xfrm rot="10800000" flipV="1">
            <a:off x="7505494" y="867388"/>
            <a:ext cx="1454554" cy="859669"/>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0930ECD2-0525-4FEF-9AE2-AEE5EDF18733}"/>
              </a:ext>
            </a:extLst>
          </p:cNvPr>
          <p:cNvCxnSpPr>
            <a:cxnSpLocks/>
            <a:endCxn id="84" idx="0"/>
          </p:cNvCxnSpPr>
          <p:nvPr/>
        </p:nvCxnSpPr>
        <p:spPr>
          <a:xfrm>
            <a:off x="9597142" y="867389"/>
            <a:ext cx="1445001" cy="859669"/>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5A9548D-6BCA-47E2-81BC-6D89AA928B1D}"/>
              </a:ext>
            </a:extLst>
          </p:cNvPr>
          <p:cNvCxnSpPr>
            <a:cxnSpLocks/>
          </p:cNvCxnSpPr>
          <p:nvPr/>
        </p:nvCxnSpPr>
        <p:spPr>
          <a:xfrm>
            <a:off x="9269969" y="1017152"/>
            <a:ext cx="0" cy="705824"/>
          </a:xfrm>
          <a:prstGeom prst="straightConnector1">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5AD4E3AF-5E83-451D-86FB-E72E2374DBC4}"/>
              </a:ext>
            </a:extLst>
          </p:cNvPr>
          <p:cNvCxnSpPr/>
          <p:nvPr/>
        </p:nvCxnSpPr>
        <p:spPr>
          <a:xfrm rot="10800000" flipV="1">
            <a:off x="7505493" y="4060999"/>
            <a:ext cx="1454554" cy="869855"/>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61C1CAC9-1CCD-48BC-B45C-9CE4627DD7AD}"/>
              </a:ext>
            </a:extLst>
          </p:cNvPr>
          <p:cNvCxnSpPr/>
          <p:nvPr/>
        </p:nvCxnSpPr>
        <p:spPr>
          <a:xfrm>
            <a:off x="9597142" y="4060999"/>
            <a:ext cx="1445001" cy="891276"/>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29B189EF-C950-4B15-B3FA-1D92754956B8}"/>
              </a:ext>
            </a:extLst>
          </p:cNvPr>
          <p:cNvCxnSpPr>
            <a:cxnSpLocks/>
            <a:endCxn id="93" idx="0"/>
          </p:cNvCxnSpPr>
          <p:nvPr/>
        </p:nvCxnSpPr>
        <p:spPr>
          <a:xfrm flipH="1">
            <a:off x="9256222" y="4276903"/>
            <a:ext cx="7790" cy="675372"/>
          </a:xfrm>
          <a:prstGeom prst="straightConnector1">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10" name="Picture 109">
            <a:extLst>
              <a:ext uri="{FF2B5EF4-FFF2-40B4-BE49-F238E27FC236}">
                <a16:creationId xmlns:a16="http://schemas.microsoft.com/office/drawing/2014/main" id="{75DF67CC-0DD8-4635-A7B2-46D81C389218}"/>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7208650" y="5116455"/>
            <a:ext cx="558202" cy="558202"/>
          </a:xfrm>
          <a:prstGeom prst="rect">
            <a:avLst/>
          </a:prstGeom>
        </p:spPr>
      </p:pic>
      <p:pic>
        <p:nvPicPr>
          <p:cNvPr id="111" name="Picture 110">
            <a:extLst>
              <a:ext uri="{FF2B5EF4-FFF2-40B4-BE49-F238E27FC236}">
                <a16:creationId xmlns:a16="http://schemas.microsoft.com/office/drawing/2014/main" id="{EF929849-A4C5-4E0D-A4F3-4E71C39201F7}"/>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8984763" y="5112145"/>
            <a:ext cx="558202" cy="558202"/>
          </a:xfrm>
          <a:prstGeom prst="rect">
            <a:avLst/>
          </a:prstGeom>
        </p:spPr>
      </p:pic>
      <p:pic>
        <p:nvPicPr>
          <p:cNvPr id="112" name="Picture 111">
            <a:extLst>
              <a:ext uri="{FF2B5EF4-FFF2-40B4-BE49-F238E27FC236}">
                <a16:creationId xmlns:a16="http://schemas.microsoft.com/office/drawing/2014/main" id="{70F79916-95D4-4FEB-9336-24DED1497C3F}"/>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10783384" y="5114915"/>
            <a:ext cx="558202" cy="558202"/>
          </a:xfrm>
          <a:prstGeom prst="rect">
            <a:avLst/>
          </a:prstGeom>
        </p:spPr>
      </p:pic>
      <p:pic>
        <p:nvPicPr>
          <p:cNvPr id="113" name="Graphic 112">
            <a:extLst>
              <a:ext uri="{FF2B5EF4-FFF2-40B4-BE49-F238E27FC236}">
                <a16:creationId xmlns:a16="http://schemas.microsoft.com/office/drawing/2014/main" id="{1AA0F46E-C083-4531-94DA-19C2108873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5493" y="4884789"/>
            <a:ext cx="652684" cy="652684"/>
          </a:xfrm>
          <a:prstGeom prst="rect">
            <a:avLst/>
          </a:prstGeom>
        </p:spPr>
      </p:pic>
      <p:pic>
        <p:nvPicPr>
          <p:cNvPr id="114" name="Graphic 113">
            <a:extLst>
              <a:ext uri="{FF2B5EF4-FFF2-40B4-BE49-F238E27FC236}">
                <a16:creationId xmlns:a16="http://schemas.microsoft.com/office/drawing/2014/main" id="{95FBBEC2-77A6-4307-9C6D-57C36EF0C5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87320" y="4884789"/>
            <a:ext cx="652684" cy="652684"/>
          </a:xfrm>
          <a:prstGeom prst="rect">
            <a:avLst/>
          </a:prstGeom>
        </p:spPr>
      </p:pic>
      <p:pic>
        <p:nvPicPr>
          <p:cNvPr id="115" name="Graphic 114">
            <a:extLst>
              <a:ext uri="{FF2B5EF4-FFF2-40B4-BE49-F238E27FC236}">
                <a16:creationId xmlns:a16="http://schemas.microsoft.com/office/drawing/2014/main" id="{3CE75DDA-F107-42AA-AAEE-19F5EBB89E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55939" y="4884789"/>
            <a:ext cx="652684" cy="652684"/>
          </a:xfrm>
          <a:prstGeom prst="rect">
            <a:avLst/>
          </a:prstGeom>
        </p:spPr>
      </p:pic>
      <p:pic>
        <p:nvPicPr>
          <p:cNvPr id="116" name="Graphic 115">
            <a:extLst>
              <a:ext uri="{FF2B5EF4-FFF2-40B4-BE49-F238E27FC236}">
                <a16:creationId xmlns:a16="http://schemas.microsoft.com/office/drawing/2014/main" id="{2102FDCF-52E4-4036-A3A3-FD3119B4B0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73406" y="1655582"/>
            <a:ext cx="652684" cy="652684"/>
          </a:xfrm>
          <a:prstGeom prst="rect">
            <a:avLst/>
          </a:prstGeom>
        </p:spPr>
      </p:pic>
      <p:pic>
        <p:nvPicPr>
          <p:cNvPr id="117" name="Graphic 116">
            <a:extLst>
              <a:ext uri="{FF2B5EF4-FFF2-40B4-BE49-F238E27FC236}">
                <a16:creationId xmlns:a16="http://schemas.microsoft.com/office/drawing/2014/main" id="{ADEFE005-F4B3-4844-A10E-70B1D4B2EB7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55233" y="1655582"/>
            <a:ext cx="652684" cy="652684"/>
          </a:xfrm>
          <a:prstGeom prst="rect">
            <a:avLst/>
          </a:prstGeom>
        </p:spPr>
      </p:pic>
      <p:pic>
        <p:nvPicPr>
          <p:cNvPr id="118" name="Graphic 117">
            <a:extLst>
              <a:ext uri="{FF2B5EF4-FFF2-40B4-BE49-F238E27FC236}">
                <a16:creationId xmlns:a16="http://schemas.microsoft.com/office/drawing/2014/main" id="{D6AE5783-90B1-47B1-9B08-99722C17F8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23852" y="1655582"/>
            <a:ext cx="652684" cy="652684"/>
          </a:xfrm>
          <a:prstGeom prst="rect">
            <a:avLst/>
          </a:prstGeom>
        </p:spPr>
      </p:pic>
      <p:grpSp>
        <p:nvGrpSpPr>
          <p:cNvPr id="119" name="Graphic 35">
            <a:extLst>
              <a:ext uri="{FF2B5EF4-FFF2-40B4-BE49-F238E27FC236}">
                <a16:creationId xmlns:a16="http://schemas.microsoft.com/office/drawing/2014/main" id="{9C467FA6-9414-41D3-9757-495C2CEBC960}"/>
              </a:ext>
            </a:extLst>
          </p:cNvPr>
          <p:cNvGrpSpPr/>
          <p:nvPr/>
        </p:nvGrpSpPr>
        <p:grpSpPr>
          <a:xfrm>
            <a:off x="8959906" y="3748160"/>
            <a:ext cx="650492" cy="650492"/>
            <a:chOff x="9355716" y="2461258"/>
            <a:chExt cx="650492" cy="650492"/>
          </a:xfrm>
          <a:solidFill>
            <a:schemeClr val="accent4">
              <a:lumMod val="75000"/>
            </a:schemeClr>
          </a:solidFill>
        </p:grpSpPr>
        <p:sp>
          <p:nvSpPr>
            <p:cNvPr id="120" name="Freeform: Shape 119">
              <a:extLst>
                <a:ext uri="{FF2B5EF4-FFF2-40B4-BE49-F238E27FC236}">
                  <a16:creationId xmlns:a16="http://schemas.microsoft.com/office/drawing/2014/main" id="{51E4E92E-D4A6-4BF5-8FFA-EBDA246611BB}"/>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1" name="Freeform: Shape 120">
              <a:extLst>
                <a:ext uri="{FF2B5EF4-FFF2-40B4-BE49-F238E27FC236}">
                  <a16:creationId xmlns:a16="http://schemas.microsoft.com/office/drawing/2014/main" id="{F8DFE0FD-46DC-47AA-BFB0-30AD38265E9D}"/>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2" name="Freeform: Shape 121">
              <a:extLst>
                <a:ext uri="{FF2B5EF4-FFF2-40B4-BE49-F238E27FC236}">
                  <a16:creationId xmlns:a16="http://schemas.microsoft.com/office/drawing/2014/main" id="{E99FEBC2-4DFB-423E-9986-C33A4E89D1FA}"/>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123" name="Graphic 35">
            <a:extLst>
              <a:ext uri="{FF2B5EF4-FFF2-40B4-BE49-F238E27FC236}">
                <a16:creationId xmlns:a16="http://schemas.microsoft.com/office/drawing/2014/main" id="{B8D04573-C902-4DC3-9B00-BD132E5315A4}"/>
              </a:ext>
            </a:extLst>
          </p:cNvPr>
          <p:cNvGrpSpPr/>
          <p:nvPr/>
        </p:nvGrpSpPr>
        <p:grpSpPr>
          <a:xfrm>
            <a:off x="8959906" y="559998"/>
            <a:ext cx="650492" cy="650492"/>
            <a:chOff x="9355716" y="2461258"/>
            <a:chExt cx="650492" cy="650492"/>
          </a:xfrm>
          <a:solidFill>
            <a:schemeClr val="accent4">
              <a:lumMod val="75000"/>
            </a:schemeClr>
          </a:solidFill>
        </p:grpSpPr>
        <p:sp>
          <p:nvSpPr>
            <p:cNvPr id="124" name="Freeform: Shape 123">
              <a:extLst>
                <a:ext uri="{FF2B5EF4-FFF2-40B4-BE49-F238E27FC236}">
                  <a16:creationId xmlns:a16="http://schemas.microsoft.com/office/drawing/2014/main" id="{DE020BDF-9772-42BA-9462-BFC850A1C2E5}"/>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5" name="Freeform: Shape 124">
              <a:extLst>
                <a:ext uri="{FF2B5EF4-FFF2-40B4-BE49-F238E27FC236}">
                  <a16:creationId xmlns:a16="http://schemas.microsoft.com/office/drawing/2014/main" id="{27DC57C0-A63E-430A-848E-BE8BE4FBCF0F}"/>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6" name="Freeform: Shape 125">
              <a:extLst>
                <a:ext uri="{FF2B5EF4-FFF2-40B4-BE49-F238E27FC236}">
                  <a16:creationId xmlns:a16="http://schemas.microsoft.com/office/drawing/2014/main" id="{0CEEDD88-A2F4-4130-83A0-75464592617A}"/>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3380623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childTnLst>
                                </p:cTn>
                              </p:par>
                              <p:par>
                                <p:cTn id="12" presetID="10" presetClass="entr" presetSubtype="0" fill="hold" nodeType="withEffect">
                                  <p:stCondLst>
                                    <p:cond delay="0"/>
                                  </p:stCondLst>
                                  <p:childTnLst>
                                    <p:set>
                                      <p:cBhvr>
                                        <p:cTn id="13" dur="1" fill="hold">
                                          <p:stCondLst>
                                            <p:cond delay="0"/>
                                          </p:stCondLst>
                                        </p:cTn>
                                        <p:tgtEl>
                                          <p:spTgt spid="113"/>
                                        </p:tgtEl>
                                        <p:attrNameLst>
                                          <p:attrName>style.visibility</p:attrName>
                                        </p:attrNameLst>
                                      </p:cBhvr>
                                      <p:to>
                                        <p:strVal val="visible"/>
                                      </p:to>
                                    </p:set>
                                    <p:animEffect transition="in" filter="fade">
                                      <p:cBhvr>
                                        <p:cTn id="14" dur="500"/>
                                        <p:tgtEl>
                                          <p:spTgt spid="113"/>
                                        </p:tgtEl>
                                      </p:cBhvr>
                                    </p:animEffect>
                                  </p:childTnLst>
                                </p:cTn>
                              </p:par>
                              <p:par>
                                <p:cTn id="15" presetID="10" presetClass="entr" presetSubtype="0" fill="hold" nodeType="withEffect">
                                  <p:stCondLst>
                                    <p:cond delay="0"/>
                                  </p:stCondLst>
                                  <p:childTnLst>
                                    <p:set>
                                      <p:cBhvr>
                                        <p:cTn id="16" dur="1" fill="hold">
                                          <p:stCondLst>
                                            <p:cond delay="0"/>
                                          </p:stCondLst>
                                        </p:cTn>
                                        <p:tgtEl>
                                          <p:spTgt spid="114"/>
                                        </p:tgtEl>
                                        <p:attrNameLst>
                                          <p:attrName>style.visibility</p:attrName>
                                        </p:attrNameLst>
                                      </p:cBhvr>
                                      <p:to>
                                        <p:strVal val="visible"/>
                                      </p:to>
                                    </p:set>
                                    <p:animEffect transition="in" filter="fade">
                                      <p:cBhvr>
                                        <p:cTn id="17" dur="500"/>
                                        <p:tgtEl>
                                          <p:spTgt spid="114"/>
                                        </p:tgtEl>
                                      </p:cBhvr>
                                    </p:animEffect>
                                  </p:childTnLst>
                                </p:cTn>
                              </p:par>
                              <p:par>
                                <p:cTn id="18" presetID="26" presetClass="emph" presetSubtype="0" fill="hold" nodeType="withEffect">
                                  <p:stCondLst>
                                    <p:cond delay="0"/>
                                  </p:stCondLst>
                                  <p:childTnLst>
                                    <p:animEffect transition="out" filter="fade">
                                      <p:cBhvr>
                                        <p:cTn id="19" dur="500" tmFilter="0, 0; .2, .5; .8, .5; 1, 0"/>
                                        <p:tgtEl>
                                          <p:spTgt spid="113"/>
                                        </p:tgtEl>
                                      </p:cBhvr>
                                    </p:animEffect>
                                    <p:animScale>
                                      <p:cBhvr>
                                        <p:cTn id="20" dur="250" autoRev="1" fill="hold"/>
                                        <p:tgtEl>
                                          <p:spTgt spid="113"/>
                                        </p:tgtEl>
                                      </p:cBhvr>
                                      <p:by x="105000" y="105000"/>
                                    </p:animScale>
                                  </p:childTnLst>
                                </p:cTn>
                              </p:par>
                              <p:par>
                                <p:cTn id="21" presetID="26" presetClass="emph" presetSubtype="0" fill="hold" nodeType="withEffect">
                                  <p:stCondLst>
                                    <p:cond delay="0"/>
                                  </p:stCondLst>
                                  <p:childTnLst>
                                    <p:animEffect transition="out" filter="fade">
                                      <p:cBhvr>
                                        <p:cTn id="22" dur="500" tmFilter="0, 0; .2, .5; .8, .5; 1, 0"/>
                                        <p:tgtEl>
                                          <p:spTgt spid="114"/>
                                        </p:tgtEl>
                                      </p:cBhvr>
                                    </p:animEffect>
                                    <p:animScale>
                                      <p:cBhvr>
                                        <p:cTn id="23" dur="250" autoRev="1" fill="hold"/>
                                        <p:tgtEl>
                                          <p:spTgt spid="114"/>
                                        </p:tgtEl>
                                      </p:cBhvr>
                                      <p:by x="105000" y="105000"/>
                                    </p:animScale>
                                  </p:childTnLst>
                                </p:cTn>
                              </p:par>
                              <p:par>
                                <p:cTn id="24" presetID="10" presetClass="entr" presetSubtype="0" fill="hold" nodeType="withEffect">
                                  <p:stCondLst>
                                    <p:cond delay="0"/>
                                  </p:stCondLst>
                                  <p:childTnLst>
                                    <p:set>
                                      <p:cBhvr>
                                        <p:cTn id="25" dur="1" fill="hold">
                                          <p:stCondLst>
                                            <p:cond delay="0"/>
                                          </p:stCondLst>
                                        </p:cTn>
                                        <p:tgtEl>
                                          <p:spTgt spid="115"/>
                                        </p:tgtEl>
                                        <p:attrNameLst>
                                          <p:attrName>style.visibility</p:attrName>
                                        </p:attrNameLst>
                                      </p:cBhvr>
                                      <p:to>
                                        <p:strVal val="visible"/>
                                      </p:to>
                                    </p:set>
                                    <p:animEffect transition="in" filter="fade">
                                      <p:cBhvr>
                                        <p:cTn id="26" dur="500"/>
                                        <p:tgtEl>
                                          <p:spTgt spid="115"/>
                                        </p:tgtEl>
                                      </p:cBhvr>
                                    </p:animEffect>
                                  </p:childTnLst>
                                </p:cTn>
                              </p:par>
                              <p:par>
                                <p:cTn id="27" presetID="26" presetClass="emph" presetSubtype="0" fill="hold" nodeType="withEffect">
                                  <p:stCondLst>
                                    <p:cond delay="0"/>
                                  </p:stCondLst>
                                  <p:childTnLst>
                                    <p:animEffect transition="out" filter="fade">
                                      <p:cBhvr>
                                        <p:cTn id="28" dur="500" tmFilter="0, 0; .2, .5; .8, .5; 1, 0"/>
                                        <p:tgtEl>
                                          <p:spTgt spid="115"/>
                                        </p:tgtEl>
                                      </p:cBhvr>
                                    </p:animEffect>
                                    <p:animScale>
                                      <p:cBhvr>
                                        <p:cTn id="29" dur="250" autoRev="1" fill="hold"/>
                                        <p:tgtEl>
                                          <p:spTgt spid="115"/>
                                        </p:tgtEl>
                                      </p:cBhvr>
                                      <p:by x="105000" y="105000"/>
                                    </p:animScale>
                                  </p:childTnLst>
                                </p:cTn>
                              </p:par>
                              <p:par>
                                <p:cTn id="30" presetID="10" presetClass="entr" presetSubtype="0" fill="hold" nodeType="with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fade">
                                      <p:cBhvr>
                                        <p:cTn id="32" dur="500"/>
                                        <p:tgtEl>
                                          <p:spTgt spid="116"/>
                                        </p:tgtEl>
                                      </p:cBhvr>
                                    </p:animEffect>
                                  </p:childTnLst>
                                </p:cTn>
                              </p:par>
                              <p:par>
                                <p:cTn id="33" presetID="10" presetClass="entr" presetSubtype="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Effect transition="in" filter="fade">
                                      <p:cBhvr>
                                        <p:cTn id="35" dur="500"/>
                                        <p:tgtEl>
                                          <p:spTgt spid="117"/>
                                        </p:tgtEl>
                                      </p:cBhvr>
                                    </p:animEffect>
                                  </p:childTnLst>
                                </p:cTn>
                              </p:par>
                              <p:par>
                                <p:cTn id="36" presetID="26" presetClass="emph" presetSubtype="0" fill="hold" nodeType="withEffect">
                                  <p:stCondLst>
                                    <p:cond delay="0"/>
                                  </p:stCondLst>
                                  <p:childTnLst>
                                    <p:animEffect transition="out" filter="fade">
                                      <p:cBhvr>
                                        <p:cTn id="37" dur="500" tmFilter="0, 0; .2, .5; .8, .5; 1, 0"/>
                                        <p:tgtEl>
                                          <p:spTgt spid="116"/>
                                        </p:tgtEl>
                                      </p:cBhvr>
                                    </p:animEffect>
                                    <p:animScale>
                                      <p:cBhvr>
                                        <p:cTn id="38" dur="250" autoRev="1" fill="hold"/>
                                        <p:tgtEl>
                                          <p:spTgt spid="116"/>
                                        </p:tgtEl>
                                      </p:cBhvr>
                                      <p:by x="105000" y="105000"/>
                                    </p:animScale>
                                  </p:childTnLst>
                                </p:cTn>
                              </p:par>
                              <p:par>
                                <p:cTn id="39" presetID="26" presetClass="emph" presetSubtype="0" fill="hold" nodeType="withEffect">
                                  <p:stCondLst>
                                    <p:cond delay="0"/>
                                  </p:stCondLst>
                                  <p:childTnLst>
                                    <p:animEffect transition="out" filter="fade">
                                      <p:cBhvr>
                                        <p:cTn id="40" dur="500" tmFilter="0, 0; .2, .5; .8, .5; 1, 0"/>
                                        <p:tgtEl>
                                          <p:spTgt spid="117"/>
                                        </p:tgtEl>
                                      </p:cBhvr>
                                    </p:animEffect>
                                    <p:animScale>
                                      <p:cBhvr>
                                        <p:cTn id="41" dur="250" autoRev="1" fill="hold"/>
                                        <p:tgtEl>
                                          <p:spTgt spid="117"/>
                                        </p:tgtEl>
                                      </p:cBhvr>
                                      <p:by x="105000" y="105000"/>
                                    </p:animScale>
                                  </p:childTnLst>
                                </p:cTn>
                              </p:par>
                              <p:par>
                                <p:cTn id="42" presetID="10" presetClass="entr" presetSubtype="0" fill="hold" nodeType="withEffect">
                                  <p:stCondLst>
                                    <p:cond delay="0"/>
                                  </p:stCondLst>
                                  <p:childTnLst>
                                    <p:set>
                                      <p:cBhvr>
                                        <p:cTn id="43" dur="1" fill="hold">
                                          <p:stCondLst>
                                            <p:cond delay="0"/>
                                          </p:stCondLst>
                                        </p:cTn>
                                        <p:tgtEl>
                                          <p:spTgt spid="118"/>
                                        </p:tgtEl>
                                        <p:attrNameLst>
                                          <p:attrName>style.visibility</p:attrName>
                                        </p:attrNameLst>
                                      </p:cBhvr>
                                      <p:to>
                                        <p:strVal val="visible"/>
                                      </p:to>
                                    </p:set>
                                    <p:animEffect transition="in" filter="fade">
                                      <p:cBhvr>
                                        <p:cTn id="44" dur="500"/>
                                        <p:tgtEl>
                                          <p:spTgt spid="118"/>
                                        </p:tgtEl>
                                      </p:cBhvr>
                                    </p:animEffect>
                                  </p:childTnLst>
                                </p:cTn>
                              </p:par>
                              <p:par>
                                <p:cTn id="45" presetID="26" presetClass="emph" presetSubtype="0" fill="hold" nodeType="withEffect">
                                  <p:stCondLst>
                                    <p:cond delay="0"/>
                                  </p:stCondLst>
                                  <p:childTnLst>
                                    <p:animEffect transition="out" filter="fade">
                                      <p:cBhvr>
                                        <p:cTn id="46" dur="500" tmFilter="0, 0; .2, .5; .8, .5; 1, 0"/>
                                        <p:tgtEl>
                                          <p:spTgt spid="118"/>
                                        </p:tgtEl>
                                      </p:cBhvr>
                                    </p:animEffect>
                                    <p:animScale>
                                      <p:cBhvr>
                                        <p:cTn id="47" dur="250" autoRev="1" fill="hold"/>
                                        <p:tgtEl>
                                          <p:spTgt spid="11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4" grpId="0"/>
    </p:bldLst>
  </p:timing>
</p:sld>
</file>

<file path=ppt/slides/slide10.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B15A1CB-F628-4809-B0F9-BC26D975012A}"/>
              </a:ext>
            </a:extLst>
          </p:cNvPr>
          <p:cNvSpPr/>
          <p:nvPr/>
        </p:nvSpPr>
        <p:spPr bwMode="auto">
          <a:xfrm>
            <a:off x="0" y="1211263"/>
            <a:ext cx="12436475" cy="57832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64C632D8-DEF5-4FB7-8A6F-7139C54B704C}"/>
              </a:ext>
            </a:extLst>
          </p:cNvPr>
          <p:cNvSpPr>
            <a:spLocks noGrp="1"/>
          </p:cNvSpPr>
          <p:nvPr>
            <p:ph type="title"/>
          </p:nvPr>
        </p:nvSpPr>
        <p:spPr/>
        <p:txBody>
          <a:bodyPr/>
          <a:lstStyle/>
          <a:p>
            <a:r>
              <a:rPr lang="en-US" dirty="0"/>
              <a:t>Virtual Appliance resiliency is difficult today</a:t>
            </a:r>
          </a:p>
        </p:txBody>
      </p:sp>
      <p:pic>
        <p:nvPicPr>
          <p:cNvPr id="98" name="Picture 97">
            <a:extLst>
              <a:ext uri="{FF2B5EF4-FFF2-40B4-BE49-F238E27FC236}">
                <a16:creationId xmlns:a16="http://schemas.microsoft.com/office/drawing/2014/main" id="{CE5EC2FE-D053-434D-B93E-83BF81EB1A73}"/>
              </a:ext>
            </a:extLst>
          </p:cNvPr>
          <p:cNvPicPr>
            <a:picLocks noChangeAspect="1"/>
          </p:cNvPicPr>
          <p:nvPr/>
        </p:nvPicPr>
        <p:blipFill>
          <a:blip r:embed="rId3"/>
          <a:stretch>
            <a:fillRect/>
          </a:stretch>
        </p:blipFill>
        <p:spPr>
          <a:xfrm>
            <a:off x="1098303" y="1581823"/>
            <a:ext cx="9662997" cy="5340559"/>
          </a:xfrm>
          <a:prstGeom prst="rect">
            <a:avLst/>
          </a:prstGeom>
        </p:spPr>
      </p:pic>
      <p:sp>
        <p:nvSpPr>
          <p:cNvPr id="99" name="TextBox 98">
            <a:extLst>
              <a:ext uri="{FF2B5EF4-FFF2-40B4-BE49-F238E27FC236}">
                <a16:creationId xmlns:a16="http://schemas.microsoft.com/office/drawing/2014/main" id="{751293D0-D5B8-4E2A-9681-853631E5C8AE}"/>
              </a:ext>
            </a:extLst>
          </p:cNvPr>
          <p:cNvSpPr txBox="1"/>
          <p:nvPr/>
        </p:nvSpPr>
        <p:spPr>
          <a:xfrm>
            <a:off x="3782409" y="6026455"/>
            <a:ext cx="4871657" cy="627864"/>
          </a:xfrm>
          <a:prstGeom prst="rect">
            <a:avLst/>
          </a:prstGeom>
          <a:solidFill>
            <a:schemeClr val="accent4">
              <a:lumMod val="50000"/>
            </a:schemeClr>
          </a:solidFill>
        </p:spPr>
        <p:txBody>
          <a:bodyPr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UI Semilight"/>
                <a:ea typeface="+mn-ea"/>
                <a:cs typeface="+mn-cs"/>
              </a:rPr>
              <a:t>Complicated and Limited</a:t>
            </a:r>
          </a:p>
        </p:txBody>
      </p:sp>
      <p:sp>
        <p:nvSpPr>
          <p:cNvPr id="2" name="Rectangle 1">
            <a:extLst>
              <a:ext uri="{FF2B5EF4-FFF2-40B4-BE49-F238E27FC236}">
                <a16:creationId xmlns:a16="http://schemas.microsoft.com/office/drawing/2014/main" id="{C623C645-8771-4CF1-B5F6-9D07E82A0F72}"/>
              </a:ext>
            </a:extLst>
          </p:cNvPr>
          <p:cNvSpPr/>
          <p:nvPr/>
        </p:nvSpPr>
        <p:spPr bwMode="auto">
          <a:xfrm>
            <a:off x="0" y="1212850"/>
            <a:ext cx="12436475" cy="578167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Tree>
    <p:extLst>
      <p:ext uri="{BB962C8B-B14F-4D97-AF65-F5344CB8AC3E}">
        <p14:creationId xmlns:p14="http://schemas.microsoft.com/office/powerpoint/2010/main" val="1427596315"/>
      </p:ext>
    </p:extLst>
  </p:cSld>
  <p:clrMapOvr>
    <a:masterClrMapping/>
  </p:clrMapOvr>
  <p:transition>
    <p:fade/>
  </p:transition>
</p:sld>
</file>

<file path=ppt/slides/slide1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86636F-DBBD-4FA3-88ED-B4B1A82C2FA9}"/>
              </a:ext>
            </a:extLst>
          </p:cNvPr>
          <p:cNvSpPr/>
          <p:nvPr/>
        </p:nvSpPr>
        <p:spPr bwMode="auto">
          <a:xfrm>
            <a:off x="0" y="1211263"/>
            <a:ext cx="12436475" cy="57832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64C632D8-DEF5-4FB7-8A6F-7139C54B704C}"/>
              </a:ext>
            </a:extLst>
          </p:cNvPr>
          <p:cNvSpPr>
            <a:spLocks noGrp="1"/>
          </p:cNvSpPr>
          <p:nvPr>
            <p:ph type="title"/>
          </p:nvPr>
        </p:nvSpPr>
        <p:spPr/>
        <p:txBody>
          <a:bodyPr/>
          <a:lstStyle/>
          <a:p>
            <a:r>
              <a:rPr lang="en-US" dirty="0"/>
              <a:t>Reference Architecture: NVA with HA Ports</a:t>
            </a:r>
          </a:p>
        </p:txBody>
      </p:sp>
      <p:pic>
        <p:nvPicPr>
          <p:cNvPr id="92" name="Picture 91">
            <a:extLst>
              <a:ext uri="{FF2B5EF4-FFF2-40B4-BE49-F238E27FC236}">
                <a16:creationId xmlns:a16="http://schemas.microsoft.com/office/drawing/2014/main" id="{86DFEA72-9C44-4866-92F7-A9E81C78822D}"/>
              </a:ext>
            </a:extLst>
          </p:cNvPr>
          <p:cNvPicPr>
            <a:picLocks noChangeAspect="1"/>
          </p:cNvPicPr>
          <p:nvPr/>
        </p:nvPicPr>
        <p:blipFill>
          <a:blip r:embed="rId3"/>
          <a:stretch>
            <a:fillRect/>
          </a:stretch>
        </p:blipFill>
        <p:spPr>
          <a:xfrm>
            <a:off x="1098303" y="1581337"/>
            <a:ext cx="9662997" cy="5194242"/>
          </a:xfrm>
          <a:prstGeom prst="rect">
            <a:avLst/>
          </a:prstGeom>
        </p:spPr>
      </p:pic>
      <p:sp>
        <p:nvSpPr>
          <p:cNvPr id="93" name="TextBox 92">
            <a:extLst>
              <a:ext uri="{FF2B5EF4-FFF2-40B4-BE49-F238E27FC236}">
                <a16:creationId xmlns:a16="http://schemas.microsoft.com/office/drawing/2014/main" id="{84380AA0-C57A-49F4-AF3A-B35E88667259}"/>
              </a:ext>
            </a:extLst>
          </p:cNvPr>
          <p:cNvSpPr txBox="1"/>
          <p:nvPr/>
        </p:nvSpPr>
        <p:spPr>
          <a:xfrm>
            <a:off x="3782409" y="6026455"/>
            <a:ext cx="4871657" cy="627864"/>
          </a:xfrm>
          <a:prstGeom prst="rect">
            <a:avLst/>
          </a:prstGeom>
          <a:solidFill>
            <a:srgbClr val="107C10"/>
          </a:solidFill>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0" cap="none" spc="0" normalizeH="0" baseline="0" noProof="0">
                <a:ln>
                  <a:noFill/>
                </a:ln>
                <a:solidFill>
                  <a:srgbClr val="FFFFFF"/>
                </a:solidFill>
                <a:effectLst/>
                <a:uLnTx/>
                <a:uFillTx/>
                <a:latin typeface="Segoe UI Semilight"/>
                <a:ea typeface="+mn-ea"/>
                <a:cs typeface="+mn-cs"/>
              </a:rPr>
              <a:t>Simple, Reliable, Intuitive</a:t>
            </a:r>
          </a:p>
        </p:txBody>
      </p:sp>
      <p:sp>
        <p:nvSpPr>
          <p:cNvPr id="10" name="Oval 9">
            <a:extLst>
              <a:ext uri="{FF2B5EF4-FFF2-40B4-BE49-F238E27FC236}">
                <a16:creationId xmlns:a16="http://schemas.microsoft.com/office/drawing/2014/main" id="{A2813D7D-B1FD-4115-A6F2-D228B18B358B}"/>
              </a:ext>
            </a:extLst>
          </p:cNvPr>
          <p:cNvSpPr/>
          <p:nvPr/>
        </p:nvSpPr>
        <p:spPr bwMode="auto">
          <a:xfrm>
            <a:off x="3500378" y="3738172"/>
            <a:ext cx="282031" cy="282031"/>
          </a:xfrm>
          <a:prstGeom prst="ellipse">
            <a:avLst/>
          </a:prstGeom>
          <a:solidFill>
            <a:schemeClr val="bg2"/>
          </a:solidFill>
          <a:ln>
            <a:noFill/>
            <a:headEnd type="none" w="med" len="med"/>
            <a:tailEnd type="none" w="med" len="med"/>
          </a:ln>
          <a:effectLst/>
          <a:scene3d>
            <a:camera prst="orthographicFront"/>
            <a:lightRig rig="soft" dir="t">
              <a:rot lat="0" lon="0" rev="18600000"/>
            </a:lightRig>
          </a:scene3d>
          <a:sp3d prstMaterial="plastic">
            <a:bevelT w="127000" h="127000"/>
            <a:bevelB w="0" h="0"/>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A screenshot of a cell phone&#10;&#10;Description generated with very high confidence">
            <a:extLst>
              <a:ext uri="{FF2B5EF4-FFF2-40B4-BE49-F238E27FC236}">
                <a16:creationId xmlns:a16="http://schemas.microsoft.com/office/drawing/2014/main" id="{E97F3ECB-85A6-47BA-B73E-0AD1D958527D}"/>
              </a:ext>
            </a:extLst>
          </p:cNvPr>
          <p:cNvPicPr>
            <a:picLocks noChangeAspect="1"/>
          </p:cNvPicPr>
          <p:nvPr/>
        </p:nvPicPr>
        <p:blipFill>
          <a:blip r:embed="rId4"/>
          <a:stretch>
            <a:fillRect/>
          </a:stretch>
        </p:blipFill>
        <p:spPr>
          <a:xfrm>
            <a:off x="7479363" y="1059022"/>
            <a:ext cx="4820976" cy="4846173"/>
          </a:xfrm>
          <a:prstGeom prst="rect">
            <a:avLst/>
          </a:prstGeom>
          <a:ln>
            <a:solidFill>
              <a:schemeClr val="tx1"/>
            </a:solidFill>
          </a:ln>
          <a:effectLst>
            <a:outerShdw blurRad="50800" dist="38100" dir="2700000" algn="tl" rotWithShape="0">
              <a:prstClr val="black">
                <a:alpha val="40000"/>
              </a:prstClr>
            </a:outerShdw>
          </a:effectLst>
        </p:spPr>
      </p:pic>
      <p:sp>
        <p:nvSpPr>
          <p:cNvPr id="12" name="Oval 11">
            <a:extLst>
              <a:ext uri="{FF2B5EF4-FFF2-40B4-BE49-F238E27FC236}">
                <a16:creationId xmlns:a16="http://schemas.microsoft.com/office/drawing/2014/main" id="{51EF009E-04EB-4DE5-BAA1-869BC4C0695C}"/>
              </a:ext>
            </a:extLst>
          </p:cNvPr>
          <p:cNvSpPr/>
          <p:nvPr/>
        </p:nvSpPr>
        <p:spPr bwMode="auto">
          <a:xfrm>
            <a:off x="7433534" y="3114339"/>
            <a:ext cx="1059628" cy="430306"/>
          </a:xfrm>
          <a:prstGeom prst="ellipse">
            <a:avLst/>
          </a:prstGeom>
          <a:noFill/>
          <a:ln w="571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9" name="Graphic 35">
            <a:extLst>
              <a:ext uri="{FF2B5EF4-FFF2-40B4-BE49-F238E27FC236}">
                <a16:creationId xmlns:a16="http://schemas.microsoft.com/office/drawing/2014/main" id="{461B36A7-6A78-442F-9221-E7D1B6D15561}"/>
              </a:ext>
            </a:extLst>
          </p:cNvPr>
          <p:cNvGrpSpPr/>
          <p:nvPr/>
        </p:nvGrpSpPr>
        <p:grpSpPr>
          <a:xfrm>
            <a:off x="6604966" y="2679000"/>
            <a:ext cx="650492" cy="650492"/>
            <a:chOff x="9355716" y="2461258"/>
            <a:chExt cx="650492" cy="650492"/>
          </a:xfrm>
          <a:solidFill>
            <a:schemeClr val="accent4">
              <a:lumMod val="75000"/>
            </a:schemeClr>
          </a:solidFill>
        </p:grpSpPr>
        <p:sp>
          <p:nvSpPr>
            <p:cNvPr id="13" name="Freeform: Shape 12">
              <a:extLst>
                <a:ext uri="{FF2B5EF4-FFF2-40B4-BE49-F238E27FC236}">
                  <a16:creationId xmlns:a16="http://schemas.microsoft.com/office/drawing/2014/main" id="{89C707B5-DFA3-42A9-9B15-25EACDE90A3F}"/>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4" name="Freeform: Shape 13">
              <a:extLst>
                <a:ext uri="{FF2B5EF4-FFF2-40B4-BE49-F238E27FC236}">
                  <a16:creationId xmlns:a16="http://schemas.microsoft.com/office/drawing/2014/main" id="{372CE2F8-282D-49A5-A2ED-988C65C146D1}"/>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5" name="Freeform: Shape 14">
              <a:extLst>
                <a:ext uri="{FF2B5EF4-FFF2-40B4-BE49-F238E27FC236}">
                  <a16:creationId xmlns:a16="http://schemas.microsoft.com/office/drawing/2014/main" id="{EE157346-0236-4374-8C12-44831E898DA1}"/>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12425470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left)">
                                      <p:cBhvr>
                                        <p:cTn id="7" dur="25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0" presetClass="path" presetSubtype="0" repeatCount="2000" accel="50000" decel="50000" fill="hold" grpId="0" nodeType="afterEffect">
                                  <p:stCondLst>
                                    <p:cond delay="0"/>
                                  </p:stCondLst>
                                  <p:childTnLst>
                                    <p:animMotion origin="layout" path="M -0.00115 0.00431 L 0.05055 0.00522 L 0.04965 -0.18611 L 0.26423 -0.1877 L 0.26282 -0.09124 L 0.19913 0.14299 L 0.18087 0.14208 L 0.39749 0.14117 L 0.45826 0.06832 " pathEditMode="relative" ptsTypes="AAAAAAAAA">
                                      <p:cBhvr>
                                        <p:cTn id="15" dur="2000" fill="hold"/>
                                        <p:tgtEl>
                                          <p:spTgt spid="10"/>
                                        </p:tgtEl>
                                        <p:attrNameLst>
                                          <p:attrName>ppt_x</p:attrName>
                                          <p:attrName>ppt_y</p:attrName>
                                        </p:attrNameLst>
                                      </p:cBhvr>
                                    </p:animMotion>
                                  </p:childTnLst>
                                </p:cTn>
                              </p:par>
                            </p:childTnLst>
                          </p:cTn>
                        </p:par>
                        <p:par>
                          <p:cTn id="16" fill="hold">
                            <p:stCondLst>
                              <p:cond delay="4500"/>
                            </p:stCondLst>
                            <p:childTnLst>
                              <p:par>
                                <p:cTn id="17" presetID="0" presetClass="path" presetSubtype="0" repeatCount="2000" accel="50000" decel="50000" fill="hold" grpId="1" nodeType="afterEffect">
                                  <p:stCondLst>
                                    <p:cond delay="0"/>
                                  </p:stCondLst>
                                  <p:childTnLst>
                                    <p:animMotion origin="layout" path="M 0.45877 0.07104 L 0.38473 0.00613 C 0.38447 -0.05856 0.38435 -0.12324 0.38422 -0.18792 L 0.26423 -0.18861 C 0.26436 -0.15751 0.26461 -0.12619 0.26474 -0.09487 L 0.20104 0.14571 L 0.04021 0.14662 L -0.00268 0.00091 " pathEditMode="relative" ptsTypes="AAAAAAAA">
                                      <p:cBhvr>
                                        <p:cTn id="18" dur="2000" fill="hold"/>
                                        <p:tgtEl>
                                          <p:spTgt spid="10"/>
                                        </p:tgtEl>
                                        <p:attrNameLst>
                                          <p:attrName>ppt_x</p:attrName>
                                          <p:attrName>ppt_y</p:attrName>
                                        </p:attrNameLst>
                                      </p:cBhvr>
                                    </p:animMotion>
                                  </p:childTnLst>
                                </p:cTn>
                              </p:par>
                            </p:childTnLst>
                          </p:cTn>
                        </p:par>
                        <p:par>
                          <p:cTn id="19" fill="hold">
                            <p:stCondLst>
                              <p:cond delay="8500"/>
                            </p:stCondLst>
                            <p:childTnLst>
                              <p:par>
                                <p:cTn id="20" presetID="10" presetClass="exit" presetSubtype="0" fill="hold" grpId="3" nodeType="after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0" grpId="0" animBg="1"/>
      <p:bldP spid="10" grpId="1" animBg="1"/>
      <p:bldP spid="10" grpId="2" animBg="1"/>
      <p:bldP spid="10" grpId="3" animBg="1"/>
      <p:bldP spid="12" grpId="0" animBg="1"/>
    </p:bldLst>
  </p:timing>
</p:sld>
</file>

<file path=ppt/slides/slide12.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6B9176B-39BE-4617-8598-9A7AEF45AF84}"/>
              </a:ext>
            </a:extLst>
          </p:cNvPr>
          <p:cNvSpPr/>
          <p:nvPr/>
        </p:nvSpPr>
        <p:spPr bwMode="auto">
          <a:xfrm>
            <a:off x="8475077" y="0"/>
            <a:ext cx="3961398" cy="6994525"/>
          </a:xfrm>
          <a:prstGeom prst="rect">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a:extLst>
              <a:ext uri="{FF2B5EF4-FFF2-40B4-BE49-F238E27FC236}">
                <a16:creationId xmlns:a16="http://schemas.microsoft.com/office/drawing/2014/main" id="{5B079101-8111-47B2-B277-8036407B7EDB}"/>
              </a:ext>
            </a:extLst>
          </p:cNvPr>
          <p:cNvSpPr/>
          <p:nvPr/>
        </p:nvSpPr>
        <p:spPr bwMode="auto">
          <a:xfrm>
            <a:off x="394226" y="2031858"/>
            <a:ext cx="7783156" cy="3108961"/>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8DFA9290-E3F2-48DD-A973-D6D9FE5CF4CD}"/>
              </a:ext>
            </a:extLst>
          </p:cNvPr>
          <p:cNvSpPr>
            <a:spLocks noGrp="1"/>
          </p:cNvSpPr>
          <p:nvPr>
            <p:ph type="title"/>
          </p:nvPr>
        </p:nvSpPr>
        <p:spPr>
          <a:xfrm>
            <a:off x="274639" y="295274"/>
            <a:ext cx="11889564" cy="917575"/>
          </a:xfrm>
        </p:spPr>
        <p:txBody>
          <a:bodyPr/>
          <a:lstStyle/>
          <a:p>
            <a:r>
              <a:rPr lang="en-US" dirty="0"/>
              <a:t>Advanced Analytics</a:t>
            </a:r>
          </a:p>
        </p:txBody>
      </p:sp>
      <p:pic>
        <p:nvPicPr>
          <p:cNvPr id="7" name="Picture 6">
            <a:extLst>
              <a:ext uri="{FF2B5EF4-FFF2-40B4-BE49-F238E27FC236}">
                <a16:creationId xmlns:a16="http://schemas.microsoft.com/office/drawing/2014/main" id="{609EE716-7F7E-4760-9F3C-F628BA697754}"/>
              </a:ext>
            </a:extLst>
          </p:cNvPr>
          <p:cNvPicPr>
            <a:picLocks noChangeAspect="1"/>
          </p:cNvPicPr>
          <p:nvPr/>
        </p:nvPicPr>
        <p:blipFill>
          <a:blip r:embed="rId3"/>
          <a:stretch>
            <a:fillRect/>
          </a:stretch>
        </p:blipFill>
        <p:spPr>
          <a:xfrm>
            <a:off x="492398" y="2143985"/>
            <a:ext cx="7606985" cy="2890811"/>
          </a:xfrm>
          <a:prstGeom prst="rect">
            <a:avLst/>
          </a:prstGeom>
          <a:effectLst/>
        </p:spPr>
      </p:pic>
      <p:pic>
        <p:nvPicPr>
          <p:cNvPr id="11" name="Picture 10">
            <a:extLst>
              <a:ext uri="{FF2B5EF4-FFF2-40B4-BE49-F238E27FC236}">
                <a16:creationId xmlns:a16="http://schemas.microsoft.com/office/drawing/2014/main" id="{E37B8551-0995-4C40-B267-2CE93FAA49A2}"/>
              </a:ext>
            </a:extLst>
          </p:cNvPr>
          <p:cNvPicPr>
            <a:picLocks noChangeAspect="1"/>
          </p:cNvPicPr>
          <p:nvPr/>
        </p:nvPicPr>
        <p:blipFill>
          <a:blip r:embed="rId4"/>
          <a:stretch>
            <a:fillRect/>
          </a:stretch>
        </p:blipFill>
        <p:spPr>
          <a:xfrm>
            <a:off x="492398" y="2352643"/>
            <a:ext cx="7606986" cy="2759707"/>
          </a:xfrm>
          <a:prstGeom prst="rect">
            <a:avLst/>
          </a:prstGeom>
          <a:effectLst/>
        </p:spPr>
      </p:pic>
      <p:pic>
        <p:nvPicPr>
          <p:cNvPr id="12" name="Picture 11">
            <a:extLst>
              <a:ext uri="{FF2B5EF4-FFF2-40B4-BE49-F238E27FC236}">
                <a16:creationId xmlns:a16="http://schemas.microsoft.com/office/drawing/2014/main" id="{2C4DDD3F-1B5E-41DD-8DB5-7344FEDBDD5E}"/>
              </a:ext>
            </a:extLst>
          </p:cNvPr>
          <p:cNvPicPr>
            <a:picLocks noChangeAspect="1"/>
          </p:cNvPicPr>
          <p:nvPr/>
        </p:nvPicPr>
        <p:blipFill>
          <a:blip r:embed="rId5"/>
          <a:stretch>
            <a:fillRect/>
          </a:stretch>
        </p:blipFill>
        <p:spPr>
          <a:xfrm>
            <a:off x="492398" y="2321953"/>
            <a:ext cx="6984713" cy="2759707"/>
          </a:xfrm>
          <a:prstGeom prst="rect">
            <a:avLst/>
          </a:prstGeom>
          <a:effectLst/>
        </p:spPr>
      </p:pic>
      <p:pic>
        <p:nvPicPr>
          <p:cNvPr id="13" name="Picture 12">
            <a:extLst>
              <a:ext uri="{FF2B5EF4-FFF2-40B4-BE49-F238E27FC236}">
                <a16:creationId xmlns:a16="http://schemas.microsoft.com/office/drawing/2014/main" id="{6692C115-547B-4B4A-B8FB-5EEBDD2B49B3}"/>
              </a:ext>
            </a:extLst>
          </p:cNvPr>
          <p:cNvPicPr>
            <a:picLocks noChangeAspect="1"/>
          </p:cNvPicPr>
          <p:nvPr/>
        </p:nvPicPr>
        <p:blipFill>
          <a:blip r:embed="rId6"/>
          <a:stretch>
            <a:fillRect/>
          </a:stretch>
        </p:blipFill>
        <p:spPr>
          <a:xfrm>
            <a:off x="492398" y="2248319"/>
            <a:ext cx="6689251" cy="2759707"/>
          </a:xfrm>
          <a:prstGeom prst="rect">
            <a:avLst/>
          </a:prstGeom>
          <a:effectLst/>
        </p:spPr>
      </p:pic>
      <p:pic>
        <p:nvPicPr>
          <p:cNvPr id="14" name="Picture 13">
            <a:extLst>
              <a:ext uri="{FF2B5EF4-FFF2-40B4-BE49-F238E27FC236}">
                <a16:creationId xmlns:a16="http://schemas.microsoft.com/office/drawing/2014/main" id="{16C5F526-0FBC-4E90-8DE0-7EF31342F38B}"/>
              </a:ext>
            </a:extLst>
          </p:cNvPr>
          <p:cNvPicPr>
            <a:picLocks noChangeAspect="1"/>
          </p:cNvPicPr>
          <p:nvPr/>
        </p:nvPicPr>
        <p:blipFill>
          <a:blip r:embed="rId7"/>
          <a:stretch>
            <a:fillRect/>
          </a:stretch>
        </p:blipFill>
        <p:spPr>
          <a:xfrm>
            <a:off x="492398" y="2407883"/>
            <a:ext cx="7050689" cy="2733520"/>
          </a:xfrm>
          <a:prstGeom prst="rect">
            <a:avLst/>
          </a:prstGeom>
          <a:effectLst/>
        </p:spPr>
      </p:pic>
      <p:sp>
        <p:nvSpPr>
          <p:cNvPr id="3" name="Rectangle 2">
            <a:extLst>
              <a:ext uri="{FF2B5EF4-FFF2-40B4-BE49-F238E27FC236}">
                <a16:creationId xmlns:a16="http://schemas.microsoft.com/office/drawing/2014/main" id="{8919E545-8447-401D-AA44-E3739193B943}"/>
              </a:ext>
            </a:extLst>
          </p:cNvPr>
          <p:cNvSpPr/>
          <p:nvPr/>
        </p:nvSpPr>
        <p:spPr>
          <a:xfrm>
            <a:off x="301237" y="1155607"/>
            <a:ext cx="5240537" cy="830997"/>
          </a:xfrm>
          <a:prstGeom prst="rect">
            <a:avLst/>
          </a:prstGeom>
        </p:spPr>
        <p:txBody>
          <a:bodyPr wrap="none">
            <a:spAutoFit/>
          </a:bodyPr>
          <a:lstStyle/>
          <a:p>
            <a:pPr>
              <a:lnSpc>
                <a:spcPct val="150000"/>
              </a:lnSpc>
            </a:pPr>
            <a:r>
              <a:rPr lang="en-US" sz="3200" dirty="0">
                <a:solidFill>
                  <a:schemeClr val="accent4">
                    <a:lumMod val="60000"/>
                    <a:lumOff val="40000"/>
                  </a:schemeClr>
                </a:solidFill>
                <a:latin typeface="+mj-lt"/>
              </a:rPr>
              <a:t>Continuous data plane health</a:t>
            </a:r>
          </a:p>
        </p:txBody>
      </p:sp>
      <p:sp>
        <p:nvSpPr>
          <p:cNvPr id="4" name="Rectangle 3">
            <a:extLst>
              <a:ext uri="{FF2B5EF4-FFF2-40B4-BE49-F238E27FC236}">
                <a16:creationId xmlns:a16="http://schemas.microsoft.com/office/drawing/2014/main" id="{E0CDE1DA-1666-4100-9908-5CF4F7E7E099}"/>
              </a:ext>
            </a:extLst>
          </p:cNvPr>
          <p:cNvSpPr/>
          <p:nvPr/>
        </p:nvSpPr>
        <p:spPr>
          <a:xfrm>
            <a:off x="301237" y="1155607"/>
            <a:ext cx="5638916" cy="830997"/>
          </a:xfrm>
          <a:prstGeom prst="rect">
            <a:avLst/>
          </a:prstGeom>
        </p:spPr>
        <p:txBody>
          <a:bodyPr wrap="none">
            <a:spAutoFit/>
          </a:bodyPr>
          <a:lstStyle/>
          <a:p>
            <a:pPr>
              <a:lnSpc>
                <a:spcPct val="150000"/>
              </a:lnSpc>
            </a:pPr>
            <a:r>
              <a:rPr lang="en-US" sz="3200" dirty="0">
                <a:solidFill>
                  <a:schemeClr val="accent4">
                    <a:lumMod val="60000"/>
                    <a:lumOff val="40000"/>
                  </a:schemeClr>
                </a:solidFill>
                <a:latin typeface="+mj-lt"/>
              </a:rPr>
              <a:t>Per instance health probe status</a:t>
            </a:r>
          </a:p>
        </p:txBody>
      </p:sp>
      <p:sp>
        <p:nvSpPr>
          <p:cNvPr id="5" name="Rectangle 4">
            <a:extLst>
              <a:ext uri="{FF2B5EF4-FFF2-40B4-BE49-F238E27FC236}">
                <a16:creationId xmlns:a16="http://schemas.microsoft.com/office/drawing/2014/main" id="{FC769018-BC3A-49E1-83C1-94E3862140F7}"/>
              </a:ext>
            </a:extLst>
          </p:cNvPr>
          <p:cNvSpPr/>
          <p:nvPr/>
        </p:nvSpPr>
        <p:spPr>
          <a:xfrm>
            <a:off x="301237" y="1155607"/>
            <a:ext cx="4137671" cy="830997"/>
          </a:xfrm>
          <a:prstGeom prst="rect">
            <a:avLst/>
          </a:prstGeom>
        </p:spPr>
        <p:txBody>
          <a:bodyPr wrap="none">
            <a:spAutoFit/>
          </a:bodyPr>
          <a:lstStyle/>
          <a:p>
            <a:pPr>
              <a:lnSpc>
                <a:spcPct val="150000"/>
              </a:lnSpc>
            </a:pPr>
            <a:r>
              <a:rPr lang="en-US" sz="3200" dirty="0">
                <a:solidFill>
                  <a:schemeClr val="accent4">
                    <a:lumMod val="60000"/>
                    <a:lumOff val="40000"/>
                  </a:schemeClr>
                </a:solidFill>
                <a:latin typeface="+mj-lt"/>
              </a:rPr>
              <a:t>Outbound connections</a:t>
            </a:r>
          </a:p>
        </p:txBody>
      </p:sp>
      <p:sp>
        <p:nvSpPr>
          <p:cNvPr id="6" name="Rectangle 5">
            <a:extLst>
              <a:ext uri="{FF2B5EF4-FFF2-40B4-BE49-F238E27FC236}">
                <a16:creationId xmlns:a16="http://schemas.microsoft.com/office/drawing/2014/main" id="{E1915252-10EE-4764-B12D-DF6AC24FA202}"/>
              </a:ext>
            </a:extLst>
          </p:cNvPr>
          <p:cNvSpPr/>
          <p:nvPr/>
        </p:nvSpPr>
        <p:spPr>
          <a:xfrm>
            <a:off x="301237" y="1155607"/>
            <a:ext cx="5250155" cy="739241"/>
          </a:xfrm>
          <a:prstGeom prst="rect">
            <a:avLst/>
          </a:prstGeom>
        </p:spPr>
        <p:txBody>
          <a:bodyPr wrap="none">
            <a:spAutoFit/>
          </a:bodyPr>
          <a:lstStyle/>
          <a:p>
            <a:pPr>
              <a:lnSpc>
                <a:spcPct val="150000"/>
              </a:lnSpc>
            </a:pPr>
            <a:r>
              <a:rPr lang="en-US" sz="3200" dirty="0">
                <a:solidFill>
                  <a:schemeClr val="accent4">
                    <a:lumMod val="60000"/>
                    <a:lumOff val="40000"/>
                  </a:schemeClr>
                </a:solidFill>
                <a:latin typeface="+mj-lt"/>
              </a:rPr>
              <a:t>Inbound connection attempts</a:t>
            </a:r>
          </a:p>
        </p:txBody>
      </p:sp>
      <p:sp>
        <p:nvSpPr>
          <p:cNvPr id="8" name="Rectangle 7">
            <a:extLst>
              <a:ext uri="{FF2B5EF4-FFF2-40B4-BE49-F238E27FC236}">
                <a16:creationId xmlns:a16="http://schemas.microsoft.com/office/drawing/2014/main" id="{D0C7D5CB-F47B-4F76-B5B5-F8B9C013C174}"/>
              </a:ext>
            </a:extLst>
          </p:cNvPr>
          <p:cNvSpPr/>
          <p:nvPr/>
        </p:nvSpPr>
        <p:spPr>
          <a:xfrm>
            <a:off x="301237" y="1155607"/>
            <a:ext cx="2768322" cy="830997"/>
          </a:xfrm>
          <a:prstGeom prst="rect">
            <a:avLst/>
          </a:prstGeom>
        </p:spPr>
        <p:txBody>
          <a:bodyPr wrap="none">
            <a:spAutoFit/>
          </a:bodyPr>
          <a:lstStyle/>
          <a:p>
            <a:pPr>
              <a:lnSpc>
                <a:spcPct val="150000"/>
              </a:lnSpc>
            </a:pPr>
            <a:r>
              <a:rPr lang="en-US" sz="3200" dirty="0">
                <a:solidFill>
                  <a:schemeClr val="accent4">
                    <a:lumMod val="60000"/>
                    <a:lumOff val="40000"/>
                  </a:schemeClr>
                </a:solidFill>
                <a:latin typeface="+mj-lt"/>
              </a:rPr>
              <a:t>Traffic counters</a:t>
            </a:r>
          </a:p>
        </p:txBody>
      </p:sp>
      <p:sp>
        <p:nvSpPr>
          <p:cNvPr id="23" name="Rectangle 22">
            <a:extLst>
              <a:ext uri="{FF2B5EF4-FFF2-40B4-BE49-F238E27FC236}">
                <a16:creationId xmlns:a16="http://schemas.microsoft.com/office/drawing/2014/main" id="{C2999B87-781E-4A8E-B3C5-F49C271E1751}"/>
              </a:ext>
            </a:extLst>
          </p:cNvPr>
          <p:cNvSpPr/>
          <p:nvPr/>
        </p:nvSpPr>
        <p:spPr>
          <a:xfrm>
            <a:off x="9143411" y="869607"/>
            <a:ext cx="1955407" cy="646331"/>
          </a:xfrm>
          <a:prstGeom prst="rect">
            <a:avLst/>
          </a:prstGeom>
        </p:spPr>
        <p:txBody>
          <a:bodyPr wrap="none">
            <a:spAutoFit/>
          </a:bodyPr>
          <a:lstStyle/>
          <a:p>
            <a:pPr>
              <a:lnSpc>
                <a:spcPct val="150000"/>
              </a:lnSpc>
            </a:pPr>
            <a:r>
              <a:rPr lang="en-US" sz="2400" dirty="0">
                <a:latin typeface="+mj-lt"/>
              </a:rPr>
              <a:t>Bytes, Packets</a:t>
            </a:r>
          </a:p>
        </p:txBody>
      </p:sp>
      <p:sp>
        <p:nvSpPr>
          <p:cNvPr id="24" name="Rectangle 23">
            <a:extLst>
              <a:ext uri="{FF2B5EF4-FFF2-40B4-BE49-F238E27FC236}">
                <a16:creationId xmlns:a16="http://schemas.microsoft.com/office/drawing/2014/main" id="{C04C1F72-33C6-4AE5-91B2-714D680DB133}"/>
              </a:ext>
            </a:extLst>
          </p:cNvPr>
          <p:cNvSpPr/>
          <p:nvPr/>
        </p:nvSpPr>
        <p:spPr>
          <a:xfrm>
            <a:off x="9143411" y="2084717"/>
            <a:ext cx="1420517" cy="646331"/>
          </a:xfrm>
          <a:prstGeom prst="rect">
            <a:avLst/>
          </a:prstGeom>
        </p:spPr>
        <p:txBody>
          <a:bodyPr wrap="none">
            <a:spAutoFit/>
          </a:bodyPr>
          <a:lstStyle/>
          <a:p>
            <a:pPr>
              <a:lnSpc>
                <a:spcPct val="150000"/>
              </a:lnSpc>
            </a:pPr>
            <a:r>
              <a:rPr lang="en-US" sz="2400" dirty="0">
                <a:latin typeface="+mj-lt"/>
              </a:rPr>
              <a:t>TCP SYNs</a:t>
            </a:r>
          </a:p>
        </p:txBody>
      </p:sp>
      <p:sp>
        <p:nvSpPr>
          <p:cNvPr id="25" name="Rectangle 24">
            <a:extLst>
              <a:ext uri="{FF2B5EF4-FFF2-40B4-BE49-F238E27FC236}">
                <a16:creationId xmlns:a16="http://schemas.microsoft.com/office/drawing/2014/main" id="{C40B9053-0FCE-4D99-BF9D-FF61988F2F77}"/>
              </a:ext>
            </a:extLst>
          </p:cNvPr>
          <p:cNvSpPr/>
          <p:nvPr/>
        </p:nvSpPr>
        <p:spPr>
          <a:xfrm>
            <a:off x="9143411" y="3299827"/>
            <a:ext cx="1874488" cy="577530"/>
          </a:xfrm>
          <a:prstGeom prst="rect">
            <a:avLst/>
          </a:prstGeom>
        </p:spPr>
        <p:txBody>
          <a:bodyPr wrap="none">
            <a:spAutoFit/>
          </a:bodyPr>
          <a:lstStyle/>
          <a:p>
            <a:pPr>
              <a:lnSpc>
                <a:spcPct val="150000"/>
              </a:lnSpc>
            </a:pPr>
            <a:r>
              <a:rPr lang="en-US" sz="2400" dirty="0">
                <a:latin typeface="+mj-lt"/>
              </a:rPr>
              <a:t>Health probe</a:t>
            </a:r>
          </a:p>
        </p:txBody>
      </p:sp>
      <p:sp>
        <p:nvSpPr>
          <p:cNvPr id="26" name="Rectangle 25">
            <a:extLst>
              <a:ext uri="{FF2B5EF4-FFF2-40B4-BE49-F238E27FC236}">
                <a16:creationId xmlns:a16="http://schemas.microsoft.com/office/drawing/2014/main" id="{7D0F23DA-AFE8-48C3-B833-A5CAD46E23AF}"/>
              </a:ext>
            </a:extLst>
          </p:cNvPr>
          <p:cNvSpPr/>
          <p:nvPr/>
        </p:nvSpPr>
        <p:spPr>
          <a:xfrm>
            <a:off x="9143411" y="4514937"/>
            <a:ext cx="2457724" cy="646331"/>
          </a:xfrm>
          <a:prstGeom prst="rect">
            <a:avLst/>
          </a:prstGeom>
        </p:spPr>
        <p:txBody>
          <a:bodyPr wrap="none">
            <a:spAutoFit/>
          </a:bodyPr>
          <a:lstStyle/>
          <a:p>
            <a:pPr>
              <a:lnSpc>
                <a:spcPct val="150000"/>
              </a:lnSpc>
            </a:pPr>
            <a:r>
              <a:rPr lang="en-US" sz="2400" dirty="0">
                <a:latin typeface="+mj-lt"/>
              </a:rPr>
              <a:t>Data plane health</a:t>
            </a:r>
          </a:p>
        </p:txBody>
      </p:sp>
      <p:sp>
        <p:nvSpPr>
          <p:cNvPr id="27" name="Rectangle 26">
            <a:extLst>
              <a:ext uri="{FF2B5EF4-FFF2-40B4-BE49-F238E27FC236}">
                <a16:creationId xmlns:a16="http://schemas.microsoft.com/office/drawing/2014/main" id="{CB35CD33-CEFA-4596-9FEB-C15448756677}"/>
              </a:ext>
            </a:extLst>
          </p:cNvPr>
          <p:cNvSpPr/>
          <p:nvPr/>
        </p:nvSpPr>
        <p:spPr>
          <a:xfrm>
            <a:off x="9143411" y="5730048"/>
            <a:ext cx="2501134" cy="646331"/>
          </a:xfrm>
          <a:prstGeom prst="rect">
            <a:avLst/>
          </a:prstGeom>
        </p:spPr>
        <p:txBody>
          <a:bodyPr wrap="none">
            <a:spAutoFit/>
          </a:bodyPr>
          <a:lstStyle/>
          <a:p>
            <a:pPr>
              <a:lnSpc>
                <a:spcPct val="150000"/>
              </a:lnSpc>
            </a:pPr>
            <a:r>
              <a:rPr lang="en-US" sz="2400" dirty="0">
                <a:latin typeface="+mj-lt"/>
              </a:rPr>
              <a:t>SNAT connections</a:t>
            </a:r>
          </a:p>
        </p:txBody>
      </p:sp>
      <p:sp>
        <p:nvSpPr>
          <p:cNvPr id="38" name="TextBox 37">
            <a:extLst>
              <a:ext uri="{FF2B5EF4-FFF2-40B4-BE49-F238E27FC236}">
                <a16:creationId xmlns:a16="http://schemas.microsoft.com/office/drawing/2014/main" id="{E902DFF6-6DFC-44CD-A94C-0B1DF26CD83A}"/>
              </a:ext>
            </a:extLst>
          </p:cNvPr>
          <p:cNvSpPr txBox="1"/>
          <p:nvPr/>
        </p:nvSpPr>
        <p:spPr>
          <a:xfrm>
            <a:off x="1435394" y="5461604"/>
            <a:ext cx="4504759" cy="1280351"/>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000" dirty="0">
                <a:solidFill>
                  <a:schemeClr val="accent4">
                    <a:lumMod val="60000"/>
                    <a:lumOff val="40000"/>
                  </a:schemeClr>
                </a:solidFill>
                <a:latin typeface="+mj-lt"/>
              </a:rPr>
              <a:t>New multi-dimensional metrics</a:t>
            </a:r>
          </a:p>
          <a:p>
            <a:pPr marL="342900" indent="-342900">
              <a:lnSpc>
                <a:spcPct val="90000"/>
              </a:lnSpc>
              <a:spcAft>
                <a:spcPts val="600"/>
              </a:spcAft>
              <a:buFont typeface="Arial" panose="020B0604020202020204" pitchFamily="34" charset="0"/>
              <a:buChar char="•"/>
            </a:pPr>
            <a:r>
              <a:rPr lang="en-US" sz="2000" dirty="0">
                <a:solidFill>
                  <a:schemeClr val="accent4">
                    <a:lumMod val="60000"/>
                    <a:lumOff val="40000"/>
                  </a:schemeClr>
                </a:solidFill>
                <a:latin typeface="+mj-lt"/>
              </a:rPr>
              <a:t>Select, filter, and group</a:t>
            </a:r>
          </a:p>
          <a:p>
            <a:pPr marL="342900" indent="-342900">
              <a:lnSpc>
                <a:spcPct val="90000"/>
              </a:lnSpc>
              <a:spcAft>
                <a:spcPts val="600"/>
              </a:spcAft>
              <a:buFont typeface="Arial" panose="020B0604020202020204" pitchFamily="34" charset="0"/>
              <a:buChar char="•"/>
            </a:pPr>
            <a:r>
              <a:rPr lang="en-US" sz="2000" dirty="0">
                <a:solidFill>
                  <a:schemeClr val="accent4">
                    <a:lumMod val="60000"/>
                    <a:lumOff val="40000"/>
                  </a:schemeClr>
                </a:solidFill>
                <a:latin typeface="+mj-lt"/>
              </a:rPr>
              <a:t>Fully integrated with Azure Monitor</a:t>
            </a:r>
          </a:p>
        </p:txBody>
      </p:sp>
      <p:pic>
        <p:nvPicPr>
          <p:cNvPr id="10" name="Graphic 9">
            <a:extLst>
              <a:ext uri="{FF2B5EF4-FFF2-40B4-BE49-F238E27FC236}">
                <a16:creationId xmlns:a16="http://schemas.microsoft.com/office/drawing/2014/main" id="{A49C52AB-876E-4C01-AF7C-460F580075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2398" y="5664370"/>
            <a:ext cx="900933" cy="900933"/>
          </a:xfrm>
          <a:prstGeom prst="rect">
            <a:avLst/>
          </a:prstGeom>
        </p:spPr>
      </p:pic>
    </p:spTree>
    <p:extLst>
      <p:ext uri="{BB962C8B-B14F-4D97-AF65-F5344CB8AC3E}">
        <p14:creationId xmlns:p14="http://schemas.microsoft.com/office/powerpoint/2010/main" val="1099243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 presetClass="exit" presetSubtype="0" fill="hold" grpId="1" nodeType="withEffect">
                                  <p:stCondLst>
                                    <p:cond delay="0"/>
                                  </p:stCondLst>
                                  <p:childTnLst>
                                    <p:set>
                                      <p:cBhvr>
                                        <p:cTn id="23" dur="1" fill="hold">
                                          <p:stCondLst>
                                            <p:cond delay="0"/>
                                          </p:stCondLst>
                                        </p:cTn>
                                        <p:tgtEl>
                                          <p:spTgt spid="8"/>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par>
                          <p:cTn id="29" fill="hold">
                            <p:stCondLst>
                              <p:cond delay="500"/>
                            </p:stCondLst>
                            <p:childTnLst>
                              <p:par>
                                <p:cTn id="30" presetID="10" presetClass="exit" presetSubtype="0" fill="hold" nodeType="after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 presetClass="exit" presetSubtype="0" fill="hold" grpId="1" nodeType="withEffect">
                                  <p:stCondLst>
                                    <p:cond delay="0"/>
                                  </p:stCondLst>
                                  <p:childTnLst>
                                    <p:set>
                                      <p:cBhvr>
                                        <p:cTn id="39" dur="1" fill="hold">
                                          <p:stCondLst>
                                            <p:cond delay="0"/>
                                          </p:stCondLst>
                                        </p:cTn>
                                        <p:tgtEl>
                                          <p:spTgt spid="6"/>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par>
                          <p:cTn id="45" fill="hold">
                            <p:stCondLst>
                              <p:cond delay="500"/>
                            </p:stCondLst>
                            <p:childTnLst>
                              <p:par>
                                <p:cTn id="46" presetID="10" presetClass="exit" presetSubtype="0" fill="hold" nodeType="afterEffect">
                                  <p:stCondLst>
                                    <p:cond delay="0"/>
                                  </p:stCondLst>
                                  <p:childTnLst>
                                    <p:animEffect transition="out" filter="fade">
                                      <p:cBhvr>
                                        <p:cTn id="47" dur="500"/>
                                        <p:tgtEl>
                                          <p:spTgt spid="11"/>
                                        </p:tgtEl>
                                      </p:cBhvr>
                                    </p:animEffect>
                                    <p:set>
                                      <p:cBhvr>
                                        <p:cTn id="48" dur="1" fill="hold">
                                          <p:stCondLst>
                                            <p:cond delay="499"/>
                                          </p:stCondLst>
                                        </p:cTn>
                                        <p:tgtEl>
                                          <p:spTgt spid="11"/>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 presetClass="exit" presetSubtype="0" fill="hold" grpId="1" nodeType="withEffect">
                                  <p:stCondLst>
                                    <p:cond delay="0"/>
                                  </p:stCondLst>
                                  <p:childTnLst>
                                    <p:set>
                                      <p:cBhvr>
                                        <p:cTn id="55" dur="1" fill="hold">
                                          <p:stCondLst>
                                            <p:cond delay="0"/>
                                          </p:stCondLst>
                                        </p:cTn>
                                        <p:tgtEl>
                                          <p:spTgt spid="4"/>
                                        </p:tgtEl>
                                        <p:attrNameLst>
                                          <p:attrName>style.visibility</p:attrName>
                                        </p:attrNameLst>
                                      </p:cBhvr>
                                      <p:to>
                                        <p:strVal val="hidden"/>
                                      </p:to>
                                    </p:set>
                                  </p:childTnLst>
                                </p:cTn>
                              </p:par>
                              <p:par>
                                <p:cTn id="56" presetID="10" presetClass="entr" presetSubtype="0"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par>
                          <p:cTn id="61" fill="hold">
                            <p:stCondLst>
                              <p:cond delay="500"/>
                            </p:stCondLst>
                            <p:childTnLst>
                              <p:par>
                                <p:cTn id="62" presetID="10" presetClass="exit" presetSubtype="0" fill="hold" nodeType="afterEffect">
                                  <p:stCondLst>
                                    <p:cond delay="0"/>
                                  </p:stCondLst>
                                  <p:childTnLst>
                                    <p:animEffect transition="out" filter="fade">
                                      <p:cBhvr>
                                        <p:cTn id="63" dur="500"/>
                                        <p:tgtEl>
                                          <p:spTgt spid="12"/>
                                        </p:tgtEl>
                                      </p:cBhvr>
                                    </p:animEffect>
                                    <p:set>
                                      <p:cBhvr>
                                        <p:cTn id="64" dur="1" fill="hold">
                                          <p:stCondLst>
                                            <p:cond delay="499"/>
                                          </p:stCondLst>
                                        </p:cTn>
                                        <p:tgtEl>
                                          <p:spTgt spid="1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1" presetClass="exit" presetSubtype="0" fill="hold" grpId="1" nodeType="withEffect">
                                  <p:stCondLst>
                                    <p:cond delay="0"/>
                                  </p:stCondLst>
                                  <p:childTnLst>
                                    <p:set>
                                      <p:cBhvr>
                                        <p:cTn id="71" dur="1" fill="hold">
                                          <p:stCondLst>
                                            <p:cond delay="0"/>
                                          </p:stCondLst>
                                        </p:cTn>
                                        <p:tgtEl>
                                          <p:spTgt spid="3"/>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fade">
                                      <p:cBhvr>
                                        <p:cTn id="74" dur="500"/>
                                        <p:tgtEl>
                                          <p:spTgt spid="5"/>
                                        </p:tgtEl>
                                      </p:cBhvr>
                                    </p:animEffect>
                                  </p:childTnLst>
                                </p:cTn>
                              </p:par>
                            </p:childTnLst>
                          </p:cTn>
                        </p:par>
                        <p:par>
                          <p:cTn id="75" fill="hold">
                            <p:stCondLst>
                              <p:cond delay="500"/>
                            </p:stCondLst>
                            <p:childTnLst>
                              <p:par>
                                <p:cTn id="76" presetID="22" presetClass="exit" presetSubtype="4" fill="hold" nodeType="afterEffect">
                                  <p:stCondLst>
                                    <p:cond delay="0"/>
                                  </p:stCondLst>
                                  <p:childTnLst>
                                    <p:animEffect transition="out" filter="wipe(down)">
                                      <p:cBhvr>
                                        <p:cTn id="77" dur="500"/>
                                        <p:tgtEl>
                                          <p:spTgt spid="13"/>
                                        </p:tgtEl>
                                      </p:cBhvr>
                                    </p:animEffect>
                                    <p:set>
                                      <p:cBhvr>
                                        <p:cTn id="78" dur="1" fill="hold">
                                          <p:stCondLst>
                                            <p:cond delay="499"/>
                                          </p:stCondLst>
                                        </p:cTn>
                                        <p:tgtEl>
                                          <p:spTgt spid="13"/>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3" grpId="1"/>
      <p:bldP spid="4" grpId="0"/>
      <p:bldP spid="4" grpId="1"/>
      <p:bldP spid="5" grpId="0"/>
      <p:bldP spid="6" grpId="0"/>
      <p:bldP spid="6" grpId="1"/>
      <p:bldP spid="8" grpId="0"/>
      <p:bldP spid="8" grpId="1"/>
      <p:bldP spid="23" grpId="0"/>
      <p:bldP spid="24" grpId="0"/>
      <p:bldP spid="25" grpId="0"/>
      <p:bldP spid="26" grpId="0"/>
      <p:bldP spid="27" grpId="0"/>
    </p:bldLst>
  </p:timing>
</p:sld>
</file>

<file path=ppt/slides/slide13.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F16B2660-6970-4FA6-A91E-0232CA91AB27}"/>
              </a:ext>
            </a:extLst>
          </p:cNvPr>
          <p:cNvSpPr/>
          <p:nvPr/>
        </p:nvSpPr>
        <p:spPr bwMode="auto">
          <a:xfrm>
            <a:off x="0" y="1211263"/>
            <a:ext cx="12436475" cy="57832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3" name="Rectangle 32">
            <a:extLst>
              <a:ext uri="{FF2B5EF4-FFF2-40B4-BE49-F238E27FC236}">
                <a16:creationId xmlns:a16="http://schemas.microsoft.com/office/drawing/2014/main" id="{FB1981B1-0214-4695-92E6-DCCC5F10B27A}"/>
              </a:ext>
            </a:extLst>
          </p:cNvPr>
          <p:cNvSpPr/>
          <p:nvPr/>
        </p:nvSpPr>
        <p:spPr bwMode="auto">
          <a:xfrm>
            <a:off x="273843" y="3486150"/>
            <a:ext cx="11888786" cy="3211513"/>
          </a:xfrm>
          <a:prstGeom prst="rect">
            <a:avLst/>
          </a:prstGeom>
          <a:solidFill>
            <a:schemeClr val="tx1">
              <a:lumMod val="95000"/>
            </a:schemeClr>
          </a:solidFill>
          <a:ln w="28575">
            <a:solidFill>
              <a:schemeClr val="accent5">
                <a:lumMod val="90000"/>
              </a:schemeClr>
            </a:solidFill>
            <a:prstDash val="sysDash"/>
          </a:ln>
        </p:spPr>
        <p:txBody>
          <a:bodyPr lIns="182880" tIns="146304" rIns="182880" bIns="146304" anchor="t" anchorCtr="0"/>
          <a:lstStyle/>
          <a:p>
            <a:pPr algn="ctr" defTabSz="950782"/>
            <a:endParaRPr lang="en-US" sz="1428" kern="0" err="1">
              <a:gradFill>
                <a:gsLst>
                  <a:gs pos="1250">
                    <a:srgbClr val="353535"/>
                  </a:gs>
                  <a:gs pos="100000">
                    <a:srgbClr val="353535"/>
                  </a:gs>
                </a:gsLst>
                <a:lin ang="5400000" scaled="0"/>
              </a:gradFill>
              <a:latin typeface="Segoe UI Semilight"/>
              <a:ea typeface="MS PGothic" pitchFamily="34" charset="-128"/>
            </a:endParaRPr>
          </a:p>
        </p:txBody>
      </p:sp>
      <p:sp>
        <p:nvSpPr>
          <p:cNvPr id="14" name="Rectangle: Rounded Corners 13">
            <a:extLst>
              <a:ext uri="{FF2B5EF4-FFF2-40B4-BE49-F238E27FC236}">
                <a16:creationId xmlns:a16="http://schemas.microsoft.com/office/drawing/2014/main" id="{D5DAD1D7-2572-4130-84FC-177422DCD20B}"/>
              </a:ext>
            </a:extLst>
          </p:cNvPr>
          <p:cNvSpPr/>
          <p:nvPr/>
        </p:nvSpPr>
        <p:spPr bwMode="auto">
          <a:xfrm>
            <a:off x="8254148" y="5404172"/>
            <a:ext cx="3528724" cy="956948"/>
          </a:xfrm>
          <a:prstGeom prst="roundRect">
            <a:avLst/>
          </a:prstGeom>
          <a:solidFill>
            <a:schemeClr val="accent5"/>
          </a:solidFill>
          <a:ln w="28575">
            <a:solidFill>
              <a:schemeClr val="accent5">
                <a:lumMod val="75000"/>
              </a:schemeClr>
            </a:solidFill>
            <a:prstDash val="sysDash"/>
          </a:ln>
        </p:spPr>
        <p:txBody>
          <a:bodyPr lIns="182880" tIns="146304" rIns="182880" bIns="146304" anchor="t" anchorCtr="0"/>
          <a:lstStyle/>
          <a:p>
            <a:pPr algn="ctr" defTabSz="950782"/>
            <a:endParaRPr lang="en-US" sz="1428" kern="0" err="1">
              <a:gradFill>
                <a:gsLst>
                  <a:gs pos="1250">
                    <a:srgbClr val="353535"/>
                  </a:gs>
                  <a:gs pos="100000">
                    <a:srgbClr val="353535"/>
                  </a:gs>
                </a:gsLst>
                <a:lin ang="5400000" scaled="0"/>
              </a:gradFill>
              <a:latin typeface="Segoe UI Semilight"/>
              <a:ea typeface="MS PGothic" pitchFamily="34" charset="-128"/>
            </a:endParaRPr>
          </a:p>
        </p:txBody>
      </p:sp>
      <p:sp>
        <p:nvSpPr>
          <p:cNvPr id="12" name="Rectangle: Rounded Corners 11">
            <a:extLst>
              <a:ext uri="{FF2B5EF4-FFF2-40B4-BE49-F238E27FC236}">
                <a16:creationId xmlns:a16="http://schemas.microsoft.com/office/drawing/2014/main" id="{D89B0D83-2611-421C-966D-6B712A4EDA47}"/>
              </a:ext>
            </a:extLst>
          </p:cNvPr>
          <p:cNvSpPr/>
          <p:nvPr/>
        </p:nvSpPr>
        <p:spPr bwMode="auto">
          <a:xfrm>
            <a:off x="8254148" y="4277429"/>
            <a:ext cx="3528724" cy="956948"/>
          </a:xfrm>
          <a:prstGeom prst="roundRect">
            <a:avLst/>
          </a:prstGeom>
          <a:solidFill>
            <a:schemeClr val="accent5"/>
          </a:solidFill>
          <a:ln w="28575">
            <a:solidFill>
              <a:schemeClr val="accent5">
                <a:lumMod val="75000"/>
              </a:schemeClr>
            </a:solidFill>
            <a:prstDash val="sysDash"/>
          </a:ln>
        </p:spPr>
        <p:txBody>
          <a:bodyPr lIns="182880" tIns="146304" rIns="182880" bIns="146304" anchor="t" anchorCtr="0"/>
          <a:lstStyle/>
          <a:p>
            <a:pPr algn="ctr" defTabSz="950782"/>
            <a:endParaRPr lang="en-US" sz="1428" kern="0" err="1">
              <a:gradFill>
                <a:gsLst>
                  <a:gs pos="1250">
                    <a:srgbClr val="353535"/>
                  </a:gs>
                  <a:gs pos="100000">
                    <a:srgbClr val="353535"/>
                  </a:gs>
                </a:gsLst>
                <a:lin ang="5400000" scaled="0"/>
              </a:gradFill>
              <a:latin typeface="Segoe UI Semilight"/>
              <a:ea typeface="MS PGothic" pitchFamily="34" charset="-128"/>
            </a:endParaRPr>
          </a:p>
        </p:txBody>
      </p:sp>
      <p:sp>
        <p:nvSpPr>
          <p:cNvPr id="2" name="Title 1">
            <a:extLst>
              <a:ext uri="{FF2B5EF4-FFF2-40B4-BE49-F238E27FC236}">
                <a16:creationId xmlns:a16="http://schemas.microsoft.com/office/drawing/2014/main" id="{A596DE00-6680-478D-8BF4-E0859909C75F}"/>
              </a:ext>
            </a:extLst>
          </p:cNvPr>
          <p:cNvSpPr>
            <a:spLocks noGrp="1"/>
          </p:cNvSpPr>
          <p:nvPr>
            <p:ph type="title"/>
          </p:nvPr>
        </p:nvSpPr>
        <p:spPr/>
        <p:txBody>
          <a:bodyPr/>
          <a:lstStyle/>
          <a:p>
            <a:r>
              <a:rPr lang="en-US" dirty="0"/>
              <a:t>Understand data plane health</a:t>
            </a:r>
          </a:p>
        </p:txBody>
      </p:sp>
      <p:sp>
        <p:nvSpPr>
          <p:cNvPr id="3" name="Text Placeholder 2">
            <a:extLst>
              <a:ext uri="{FF2B5EF4-FFF2-40B4-BE49-F238E27FC236}">
                <a16:creationId xmlns:a16="http://schemas.microsoft.com/office/drawing/2014/main" id="{2C3C7288-2E37-46B9-8A6B-322FF00E2C8F}"/>
              </a:ext>
            </a:extLst>
          </p:cNvPr>
          <p:cNvSpPr>
            <a:spLocks noGrp="1"/>
          </p:cNvSpPr>
          <p:nvPr>
            <p:ph type="body" sz="quarter" idx="10"/>
          </p:nvPr>
        </p:nvSpPr>
        <p:spPr>
          <a:xfrm>
            <a:off x="273843" y="1355875"/>
            <a:ext cx="11888787" cy="1994392"/>
          </a:xfrm>
        </p:spPr>
        <p:txBody>
          <a:bodyPr anchor="ctr"/>
          <a:lstStyle/>
          <a:p>
            <a:pPr>
              <a:lnSpc>
                <a:spcPct val="150000"/>
              </a:lnSpc>
            </a:pPr>
            <a:r>
              <a:rPr lang="en-US" sz="2400"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New continuous measurement of data plane health</a:t>
            </a:r>
          </a:p>
          <a:p>
            <a:pPr>
              <a:lnSpc>
                <a:spcPct val="150000"/>
              </a:lnSpc>
            </a:pPr>
            <a:r>
              <a:rPr lang="en-US" sz="2400"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In-band to all defined endpoints</a:t>
            </a:r>
          </a:p>
          <a:p>
            <a:pPr>
              <a:lnSpc>
                <a:spcPct val="150000"/>
              </a:lnSpc>
            </a:pPr>
            <a:r>
              <a:rPr lang="en-US" sz="2400"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Invisible to application</a:t>
            </a:r>
          </a:p>
        </p:txBody>
      </p:sp>
      <p:sp>
        <p:nvSpPr>
          <p:cNvPr id="15" name="TextBox 14">
            <a:extLst>
              <a:ext uri="{FF2B5EF4-FFF2-40B4-BE49-F238E27FC236}">
                <a16:creationId xmlns:a16="http://schemas.microsoft.com/office/drawing/2014/main" id="{E8BFA014-EB0B-4EEC-9FA8-5FDE717FC088}"/>
              </a:ext>
            </a:extLst>
          </p:cNvPr>
          <p:cNvSpPr txBox="1"/>
          <p:nvPr/>
        </p:nvSpPr>
        <p:spPr>
          <a:xfrm>
            <a:off x="8764667" y="4786081"/>
            <a:ext cx="1561582" cy="544765"/>
          </a:xfrm>
          <a:prstGeom prst="rect">
            <a:avLst/>
          </a:prstGeom>
          <a:noFill/>
        </p:spPr>
        <p:txBody>
          <a:bodyPr wrap="none" lIns="182880" tIns="146304" rIns="182880" bIns="146304" rtlCol="0">
            <a:spAutoFit/>
          </a:bodyPr>
          <a:lstStyle/>
          <a:p>
            <a:pPr algn="ctr">
              <a:lnSpc>
                <a:spcPct val="90000"/>
              </a:lnSpc>
              <a:spcAft>
                <a:spcPts val="600"/>
              </a:spcAft>
            </a:pPr>
            <a:r>
              <a:rPr lang="en-US"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Hypervisor</a:t>
            </a:r>
          </a:p>
        </p:txBody>
      </p:sp>
      <p:sp>
        <p:nvSpPr>
          <p:cNvPr id="16" name="TextBox 15">
            <a:extLst>
              <a:ext uri="{FF2B5EF4-FFF2-40B4-BE49-F238E27FC236}">
                <a16:creationId xmlns:a16="http://schemas.microsoft.com/office/drawing/2014/main" id="{324E61D6-EB84-4255-B384-BDF5C790B82F}"/>
              </a:ext>
            </a:extLst>
          </p:cNvPr>
          <p:cNvSpPr txBox="1"/>
          <p:nvPr/>
        </p:nvSpPr>
        <p:spPr>
          <a:xfrm>
            <a:off x="8764667" y="5912824"/>
            <a:ext cx="1561581" cy="544765"/>
          </a:xfrm>
          <a:prstGeom prst="rect">
            <a:avLst/>
          </a:prstGeom>
          <a:noFill/>
        </p:spPr>
        <p:txBody>
          <a:bodyPr wrap="none" lIns="182880" tIns="146304" rIns="182880" bIns="146304" rtlCol="0">
            <a:spAutoFit/>
          </a:bodyPr>
          <a:lstStyle/>
          <a:p>
            <a:pPr algn="ctr">
              <a:lnSpc>
                <a:spcPct val="90000"/>
              </a:lnSpc>
              <a:spcAft>
                <a:spcPts val="600"/>
              </a:spcAft>
            </a:pPr>
            <a:r>
              <a:rPr lang="en-US"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Hypervisor</a:t>
            </a:r>
          </a:p>
        </p:txBody>
      </p:sp>
      <p:sp>
        <p:nvSpPr>
          <p:cNvPr id="17" name="Rectangle: Rounded Corners 16">
            <a:extLst>
              <a:ext uri="{FF2B5EF4-FFF2-40B4-BE49-F238E27FC236}">
                <a16:creationId xmlns:a16="http://schemas.microsoft.com/office/drawing/2014/main" id="{31C8A6CD-BA7A-4D23-822D-E6D5B65162D9}"/>
              </a:ext>
            </a:extLst>
          </p:cNvPr>
          <p:cNvSpPr/>
          <p:nvPr/>
        </p:nvSpPr>
        <p:spPr bwMode="auto">
          <a:xfrm>
            <a:off x="8793953" y="4425553"/>
            <a:ext cx="1472858" cy="380488"/>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fontAlgn="base">
              <a:lnSpc>
                <a:spcPct val="90000"/>
              </a:lnSpc>
              <a:spcBef>
                <a:spcPct val="0"/>
              </a:spcBef>
              <a:spcAft>
                <a:spcPts val="600"/>
              </a:spcAft>
            </a:pPr>
            <a:r>
              <a:rPr lang="en-US" dirty="0" err="1">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VSwitch</a:t>
            </a:r>
            <a:endParaRPr lang="en-US"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endParaRPr>
          </a:p>
        </p:txBody>
      </p:sp>
      <p:cxnSp>
        <p:nvCxnSpPr>
          <p:cNvPr id="19" name="Straight Connector 18">
            <a:extLst>
              <a:ext uri="{FF2B5EF4-FFF2-40B4-BE49-F238E27FC236}">
                <a16:creationId xmlns:a16="http://schemas.microsoft.com/office/drawing/2014/main" id="{A8882A31-8EC5-487D-9CD2-D8FCF788F80C}"/>
              </a:ext>
            </a:extLst>
          </p:cNvPr>
          <p:cNvCxnSpPr/>
          <p:nvPr/>
        </p:nvCxnSpPr>
        <p:spPr>
          <a:xfrm>
            <a:off x="10806615" y="4277429"/>
            <a:ext cx="0" cy="956948"/>
          </a:xfrm>
          <a:prstGeom prst="line">
            <a:avLst/>
          </a:prstGeom>
          <a:solidFill>
            <a:schemeClr val="accent5"/>
          </a:solidFill>
          <a:ln w="28575">
            <a:solidFill>
              <a:schemeClr val="accent5">
                <a:lumMod val="75000"/>
              </a:schemeClr>
            </a:solidFill>
            <a:prstDash val="sysDash"/>
          </a:ln>
        </p:spPr>
      </p:cxnSp>
      <p:cxnSp>
        <p:nvCxnSpPr>
          <p:cNvPr id="20" name="Straight Connector 19">
            <a:extLst>
              <a:ext uri="{FF2B5EF4-FFF2-40B4-BE49-F238E27FC236}">
                <a16:creationId xmlns:a16="http://schemas.microsoft.com/office/drawing/2014/main" id="{5E8E53FE-E73F-4207-B408-BFBE10FEA76A}"/>
              </a:ext>
            </a:extLst>
          </p:cNvPr>
          <p:cNvCxnSpPr/>
          <p:nvPr/>
        </p:nvCxnSpPr>
        <p:spPr>
          <a:xfrm>
            <a:off x="10806615" y="5404172"/>
            <a:ext cx="0" cy="956948"/>
          </a:xfrm>
          <a:prstGeom prst="line">
            <a:avLst/>
          </a:prstGeom>
          <a:solidFill>
            <a:schemeClr val="accent5"/>
          </a:solidFill>
          <a:ln w="28575">
            <a:solidFill>
              <a:schemeClr val="accent5">
                <a:lumMod val="75000"/>
              </a:schemeClr>
            </a:solidFill>
            <a:prstDash val="sysDash"/>
          </a:ln>
        </p:spPr>
      </p:cxnSp>
      <p:sp>
        <p:nvSpPr>
          <p:cNvPr id="21" name="Rectangle: Rounded Corners 20">
            <a:extLst>
              <a:ext uri="{FF2B5EF4-FFF2-40B4-BE49-F238E27FC236}">
                <a16:creationId xmlns:a16="http://schemas.microsoft.com/office/drawing/2014/main" id="{46169570-B76C-448C-9B22-C13FE65103FC}"/>
              </a:ext>
            </a:extLst>
          </p:cNvPr>
          <p:cNvSpPr/>
          <p:nvPr/>
        </p:nvSpPr>
        <p:spPr bwMode="auto">
          <a:xfrm>
            <a:off x="8779094" y="5552785"/>
            <a:ext cx="1472858" cy="380488"/>
          </a:xfrm>
          <a:prstGeom prst="round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fontAlgn="base">
              <a:lnSpc>
                <a:spcPct val="90000"/>
              </a:lnSpc>
              <a:spcBef>
                <a:spcPct val="0"/>
              </a:spcBef>
              <a:spcAft>
                <a:spcPts val="600"/>
              </a:spcAft>
            </a:pPr>
            <a:r>
              <a:rPr lang="en-US" dirty="0" err="1">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VSwitch</a:t>
            </a:r>
            <a:endParaRPr lang="en-US"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endParaRPr>
          </a:p>
        </p:txBody>
      </p:sp>
      <p:cxnSp>
        <p:nvCxnSpPr>
          <p:cNvPr id="23" name="Straight Arrow Connector 22">
            <a:extLst>
              <a:ext uri="{FF2B5EF4-FFF2-40B4-BE49-F238E27FC236}">
                <a16:creationId xmlns:a16="http://schemas.microsoft.com/office/drawing/2014/main" id="{8657A7D8-028E-4226-9357-C2CB12B8EBF5}"/>
              </a:ext>
            </a:extLst>
          </p:cNvPr>
          <p:cNvCxnSpPr>
            <a:cxnSpLocks/>
          </p:cNvCxnSpPr>
          <p:nvPr/>
        </p:nvCxnSpPr>
        <p:spPr>
          <a:xfrm flipV="1">
            <a:off x="6818311" y="4662415"/>
            <a:ext cx="1830031" cy="132759"/>
          </a:xfrm>
          <a:prstGeom prst="straightConnector1">
            <a:avLst/>
          </a:prstGeom>
          <a:solidFill>
            <a:schemeClr val="accent5"/>
          </a:solidFill>
          <a:ln w="28575">
            <a:solidFill>
              <a:schemeClr val="accent5">
                <a:lumMod val="75000"/>
              </a:schemeClr>
            </a:solidFill>
            <a:prstDash val="solid"/>
            <a:tailEnd type="arrow" w="med" len="sm"/>
          </a:ln>
        </p:spPr>
      </p:cxnSp>
      <p:cxnSp>
        <p:nvCxnSpPr>
          <p:cNvPr id="24" name="Straight Arrow Connector 23">
            <a:extLst>
              <a:ext uri="{FF2B5EF4-FFF2-40B4-BE49-F238E27FC236}">
                <a16:creationId xmlns:a16="http://schemas.microsoft.com/office/drawing/2014/main" id="{D246D51F-6D63-4C6C-A261-0717B8470CEE}"/>
              </a:ext>
            </a:extLst>
          </p:cNvPr>
          <p:cNvCxnSpPr>
            <a:cxnSpLocks/>
          </p:cNvCxnSpPr>
          <p:nvPr/>
        </p:nvCxnSpPr>
        <p:spPr>
          <a:xfrm>
            <a:off x="6832251" y="4918840"/>
            <a:ext cx="1816091" cy="865433"/>
          </a:xfrm>
          <a:prstGeom prst="straightConnector1">
            <a:avLst/>
          </a:prstGeom>
          <a:solidFill>
            <a:schemeClr val="accent5"/>
          </a:solidFill>
          <a:ln w="28575">
            <a:solidFill>
              <a:schemeClr val="accent5">
                <a:lumMod val="75000"/>
              </a:schemeClr>
            </a:solidFill>
            <a:prstDash val="solid"/>
            <a:tailEnd type="arrow" w="med" len="sm"/>
          </a:ln>
        </p:spPr>
      </p:cxnSp>
      <p:cxnSp>
        <p:nvCxnSpPr>
          <p:cNvPr id="25" name="Straight Arrow Connector 24">
            <a:extLst>
              <a:ext uri="{FF2B5EF4-FFF2-40B4-BE49-F238E27FC236}">
                <a16:creationId xmlns:a16="http://schemas.microsoft.com/office/drawing/2014/main" id="{21054CB2-DB71-445B-B182-765141475767}"/>
              </a:ext>
            </a:extLst>
          </p:cNvPr>
          <p:cNvCxnSpPr>
            <a:cxnSpLocks/>
          </p:cNvCxnSpPr>
          <p:nvPr/>
        </p:nvCxnSpPr>
        <p:spPr>
          <a:xfrm>
            <a:off x="3141508" y="4887986"/>
            <a:ext cx="2502446" cy="1"/>
          </a:xfrm>
          <a:prstGeom prst="straightConnector1">
            <a:avLst/>
          </a:prstGeom>
          <a:solidFill>
            <a:schemeClr val="accent5"/>
          </a:solidFill>
          <a:ln w="28575">
            <a:solidFill>
              <a:schemeClr val="accent5">
                <a:lumMod val="75000"/>
              </a:schemeClr>
            </a:solidFill>
            <a:prstDash val="solid"/>
            <a:tailEnd type="arrow" w="med" len="sm"/>
          </a:ln>
        </p:spPr>
      </p:cxnSp>
      <p:sp>
        <p:nvSpPr>
          <p:cNvPr id="11" name="Rectangle: Rounded Corners 10">
            <a:extLst>
              <a:ext uri="{FF2B5EF4-FFF2-40B4-BE49-F238E27FC236}">
                <a16:creationId xmlns:a16="http://schemas.microsoft.com/office/drawing/2014/main" id="{7BB243B1-1A5A-405D-9EB1-1B1D659120CF}"/>
              </a:ext>
            </a:extLst>
          </p:cNvPr>
          <p:cNvSpPr/>
          <p:nvPr/>
        </p:nvSpPr>
        <p:spPr bwMode="auto">
          <a:xfrm>
            <a:off x="5742533" y="4277430"/>
            <a:ext cx="958966" cy="1024150"/>
          </a:xfrm>
          <a:prstGeom prst="roundRect">
            <a:avLst/>
          </a:prstGeom>
          <a:solidFill>
            <a:schemeClr val="tx1"/>
          </a:solidFill>
          <a:ln w="28575">
            <a:solidFill>
              <a:schemeClr val="accent5">
                <a:lumMod val="75000"/>
              </a:schemeClr>
            </a:solidFill>
            <a:prstDash val="sysDash"/>
          </a:ln>
        </p:spPr>
        <p:txBody>
          <a:bodyPr lIns="182880" tIns="146304" rIns="182880" bIns="146304" anchor="t" anchorCtr="0"/>
          <a:lstStyle/>
          <a:p>
            <a:pPr algn="ctr" defTabSz="950782"/>
            <a:endParaRPr lang="en-US" sz="1428" kern="0" err="1">
              <a:gradFill>
                <a:gsLst>
                  <a:gs pos="1250">
                    <a:srgbClr val="353535"/>
                  </a:gs>
                  <a:gs pos="100000">
                    <a:srgbClr val="353535"/>
                  </a:gs>
                </a:gsLst>
                <a:lin ang="5400000" scaled="0"/>
              </a:gradFill>
              <a:latin typeface="Segoe UI Semilight"/>
              <a:ea typeface="MS PGothic" pitchFamily="34" charset="-128"/>
            </a:endParaRPr>
          </a:p>
        </p:txBody>
      </p:sp>
      <p:sp>
        <p:nvSpPr>
          <p:cNvPr id="26" name="Rectangle: Rounded Corners 25">
            <a:extLst>
              <a:ext uri="{FF2B5EF4-FFF2-40B4-BE49-F238E27FC236}">
                <a16:creationId xmlns:a16="http://schemas.microsoft.com/office/drawing/2014/main" id="{DAD52AE1-162A-40D1-9C68-41AD7DBE0E40}"/>
              </a:ext>
            </a:extLst>
          </p:cNvPr>
          <p:cNvSpPr/>
          <p:nvPr/>
        </p:nvSpPr>
        <p:spPr bwMode="auto">
          <a:xfrm>
            <a:off x="1844979" y="4282855"/>
            <a:ext cx="958966" cy="2037453"/>
          </a:xfrm>
          <a:prstGeom prst="roundRect">
            <a:avLst/>
          </a:prstGeom>
          <a:solidFill>
            <a:schemeClr val="tx1"/>
          </a:solidFill>
          <a:ln w="28575">
            <a:solidFill>
              <a:schemeClr val="accent5">
                <a:lumMod val="75000"/>
              </a:schemeClr>
            </a:solidFill>
            <a:prstDash val="sysDash"/>
          </a:ln>
        </p:spPr>
        <p:txBody>
          <a:bodyPr lIns="182880" tIns="146304" rIns="182880" bIns="146304" anchor="t" anchorCtr="0"/>
          <a:lstStyle/>
          <a:p>
            <a:pPr algn="ctr" defTabSz="950782"/>
            <a:endParaRPr lang="en-US" sz="1428" kern="0" err="1">
              <a:gradFill>
                <a:gsLst>
                  <a:gs pos="1250">
                    <a:srgbClr val="353535"/>
                  </a:gs>
                  <a:gs pos="100000">
                    <a:srgbClr val="353535"/>
                  </a:gs>
                </a:gsLst>
                <a:lin ang="5400000" scaled="0"/>
              </a:gradFill>
              <a:latin typeface="Segoe UI Semilight"/>
              <a:ea typeface="MS PGothic" pitchFamily="34" charset="-128"/>
            </a:endParaRPr>
          </a:p>
        </p:txBody>
      </p:sp>
      <p:cxnSp>
        <p:nvCxnSpPr>
          <p:cNvPr id="29" name="Straight Arrow Connector 28">
            <a:extLst>
              <a:ext uri="{FF2B5EF4-FFF2-40B4-BE49-F238E27FC236}">
                <a16:creationId xmlns:a16="http://schemas.microsoft.com/office/drawing/2014/main" id="{CBCF79ED-12BF-491A-81E9-954F109A9244}"/>
              </a:ext>
            </a:extLst>
          </p:cNvPr>
          <p:cNvCxnSpPr>
            <a:cxnSpLocks/>
          </p:cNvCxnSpPr>
          <p:nvPr/>
        </p:nvCxnSpPr>
        <p:spPr>
          <a:xfrm flipV="1">
            <a:off x="6689339" y="4786082"/>
            <a:ext cx="1952401" cy="1055938"/>
          </a:xfrm>
          <a:prstGeom prst="straightConnector1">
            <a:avLst/>
          </a:prstGeom>
          <a:solidFill>
            <a:schemeClr val="accent5"/>
          </a:solidFill>
          <a:ln w="28575">
            <a:solidFill>
              <a:schemeClr val="accent5">
                <a:lumMod val="75000"/>
              </a:schemeClr>
            </a:solidFill>
            <a:prstDash val="solid"/>
            <a:tailEnd type="arrow" w="med" len="sm"/>
          </a:ln>
        </p:spPr>
      </p:cxnSp>
      <p:cxnSp>
        <p:nvCxnSpPr>
          <p:cNvPr id="30" name="Straight Arrow Connector 29">
            <a:extLst>
              <a:ext uri="{FF2B5EF4-FFF2-40B4-BE49-F238E27FC236}">
                <a16:creationId xmlns:a16="http://schemas.microsoft.com/office/drawing/2014/main" id="{5380D3C9-EC61-420E-A2EF-1AB6C402ED03}"/>
              </a:ext>
            </a:extLst>
          </p:cNvPr>
          <p:cNvCxnSpPr>
            <a:cxnSpLocks/>
          </p:cNvCxnSpPr>
          <p:nvPr/>
        </p:nvCxnSpPr>
        <p:spPr>
          <a:xfrm>
            <a:off x="6689339" y="5842020"/>
            <a:ext cx="1952401" cy="65919"/>
          </a:xfrm>
          <a:prstGeom prst="straightConnector1">
            <a:avLst/>
          </a:prstGeom>
          <a:solidFill>
            <a:schemeClr val="accent5"/>
          </a:solidFill>
          <a:ln w="28575">
            <a:solidFill>
              <a:schemeClr val="accent5">
                <a:lumMod val="75000"/>
              </a:schemeClr>
            </a:solidFill>
            <a:prstDash val="solid"/>
            <a:tailEnd type="arrow" w="med" len="sm"/>
          </a:ln>
        </p:spPr>
      </p:cxnSp>
      <p:cxnSp>
        <p:nvCxnSpPr>
          <p:cNvPr id="31" name="Straight Arrow Connector 30">
            <a:extLst>
              <a:ext uri="{FF2B5EF4-FFF2-40B4-BE49-F238E27FC236}">
                <a16:creationId xmlns:a16="http://schemas.microsoft.com/office/drawing/2014/main" id="{4550C9A6-A35C-4B9E-93A7-50F03E6D7FE9}"/>
              </a:ext>
            </a:extLst>
          </p:cNvPr>
          <p:cNvCxnSpPr>
            <a:cxnSpLocks/>
          </p:cNvCxnSpPr>
          <p:nvPr/>
        </p:nvCxnSpPr>
        <p:spPr>
          <a:xfrm>
            <a:off x="3115911" y="5846781"/>
            <a:ext cx="3573428" cy="0"/>
          </a:xfrm>
          <a:prstGeom prst="straightConnector1">
            <a:avLst/>
          </a:prstGeom>
          <a:solidFill>
            <a:schemeClr val="accent5"/>
          </a:solidFill>
          <a:ln w="28575">
            <a:solidFill>
              <a:schemeClr val="accent5">
                <a:lumMod val="75000"/>
              </a:schemeClr>
            </a:solidFill>
            <a:prstDash val="solid"/>
            <a:headEnd type="arrow" w="med" len="sm"/>
            <a:tailEnd type="none" w="med" len="sm"/>
          </a:ln>
        </p:spPr>
      </p:cxnSp>
      <p:sp>
        <p:nvSpPr>
          <p:cNvPr id="36" name="TextBox 35">
            <a:extLst>
              <a:ext uri="{FF2B5EF4-FFF2-40B4-BE49-F238E27FC236}">
                <a16:creationId xmlns:a16="http://schemas.microsoft.com/office/drawing/2014/main" id="{8E28BA6B-CC01-4282-9B4E-1CCAEC9FCA2B}"/>
              </a:ext>
            </a:extLst>
          </p:cNvPr>
          <p:cNvSpPr txBox="1"/>
          <p:nvPr/>
        </p:nvSpPr>
        <p:spPr>
          <a:xfrm>
            <a:off x="480383" y="4641565"/>
            <a:ext cx="1437509" cy="1126462"/>
          </a:xfrm>
          <a:prstGeom prst="rect">
            <a:avLst/>
          </a:prstGeom>
          <a:noFill/>
        </p:spPr>
        <p:txBody>
          <a:bodyPr wrap="none" lIns="182880" tIns="146304" rIns="182880" bIns="146304" rtlCol="0">
            <a:spAutoFit/>
          </a:bodyPr>
          <a:lstStyle/>
          <a:p>
            <a:pPr algn="ctr">
              <a:lnSpc>
                <a:spcPct val="90000"/>
              </a:lnSpc>
            </a:pPr>
            <a:r>
              <a:rPr lang="en-US" sz="2000"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Azure LB</a:t>
            </a:r>
          </a:p>
          <a:p>
            <a:pPr algn="ctr">
              <a:lnSpc>
                <a:spcPct val="90000"/>
              </a:lnSpc>
            </a:pPr>
            <a:r>
              <a:rPr lang="en-US" sz="2000"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Probing</a:t>
            </a:r>
          </a:p>
          <a:p>
            <a:pPr algn="ctr">
              <a:lnSpc>
                <a:spcPct val="90000"/>
              </a:lnSpc>
            </a:pPr>
            <a:r>
              <a:rPr lang="en-US" sz="2000"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Service</a:t>
            </a:r>
          </a:p>
        </p:txBody>
      </p:sp>
      <p:sp>
        <p:nvSpPr>
          <p:cNvPr id="37" name="TextBox 36">
            <a:extLst>
              <a:ext uri="{FF2B5EF4-FFF2-40B4-BE49-F238E27FC236}">
                <a16:creationId xmlns:a16="http://schemas.microsoft.com/office/drawing/2014/main" id="{B52B4D5D-6AB6-479E-9106-4D386BF3FCD5}"/>
              </a:ext>
            </a:extLst>
          </p:cNvPr>
          <p:cNvSpPr txBox="1"/>
          <p:nvPr/>
        </p:nvSpPr>
        <p:spPr>
          <a:xfrm>
            <a:off x="3545527" y="3973140"/>
            <a:ext cx="2077912" cy="849463"/>
          </a:xfrm>
          <a:prstGeom prst="rect">
            <a:avLst/>
          </a:prstGeom>
          <a:noFill/>
        </p:spPr>
        <p:txBody>
          <a:bodyPr wrap="square" lIns="182880" tIns="146304" rIns="182880" bIns="146304" rtlCol="0">
            <a:spAutoFit/>
          </a:bodyPr>
          <a:lstStyle/>
          <a:p>
            <a:pPr algn="ctr">
              <a:lnSpc>
                <a:spcPct val="90000"/>
              </a:lnSpc>
            </a:pPr>
            <a:r>
              <a:rPr lang="en-US" sz="2000"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Azure LB</a:t>
            </a:r>
          </a:p>
          <a:p>
            <a:pPr algn="ctr">
              <a:lnSpc>
                <a:spcPct val="90000"/>
              </a:lnSpc>
            </a:pPr>
            <a:r>
              <a:rPr lang="en-US" sz="2000" b="1" dirty="0">
                <a:gradFill>
                  <a:gsLst>
                    <a:gs pos="16456">
                      <a:schemeClr val="bg1"/>
                    </a:gs>
                    <a:gs pos="43000">
                      <a:schemeClr val="bg1"/>
                    </a:gs>
                  </a:gsLst>
                  <a:lin ang="5400000" scaled="0"/>
                </a:gradFill>
                <a:latin typeface="Segoe UI" panose="020B0502040204020203" pitchFamily="34" charset="0"/>
                <a:cs typeface="Segoe UI" panose="020B0502040204020203" pitchFamily="34" charset="0"/>
              </a:rPr>
              <a:t>MUX Service</a:t>
            </a:r>
          </a:p>
        </p:txBody>
      </p:sp>
      <p:pic>
        <p:nvPicPr>
          <p:cNvPr id="49" name="Graphic 48" descr="Close">
            <a:extLst>
              <a:ext uri="{FF2B5EF4-FFF2-40B4-BE49-F238E27FC236}">
                <a16:creationId xmlns:a16="http://schemas.microsoft.com/office/drawing/2014/main" id="{97D3A3B1-6BC1-4434-9D9C-707CFF09E4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09121" y="4358234"/>
            <a:ext cx="485662" cy="485662"/>
          </a:xfrm>
          <a:prstGeom prst="rect">
            <a:avLst/>
          </a:prstGeom>
        </p:spPr>
      </p:pic>
      <p:pic>
        <p:nvPicPr>
          <p:cNvPr id="50" name="Graphic 49" descr="Close">
            <a:extLst>
              <a:ext uri="{FF2B5EF4-FFF2-40B4-BE49-F238E27FC236}">
                <a16:creationId xmlns:a16="http://schemas.microsoft.com/office/drawing/2014/main" id="{E2BB8AD8-2866-4D0C-951B-F36CAD8AA9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94274" y="5500198"/>
            <a:ext cx="485662" cy="485662"/>
          </a:xfrm>
          <a:prstGeom prst="rect">
            <a:avLst/>
          </a:prstGeom>
        </p:spPr>
      </p:pic>
      <p:cxnSp>
        <p:nvCxnSpPr>
          <p:cNvPr id="52" name="Straight Connector 51">
            <a:extLst>
              <a:ext uri="{FF2B5EF4-FFF2-40B4-BE49-F238E27FC236}">
                <a16:creationId xmlns:a16="http://schemas.microsoft.com/office/drawing/2014/main" id="{D5AA1585-A837-4431-BA48-45C11AF3E9F8}"/>
              </a:ext>
            </a:extLst>
          </p:cNvPr>
          <p:cNvCxnSpPr/>
          <p:nvPr/>
        </p:nvCxnSpPr>
        <p:spPr>
          <a:xfrm>
            <a:off x="10266811" y="4615797"/>
            <a:ext cx="539804" cy="0"/>
          </a:xfrm>
          <a:prstGeom prst="line">
            <a:avLst/>
          </a:prstGeom>
          <a:ln>
            <a:solidFill>
              <a:schemeClr val="bg2"/>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53BF28E-B2D5-4016-A652-2D035E5DB4D0}"/>
              </a:ext>
            </a:extLst>
          </p:cNvPr>
          <p:cNvCxnSpPr/>
          <p:nvPr/>
        </p:nvCxnSpPr>
        <p:spPr>
          <a:xfrm>
            <a:off x="10266811" y="5743029"/>
            <a:ext cx="539804" cy="0"/>
          </a:xfrm>
          <a:prstGeom prst="line">
            <a:avLst/>
          </a:prstGeom>
          <a:ln>
            <a:solidFill>
              <a:schemeClr val="bg2"/>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54" name="Arrow: Curved Left 53">
            <a:extLst>
              <a:ext uri="{FF2B5EF4-FFF2-40B4-BE49-F238E27FC236}">
                <a16:creationId xmlns:a16="http://schemas.microsoft.com/office/drawing/2014/main" id="{BA23AACF-8A2F-4A13-B92E-FD5218944202}"/>
              </a:ext>
            </a:extLst>
          </p:cNvPr>
          <p:cNvSpPr/>
          <p:nvPr/>
        </p:nvSpPr>
        <p:spPr bwMode="auto">
          <a:xfrm>
            <a:off x="8607892" y="4472326"/>
            <a:ext cx="300709" cy="529643"/>
          </a:xfrm>
          <a:prstGeom prst="curvedLeftArrow">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5" name="Arrow: Curved Left 54">
            <a:extLst>
              <a:ext uri="{FF2B5EF4-FFF2-40B4-BE49-F238E27FC236}">
                <a16:creationId xmlns:a16="http://schemas.microsoft.com/office/drawing/2014/main" id="{F98141D2-04CA-4785-A2F8-2A99D4ADC6B6}"/>
              </a:ext>
            </a:extLst>
          </p:cNvPr>
          <p:cNvSpPr/>
          <p:nvPr/>
        </p:nvSpPr>
        <p:spPr bwMode="auto">
          <a:xfrm>
            <a:off x="8614606" y="5602580"/>
            <a:ext cx="300709" cy="529643"/>
          </a:xfrm>
          <a:prstGeom prst="curvedLeftArrow">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34" name="Group 33">
            <a:extLst>
              <a:ext uri="{FF2B5EF4-FFF2-40B4-BE49-F238E27FC236}">
                <a16:creationId xmlns:a16="http://schemas.microsoft.com/office/drawing/2014/main" id="{92597D0B-0785-4709-B6DA-86E65E14219E}"/>
              </a:ext>
            </a:extLst>
          </p:cNvPr>
          <p:cNvGrpSpPr/>
          <p:nvPr/>
        </p:nvGrpSpPr>
        <p:grpSpPr>
          <a:xfrm>
            <a:off x="11000635" y="4497439"/>
            <a:ext cx="567168" cy="567164"/>
            <a:chOff x="8641081" y="5155259"/>
            <a:chExt cx="567168" cy="567164"/>
          </a:xfrm>
        </p:grpSpPr>
        <p:sp>
          <p:nvSpPr>
            <p:cNvPr id="35" name="Rectangle 34">
              <a:extLst>
                <a:ext uri="{FF2B5EF4-FFF2-40B4-BE49-F238E27FC236}">
                  <a16:creationId xmlns:a16="http://schemas.microsoft.com/office/drawing/2014/main" id="{1333A31D-75AD-44F2-925C-447DE330DA94}"/>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8" name="Picture 37">
              <a:extLst>
                <a:ext uri="{FF2B5EF4-FFF2-40B4-BE49-F238E27FC236}">
                  <a16:creationId xmlns:a16="http://schemas.microsoft.com/office/drawing/2014/main" id="{4F8AA215-43D3-4DDF-95D3-05D6556BF661}"/>
                </a:ext>
              </a:extLst>
            </p:cNvPr>
            <p:cNvPicPr>
              <a:picLocks noChangeAspect="1"/>
            </p:cNvPicPr>
            <p:nvPr/>
          </p:nvPicPr>
          <p:blipFill>
            <a:blip r:embed="rId4"/>
            <a:stretch>
              <a:fillRect/>
            </a:stretch>
          </p:blipFill>
          <p:spPr>
            <a:xfrm>
              <a:off x="8641081" y="5155259"/>
              <a:ext cx="567168" cy="567164"/>
            </a:xfrm>
            <a:prstGeom prst="rect">
              <a:avLst/>
            </a:prstGeom>
          </p:spPr>
        </p:pic>
      </p:grpSp>
      <p:grpSp>
        <p:nvGrpSpPr>
          <p:cNvPr id="39" name="Group 38">
            <a:extLst>
              <a:ext uri="{FF2B5EF4-FFF2-40B4-BE49-F238E27FC236}">
                <a16:creationId xmlns:a16="http://schemas.microsoft.com/office/drawing/2014/main" id="{46939662-7340-4392-AE5D-D676CAA1F9B4}"/>
              </a:ext>
            </a:extLst>
          </p:cNvPr>
          <p:cNvGrpSpPr/>
          <p:nvPr/>
        </p:nvGrpSpPr>
        <p:grpSpPr>
          <a:xfrm>
            <a:off x="11000635" y="5583289"/>
            <a:ext cx="567168" cy="567164"/>
            <a:chOff x="8641081" y="5155259"/>
            <a:chExt cx="567168" cy="567164"/>
          </a:xfrm>
        </p:grpSpPr>
        <p:sp>
          <p:nvSpPr>
            <p:cNvPr id="40" name="Rectangle 39">
              <a:extLst>
                <a:ext uri="{FF2B5EF4-FFF2-40B4-BE49-F238E27FC236}">
                  <a16:creationId xmlns:a16="http://schemas.microsoft.com/office/drawing/2014/main" id="{C69C880A-DBB4-4588-8AA7-1F27288EB7B4}"/>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2" name="Picture 41">
              <a:extLst>
                <a:ext uri="{FF2B5EF4-FFF2-40B4-BE49-F238E27FC236}">
                  <a16:creationId xmlns:a16="http://schemas.microsoft.com/office/drawing/2014/main" id="{13E44719-4451-4833-BA79-660537143DF4}"/>
                </a:ext>
              </a:extLst>
            </p:cNvPr>
            <p:cNvPicPr>
              <a:picLocks noChangeAspect="1"/>
            </p:cNvPicPr>
            <p:nvPr/>
          </p:nvPicPr>
          <p:blipFill>
            <a:blip r:embed="rId4"/>
            <a:stretch>
              <a:fillRect/>
            </a:stretch>
          </p:blipFill>
          <p:spPr>
            <a:xfrm>
              <a:off x="8641081" y="5155259"/>
              <a:ext cx="567168" cy="567164"/>
            </a:xfrm>
            <a:prstGeom prst="rect">
              <a:avLst/>
            </a:prstGeom>
          </p:spPr>
        </p:pic>
      </p:grpSp>
      <p:pic>
        <p:nvPicPr>
          <p:cNvPr id="43" name="Picture 42">
            <a:extLst>
              <a:ext uri="{FF2B5EF4-FFF2-40B4-BE49-F238E27FC236}">
                <a16:creationId xmlns:a16="http://schemas.microsoft.com/office/drawing/2014/main" id="{4D21DC6E-45D2-4370-AB88-AC942401EF76}"/>
              </a:ext>
            </a:extLst>
          </p:cNvPr>
          <p:cNvPicPr>
            <a:picLocks noChangeAspect="1"/>
          </p:cNvPicPr>
          <p:nvPr/>
        </p:nvPicPr>
        <p:blipFill>
          <a:blip r:embed="rId5"/>
          <a:stretch>
            <a:fillRect/>
          </a:stretch>
        </p:blipFill>
        <p:spPr>
          <a:xfrm>
            <a:off x="8180671" y="1523093"/>
            <a:ext cx="3331016" cy="1639250"/>
          </a:xfrm>
          <a:prstGeom prst="rect">
            <a:avLst/>
          </a:prstGeom>
        </p:spPr>
      </p:pic>
      <p:pic>
        <p:nvPicPr>
          <p:cNvPr id="5" name="Picture 4">
            <a:extLst>
              <a:ext uri="{FF2B5EF4-FFF2-40B4-BE49-F238E27FC236}">
                <a16:creationId xmlns:a16="http://schemas.microsoft.com/office/drawing/2014/main" id="{7BDFDEEA-C4ED-4439-B5B0-40B351CECDD2}"/>
              </a:ext>
            </a:extLst>
          </p:cNvPr>
          <p:cNvPicPr>
            <a:picLocks noChangeAspect="1"/>
          </p:cNvPicPr>
          <p:nvPr/>
        </p:nvPicPr>
        <p:blipFill>
          <a:blip r:embed="rId6"/>
          <a:stretch>
            <a:fillRect/>
          </a:stretch>
        </p:blipFill>
        <p:spPr>
          <a:xfrm>
            <a:off x="1976610" y="5082882"/>
            <a:ext cx="720629" cy="537348"/>
          </a:xfrm>
          <a:prstGeom prst="rect">
            <a:avLst/>
          </a:prstGeom>
        </p:spPr>
      </p:pic>
      <p:pic>
        <p:nvPicPr>
          <p:cNvPr id="44" name="Picture 43">
            <a:extLst>
              <a:ext uri="{FF2B5EF4-FFF2-40B4-BE49-F238E27FC236}">
                <a16:creationId xmlns:a16="http://schemas.microsoft.com/office/drawing/2014/main" id="{5AE61A31-F605-4906-90D6-D40BBCBF3A74}"/>
              </a:ext>
            </a:extLst>
          </p:cNvPr>
          <p:cNvPicPr>
            <a:picLocks noChangeAspect="1"/>
          </p:cNvPicPr>
          <p:nvPr/>
        </p:nvPicPr>
        <p:blipFill>
          <a:blip r:embed="rId6"/>
          <a:stretch>
            <a:fillRect/>
          </a:stretch>
        </p:blipFill>
        <p:spPr>
          <a:xfrm>
            <a:off x="5845783" y="4512347"/>
            <a:ext cx="720629" cy="537348"/>
          </a:xfrm>
          <a:prstGeom prst="rect">
            <a:avLst/>
          </a:prstGeom>
        </p:spPr>
      </p:pic>
      <p:grpSp>
        <p:nvGrpSpPr>
          <p:cNvPr id="41" name="Graphic 35">
            <a:extLst>
              <a:ext uri="{FF2B5EF4-FFF2-40B4-BE49-F238E27FC236}">
                <a16:creationId xmlns:a16="http://schemas.microsoft.com/office/drawing/2014/main" id="{0948FF7D-AE2B-46E7-933D-089B74D3DA67}"/>
              </a:ext>
            </a:extLst>
          </p:cNvPr>
          <p:cNvGrpSpPr/>
          <p:nvPr/>
        </p:nvGrpSpPr>
        <p:grpSpPr>
          <a:xfrm>
            <a:off x="9698643" y="2076440"/>
            <a:ext cx="650492" cy="650492"/>
            <a:chOff x="9355716" y="2461258"/>
            <a:chExt cx="650492" cy="650492"/>
          </a:xfrm>
          <a:solidFill>
            <a:schemeClr val="accent4">
              <a:lumMod val="75000"/>
            </a:schemeClr>
          </a:solidFill>
        </p:grpSpPr>
        <p:sp>
          <p:nvSpPr>
            <p:cNvPr id="45" name="Freeform: Shape 44">
              <a:extLst>
                <a:ext uri="{FF2B5EF4-FFF2-40B4-BE49-F238E27FC236}">
                  <a16:creationId xmlns:a16="http://schemas.microsoft.com/office/drawing/2014/main" id="{93EA54FB-F0A1-4F08-A9A3-9A9910457DC3}"/>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6" name="Freeform: Shape 45">
              <a:extLst>
                <a:ext uri="{FF2B5EF4-FFF2-40B4-BE49-F238E27FC236}">
                  <a16:creationId xmlns:a16="http://schemas.microsoft.com/office/drawing/2014/main" id="{819DAEDF-C9A0-4278-BC1B-1BE5AB95FB32}"/>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47" name="Freeform: Shape 46">
              <a:extLst>
                <a:ext uri="{FF2B5EF4-FFF2-40B4-BE49-F238E27FC236}">
                  <a16:creationId xmlns:a16="http://schemas.microsoft.com/office/drawing/2014/main" id="{C0A97176-840B-482C-AD76-1A412EAFEEAF}"/>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48" name="Group 47">
            <a:extLst>
              <a:ext uri="{FF2B5EF4-FFF2-40B4-BE49-F238E27FC236}">
                <a16:creationId xmlns:a16="http://schemas.microsoft.com/office/drawing/2014/main" id="{E1D1AC0F-FD64-4156-8582-69D896C1877D}"/>
              </a:ext>
            </a:extLst>
          </p:cNvPr>
          <p:cNvGrpSpPr/>
          <p:nvPr/>
        </p:nvGrpSpPr>
        <p:grpSpPr>
          <a:xfrm>
            <a:off x="11000635" y="1562842"/>
            <a:ext cx="567168" cy="567164"/>
            <a:chOff x="8641081" y="5155259"/>
            <a:chExt cx="567168" cy="567164"/>
          </a:xfrm>
          <a:solidFill>
            <a:schemeClr val="tx1"/>
          </a:solidFill>
        </p:grpSpPr>
        <p:sp>
          <p:nvSpPr>
            <p:cNvPr id="51" name="Rectangle 50">
              <a:extLst>
                <a:ext uri="{FF2B5EF4-FFF2-40B4-BE49-F238E27FC236}">
                  <a16:creationId xmlns:a16="http://schemas.microsoft.com/office/drawing/2014/main" id="{E9699AFD-953F-45BD-B71B-D893502F4570}"/>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6" name="Picture 55">
              <a:extLst>
                <a:ext uri="{FF2B5EF4-FFF2-40B4-BE49-F238E27FC236}">
                  <a16:creationId xmlns:a16="http://schemas.microsoft.com/office/drawing/2014/main" id="{9C740242-3DED-43DE-B1CF-0793CC2D2589}"/>
                </a:ext>
              </a:extLst>
            </p:cNvPr>
            <p:cNvPicPr>
              <a:picLocks noChangeAspect="1"/>
            </p:cNvPicPr>
            <p:nvPr/>
          </p:nvPicPr>
          <p:blipFill>
            <a:blip r:embed="rId4"/>
            <a:stretch>
              <a:fillRect/>
            </a:stretch>
          </p:blipFill>
          <p:spPr>
            <a:xfrm>
              <a:off x="8641081" y="5155259"/>
              <a:ext cx="567168" cy="567164"/>
            </a:xfrm>
            <a:prstGeom prst="rect">
              <a:avLst/>
            </a:prstGeom>
            <a:grpFill/>
          </p:spPr>
        </p:pic>
      </p:grpSp>
      <p:grpSp>
        <p:nvGrpSpPr>
          <p:cNvPr id="57" name="Group 56">
            <a:extLst>
              <a:ext uri="{FF2B5EF4-FFF2-40B4-BE49-F238E27FC236}">
                <a16:creationId xmlns:a16="http://schemas.microsoft.com/office/drawing/2014/main" id="{DB61A79A-A95F-4138-A240-A41E2B744D33}"/>
              </a:ext>
            </a:extLst>
          </p:cNvPr>
          <p:cNvGrpSpPr/>
          <p:nvPr/>
        </p:nvGrpSpPr>
        <p:grpSpPr>
          <a:xfrm>
            <a:off x="10997093" y="2613552"/>
            <a:ext cx="567168" cy="567164"/>
            <a:chOff x="8641081" y="5155259"/>
            <a:chExt cx="567168" cy="567164"/>
          </a:xfrm>
          <a:solidFill>
            <a:schemeClr val="tx1"/>
          </a:solidFill>
        </p:grpSpPr>
        <p:sp>
          <p:nvSpPr>
            <p:cNvPr id="58" name="Rectangle 57">
              <a:extLst>
                <a:ext uri="{FF2B5EF4-FFF2-40B4-BE49-F238E27FC236}">
                  <a16:creationId xmlns:a16="http://schemas.microsoft.com/office/drawing/2014/main" id="{802D3CB6-2827-4053-8E28-020525A5D878}"/>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9" name="Picture 58">
              <a:extLst>
                <a:ext uri="{FF2B5EF4-FFF2-40B4-BE49-F238E27FC236}">
                  <a16:creationId xmlns:a16="http://schemas.microsoft.com/office/drawing/2014/main" id="{724F82A5-D5D6-4A25-B430-9EC45218B878}"/>
                </a:ext>
              </a:extLst>
            </p:cNvPr>
            <p:cNvPicPr>
              <a:picLocks noChangeAspect="1"/>
            </p:cNvPicPr>
            <p:nvPr/>
          </p:nvPicPr>
          <p:blipFill>
            <a:blip r:embed="rId4"/>
            <a:stretch>
              <a:fillRect/>
            </a:stretch>
          </p:blipFill>
          <p:spPr>
            <a:xfrm>
              <a:off x="8641081" y="5155259"/>
              <a:ext cx="567168" cy="567164"/>
            </a:xfrm>
            <a:prstGeom prst="rect">
              <a:avLst/>
            </a:prstGeom>
            <a:grpFill/>
          </p:spPr>
        </p:pic>
      </p:grpSp>
    </p:spTree>
    <p:extLst>
      <p:ext uri="{BB962C8B-B14F-4D97-AF65-F5344CB8AC3E}">
        <p14:creationId xmlns:p14="http://schemas.microsoft.com/office/powerpoint/2010/main" val="473312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wipe(left)">
                                      <p:cBhvr>
                                        <p:cTn id="20" dur="250"/>
                                        <p:tgtEl>
                                          <p:spTgt spid="52"/>
                                        </p:tgtEl>
                                      </p:cBhvr>
                                    </p:animEffect>
                                  </p:childTnLst>
                                </p:cTn>
                              </p:par>
                              <p:par>
                                <p:cTn id="21" presetID="22" presetClass="entr" presetSubtype="8"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250"/>
                                        <p:tgtEl>
                                          <p:spTgt spid="5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wipe(up)">
                                      <p:cBhvr>
                                        <p:cTn id="28" dur="250"/>
                                        <p:tgtEl>
                                          <p:spTgt spid="54"/>
                                        </p:tgtEl>
                                      </p:cBhvr>
                                    </p:animEffect>
                                  </p:childTnLst>
                                </p:cTn>
                              </p:par>
                            </p:childTnLst>
                          </p:cTn>
                        </p:par>
                        <p:par>
                          <p:cTn id="29" fill="hold">
                            <p:stCondLst>
                              <p:cond delay="250"/>
                            </p:stCondLst>
                            <p:childTnLst>
                              <p:par>
                                <p:cTn id="30" presetID="22" presetClass="entr" presetSubtype="2" fill="hold"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right)">
                                      <p:cBhvr>
                                        <p:cTn id="32" dur="500"/>
                                        <p:tgtEl>
                                          <p:spTgt spid="29"/>
                                        </p:tgtEl>
                                      </p:cBhvr>
                                    </p:animEffect>
                                  </p:childTnLst>
                                </p:cTn>
                              </p:par>
                            </p:childTnLst>
                          </p:cTn>
                        </p:par>
                        <p:par>
                          <p:cTn id="33" fill="hold">
                            <p:stCondLst>
                              <p:cond delay="750"/>
                            </p:stCondLst>
                            <p:childTnLst>
                              <p:par>
                                <p:cTn id="34" presetID="22" presetClass="entr" presetSubtype="2" fill="hold" nodeType="after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right)">
                                      <p:cBhvr>
                                        <p:cTn id="36" dur="500"/>
                                        <p:tgtEl>
                                          <p:spTgt spid="31"/>
                                        </p:tgtEl>
                                      </p:cBhvr>
                                    </p:animEffect>
                                  </p:childTnLst>
                                </p:cTn>
                              </p:par>
                            </p:childTnLst>
                          </p:cTn>
                        </p:par>
                        <p:par>
                          <p:cTn id="37" fill="hold">
                            <p:stCondLst>
                              <p:cond delay="1250"/>
                            </p:stCondLst>
                            <p:childTnLst>
                              <p:par>
                                <p:cTn id="38" presetID="22" presetClass="entr" presetSubtype="8" fill="hold" nodeType="after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left)">
                                      <p:cBhvr>
                                        <p:cTn id="40" dur="500"/>
                                        <p:tgtEl>
                                          <p:spTgt spid="24"/>
                                        </p:tgtEl>
                                      </p:cBhvr>
                                    </p:animEffect>
                                  </p:childTnLst>
                                </p:cTn>
                              </p:par>
                            </p:childTnLst>
                          </p:cTn>
                        </p:par>
                        <p:par>
                          <p:cTn id="41" fill="hold">
                            <p:stCondLst>
                              <p:cond delay="1750"/>
                            </p:stCondLst>
                            <p:childTnLst>
                              <p:par>
                                <p:cTn id="42" presetID="22" presetClass="entr" presetSubtype="1" fill="hold" grpId="0" nodeType="after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wipe(up)">
                                      <p:cBhvr>
                                        <p:cTn id="44" dur="500"/>
                                        <p:tgtEl>
                                          <p:spTgt spid="55"/>
                                        </p:tgtEl>
                                      </p:cBhvr>
                                    </p:animEffect>
                                  </p:childTnLst>
                                </p:cTn>
                              </p:par>
                            </p:childTnLst>
                          </p:cTn>
                        </p:par>
                        <p:par>
                          <p:cTn id="45" fill="hold">
                            <p:stCondLst>
                              <p:cond delay="2250"/>
                            </p:stCondLst>
                            <p:childTnLst>
                              <p:par>
                                <p:cTn id="46" presetID="22" presetClass="entr" presetSubtype="2"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right)">
                                      <p:cBhvr>
                                        <p:cTn id="4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14.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233F6-C92C-4247-A45F-FBA8191B2FBA}"/>
              </a:ext>
            </a:extLst>
          </p:cNvPr>
          <p:cNvSpPr>
            <a:spLocks noGrp="1"/>
          </p:cNvSpPr>
          <p:nvPr>
            <p:ph type="title"/>
          </p:nvPr>
        </p:nvSpPr>
        <p:spPr>
          <a:xfrm>
            <a:off x="378121" y="341841"/>
            <a:ext cx="11889564" cy="917575"/>
          </a:xfrm>
        </p:spPr>
        <p:txBody>
          <a:bodyPr/>
          <a:lstStyle/>
          <a:p>
            <a:r>
              <a:rPr lang="en-US" dirty="0"/>
              <a:t>Outbound connections (SNAT)</a:t>
            </a:r>
          </a:p>
        </p:txBody>
      </p:sp>
      <p:sp>
        <p:nvSpPr>
          <p:cNvPr id="55" name="Rectangle 54">
            <a:extLst>
              <a:ext uri="{FF2B5EF4-FFF2-40B4-BE49-F238E27FC236}">
                <a16:creationId xmlns:a16="http://schemas.microsoft.com/office/drawing/2014/main" id="{0C371DB2-EFE1-4C9E-9E1A-C4640D37E133}"/>
              </a:ext>
            </a:extLst>
          </p:cNvPr>
          <p:cNvSpPr/>
          <p:nvPr/>
        </p:nvSpPr>
        <p:spPr bwMode="auto">
          <a:xfrm>
            <a:off x="549330" y="1949816"/>
            <a:ext cx="1995973" cy="4771344"/>
          </a:xfrm>
          <a:prstGeom prst="rect">
            <a:avLst/>
          </a:prstGeom>
          <a:solidFill>
            <a:schemeClr val="tx1"/>
          </a:solidFill>
          <a:ln>
            <a:solidFill>
              <a:schemeClr val="bg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75" name="Straight Arrow Connector 74">
            <a:extLst>
              <a:ext uri="{FF2B5EF4-FFF2-40B4-BE49-F238E27FC236}">
                <a16:creationId xmlns:a16="http://schemas.microsoft.com/office/drawing/2014/main" id="{F77BACC2-D917-4C37-AF95-D571269848BC}"/>
              </a:ext>
            </a:extLst>
          </p:cNvPr>
          <p:cNvCxnSpPr>
            <a:cxnSpLocks/>
          </p:cNvCxnSpPr>
          <p:nvPr/>
        </p:nvCxnSpPr>
        <p:spPr>
          <a:xfrm>
            <a:off x="1543959" y="4259913"/>
            <a:ext cx="0" cy="502920"/>
          </a:xfrm>
          <a:prstGeom prst="straightConnector1">
            <a:avLst/>
          </a:prstGeom>
          <a:ln w="12700">
            <a:solidFill>
              <a:schemeClr val="accent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2B304255-62E7-467C-8B62-F37F304E8D0F}"/>
              </a:ext>
            </a:extLst>
          </p:cNvPr>
          <p:cNvSpPr txBox="1"/>
          <p:nvPr/>
        </p:nvSpPr>
        <p:spPr>
          <a:xfrm>
            <a:off x="672276" y="5784644"/>
            <a:ext cx="1747137" cy="849463"/>
          </a:xfrm>
          <a:prstGeom prst="rect">
            <a:avLst/>
          </a:prstGeom>
          <a:noFill/>
        </p:spPr>
        <p:txBody>
          <a:bodyPr wrap="square" lIns="182880" tIns="146304" rIns="182880" bIns="146304" rtlCol="0">
            <a:spAutoFit/>
          </a:bodyPr>
          <a:lstStyle/>
          <a:p>
            <a:pPr algn="ctr">
              <a:spcAft>
                <a:spcPts val="600"/>
              </a:spcAft>
            </a:pPr>
            <a:r>
              <a:rPr lang="en-US" b="1" dirty="0">
                <a:solidFill>
                  <a:schemeClr val="bg1"/>
                </a:solidFill>
                <a:latin typeface="Segoe UI" panose="020B0502040204020203" pitchFamily="34" charset="0"/>
                <a:cs typeface="Segoe UI" panose="020B0502040204020203" pitchFamily="34" charset="0"/>
              </a:rPr>
              <a:t>Outbound connections</a:t>
            </a:r>
          </a:p>
        </p:txBody>
      </p:sp>
      <p:sp>
        <p:nvSpPr>
          <p:cNvPr id="79" name="TextBox 78">
            <a:extLst>
              <a:ext uri="{FF2B5EF4-FFF2-40B4-BE49-F238E27FC236}">
                <a16:creationId xmlns:a16="http://schemas.microsoft.com/office/drawing/2014/main" id="{02243B34-3EC9-454C-8A88-736B4F8354C6}"/>
              </a:ext>
            </a:extLst>
          </p:cNvPr>
          <p:cNvSpPr txBox="1"/>
          <p:nvPr/>
        </p:nvSpPr>
        <p:spPr>
          <a:xfrm>
            <a:off x="549330" y="1259416"/>
            <a:ext cx="1995973" cy="683264"/>
          </a:xfrm>
          <a:prstGeom prst="rect">
            <a:avLst/>
          </a:prstGeom>
          <a:solidFill>
            <a:schemeClr val="bg1">
              <a:lumMod val="60000"/>
              <a:lumOff val="40000"/>
            </a:schemeClr>
          </a:solidFill>
          <a:ln>
            <a:solidFill>
              <a:schemeClr val="bg1">
                <a:lumMod val="60000"/>
                <a:lumOff val="40000"/>
              </a:schemeClr>
            </a:solidFill>
          </a:ln>
        </p:spPr>
        <p:txBody>
          <a:bodyPr wrap="square" lIns="182880" tIns="146304" rIns="182880" bIns="146304" rtlCol="0">
            <a:spAutoFit/>
          </a:bodyPr>
          <a:lstStyle/>
          <a:p>
            <a:pPr algn="ctr">
              <a:lnSpc>
                <a:spcPct val="90000"/>
              </a:lnSpc>
              <a:spcAft>
                <a:spcPts val="600"/>
              </a:spcAft>
            </a:pPr>
            <a:endParaRPr lang="en-US" sz="2800" dirty="0">
              <a:gradFill>
                <a:gsLst>
                  <a:gs pos="2917">
                    <a:schemeClr val="tx1"/>
                  </a:gs>
                  <a:gs pos="30000">
                    <a:schemeClr val="tx1"/>
                  </a:gs>
                </a:gsLst>
                <a:lin ang="5400000" scaled="0"/>
              </a:gradFill>
              <a:latin typeface="+mj-lt"/>
            </a:endParaRPr>
          </a:p>
        </p:txBody>
      </p:sp>
      <p:sp>
        <p:nvSpPr>
          <p:cNvPr id="80" name="TextBox 79">
            <a:extLst>
              <a:ext uri="{FF2B5EF4-FFF2-40B4-BE49-F238E27FC236}">
                <a16:creationId xmlns:a16="http://schemas.microsoft.com/office/drawing/2014/main" id="{E890DC1A-6DE2-47D7-9823-138CCF25AF3B}"/>
              </a:ext>
            </a:extLst>
          </p:cNvPr>
          <p:cNvSpPr txBox="1"/>
          <p:nvPr/>
        </p:nvSpPr>
        <p:spPr>
          <a:xfrm>
            <a:off x="941731" y="2194949"/>
            <a:ext cx="1192955" cy="646331"/>
          </a:xfrm>
          <a:prstGeom prst="rect">
            <a:avLst/>
          </a:prstGeom>
          <a:noFill/>
        </p:spPr>
        <p:txBody>
          <a:bodyPr wrap="none" rtlCol="0">
            <a:spAutoFit/>
          </a:bodyPr>
          <a:lstStyle/>
          <a:p>
            <a:pPr algn="ctr"/>
            <a:r>
              <a:rPr lang="en-US" b="1" dirty="0">
                <a:solidFill>
                  <a:schemeClr val="accent2"/>
                </a:solidFill>
                <a:latin typeface="Segoe UI" panose="020B0502040204020203" pitchFamily="34" charset="0"/>
                <a:cs typeface="Segoe UI" panose="020B0502040204020203" pitchFamily="34" charset="0"/>
              </a:rPr>
              <a:t>Public IP </a:t>
            </a:r>
          </a:p>
          <a:p>
            <a:pPr algn="ctr"/>
            <a:r>
              <a:rPr lang="en-US" b="1" dirty="0">
                <a:solidFill>
                  <a:schemeClr val="accent2"/>
                </a:solidFill>
                <a:latin typeface="Segoe UI" panose="020B0502040204020203" pitchFamily="34" charset="0"/>
                <a:cs typeface="Segoe UI" panose="020B0502040204020203" pitchFamily="34" charset="0"/>
              </a:rPr>
              <a:t>Address</a:t>
            </a:r>
          </a:p>
        </p:txBody>
      </p:sp>
      <p:grpSp>
        <p:nvGrpSpPr>
          <p:cNvPr id="81" name="Graphic 81">
            <a:extLst>
              <a:ext uri="{FF2B5EF4-FFF2-40B4-BE49-F238E27FC236}">
                <a16:creationId xmlns:a16="http://schemas.microsoft.com/office/drawing/2014/main" id="{15D650F4-4D59-414C-9E5C-A4A5BED38805}"/>
              </a:ext>
            </a:extLst>
          </p:cNvPr>
          <p:cNvGrpSpPr/>
          <p:nvPr/>
        </p:nvGrpSpPr>
        <p:grpSpPr>
          <a:xfrm>
            <a:off x="1222070" y="3543591"/>
            <a:ext cx="650492" cy="650492"/>
            <a:chOff x="3642427" y="1577629"/>
            <a:chExt cx="650492" cy="650492"/>
          </a:xfrm>
          <a:solidFill>
            <a:schemeClr val="accent2"/>
          </a:solidFill>
        </p:grpSpPr>
        <p:sp>
          <p:nvSpPr>
            <p:cNvPr id="82" name="Freeform: Shape 81">
              <a:extLst>
                <a:ext uri="{FF2B5EF4-FFF2-40B4-BE49-F238E27FC236}">
                  <a16:creationId xmlns:a16="http://schemas.microsoft.com/office/drawing/2014/main" id="{3909D394-657A-4798-8736-E48B4EA99668}"/>
                </a:ext>
              </a:extLst>
            </p:cNvPr>
            <p:cNvSpPr/>
            <p:nvPr/>
          </p:nvSpPr>
          <p:spPr>
            <a:xfrm>
              <a:off x="3642427" y="1577629"/>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83" name="Freeform: Shape 82">
              <a:extLst>
                <a:ext uri="{FF2B5EF4-FFF2-40B4-BE49-F238E27FC236}">
                  <a16:creationId xmlns:a16="http://schemas.microsoft.com/office/drawing/2014/main" id="{563B9049-1D82-4917-BDBF-542CF99FE955}"/>
                </a:ext>
              </a:extLst>
            </p:cNvPr>
            <p:cNvSpPr/>
            <p:nvPr/>
          </p:nvSpPr>
          <p:spPr>
            <a:xfrm>
              <a:off x="3699501" y="1634716"/>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sp>
          <p:nvSpPr>
            <p:cNvPr id="84" name="Freeform: Shape 83">
              <a:extLst>
                <a:ext uri="{FF2B5EF4-FFF2-40B4-BE49-F238E27FC236}">
                  <a16:creationId xmlns:a16="http://schemas.microsoft.com/office/drawing/2014/main" id="{8DD6D36E-4C00-4FC9-95BA-7C28B51D90F8}"/>
                </a:ext>
              </a:extLst>
            </p:cNvPr>
            <p:cNvSpPr/>
            <p:nvPr/>
          </p:nvSpPr>
          <p:spPr>
            <a:xfrm>
              <a:off x="3899267" y="1830059"/>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a:solidFill>
                <a:schemeClr val="tx1"/>
              </a:solidFill>
            </a:ln>
          </p:spPr>
          <p:style>
            <a:lnRef idx="2">
              <a:schemeClr val="accent4"/>
            </a:lnRef>
            <a:fillRef idx="1">
              <a:schemeClr val="lt1"/>
            </a:fillRef>
            <a:effectRef idx="0">
              <a:schemeClr val="accent4"/>
            </a:effectRef>
            <a:fontRef idx="minor">
              <a:schemeClr val="dk1"/>
            </a:fontRef>
          </p:style>
          <p:txBody>
            <a:bodyPr/>
            <a:lstStyle/>
            <a:p>
              <a:endParaRPr lang="en-US"/>
            </a:p>
          </p:txBody>
        </p:sp>
      </p:grpSp>
      <p:cxnSp>
        <p:nvCxnSpPr>
          <p:cNvPr id="85" name="Straight Connector 84">
            <a:extLst>
              <a:ext uri="{FF2B5EF4-FFF2-40B4-BE49-F238E27FC236}">
                <a16:creationId xmlns:a16="http://schemas.microsoft.com/office/drawing/2014/main" id="{E5950576-8E19-4E2A-AA3C-F1FB730C0B6B}"/>
              </a:ext>
            </a:extLst>
          </p:cNvPr>
          <p:cNvCxnSpPr/>
          <p:nvPr/>
        </p:nvCxnSpPr>
        <p:spPr>
          <a:xfrm>
            <a:off x="1543384" y="2962754"/>
            <a:ext cx="0" cy="447130"/>
          </a:xfrm>
          <a:prstGeom prst="line">
            <a:avLst/>
          </a:prstGeom>
          <a:ln w="12700">
            <a:solidFill>
              <a:schemeClr val="accent2"/>
            </a:solidFill>
            <a:headEnd type="oval" w="lg" len="lg"/>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7F33E83E-DF75-4AA0-AA25-F5205B75CE70}"/>
              </a:ext>
            </a:extLst>
          </p:cNvPr>
          <p:cNvGrpSpPr/>
          <p:nvPr/>
        </p:nvGrpSpPr>
        <p:grpSpPr>
          <a:xfrm>
            <a:off x="1268905" y="4813239"/>
            <a:ext cx="567168" cy="567164"/>
            <a:chOff x="8641081" y="5155259"/>
            <a:chExt cx="567168" cy="567164"/>
          </a:xfrm>
        </p:grpSpPr>
        <p:sp>
          <p:nvSpPr>
            <p:cNvPr id="87" name="Rectangle 86">
              <a:extLst>
                <a:ext uri="{FF2B5EF4-FFF2-40B4-BE49-F238E27FC236}">
                  <a16:creationId xmlns:a16="http://schemas.microsoft.com/office/drawing/2014/main" id="{FBC06863-7D0A-48C7-89A7-3804F3791A62}"/>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8" name="Picture 87">
              <a:extLst>
                <a:ext uri="{FF2B5EF4-FFF2-40B4-BE49-F238E27FC236}">
                  <a16:creationId xmlns:a16="http://schemas.microsoft.com/office/drawing/2014/main" id="{904D6870-E215-4D50-94D8-BA820910438D}"/>
                </a:ext>
              </a:extLst>
            </p:cNvPr>
            <p:cNvPicPr>
              <a:picLocks noChangeAspect="1"/>
            </p:cNvPicPr>
            <p:nvPr/>
          </p:nvPicPr>
          <p:blipFill>
            <a:blip r:embed="rId3"/>
            <a:stretch>
              <a:fillRect/>
            </a:stretch>
          </p:blipFill>
          <p:spPr>
            <a:xfrm>
              <a:off x="8641081" y="5155259"/>
              <a:ext cx="567168" cy="567164"/>
            </a:xfrm>
            <a:prstGeom prst="rect">
              <a:avLst/>
            </a:prstGeom>
          </p:spPr>
        </p:pic>
      </p:grpSp>
      <p:sp>
        <p:nvSpPr>
          <p:cNvPr id="101" name="TextBox 100">
            <a:extLst>
              <a:ext uri="{FF2B5EF4-FFF2-40B4-BE49-F238E27FC236}">
                <a16:creationId xmlns:a16="http://schemas.microsoft.com/office/drawing/2014/main" id="{A4607606-E76E-46AC-9D4A-1B47CFB2F2FE}"/>
              </a:ext>
            </a:extLst>
          </p:cNvPr>
          <p:cNvSpPr txBox="1"/>
          <p:nvPr/>
        </p:nvSpPr>
        <p:spPr>
          <a:xfrm>
            <a:off x="3035169" y="1259416"/>
            <a:ext cx="9088898" cy="1446550"/>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Translation from private to public IP address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Ports of public IP address are used to make connections unique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Many connections to same destination can exhaust SNAT ports</a:t>
            </a:r>
          </a:p>
        </p:txBody>
      </p:sp>
      <p:pic>
        <p:nvPicPr>
          <p:cNvPr id="103" name="Picture 102">
            <a:extLst>
              <a:ext uri="{FF2B5EF4-FFF2-40B4-BE49-F238E27FC236}">
                <a16:creationId xmlns:a16="http://schemas.microsoft.com/office/drawing/2014/main" id="{878CD853-8BF7-45E7-98A1-766DCACD99EF}"/>
              </a:ext>
            </a:extLst>
          </p:cNvPr>
          <p:cNvPicPr>
            <a:picLocks noChangeAspect="1"/>
          </p:cNvPicPr>
          <p:nvPr/>
        </p:nvPicPr>
        <p:blipFill>
          <a:blip r:embed="rId4"/>
          <a:stretch>
            <a:fillRect/>
          </a:stretch>
        </p:blipFill>
        <p:spPr>
          <a:xfrm>
            <a:off x="3602867" y="3018136"/>
            <a:ext cx="4796404" cy="1859544"/>
          </a:xfrm>
          <a:prstGeom prst="rect">
            <a:avLst/>
          </a:prstGeom>
          <a:noFill/>
          <a:effectLst/>
        </p:spPr>
      </p:pic>
      <p:sp>
        <p:nvSpPr>
          <p:cNvPr id="104" name="TextBox 103">
            <a:extLst>
              <a:ext uri="{FF2B5EF4-FFF2-40B4-BE49-F238E27FC236}">
                <a16:creationId xmlns:a16="http://schemas.microsoft.com/office/drawing/2014/main" id="{5001655C-EEDE-4182-95EF-BC3284ED9B4A}"/>
              </a:ext>
            </a:extLst>
          </p:cNvPr>
          <p:cNvSpPr txBox="1"/>
          <p:nvPr/>
        </p:nvSpPr>
        <p:spPr>
          <a:xfrm>
            <a:off x="3035169" y="5304771"/>
            <a:ext cx="8427500" cy="1446550"/>
          </a:xfrm>
          <a:prstGeom prst="rect">
            <a:avLst/>
          </a:prstGeom>
          <a:noFill/>
        </p:spPr>
        <p:txBody>
          <a:bodyPr wrap="none" lIns="182880" tIns="146304" rIns="182880" bIns="146304" rtlCol="0">
            <a:spAutoFit/>
          </a:bodyPr>
          <a:lstStyle/>
          <a:p>
            <a:pPr>
              <a:lnSpc>
                <a:spcPct val="90000"/>
              </a:lnSpc>
              <a:spcAft>
                <a:spcPts val="600"/>
              </a:spcAft>
            </a:pPr>
            <a:r>
              <a:rPr lang="en-US" sz="2400" b="1" dirty="0">
                <a:gradFill>
                  <a:gsLst>
                    <a:gs pos="2917">
                      <a:schemeClr val="tx1"/>
                    </a:gs>
                    <a:gs pos="30000">
                      <a:schemeClr val="tx1"/>
                    </a:gs>
                  </a:gsLst>
                  <a:lin ang="5400000" scaled="0"/>
                </a:gradFill>
              </a:rPr>
              <a:t>Mitigation:</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Reuse connections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Assign Public IP’s directly to VM’s (Instance-Level Public IP)</a:t>
            </a:r>
          </a:p>
        </p:txBody>
      </p:sp>
      <p:pic>
        <p:nvPicPr>
          <p:cNvPr id="105" name="Graphic 104">
            <a:extLst>
              <a:ext uri="{FF2B5EF4-FFF2-40B4-BE49-F238E27FC236}">
                <a16:creationId xmlns:a16="http://schemas.microsoft.com/office/drawing/2014/main" id="{F7231459-EE45-413D-A243-8949A0388A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68725" y="3102721"/>
            <a:ext cx="900933" cy="900933"/>
          </a:xfrm>
          <a:prstGeom prst="rect">
            <a:avLst/>
          </a:prstGeom>
        </p:spPr>
      </p:pic>
      <p:sp>
        <p:nvSpPr>
          <p:cNvPr id="106" name="TextBox 105">
            <a:extLst>
              <a:ext uri="{FF2B5EF4-FFF2-40B4-BE49-F238E27FC236}">
                <a16:creationId xmlns:a16="http://schemas.microsoft.com/office/drawing/2014/main" id="{AB93052E-0927-40D2-8C83-F4D9FA2B6D29}"/>
              </a:ext>
            </a:extLst>
          </p:cNvPr>
          <p:cNvSpPr txBox="1"/>
          <p:nvPr/>
        </p:nvSpPr>
        <p:spPr>
          <a:xfrm>
            <a:off x="8639459" y="4152253"/>
            <a:ext cx="3628226" cy="627864"/>
          </a:xfrm>
          <a:prstGeom prst="rect">
            <a:avLst/>
          </a:prstGeom>
          <a:noFill/>
        </p:spPr>
        <p:txBody>
          <a:bodyPr wrap="square" lIns="182880" tIns="146304" rIns="182880" bIns="146304" rtlCol="0">
            <a:spAutoFit/>
          </a:bodyPr>
          <a:lstStyle/>
          <a:p>
            <a:pPr>
              <a:lnSpc>
                <a:spcPct val="90000"/>
              </a:lnSpc>
              <a:spcAft>
                <a:spcPts val="600"/>
              </a:spcAft>
            </a:pPr>
            <a:r>
              <a:rPr lang="en-US" sz="2400" dirty="0">
                <a:solidFill>
                  <a:schemeClr val="accent4">
                    <a:lumMod val="60000"/>
                    <a:lumOff val="40000"/>
                  </a:schemeClr>
                </a:solidFill>
              </a:rPr>
              <a:t>Use Monitor telemetry!</a:t>
            </a:r>
          </a:p>
        </p:txBody>
      </p:sp>
      <p:sp>
        <p:nvSpPr>
          <p:cNvPr id="107" name="Oval 106">
            <a:extLst>
              <a:ext uri="{FF2B5EF4-FFF2-40B4-BE49-F238E27FC236}">
                <a16:creationId xmlns:a16="http://schemas.microsoft.com/office/drawing/2014/main" id="{C8876663-9169-4073-8AE4-BF7D0CFFAF9E}"/>
              </a:ext>
            </a:extLst>
          </p:cNvPr>
          <p:cNvSpPr/>
          <p:nvPr/>
        </p:nvSpPr>
        <p:spPr bwMode="auto">
          <a:xfrm>
            <a:off x="4299535" y="4410907"/>
            <a:ext cx="514350" cy="463309"/>
          </a:xfrm>
          <a:prstGeom prst="ellipse">
            <a:avLst/>
          </a:prstGeom>
          <a:noFill/>
          <a:ln w="381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22" name="Graphic 35">
            <a:extLst>
              <a:ext uri="{FF2B5EF4-FFF2-40B4-BE49-F238E27FC236}">
                <a16:creationId xmlns:a16="http://schemas.microsoft.com/office/drawing/2014/main" id="{DBA5ACCF-1396-45C8-AEDB-DF55AAC74BEA}"/>
              </a:ext>
            </a:extLst>
          </p:cNvPr>
          <p:cNvGrpSpPr/>
          <p:nvPr/>
        </p:nvGrpSpPr>
        <p:grpSpPr>
          <a:xfrm>
            <a:off x="3277621" y="2692890"/>
            <a:ext cx="650492" cy="650492"/>
            <a:chOff x="9355716" y="2461258"/>
            <a:chExt cx="650492" cy="650492"/>
          </a:xfrm>
          <a:solidFill>
            <a:schemeClr val="accent4">
              <a:lumMod val="75000"/>
            </a:schemeClr>
          </a:solidFill>
        </p:grpSpPr>
        <p:sp>
          <p:nvSpPr>
            <p:cNvPr id="23" name="Freeform: Shape 22">
              <a:extLst>
                <a:ext uri="{FF2B5EF4-FFF2-40B4-BE49-F238E27FC236}">
                  <a16:creationId xmlns:a16="http://schemas.microsoft.com/office/drawing/2014/main" id="{23FD204D-7107-40EF-8BDD-52C171CDA2DB}"/>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4" name="Freeform: Shape 23">
              <a:extLst>
                <a:ext uri="{FF2B5EF4-FFF2-40B4-BE49-F238E27FC236}">
                  <a16:creationId xmlns:a16="http://schemas.microsoft.com/office/drawing/2014/main" id="{26143817-0945-4D12-895F-D384E810C738}"/>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5" name="Freeform: Shape 24">
              <a:extLst>
                <a:ext uri="{FF2B5EF4-FFF2-40B4-BE49-F238E27FC236}">
                  <a16:creationId xmlns:a16="http://schemas.microsoft.com/office/drawing/2014/main" id="{A17B2172-5CEE-46F0-AF18-9656750E860C}"/>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3820241921"/>
      </p:ext>
    </p:extLst>
  </p:cSld>
  <p:clrMapOvr>
    <a:masterClrMapping/>
  </p:clrMapOvr>
  <p:transition>
    <p:fade/>
  </p:transition>
</p:sld>
</file>

<file path=ppt/slides/slide1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CC22D-A6FF-4752-9BE9-ABAACEFCD0CB}"/>
              </a:ext>
            </a:extLst>
          </p:cNvPr>
          <p:cNvSpPr>
            <a:spLocks noGrp="1"/>
          </p:cNvSpPr>
          <p:nvPr>
            <p:ph type="title"/>
          </p:nvPr>
        </p:nvSpPr>
        <p:spPr/>
        <p:txBody>
          <a:bodyPr/>
          <a:lstStyle/>
          <a:p>
            <a:r>
              <a:rPr lang="en-US" dirty="0"/>
              <a:t>SKUs for Load Balancer &amp; Public IP (ARM)</a:t>
            </a:r>
          </a:p>
        </p:txBody>
      </p:sp>
      <p:sp>
        <p:nvSpPr>
          <p:cNvPr id="15" name="TextBox 14">
            <a:extLst>
              <a:ext uri="{FF2B5EF4-FFF2-40B4-BE49-F238E27FC236}">
                <a16:creationId xmlns:a16="http://schemas.microsoft.com/office/drawing/2014/main" id="{69210570-CBAD-4209-B6D6-446102A68028}"/>
              </a:ext>
            </a:extLst>
          </p:cNvPr>
          <p:cNvSpPr txBox="1"/>
          <p:nvPr/>
        </p:nvSpPr>
        <p:spPr>
          <a:xfrm>
            <a:off x="-222200" y="1212849"/>
            <a:ext cx="2788252" cy="1034798"/>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solidFill>
                  <a:schemeClr val="accent4">
                    <a:lumMod val="60000"/>
                    <a:lumOff val="40000"/>
                  </a:schemeClr>
                </a:solidFill>
              </a:rPr>
              <a:t>API version</a:t>
            </a:r>
          </a:p>
          <a:p>
            <a:pPr algn="ctr">
              <a:lnSpc>
                <a:spcPct val="90000"/>
              </a:lnSpc>
              <a:spcAft>
                <a:spcPts val="600"/>
              </a:spcAft>
            </a:pPr>
            <a:r>
              <a:rPr lang="en-US" sz="2400" dirty="0">
                <a:solidFill>
                  <a:schemeClr val="accent4">
                    <a:lumMod val="60000"/>
                    <a:lumOff val="40000"/>
                  </a:schemeClr>
                </a:solidFill>
              </a:rPr>
              <a:t>2017-08-01</a:t>
            </a:r>
          </a:p>
        </p:txBody>
      </p:sp>
      <p:sp>
        <p:nvSpPr>
          <p:cNvPr id="18" name="Text Placeholder 4">
            <a:extLst>
              <a:ext uri="{FF2B5EF4-FFF2-40B4-BE49-F238E27FC236}">
                <a16:creationId xmlns:a16="http://schemas.microsoft.com/office/drawing/2014/main" id="{B4F294A5-AB56-415F-BBC4-AE0601A353EC}"/>
              </a:ext>
            </a:extLst>
          </p:cNvPr>
          <p:cNvSpPr txBox="1">
            <a:spLocks/>
          </p:cNvSpPr>
          <p:nvPr/>
        </p:nvSpPr>
        <p:spPr>
          <a:xfrm>
            <a:off x="407829" y="2731446"/>
            <a:ext cx="3835540" cy="3652754"/>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no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600" b="1"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Load Balancer Resource</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endParaRPr lang="en-US" sz="1200" dirty="0"/>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apiVersion</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"2017-08-01",</a:t>
            </a:r>
          </a:p>
          <a:p>
            <a:pPr lvl="0">
              <a:defRPr/>
            </a:pPr>
            <a:r>
              <a:rPr lang="en-US" sz="1200" dirty="0"/>
              <a:t>{</a:t>
            </a:r>
          </a:p>
          <a:p>
            <a:pPr lvl="0">
              <a:defRPr/>
            </a:pPr>
            <a:r>
              <a:rPr lang="en-US" sz="1200" dirty="0"/>
              <a:t>"type": "</a:t>
            </a:r>
            <a:r>
              <a:rPr lang="en-US" sz="1200" dirty="0" err="1"/>
              <a:t>Microsoft.Network</a:t>
            </a:r>
            <a:r>
              <a:rPr lang="en-US" sz="1200" dirty="0"/>
              <a:t>/</a:t>
            </a:r>
            <a:r>
              <a:rPr lang="en-US" sz="1200" dirty="0" err="1"/>
              <a:t>loadBalancers</a:t>
            </a:r>
            <a:r>
              <a:rPr lang="en-US" sz="1200" dirty="0"/>
              <a:t>",</a:t>
            </a:r>
          </a:p>
          <a:p>
            <a:pPr lvl="0">
              <a:defRPr/>
            </a:pPr>
            <a:r>
              <a:rPr lang="en-US" sz="1200" dirty="0"/>
              <a:t>"name": "[variables('</a:t>
            </a:r>
            <a:r>
              <a:rPr lang="en-US" sz="1200" dirty="0" err="1"/>
              <a:t>loadBalancerName</a:t>
            </a:r>
            <a:r>
              <a:rPr lang="en-US" sz="1200" dirty="0"/>
              <a:t>')]",</a:t>
            </a:r>
          </a:p>
          <a:p>
            <a:pPr lvl="0">
              <a:defRPr/>
            </a:pPr>
            <a:r>
              <a:rPr lang="en-US" sz="1200" dirty="0"/>
              <a:t>"location": "[</a:t>
            </a:r>
            <a:r>
              <a:rPr lang="en-US" sz="1200" dirty="0" err="1"/>
              <a:t>resourceGroup</a:t>
            </a:r>
            <a:r>
              <a:rPr lang="en-US" sz="1200" dirty="0"/>
              <a:t>().location]",</a:t>
            </a:r>
          </a:p>
          <a:p>
            <a:pPr lvl="0">
              <a:defRPr/>
            </a:pPr>
            <a:r>
              <a:rPr lang="en-US" sz="1200" dirty="0">
                <a:highlight>
                  <a:srgbClr val="FFFF00"/>
                </a:highlight>
              </a:rPr>
              <a:t>"</a:t>
            </a:r>
            <a:r>
              <a:rPr lang="en-US" sz="1200" dirty="0" err="1">
                <a:highlight>
                  <a:srgbClr val="FFFF00"/>
                </a:highlight>
              </a:rPr>
              <a:t>sku</a:t>
            </a:r>
            <a:r>
              <a:rPr lang="en-US" sz="1200" dirty="0">
                <a:highlight>
                  <a:srgbClr val="FFFF00"/>
                </a:highlight>
              </a:rPr>
              <a:t>": {</a:t>
            </a:r>
          </a:p>
          <a:p>
            <a:pPr lvl="0">
              <a:defRPr/>
            </a:pPr>
            <a:r>
              <a:rPr lang="en-US" sz="1200" dirty="0">
                <a:highlight>
                  <a:srgbClr val="FFFF00"/>
                </a:highlight>
              </a:rPr>
              <a:t>            "name": "Standard"</a:t>
            </a:r>
          </a:p>
          <a:p>
            <a:pPr lvl="0">
              <a:defRPr/>
            </a:pPr>
            <a:r>
              <a:rPr lang="en-US" sz="1200" dirty="0">
                <a:highlight>
                  <a:srgbClr val="FFFF00"/>
                </a:highlight>
              </a:rPr>
              <a:t> },</a:t>
            </a:r>
          </a:p>
          <a:p>
            <a:pPr lvl="0">
              <a:defRPr/>
            </a:pPr>
            <a:r>
              <a:rPr lang="en-US" sz="1200" dirty="0"/>
              <a:t>[Frontend IP configuration]</a:t>
            </a:r>
          </a:p>
          <a:p>
            <a:pPr lvl="0">
              <a:defRPr/>
            </a:pPr>
            <a:r>
              <a:rPr lang="en-US" sz="1200" dirty="0"/>
              <a:t>[LB rule]</a:t>
            </a:r>
          </a:p>
          <a:p>
            <a:pPr lvl="0">
              <a:defRPr/>
            </a:pPr>
            <a:r>
              <a:rPr lang="en-US" sz="1200" dirty="0"/>
              <a:t>[Probe]</a:t>
            </a:r>
          </a:p>
          <a:p>
            <a:pPr lvl="0">
              <a:defRPr/>
            </a:pPr>
            <a:r>
              <a:rPr lang="en-US" sz="1200" dirty="0"/>
              <a:t>[inbound NAT rule]</a:t>
            </a:r>
          </a:p>
          <a:p>
            <a:pPr lvl="0">
              <a:defRPr/>
            </a:pPr>
            <a:r>
              <a:rPr lang="en-US" sz="1200" dirty="0"/>
              <a:t>[Backend Pool]</a:t>
            </a:r>
            <a:endParaRPr lang="en-US" sz="1200" dirty="0">
              <a:highlight>
                <a:srgbClr val="FFFF00"/>
              </a:highlight>
            </a:endParaRPr>
          </a:p>
          <a:p>
            <a:pPr lvl="0">
              <a:defRPr/>
            </a:pPr>
            <a:r>
              <a:rPr lang="en-US" sz="1200" dirty="0"/>
              <a:t>}</a:t>
            </a:r>
            <a:endPar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19" name="TextBox 18">
            <a:extLst>
              <a:ext uri="{FF2B5EF4-FFF2-40B4-BE49-F238E27FC236}">
                <a16:creationId xmlns:a16="http://schemas.microsoft.com/office/drawing/2014/main" id="{A25CA369-ECB0-43B2-BF3D-E8667FA51AB9}"/>
              </a:ext>
            </a:extLst>
          </p:cNvPr>
          <p:cNvSpPr txBox="1"/>
          <p:nvPr/>
        </p:nvSpPr>
        <p:spPr>
          <a:xfrm>
            <a:off x="274639" y="2173476"/>
            <a:ext cx="1945533"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LB Standard</a:t>
            </a:r>
          </a:p>
        </p:txBody>
      </p:sp>
      <p:sp>
        <p:nvSpPr>
          <p:cNvPr id="23" name="TextBox 22">
            <a:extLst>
              <a:ext uri="{FF2B5EF4-FFF2-40B4-BE49-F238E27FC236}">
                <a16:creationId xmlns:a16="http://schemas.microsoft.com/office/drawing/2014/main" id="{505E6866-D746-4942-8BDD-9CCADD372C8A}"/>
              </a:ext>
            </a:extLst>
          </p:cNvPr>
          <p:cNvSpPr txBox="1"/>
          <p:nvPr/>
        </p:nvSpPr>
        <p:spPr>
          <a:xfrm>
            <a:off x="9309738" y="3023518"/>
            <a:ext cx="3049801" cy="2443746"/>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Same SKU for public IP</a:t>
            </a:r>
          </a:p>
          <a:p>
            <a:pPr marL="342900" indent="-342900">
              <a:lnSpc>
                <a:spcPct val="90000"/>
              </a:lnSpc>
              <a:spcAft>
                <a:spcPts val="600"/>
              </a:spcAft>
              <a:buFont typeface="Arial" panose="020B0604020202020204" pitchFamily="34" charset="0"/>
              <a:buChar char="•"/>
            </a:pPr>
            <a:endParaRPr lang="en-US" sz="2400" dirty="0">
              <a:gradFill>
                <a:gsLst>
                  <a:gs pos="2917">
                    <a:schemeClr val="tx1"/>
                  </a:gs>
                  <a:gs pos="30000">
                    <a:schemeClr val="tx1"/>
                  </a:gs>
                </a:gsLst>
                <a:lin ang="5400000" scaled="0"/>
              </a:gradFill>
            </a:endParaRP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You must use matching SKUs for LB &amp; Public IP</a:t>
            </a:r>
          </a:p>
        </p:txBody>
      </p:sp>
      <p:sp>
        <p:nvSpPr>
          <p:cNvPr id="12" name="Text Placeholder 4">
            <a:extLst>
              <a:ext uri="{FF2B5EF4-FFF2-40B4-BE49-F238E27FC236}">
                <a16:creationId xmlns:a16="http://schemas.microsoft.com/office/drawing/2014/main" id="{F27CFC16-0C99-4623-8784-FA2ADD801FF1}"/>
              </a:ext>
            </a:extLst>
          </p:cNvPr>
          <p:cNvSpPr txBox="1">
            <a:spLocks/>
          </p:cNvSpPr>
          <p:nvPr/>
        </p:nvSpPr>
        <p:spPr>
          <a:xfrm>
            <a:off x="5043297" y="2731446"/>
            <a:ext cx="3835540" cy="3652754"/>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no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600" b="1"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Load Balancer Resource</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endParaRPr lang="en-US" sz="1200" dirty="0"/>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apiVersion</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"2017-08-01",</a:t>
            </a:r>
          </a:p>
          <a:p>
            <a:pPr lvl="0">
              <a:defRPr/>
            </a:pPr>
            <a:r>
              <a:rPr lang="en-US" sz="1200" dirty="0"/>
              <a:t>{</a:t>
            </a:r>
          </a:p>
          <a:p>
            <a:pPr lvl="0">
              <a:defRPr/>
            </a:pPr>
            <a:r>
              <a:rPr lang="en-US" sz="1200" dirty="0"/>
              <a:t>"type": "</a:t>
            </a:r>
            <a:r>
              <a:rPr lang="en-US" sz="1200" dirty="0" err="1"/>
              <a:t>Microsoft.Network</a:t>
            </a:r>
            <a:r>
              <a:rPr lang="en-US" sz="1200" dirty="0"/>
              <a:t>/</a:t>
            </a:r>
            <a:r>
              <a:rPr lang="en-US" sz="1200" dirty="0" err="1"/>
              <a:t>loadBalancers</a:t>
            </a:r>
            <a:r>
              <a:rPr lang="en-US" sz="1200" dirty="0"/>
              <a:t>",</a:t>
            </a:r>
          </a:p>
          <a:p>
            <a:pPr lvl="0">
              <a:defRPr/>
            </a:pPr>
            <a:r>
              <a:rPr lang="en-US" sz="1200" dirty="0"/>
              <a:t>"name": "[variables('</a:t>
            </a:r>
            <a:r>
              <a:rPr lang="en-US" sz="1200" dirty="0" err="1"/>
              <a:t>loadBalancerName</a:t>
            </a:r>
            <a:r>
              <a:rPr lang="en-US" sz="1200" dirty="0"/>
              <a:t>')]",</a:t>
            </a:r>
          </a:p>
          <a:p>
            <a:pPr lvl="0">
              <a:defRPr/>
            </a:pPr>
            <a:r>
              <a:rPr lang="en-US" sz="1200" dirty="0"/>
              <a:t>"location": "[</a:t>
            </a:r>
            <a:r>
              <a:rPr lang="en-US" sz="1200" dirty="0" err="1"/>
              <a:t>resourceGroup</a:t>
            </a:r>
            <a:r>
              <a:rPr lang="en-US" sz="1200" dirty="0"/>
              <a:t>().location]",</a:t>
            </a:r>
          </a:p>
          <a:p>
            <a:pPr lvl="0">
              <a:defRPr/>
            </a:pPr>
            <a:endParaRPr lang="en-US" sz="1200" dirty="0"/>
          </a:p>
          <a:p>
            <a:pPr lvl="0">
              <a:defRPr/>
            </a:pPr>
            <a:endParaRPr lang="en-US" sz="1200" dirty="0"/>
          </a:p>
          <a:p>
            <a:pPr lvl="0">
              <a:defRPr/>
            </a:pPr>
            <a:endParaRPr lang="en-US" sz="1200" dirty="0"/>
          </a:p>
          <a:p>
            <a:pPr lvl="0">
              <a:defRPr/>
            </a:pPr>
            <a:r>
              <a:rPr lang="en-US" sz="1200" dirty="0"/>
              <a:t>[Frontend IP configuration]</a:t>
            </a:r>
          </a:p>
          <a:p>
            <a:pPr lvl="0">
              <a:defRPr/>
            </a:pPr>
            <a:r>
              <a:rPr lang="en-US" sz="1200" dirty="0"/>
              <a:t>[LB rule]</a:t>
            </a:r>
          </a:p>
          <a:p>
            <a:pPr lvl="0">
              <a:defRPr/>
            </a:pPr>
            <a:r>
              <a:rPr lang="en-US" sz="1200" dirty="0"/>
              <a:t>[Probe]</a:t>
            </a:r>
          </a:p>
          <a:p>
            <a:pPr lvl="0">
              <a:defRPr/>
            </a:pPr>
            <a:r>
              <a:rPr lang="en-US" sz="1200" dirty="0"/>
              <a:t>[inbound NAT rule]</a:t>
            </a:r>
          </a:p>
          <a:p>
            <a:pPr lvl="0">
              <a:defRPr/>
            </a:pPr>
            <a:r>
              <a:rPr lang="en-US" sz="1200" dirty="0"/>
              <a:t>[Backend Pool]</a:t>
            </a:r>
          </a:p>
          <a:p>
            <a:pPr lvl="0">
              <a:defRPr/>
            </a:pPr>
            <a:r>
              <a:rPr lang="en-US" sz="1200" dirty="0"/>
              <a:t>}</a:t>
            </a:r>
            <a:endPar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13" name="TextBox 12">
            <a:extLst>
              <a:ext uri="{FF2B5EF4-FFF2-40B4-BE49-F238E27FC236}">
                <a16:creationId xmlns:a16="http://schemas.microsoft.com/office/drawing/2014/main" id="{8F21F16F-27A1-4C36-9515-AF66AC766B6A}"/>
              </a:ext>
            </a:extLst>
          </p:cNvPr>
          <p:cNvSpPr txBox="1"/>
          <p:nvPr/>
        </p:nvSpPr>
        <p:spPr>
          <a:xfrm>
            <a:off x="4883461" y="2173476"/>
            <a:ext cx="160685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LB (Basic)</a:t>
            </a:r>
          </a:p>
        </p:txBody>
      </p:sp>
      <p:sp>
        <p:nvSpPr>
          <p:cNvPr id="14" name="Rectangle 13">
            <a:extLst>
              <a:ext uri="{FF2B5EF4-FFF2-40B4-BE49-F238E27FC236}">
                <a16:creationId xmlns:a16="http://schemas.microsoft.com/office/drawing/2014/main" id="{5CC1B238-FB74-4D33-A6CA-877BCCA377A4}"/>
              </a:ext>
            </a:extLst>
          </p:cNvPr>
          <p:cNvSpPr/>
          <p:nvPr/>
        </p:nvSpPr>
        <p:spPr>
          <a:xfrm>
            <a:off x="5114236" y="4448412"/>
            <a:ext cx="3764601" cy="646331"/>
          </a:xfrm>
          <a:prstGeom prst="rect">
            <a:avLst/>
          </a:prstGeom>
        </p:spPr>
        <p:txBody>
          <a:bodyPr wrap="square">
            <a:spAutoFit/>
          </a:bodyPr>
          <a:lstStyle/>
          <a:p>
            <a:pPr lvl="0">
              <a:defRPr/>
            </a:pPr>
            <a:r>
              <a:rPr lang="en-US" sz="1200" b="1" dirty="0">
                <a:solidFill>
                  <a:schemeClr val="accent4">
                    <a:lumMod val="50000"/>
                  </a:schemeClr>
                </a:solidFill>
                <a:highlight>
                  <a:srgbClr val="FFFF00"/>
                </a:highlight>
                <a:latin typeface="Consolas" panose="020B0609020204030204" pitchFamily="49" charset="0"/>
              </a:rPr>
              <a:t>"</a:t>
            </a:r>
            <a:r>
              <a:rPr lang="en-US" sz="1200" b="1" dirty="0" err="1">
                <a:solidFill>
                  <a:schemeClr val="accent4">
                    <a:lumMod val="50000"/>
                  </a:schemeClr>
                </a:solidFill>
                <a:highlight>
                  <a:srgbClr val="FFFF00"/>
                </a:highlight>
                <a:latin typeface="Consolas" panose="020B0609020204030204" pitchFamily="49" charset="0"/>
              </a:rPr>
              <a:t>sku</a:t>
            </a:r>
            <a:r>
              <a:rPr lang="en-US" sz="1200" b="1" dirty="0">
                <a:solidFill>
                  <a:schemeClr val="accent4">
                    <a:lumMod val="50000"/>
                  </a:schemeClr>
                </a:solidFill>
                <a:highlight>
                  <a:srgbClr val="FFFF00"/>
                </a:highlight>
                <a:latin typeface="Consolas" panose="020B0609020204030204" pitchFamily="49" charset="0"/>
              </a:rPr>
              <a:t>": {</a:t>
            </a:r>
          </a:p>
          <a:p>
            <a:pPr lvl="0">
              <a:defRPr/>
            </a:pPr>
            <a:r>
              <a:rPr lang="en-US" sz="1200" b="1" dirty="0">
                <a:solidFill>
                  <a:schemeClr val="accent4">
                    <a:lumMod val="50000"/>
                  </a:schemeClr>
                </a:solidFill>
                <a:highlight>
                  <a:srgbClr val="FFFF00"/>
                </a:highlight>
                <a:latin typeface="Consolas" panose="020B0609020204030204" pitchFamily="49" charset="0"/>
              </a:rPr>
              <a:t>            "name": “Basic"</a:t>
            </a:r>
          </a:p>
          <a:p>
            <a:pPr lvl="0">
              <a:defRPr/>
            </a:pPr>
            <a:r>
              <a:rPr lang="en-US" sz="1200" b="1" dirty="0">
                <a:solidFill>
                  <a:schemeClr val="accent4">
                    <a:lumMod val="50000"/>
                  </a:schemeClr>
                </a:solidFill>
                <a:highlight>
                  <a:srgbClr val="FFFF00"/>
                </a:highlight>
                <a:latin typeface="Consolas" panose="020B0609020204030204" pitchFamily="49" charset="0"/>
              </a:rPr>
              <a:t> },</a:t>
            </a:r>
          </a:p>
        </p:txBody>
      </p:sp>
    </p:spTree>
    <p:extLst>
      <p:ext uri="{BB962C8B-B14F-4D97-AF65-F5344CB8AC3E}">
        <p14:creationId xmlns:p14="http://schemas.microsoft.com/office/powerpoint/2010/main" val="88560865"/>
      </p:ext>
    </p:extLst>
  </p:cSld>
  <p:clrMapOvr>
    <a:masterClrMapping/>
  </p:clrMapOvr>
  <p:transition>
    <p:fade/>
  </p:transition>
</p:sld>
</file>

<file path=ppt/slides/slide16.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0F787F-9AB8-476E-B807-A0BD97E28696}"/>
              </a:ext>
            </a:extLst>
          </p:cNvPr>
          <p:cNvSpPr>
            <a:spLocks noGrp="1"/>
          </p:cNvSpPr>
          <p:nvPr>
            <p:ph type="title"/>
          </p:nvPr>
        </p:nvSpPr>
        <p:spPr/>
        <p:txBody>
          <a:bodyPr/>
          <a:lstStyle/>
          <a:p>
            <a:r>
              <a:rPr lang="en-US" dirty="0"/>
              <a:t>Reference Architecture : Web App with AZs</a:t>
            </a:r>
          </a:p>
        </p:txBody>
      </p:sp>
      <p:sp>
        <p:nvSpPr>
          <p:cNvPr id="83" name="Title 1">
            <a:extLst>
              <a:ext uri="{FF2B5EF4-FFF2-40B4-BE49-F238E27FC236}">
                <a16:creationId xmlns:a16="http://schemas.microsoft.com/office/drawing/2014/main" id="{2DA9F726-7A4B-40A9-BBA0-1BD0F9B26935}"/>
              </a:ext>
            </a:extLst>
          </p:cNvPr>
          <p:cNvSpPr txBox="1">
            <a:spLocks/>
          </p:cNvSpPr>
          <p:nvPr/>
        </p:nvSpPr>
        <p:spPr>
          <a:xfrm>
            <a:off x="274639" y="295274"/>
            <a:ext cx="11889564" cy="917575"/>
          </a:xfrm>
          <a:prstGeom prst="rect">
            <a:avLst/>
          </a:prstGeom>
        </p:spPr>
        <p:txBody>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endParaRPr kumimoji="0" lang="en-US" sz="2400" b="0" i="0" u="none" strike="noStrike" kern="1200" cap="none" spc="0" normalizeH="0" baseline="0" noProof="0" dirty="0">
              <a:ln w="3175">
                <a:noFill/>
              </a:ln>
              <a:gradFill>
                <a:gsLst>
                  <a:gs pos="2655">
                    <a:srgbClr val="0078D7"/>
                  </a:gs>
                  <a:gs pos="33000">
                    <a:srgbClr val="0078D7"/>
                  </a:gs>
                </a:gsLst>
                <a:lin ang="5400000" scaled="1"/>
              </a:gradFill>
              <a:effectLst/>
              <a:uLnTx/>
              <a:uFillTx/>
              <a:latin typeface="Segoe UI Semilight"/>
              <a:ea typeface="+mn-ea"/>
              <a:cs typeface="Segoe UI Semilight" panose="020B0402040204020203" pitchFamily="34" charset="0"/>
            </a:endParaRPr>
          </a:p>
        </p:txBody>
      </p:sp>
      <p:grpSp>
        <p:nvGrpSpPr>
          <p:cNvPr id="7" name="Group 6">
            <a:extLst>
              <a:ext uri="{FF2B5EF4-FFF2-40B4-BE49-F238E27FC236}">
                <a16:creationId xmlns:a16="http://schemas.microsoft.com/office/drawing/2014/main" id="{7F93257F-DFD0-462C-A7C6-984D4F8021B7}"/>
              </a:ext>
            </a:extLst>
          </p:cNvPr>
          <p:cNvGrpSpPr/>
          <p:nvPr/>
        </p:nvGrpSpPr>
        <p:grpSpPr>
          <a:xfrm>
            <a:off x="469700" y="1552441"/>
            <a:ext cx="7655125" cy="4832484"/>
            <a:chOff x="136325" y="1530420"/>
            <a:chExt cx="8489700" cy="5359330"/>
          </a:xfrm>
        </p:grpSpPr>
        <p:sp>
          <p:nvSpPr>
            <p:cNvPr id="5" name="Rectangle: Rounded Corners 4">
              <a:extLst>
                <a:ext uri="{FF2B5EF4-FFF2-40B4-BE49-F238E27FC236}">
                  <a16:creationId xmlns:a16="http://schemas.microsoft.com/office/drawing/2014/main" id="{33493806-4FB4-42E8-A2E4-B0E9CA6EF887}"/>
                </a:ext>
              </a:extLst>
            </p:cNvPr>
            <p:cNvSpPr/>
            <p:nvPr/>
          </p:nvSpPr>
          <p:spPr bwMode="auto">
            <a:xfrm>
              <a:off x="603067" y="2989761"/>
              <a:ext cx="1892123" cy="3760741"/>
            </a:xfrm>
            <a:prstGeom prst="roundRect">
              <a:avLst/>
            </a:prstGeom>
            <a:noFill/>
            <a:ln w="19050" cap="flat" cmpd="sng" algn="ctr">
              <a:solidFill>
                <a:schemeClr val="accent4"/>
              </a:solidFill>
              <a:prstDash val="sysDot"/>
              <a:headEnd type="none" w="med" len="med"/>
              <a:tailEnd type="none" w="med" len="med"/>
            </a:ln>
            <a:effectLst/>
          </p:spPr>
          <p:txBody>
            <a:bodyPr rot="0" spcFirstLastPara="0" vertOverflow="overflow" horzOverflow="overflow" vert="horz" wrap="square" lIns="186521" tIns="149217" rIns="186521" bIns="0" numCol="1" spcCol="0" rtlCol="0" fromWordArt="0" anchor="b"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solidFill>
                    <a:srgbClr val="FFFFFF"/>
                  </a:solid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solidFill>
                    <a:srgbClr val="FFFFFF"/>
                  </a:solid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solidFill>
                    <a:srgbClr val="FFFFFF"/>
                  </a:solid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solidFill>
                    <a:srgbClr val="FFFFFF"/>
                  </a:solid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solidFill>
                    <a:srgbClr val="FFFFFF"/>
                  </a:solid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r>
                <a:rPr lang="en-US" sz="1050" b="1" kern="0" dirty="0">
                  <a:solidFill>
                    <a:srgbClr val="FFFFFF"/>
                  </a:solidFill>
                  <a:latin typeface="Segoe UI Semibold" panose="020B0702040204020203" pitchFamily="34" charset="0"/>
                  <a:cs typeface="Segoe UI Semibold" panose="020B0702040204020203" pitchFamily="34" charset="0"/>
                </a:rPr>
                <a:t>Zone 1</a:t>
              </a:r>
            </a:p>
          </p:txBody>
        </p:sp>
        <p:grpSp>
          <p:nvGrpSpPr>
            <p:cNvPr id="25" name="Group 11">
              <a:extLst>
                <a:ext uri="{FF2B5EF4-FFF2-40B4-BE49-F238E27FC236}">
                  <a16:creationId xmlns:a16="http://schemas.microsoft.com/office/drawing/2014/main" id="{17D11BD2-B8ED-48A4-9950-865F6D3F9076}"/>
                </a:ext>
              </a:extLst>
            </p:cNvPr>
            <p:cNvGrpSpPr>
              <a:grpSpLocks noChangeAspect="1"/>
            </p:cNvGrpSpPr>
            <p:nvPr/>
          </p:nvGrpSpPr>
          <p:grpSpPr bwMode="auto">
            <a:xfrm>
              <a:off x="2095763" y="5615058"/>
              <a:ext cx="458206" cy="476016"/>
              <a:chOff x="4743" y="1874"/>
              <a:chExt cx="283" cy="294"/>
            </a:xfrm>
            <a:solidFill>
              <a:srgbClr val="FFFFFF"/>
            </a:solidFill>
          </p:grpSpPr>
          <p:sp>
            <p:nvSpPr>
              <p:cNvPr id="26" name="Freeform 12">
                <a:extLst>
                  <a:ext uri="{FF2B5EF4-FFF2-40B4-BE49-F238E27FC236}">
                    <a16:creationId xmlns:a16="http://schemas.microsoft.com/office/drawing/2014/main" id="{18C8FCA2-B0ED-45A7-BB54-2BFCB624D280}"/>
                  </a:ext>
                </a:extLst>
              </p:cNvPr>
              <p:cNvSpPr>
                <a:spLocks/>
              </p:cNvSpPr>
              <p:nvPr/>
            </p:nvSpPr>
            <p:spPr bwMode="auto">
              <a:xfrm>
                <a:off x="4833" y="2000"/>
                <a:ext cx="19" cy="27"/>
              </a:xfrm>
              <a:custGeom>
                <a:avLst/>
                <a:gdLst>
                  <a:gd name="T0" fmla="*/ 7 w 49"/>
                  <a:gd name="T1" fmla="*/ 62 h 70"/>
                  <a:gd name="T2" fmla="*/ 15 w 49"/>
                  <a:gd name="T3" fmla="*/ 68 h 70"/>
                  <a:gd name="T4" fmla="*/ 25 w 49"/>
                  <a:gd name="T5" fmla="*/ 70 h 70"/>
                  <a:gd name="T6" fmla="*/ 34 w 49"/>
                  <a:gd name="T7" fmla="*/ 68 h 70"/>
                  <a:gd name="T8" fmla="*/ 42 w 49"/>
                  <a:gd name="T9" fmla="*/ 62 h 70"/>
                  <a:gd name="T10" fmla="*/ 47 w 49"/>
                  <a:gd name="T11" fmla="*/ 51 h 70"/>
                  <a:gd name="T12" fmla="*/ 49 w 49"/>
                  <a:gd name="T13" fmla="*/ 36 h 70"/>
                  <a:gd name="T14" fmla="*/ 48 w 49"/>
                  <a:gd name="T15" fmla="*/ 22 h 70"/>
                  <a:gd name="T16" fmla="*/ 43 w 49"/>
                  <a:gd name="T17" fmla="*/ 11 h 70"/>
                  <a:gd name="T18" fmla="*/ 36 w 49"/>
                  <a:gd name="T19" fmla="*/ 3 h 70"/>
                  <a:gd name="T20" fmla="*/ 25 w 49"/>
                  <a:gd name="T21" fmla="*/ 0 h 70"/>
                  <a:gd name="T22" fmla="*/ 14 w 49"/>
                  <a:gd name="T23" fmla="*/ 3 h 70"/>
                  <a:gd name="T24" fmla="*/ 6 w 49"/>
                  <a:gd name="T25" fmla="*/ 11 h 70"/>
                  <a:gd name="T26" fmla="*/ 1 w 49"/>
                  <a:gd name="T27" fmla="*/ 22 h 70"/>
                  <a:gd name="T28" fmla="*/ 0 w 49"/>
                  <a:gd name="T29" fmla="*/ 35 h 70"/>
                  <a:gd name="T30" fmla="*/ 2 w 49"/>
                  <a:gd name="T31" fmla="*/ 51 h 70"/>
                  <a:gd name="T32" fmla="*/ 7 w 49"/>
                  <a:gd name="T33"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70">
                    <a:moveTo>
                      <a:pt x="7" y="62"/>
                    </a:moveTo>
                    <a:cubicBezTo>
                      <a:pt x="9" y="65"/>
                      <a:pt x="12" y="67"/>
                      <a:pt x="15" y="68"/>
                    </a:cubicBezTo>
                    <a:cubicBezTo>
                      <a:pt x="18" y="70"/>
                      <a:pt x="21" y="70"/>
                      <a:pt x="25" y="70"/>
                    </a:cubicBezTo>
                    <a:cubicBezTo>
                      <a:pt x="28" y="70"/>
                      <a:pt x="31" y="70"/>
                      <a:pt x="34" y="68"/>
                    </a:cubicBezTo>
                    <a:cubicBezTo>
                      <a:pt x="37" y="67"/>
                      <a:pt x="39" y="65"/>
                      <a:pt x="42" y="62"/>
                    </a:cubicBezTo>
                    <a:cubicBezTo>
                      <a:pt x="44" y="59"/>
                      <a:pt x="46" y="56"/>
                      <a:pt x="47" y="51"/>
                    </a:cubicBezTo>
                    <a:cubicBezTo>
                      <a:pt x="48" y="47"/>
                      <a:pt x="49" y="42"/>
                      <a:pt x="49" y="36"/>
                    </a:cubicBezTo>
                    <a:cubicBezTo>
                      <a:pt x="49" y="31"/>
                      <a:pt x="49" y="27"/>
                      <a:pt x="48" y="22"/>
                    </a:cubicBezTo>
                    <a:cubicBezTo>
                      <a:pt x="47" y="18"/>
                      <a:pt x="45" y="14"/>
                      <a:pt x="43" y="11"/>
                    </a:cubicBezTo>
                    <a:cubicBezTo>
                      <a:pt x="42" y="8"/>
                      <a:pt x="39" y="5"/>
                      <a:pt x="36" y="3"/>
                    </a:cubicBezTo>
                    <a:cubicBezTo>
                      <a:pt x="33" y="1"/>
                      <a:pt x="29" y="0"/>
                      <a:pt x="25" y="0"/>
                    </a:cubicBezTo>
                    <a:cubicBezTo>
                      <a:pt x="21" y="0"/>
                      <a:pt x="17" y="1"/>
                      <a:pt x="14" y="3"/>
                    </a:cubicBezTo>
                    <a:cubicBezTo>
                      <a:pt x="10" y="5"/>
                      <a:pt x="8" y="7"/>
                      <a:pt x="6" y="11"/>
                    </a:cubicBezTo>
                    <a:cubicBezTo>
                      <a:pt x="4" y="14"/>
                      <a:pt x="2" y="18"/>
                      <a:pt x="1" y="22"/>
                    </a:cubicBezTo>
                    <a:cubicBezTo>
                      <a:pt x="0" y="26"/>
                      <a:pt x="0" y="31"/>
                      <a:pt x="0" y="35"/>
                    </a:cubicBezTo>
                    <a:cubicBezTo>
                      <a:pt x="0" y="42"/>
                      <a:pt x="0" y="47"/>
                      <a:pt x="2" y="51"/>
                    </a:cubicBezTo>
                    <a:cubicBezTo>
                      <a:pt x="3" y="56"/>
                      <a:pt x="5" y="59"/>
                      <a:pt x="7" y="62"/>
                    </a:cubicBezTo>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27" name="Freeform 13">
                <a:extLst>
                  <a:ext uri="{FF2B5EF4-FFF2-40B4-BE49-F238E27FC236}">
                    <a16:creationId xmlns:a16="http://schemas.microsoft.com/office/drawing/2014/main" id="{3A202B80-7B31-4606-A614-6EA7D60B07F1}"/>
                  </a:ext>
                </a:extLst>
              </p:cNvPr>
              <p:cNvSpPr>
                <a:spLocks noEditPoints="1"/>
              </p:cNvSpPr>
              <p:nvPr/>
            </p:nvSpPr>
            <p:spPr bwMode="auto">
              <a:xfrm>
                <a:off x="4743" y="1874"/>
                <a:ext cx="197" cy="260"/>
              </a:xfrm>
              <a:custGeom>
                <a:avLst/>
                <a:gdLst>
                  <a:gd name="T0" fmla="*/ 354 w 502"/>
                  <a:gd name="T1" fmla="*/ 522 h 667"/>
                  <a:gd name="T2" fmla="*/ 502 w 502"/>
                  <a:gd name="T3" fmla="*/ 102 h 667"/>
                  <a:gd name="T4" fmla="*/ 0 w 502"/>
                  <a:gd name="T5" fmla="*/ 100 h 667"/>
                  <a:gd name="T6" fmla="*/ 212 w 502"/>
                  <a:gd name="T7" fmla="*/ 667 h 667"/>
                  <a:gd name="T8" fmla="*/ 337 w 502"/>
                  <a:gd name="T9" fmla="*/ 521 h 667"/>
                  <a:gd name="T10" fmla="*/ 340 w 502"/>
                  <a:gd name="T11" fmla="*/ 424 h 667"/>
                  <a:gd name="T12" fmla="*/ 381 w 502"/>
                  <a:gd name="T13" fmla="*/ 290 h 667"/>
                  <a:gd name="T14" fmla="*/ 427 w 502"/>
                  <a:gd name="T15" fmla="*/ 393 h 667"/>
                  <a:gd name="T16" fmla="*/ 427 w 502"/>
                  <a:gd name="T17" fmla="*/ 424 h 667"/>
                  <a:gd name="T18" fmla="*/ 429 w 502"/>
                  <a:gd name="T19" fmla="*/ 91 h 667"/>
                  <a:gd name="T20" fmla="*/ 72 w 502"/>
                  <a:gd name="T21" fmla="*/ 91 h 667"/>
                  <a:gd name="T22" fmla="*/ 176 w 502"/>
                  <a:gd name="T23" fmla="*/ 393 h 667"/>
                  <a:gd name="T24" fmla="*/ 165 w 502"/>
                  <a:gd name="T25" fmla="*/ 412 h 667"/>
                  <a:gd name="T26" fmla="*/ 139 w 502"/>
                  <a:gd name="T27" fmla="*/ 425 h 667"/>
                  <a:gd name="T28" fmla="*/ 106 w 502"/>
                  <a:gd name="T29" fmla="*/ 426 h 667"/>
                  <a:gd name="T30" fmla="*/ 87 w 502"/>
                  <a:gd name="T31" fmla="*/ 422 h 667"/>
                  <a:gd name="T32" fmla="*/ 80 w 502"/>
                  <a:gd name="T33" fmla="*/ 383 h 667"/>
                  <a:gd name="T34" fmla="*/ 97 w 502"/>
                  <a:gd name="T35" fmla="*/ 392 h 667"/>
                  <a:gd name="T36" fmla="*/ 117 w 502"/>
                  <a:gd name="T37" fmla="*/ 397 h 667"/>
                  <a:gd name="T38" fmla="*/ 129 w 502"/>
                  <a:gd name="T39" fmla="*/ 393 h 667"/>
                  <a:gd name="T40" fmla="*/ 131 w 502"/>
                  <a:gd name="T41" fmla="*/ 387 h 667"/>
                  <a:gd name="T42" fmla="*/ 126 w 502"/>
                  <a:gd name="T43" fmla="*/ 378 h 667"/>
                  <a:gd name="T44" fmla="*/ 110 w 502"/>
                  <a:gd name="T45" fmla="*/ 371 h 667"/>
                  <a:gd name="T46" fmla="*/ 85 w 502"/>
                  <a:gd name="T47" fmla="*/ 354 h 667"/>
                  <a:gd name="T48" fmla="*/ 78 w 502"/>
                  <a:gd name="T49" fmla="*/ 331 h 667"/>
                  <a:gd name="T50" fmla="*/ 93 w 502"/>
                  <a:gd name="T51" fmla="*/ 299 h 667"/>
                  <a:gd name="T52" fmla="*/ 132 w 502"/>
                  <a:gd name="T53" fmla="*/ 288 h 667"/>
                  <a:gd name="T54" fmla="*/ 155 w 502"/>
                  <a:gd name="T55" fmla="*/ 290 h 667"/>
                  <a:gd name="T56" fmla="*/ 170 w 502"/>
                  <a:gd name="T57" fmla="*/ 293 h 667"/>
                  <a:gd name="T58" fmla="*/ 163 w 502"/>
                  <a:gd name="T59" fmla="*/ 324 h 667"/>
                  <a:gd name="T60" fmla="*/ 146 w 502"/>
                  <a:gd name="T61" fmla="*/ 319 h 667"/>
                  <a:gd name="T62" fmla="*/ 125 w 502"/>
                  <a:gd name="T63" fmla="*/ 320 h 667"/>
                  <a:gd name="T64" fmla="*/ 122 w 502"/>
                  <a:gd name="T65" fmla="*/ 331 h 667"/>
                  <a:gd name="T66" fmla="*/ 130 w 502"/>
                  <a:gd name="T67" fmla="*/ 338 h 667"/>
                  <a:gd name="T68" fmla="*/ 154 w 502"/>
                  <a:gd name="T69" fmla="*/ 349 h 667"/>
                  <a:gd name="T70" fmla="*/ 174 w 502"/>
                  <a:gd name="T71" fmla="*/ 369 h 667"/>
                  <a:gd name="T72" fmla="*/ 176 w 502"/>
                  <a:gd name="T73" fmla="*/ 393 h 667"/>
                  <a:gd name="T74" fmla="*/ 186 w 502"/>
                  <a:gd name="T75" fmla="*/ 359 h 667"/>
                  <a:gd name="T76" fmla="*/ 205 w 502"/>
                  <a:gd name="T77" fmla="*/ 308 h 667"/>
                  <a:gd name="T78" fmla="*/ 255 w 502"/>
                  <a:gd name="T79" fmla="*/ 288 h 667"/>
                  <a:gd name="T80" fmla="*/ 302 w 502"/>
                  <a:gd name="T81" fmla="*/ 307 h 667"/>
                  <a:gd name="T82" fmla="*/ 321 w 502"/>
                  <a:gd name="T83" fmla="*/ 357 h 667"/>
                  <a:gd name="T84" fmla="*/ 310 w 502"/>
                  <a:gd name="T85" fmla="*/ 396 h 667"/>
                  <a:gd name="T86" fmla="*/ 284 w 502"/>
                  <a:gd name="T87" fmla="*/ 420 h 667"/>
                  <a:gd name="T88" fmla="*/ 278 w 502"/>
                  <a:gd name="T89" fmla="*/ 459 h 667"/>
                  <a:gd name="T90" fmla="*/ 224 w 502"/>
                  <a:gd name="T91" fmla="*/ 421 h 667"/>
                  <a:gd name="T92" fmla="*/ 191 w 502"/>
                  <a:gd name="T93" fmla="*/ 386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2" h="667">
                    <a:moveTo>
                      <a:pt x="337" y="521"/>
                    </a:moveTo>
                    <a:cubicBezTo>
                      <a:pt x="343" y="521"/>
                      <a:pt x="348" y="521"/>
                      <a:pt x="354" y="522"/>
                    </a:cubicBezTo>
                    <a:cubicBezTo>
                      <a:pt x="382" y="466"/>
                      <a:pt x="438" y="430"/>
                      <a:pt x="502" y="427"/>
                    </a:cubicBezTo>
                    <a:lnTo>
                      <a:pt x="502" y="102"/>
                    </a:lnTo>
                    <a:cubicBezTo>
                      <a:pt x="502" y="50"/>
                      <a:pt x="389" y="0"/>
                      <a:pt x="251" y="0"/>
                    </a:cubicBezTo>
                    <a:cubicBezTo>
                      <a:pt x="113" y="0"/>
                      <a:pt x="0" y="48"/>
                      <a:pt x="0" y="100"/>
                    </a:cubicBezTo>
                    <a:lnTo>
                      <a:pt x="0" y="568"/>
                    </a:lnTo>
                    <a:cubicBezTo>
                      <a:pt x="0" y="615"/>
                      <a:pt x="92" y="659"/>
                      <a:pt x="212" y="667"/>
                    </a:cubicBezTo>
                    <a:cubicBezTo>
                      <a:pt x="211" y="661"/>
                      <a:pt x="211" y="654"/>
                      <a:pt x="211" y="647"/>
                    </a:cubicBezTo>
                    <a:cubicBezTo>
                      <a:pt x="211" y="578"/>
                      <a:pt x="267" y="521"/>
                      <a:pt x="337" y="521"/>
                    </a:cubicBezTo>
                    <a:close/>
                    <a:moveTo>
                      <a:pt x="427" y="424"/>
                    </a:moveTo>
                    <a:lnTo>
                      <a:pt x="340" y="424"/>
                    </a:lnTo>
                    <a:lnTo>
                      <a:pt x="340" y="290"/>
                    </a:lnTo>
                    <a:lnTo>
                      <a:pt x="381" y="290"/>
                    </a:lnTo>
                    <a:lnTo>
                      <a:pt x="381" y="393"/>
                    </a:lnTo>
                    <a:lnTo>
                      <a:pt x="427" y="393"/>
                    </a:lnTo>
                    <a:lnTo>
                      <a:pt x="427" y="424"/>
                    </a:lnTo>
                    <a:lnTo>
                      <a:pt x="427" y="424"/>
                    </a:lnTo>
                    <a:close/>
                    <a:moveTo>
                      <a:pt x="251" y="36"/>
                    </a:moveTo>
                    <a:cubicBezTo>
                      <a:pt x="349" y="36"/>
                      <a:pt x="429" y="61"/>
                      <a:pt x="429" y="91"/>
                    </a:cubicBezTo>
                    <a:cubicBezTo>
                      <a:pt x="429" y="121"/>
                      <a:pt x="349" y="146"/>
                      <a:pt x="251" y="146"/>
                    </a:cubicBezTo>
                    <a:cubicBezTo>
                      <a:pt x="152" y="146"/>
                      <a:pt x="72" y="121"/>
                      <a:pt x="72" y="91"/>
                    </a:cubicBezTo>
                    <a:cubicBezTo>
                      <a:pt x="72" y="61"/>
                      <a:pt x="152" y="36"/>
                      <a:pt x="251" y="36"/>
                    </a:cubicBezTo>
                    <a:close/>
                    <a:moveTo>
                      <a:pt x="176" y="393"/>
                    </a:moveTo>
                    <a:cubicBezTo>
                      <a:pt x="175" y="397"/>
                      <a:pt x="174" y="400"/>
                      <a:pt x="172" y="403"/>
                    </a:cubicBezTo>
                    <a:cubicBezTo>
                      <a:pt x="170" y="406"/>
                      <a:pt x="168" y="409"/>
                      <a:pt x="165" y="412"/>
                    </a:cubicBezTo>
                    <a:cubicBezTo>
                      <a:pt x="162" y="415"/>
                      <a:pt x="159" y="418"/>
                      <a:pt x="154" y="420"/>
                    </a:cubicBezTo>
                    <a:cubicBezTo>
                      <a:pt x="150" y="422"/>
                      <a:pt x="145" y="424"/>
                      <a:pt x="139" y="425"/>
                    </a:cubicBezTo>
                    <a:cubicBezTo>
                      <a:pt x="133" y="426"/>
                      <a:pt x="126" y="427"/>
                      <a:pt x="118" y="427"/>
                    </a:cubicBezTo>
                    <a:cubicBezTo>
                      <a:pt x="114" y="427"/>
                      <a:pt x="110" y="427"/>
                      <a:pt x="106" y="426"/>
                    </a:cubicBezTo>
                    <a:cubicBezTo>
                      <a:pt x="103" y="426"/>
                      <a:pt x="99" y="425"/>
                      <a:pt x="96" y="424"/>
                    </a:cubicBezTo>
                    <a:cubicBezTo>
                      <a:pt x="93" y="424"/>
                      <a:pt x="90" y="423"/>
                      <a:pt x="87" y="422"/>
                    </a:cubicBezTo>
                    <a:cubicBezTo>
                      <a:pt x="84" y="421"/>
                      <a:pt x="82" y="420"/>
                      <a:pt x="80" y="420"/>
                    </a:cubicBezTo>
                    <a:lnTo>
                      <a:pt x="80" y="383"/>
                    </a:lnTo>
                    <a:cubicBezTo>
                      <a:pt x="82" y="384"/>
                      <a:pt x="85" y="386"/>
                      <a:pt x="88" y="388"/>
                    </a:cubicBezTo>
                    <a:cubicBezTo>
                      <a:pt x="91" y="389"/>
                      <a:pt x="94" y="391"/>
                      <a:pt x="97" y="392"/>
                    </a:cubicBezTo>
                    <a:cubicBezTo>
                      <a:pt x="100" y="393"/>
                      <a:pt x="104" y="394"/>
                      <a:pt x="107" y="395"/>
                    </a:cubicBezTo>
                    <a:cubicBezTo>
                      <a:pt x="111" y="396"/>
                      <a:pt x="114" y="397"/>
                      <a:pt x="117" y="397"/>
                    </a:cubicBezTo>
                    <a:cubicBezTo>
                      <a:pt x="120" y="397"/>
                      <a:pt x="123" y="396"/>
                      <a:pt x="124" y="396"/>
                    </a:cubicBezTo>
                    <a:cubicBezTo>
                      <a:pt x="126" y="395"/>
                      <a:pt x="128" y="394"/>
                      <a:pt x="129" y="393"/>
                    </a:cubicBezTo>
                    <a:cubicBezTo>
                      <a:pt x="130" y="393"/>
                      <a:pt x="130" y="392"/>
                      <a:pt x="131" y="391"/>
                    </a:cubicBezTo>
                    <a:cubicBezTo>
                      <a:pt x="131" y="389"/>
                      <a:pt x="131" y="388"/>
                      <a:pt x="131" y="387"/>
                    </a:cubicBezTo>
                    <a:cubicBezTo>
                      <a:pt x="131" y="385"/>
                      <a:pt x="131" y="383"/>
                      <a:pt x="130" y="382"/>
                    </a:cubicBezTo>
                    <a:cubicBezTo>
                      <a:pt x="129" y="380"/>
                      <a:pt x="127" y="379"/>
                      <a:pt x="126" y="378"/>
                    </a:cubicBezTo>
                    <a:cubicBezTo>
                      <a:pt x="124" y="377"/>
                      <a:pt x="121" y="375"/>
                      <a:pt x="119" y="374"/>
                    </a:cubicBezTo>
                    <a:cubicBezTo>
                      <a:pt x="116" y="373"/>
                      <a:pt x="113" y="372"/>
                      <a:pt x="110" y="371"/>
                    </a:cubicBezTo>
                    <a:cubicBezTo>
                      <a:pt x="105" y="369"/>
                      <a:pt x="100" y="366"/>
                      <a:pt x="95" y="363"/>
                    </a:cubicBezTo>
                    <a:cubicBezTo>
                      <a:pt x="91" y="360"/>
                      <a:pt x="88" y="357"/>
                      <a:pt x="85" y="354"/>
                    </a:cubicBezTo>
                    <a:cubicBezTo>
                      <a:pt x="83" y="350"/>
                      <a:pt x="81" y="346"/>
                      <a:pt x="80" y="343"/>
                    </a:cubicBezTo>
                    <a:cubicBezTo>
                      <a:pt x="78" y="339"/>
                      <a:pt x="78" y="335"/>
                      <a:pt x="78" y="331"/>
                    </a:cubicBezTo>
                    <a:cubicBezTo>
                      <a:pt x="78" y="324"/>
                      <a:pt x="79" y="318"/>
                      <a:pt x="82" y="313"/>
                    </a:cubicBezTo>
                    <a:cubicBezTo>
                      <a:pt x="84" y="307"/>
                      <a:pt x="88" y="303"/>
                      <a:pt x="93" y="299"/>
                    </a:cubicBezTo>
                    <a:cubicBezTo>
                      <a:pt x="98" y="296"/>
                      <a:pt x="104" y="293"/>
                      <a:pt x="110" y="291"/>
                    </a:cubicBezTo>
                    <a:cubicBezTo>
                      <a:pt x="117" y="289"/>
                      <a:pt x="124" y="288"/>
                      <a:pt x="132" y="288"/>
                    </a:cubicBezTo>
                    <a:cubicBezTo>
                      <a:pt x="137" y="288"/>
                      <a:pt x="141" y="288"/>
                      <a:pt x="145" y="288"/>
                    </a:cubicBezTo>
                    <a:cubicBezTo>
                      <a:pt x="149" y="289"/>
                      <a:pt x="152" y="289"/>
                      <a:pt x="155" y="290"/>
                    </a:cubicBezTo>
                    <a:cubicBezTo>
                      <a:pt x="158" y="290"/>
                      <a:pt x="161" y="291"/>
                      <a:pt x="163" y="291"/>
                    </a:cubicBezTo>
                    <a:cubicBezTo>
                      <a:pt x="166" y="292"/>
                      <a:pt x="168" y="292"/>
                      <a:pt x="170" y="293"/>
                    </a:cubicBezTo>
                    <a:lnTo>
                      <a:pt x="170" y="327"/>
                    </a:lnTo>
                    <a:cubicBezTo>
                      <a:pt x="168" y="326"/>
                      <a:pt x="166" y="325"/>
                      <a:pt x="163" y="324"/>
                    </a:cubicBezTo>
                    <a:cubicBezTo>
                      <a:pt x="161" y="323"/>
                      <a:pt x="158" y="322"/>
                      <a:pt x="155" y="321"/>
                    </a:cubicBezTo>
                    <a:cubicBezTo>
                      <a:pt x="152" y="320"/>
                      <a:pt x="149" y="319"/>
                      <a:pt x="146" y="319"/>
                    </a:cubicBezTo>
                    <a:cubicBezTo>
                      <a:pt x="143" y="318"/>
                      <a:pt x="140" y="318"/>
                      <a:pt x="136" y="318"/>
                    </a:cubicBezTo>
                    <a:cubicBezTo>
                      <a:pt x="132" y="318"/>
                      <a:pt x="128" y="319"/>
                      <a:pt x="125" y="320"/>
                    </a:cubicBezTo>
                    <a:cubicBezTo>
                      <a:pt x="123" y="322"/>
                      <a:pt x="121" y="324"/>
                      <a:pt x="121" y="327"/>
                    </a:cubicBezTo>
                    <a:cubicBezTo>
                      <a:pt x="121" y="329"/>
                      <a:pt x="122" y="330"/>
                      <a:pt x="122" y="331"/>
                    </a:cubicBezTo>
                    <a:cubicBezTo>
                      <a:pt x="123" y="333"/>
                      <a:pt x="124" y="334"/>
                      <a:pt x="125" y="335"/>
                    </a:cubicBezTo>
                    <a:cubicBezTo>
                      <a:pt x="126" y="336"/>
                      <a:pt x="128" y="337"/>
                      <a:pt x="130" y="338"/>
                    </a:cubicBezTo>
                    <a:cubicBezTo>
                      <a:pt x="133" y="339"/>
                      <a:pt x="135" y="340"/>
                      <a:pt x="138" y="341"/>
                    </a:cubicBezTo>
                    <a:cubicBezTo>
                      <a:pt x="144" y="344"/>
                      <a:pt x="149" y="346"/>
                      <a:pt x="154" y="349"/>
                    </a:cubicBezTo>
                    <a:cubicBezTo>
                      <a:pt x="159" y="351"/>
                      <a:pt x="163" y="354"/>
                      <a:pt x="166" y="358"/>
                    </a:cubicBezTo>
                    <a:cubicBezTo>
                      <a:pt x="169" y="361"/>
                      <a:pt x="172" y="365"/>
                      <a:pt x="174" y="369"/>
                    </a:cubicBezTo>
                    <a:cubicBezTo>
                      <a:pt x="176" y="373"/>
                      <a:pt x="177" y="378"/>
                      <a:pt x="177" y="384"/>
                    </a:cubicBezTo>
                    <a:cubicBezTo>
                      <a:pt x="177" y="387"/>
                      <a:pt x="176" y="390"/>
                      <a:pt x="176" y="393"/>
                    </a:cubicBezTo>
                    <a:close/>
                    <a:moveTo>
                      <a:pt x="191" y="386"/>
                    </a:moveTo>
                    <a:cubicBezTo>
                      <a:pt x="187" y="378"/>
                      <a:pt x="186" y="369"/>
                      <a:pt x="186" y="359"/>
                    </a:cubicBezTo>
                    <a:cubicBezTo>
                      <a:pt x="186" y="348"/>
                      <a:pt x="187" y="339"/>
                      <a:pt x="191" y="330"/>
                    </a:cubicBezTo>
                    <a:cubicBezTo>
                      <a:pt x="194" y="321"/>
                      <a:pt x="199" y="314"/>
                      <a:pt x="205" y="308"/>
                    </a:cubicBezTo>
                    <a:cubicBezTo>
                      <a:pt x="211" y="301"/>
                      <a:pt x="218" y="296"/>
                      <a:pt x="227" y="293"/>
                    </a:cubicBezTo>
                    <a:cubicBezTo>
                      <a:pt x="235" y="290"/>
                      <a:pt x="245" y="288"/>
                      <a:pt x="255" y="288"/>
                    </a:cubicBezTo>
                    <a:cubicBezTo>
                      <a:pt x="264" y="288"/>
                      <a:pt x="273" y="289"/>
                      <a:pt x="281" y="293"/>
                    </a:cubicBezTo>
                    <a:cubicBezTo>
                      <a:pt x="289" y="296"/>
                      <a:pt x="296" y="300"/>
                      <a:pt x="302" y="307"/>
                    </a:cubicBezTo>
                    <a:cubicBezTo>
                      <a:pt x="308" y="312"/>
                      <a:pt x="313" y="320"/>
                      <a:pt x="316" y="328"/>
                    </a:cubicBezTo>
                    <a:cubicBezTo>
                      <a:pt x="319" y="337"/>
                      <a:pt x="321" y="346"/>
                      <a:pt x="321" y="357"/>
                    </a:cubicBezTo>
                    <a:cubicBezTo>
                      <a:pt x="321" y="365"/>
                      <a:pt x="320" y="372"/>
                      <a:pt x="318" y="378"/>
                    </a:cubicBezTo>
                    <a:cubicBezTo>
                      <a:pt x="316" y="385"/>
                      <a:pt x="314" y="391"/>
                      <a:pt x="310" y="396"/>
                    </a:cubicBezTo>
                    <a:cubicBezTo>
                      <a:pt x="307" y="402"/>
                      <a:pt x="303" y="406"/>
                      <a:pt x="299" y="410"/>
                    </a:cubicBezTo>
                    <a:cubicBezTo>
                      <a:pt x="294" y="414"/>
                      <a:pt x="289" y="418"/>
                      <a:pt x="284" y="420"/>
                    </a:cubicBezTo>
                    <a:lnTo>
                      <a:pt x="329" y="459"/>
                    </a:lnTo>
                    <a:lnTo>
                      <a:pt x="278" y="459"/>
                    </a:lnTo>
                    <a:lnTo>
                      <a:pt x="248" y="427"/>
                    </a:lnTo>
                    <a:cubicBezTo>
                      <a:pt x="239" y="426"/>
                      <a:pt x="231" y="424"/>
                      <a:pt x="224" y="421"/>
                    </a:cubicBezTo>
                    <a:cubicBezTo>
                      <a:pt x="216" y="418"/>
                      <a:pt x="210" y="413"/>
                      <a:pt x="204" y="407"/>
                    </a:cubicBezTo>
                    <a:cubicBezTo>
                      <a:pt x="198" y="402"/>
                      <a:pt x="194" y="395"/>
                      <a:pt x="191" y="386"/>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28" name="Freeform 14">
                <a:extLst>
                  <a:ext uri="{FF2B5EF4-FFF2-40B4-BE49-F238E27FC236}">
                    <a16:creationId xmlns:a16="http://schemas.microsoft.com/office/drawing/2014/main" id="{317F00D0-AF57-43B3-B457-79EA146AA96B}"/>
                  </a:ext>
                </a:extLst>
              </p:cNvPr>
              <p:cNvSpPr>
                <a:spLocks noEditPoints="1"/>
              </p:cNvSpPr>
              <p:nvPr/>
            </p:nvSpPr>
            <p:spPr bwMode="auto">
              <a:xfrm>
                <a:off x="4833" y="2047"/>
                <a:ext cx="193" cy="121"/>
              </a:xfrm>
              <a:custGeom>
                <a:avLst/>
                <a:gdLst>
                  <a:gd name="T0" fmla="*/ 492 w 492"/>
                  <a:gd name="T1" fmla="*/ 249 h 312"/>
                  <a:gd name="T2" fmla="*/ 433 w 492"/>
                  <a:gd name="T3" fmla="*/ 185 h 312"/>
                  <a:gd name="T4" fmla="*/ 436 w 492"/>
                  <a:gd name="T5" fmla="*/ 155 h 312"/>
                  <a:gd name="T6" fmla="*/ 281 w 492"/>
                  <a:gd name="T7" fmla="*/ 0 h 312"/>
                  <a:gd name="T8" fmla="*/ 136 w 492"/>
                  <a:gd name="T9" fmla="*/ 98 h 312"/>
                  <a:gd name="T10" fmla="*/ 109 w 492"/>
                  <a:gd name="T11" fmla="*/ 94 h 312"/>
                  <a:gd name="T12" fmla="*/ 0 w 492"/>
                  <a:gd name="T13" fmla="*/ 203 h 312"/>
                  <a:gd name="T14" fmla="*/ 107 w 492"/>
                  <a:gd name="T15" fmla="*/ 312 h 312"/>
                  <a:gd name="T16" fmla="*/ 433 w 492"/>
                  <a:gd name="T17" fmla="*/ 312 h 312"/>
                  <a:gd name="T18" fmla="*/ 446 w 492"/>
                  <a:gd name="T19" fmla="*/ 312 h 312"/>
                  <a:gd name="T20" fmla="*/ 445 w 492"/>
                  <a:gd name="T21" fmla="*/ 310 h 312"/>
                  <a:gd name="T22" fmla="*/ 492 w 492"/>
                  <a:gd name="T23" fmla="*/ 249 h 312"/>
                  <a:gd name="T24" fmla="*/ 433 w 492"/>
                  <a:gd name="T25" fmla="*/ 295 h 312"/>
                  <a:gd name="T26" fmla="*/ 109 w 492"/>
                  <a:gd name="T27" fmla="*/ 295 h 312"/>
                  <a:gd name="T28" fmla="*/ 17 w 492"/>
                  <a:gd name="T29" fmla="*/ 203 h 312"/>
                  <a:gd name="T30" fmla="*/ 109 w 492"/>
                  <a:gd name="T31" fmla="*/ 112 h 312"/>
                  <a:gd name="T32" fmla="*/ 139 w 492"/>
                  <a:gd name="T33" fmla="*/ 117 h 312"/>
                  <a:gd name="T34" fmla="*/ 147 w 492"/>
                  <a:gd name="T35" fmla="*/ 120 h 312"/>
                  <a:gd name="T36" fmla="*/ 150 w 492"/>
                  <a:gd name="T37" fmla="*/ 111 h 312"/>
                  <a:gd name="T38" fmla="*/ 281 w 492"/>
                  <a:gd name="T39" fmla="*/ 17 h 312"/>
                  <a:gd name="T40" fmla="*/ 419 w 492"/>
                  <a:gd name="T41" fmla="*/ 155 h 312"/>
                  <a:gd name="T42" fmla="*/ 414 w 492"/>
                  <a:gd name="T43" fmla="*/ 192 h 312"/>
                  <a:gd name="T44" fmla="*/ 410 w 492"/>
                  <a:gd name="T45" fmla="*/ 204 h 312"/>
                  <a:gd name="T46" fmla="*/ 423 w 492"/>
                  <a:gd name="T47" fmla="*/ 203 h 312"/>
                  <a:gd name="T48" fmla="*/ 429 w 492"/>
                  <a:gd name="T49" fmla="*/ 202 h 312"/>
                  <a:gd name="T50" fmla="*/ 475 w 492"/>
                  <a:gd name="T51" fmla="*/ 249 h 312"/>
                  <a:gd name="T52" fmla="*/ 433 w 492"/>
                  <a:gd name="T53" fmla="*/ 29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2" h="312">
                    <a:moveTo>
                      <a:pt x="492" y="249"/>
                    </a:moveTo>
                    <a:cubicBezTo>
                      <a:pt x="492" y="215"/>
                      <a:pt x="466" y="187"/>
                      <a:pt x="433" y="185"/>
                    </a:cubicBezTo>
                    <a:cubicBezTo>
                      <a:pt x="435" y="175"/>
                      <a:pt x="436" y="165"/>
                      <a:pt x="436" y="155"/>
                    </a:cubicBezTo>
                    <a:cubicBezTo>
                      <a:pt x="436" y="70"/>
                      <a:pt x="366" y="0"/>
                      <a:pt x="281" y="0"/>
                    </a:cubicBezTo>
                    <a:cubicBezTo>
                      <a:pt x="217" y="0"/>
                      <a:pt x="160" y="39"/>
                      <a:pt x="136" y="98"/>
                    </a:cubicBezTo>
                    <a:cubicBezTo>
                      <a:pt x="127" y="96"/>
                      <a:pt x="118" y="94"/>
                      <a:pt x="109" y="94"/>
                    </a:cubicBezTo>
                    <a:cubicBezTo>
                      <a:pt x="49" y="94"/>
                      <a:pt x="0" y="143"/>
                      <a:pt x="0" y="203"/>
                    </a:cubicBezTo>
                    <a:cubicBezTo>
                      <a:pt x="0" y="262"/>
                      <a:pt x="47" y="311"/>
                      <a:pt x="107" y="312"/>
                    </a:cubicBezTo>
                    <a:lnTo>
                      <a:pt x="433" y="312"/>
                    </a:lnTo>
                    <a:lnTo>
                      <a:pt x="446" y="312"/>
                    </a:lnTo>
                    <a:lnTo>
                      <a:pt x="445" y="310"/>
                    </a:lnTo>
                    <a:cubicBezTo>
                      <a:pt x="472" y="303"/>
                      <a:pt x="492" y="278"/>
                      <a:pt x="492" y="249"/>
                    </a:cubicBezTo>
                    <a:close/>
                    <a:moveTo>
                      <a:pt x="433" y="295"/>
                    </a:moveTo>
                    <a:lnTo>
                      <a:pt x="109" y="295"/>
                    </a:lnTo>
                    <a:cubicBezTo>
                      <a:pt x="58" y="295"/>
                      <a:pt x="17" y="254"/>
                      <a:pt x="17" y="203"/>
                    </a:cubicBezTo>
                    <a:cubicBezTo>
                      <a:pt x="17" y="153"/>
                      <a:pt x="58" y="112"/>
                      <a:pt x="109" y="112"/>
                    </a:cubicBezTo>
                    <a:cubicBezTo>
                      <a:pt x="119" y="112"/>
                      <a:pt x="129" y="113"/>
                      <a:pt x="139" y="117"/>
                    </a:cubicBezTo>
                    <a:lnTo>
                      <a:pt x="147" y="120"/>
                    </a:lnTo>
                    <a:lnTo>
                      <a:pt x="150" y="111"/>
                    </a:lnTo>
                    <a:cubicBezTo>
                      <a:pt x="169" y="55"/>
                      <a:pt x="221" y="17"/>
                      <a:pt x="281" y="17"/>
                    </a:cubicBezTo>
                    <a:cubicBezTo>
                      <a:pt x="357" y="17"/>
                      <a:pt x="419" y="79"/>
                      <a:pt x="419" y="155"/>
                    </a:cubicBezTo>
                    <a:cubicBezTo>
                      <a:pt x="419" y="167"/>
                      <a:pt x="417" y="180"/>
                      <a:pt x="414" y="192"/>
                    </a:cubicBezTo>
                    <a:lnTo>
                      <a:pt x="410" y="204"/>
                    </a:lnTo>
                    <a:lnTo>
                      <a:pt x="423" y="203"/>
                    </a:lnTo>
                    <a:cubicBezTo>
                      <a:pt x="425" y="202"/>
                      <a:pt x="427" y="202"/>
                      <a:pt x="429" y="202"/>
                    </a:cubicBezTo>
                    <a:cubicBezTo>
                      <a:pt x="454" y="202"/>
                      <a:pt x="475" y="223"/>
                      <a:pt x="475" y="249"/>
                    </a:cubicBezTo>
                    <a:cubicBezTo>
                      <a:pt x="475" y="272"/>
                      <a:pt x="456" y="293"/>
                      <a:pt x="433" y="295"/>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grpSp>
        <p:sp>
          <p:nvSpPr>
            <p:cNvPr id="29" name="TextBox 28">
              <a:extLst>
                <a:ext uri="{FF2B5EF4-FFF2-40B4-BE49-F238E27FC236}">
                  <a16:creationId xmlns:a16="http://schemas.microsoft.com/office/drawing/2014/main" id="{D380DDBE-3A76-453F-A10D-5FD4D317D7DA}"/>
                </a:ext>
              </a:extLst>
            </p:cNvPr>
            <p:cNvSpPr txBox="1"/>
            <p:nvPr/>
          </p:nvSpPr>
          <p:spPr>
            <a:xfrm>
              <a:off x="512241" y="3518144"/>
              <a:ext cx="522109" cy="1044227"/>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Web App</a:t>
              </a:r>
            </a:p>
          </p:txBody>
        </p:sp>
        <p:sp>
          <p:nvSpPr>
            <p:cNvPr id="30" name="TextBox 29">
              <a:extLst>
                <a:ext uri="{FF2B5EF4-FFF2-40B4-BE49-F238E27FC236}">
                  <a16:creationId xmlns:a16="http://schemas.microsoft.com/office/drawing/2014/main" id="{05FD5013-6E14-4BAA-8D77-42155B7D35DE}"/>
                </a:ext>
              </a:extLst>
            </p:cNvPr>
            <p:cNvSpPr txBox="1"/>
            <p:nvPr/>
          </p:nvSpPr>
          <p:spPr>
            <a:xfrm>
              <a:off x="552881" y="5159080"/>
              <a:ext cx="522109" cy="892831"/>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SQL</a:t>
              </a:r>
            </a:p>
          </p:txBody>
        </p:sp>
        <p:sp>
          <p:nvSpPr>
            <p:cNvPr id="31" name="Rectangle 30">
              <a:extLst>
                <a:ext uri="{FF2B5EF4-FFF2-40B4-BE49-F238E27FC236}">
                  <a16:creationId xmlns:a16="http://schemas.microsoft.com/office/drawing/2014/main" id="{837A3238-AFAE-4CBC-90AF-3B3B850E8CCA}"/>
                </a:ext>
              </a:extLst>
            </p:cNvPr>
            <p:cNvSpPr/>
            <p:nvPr/>
          </p:nvSpPr>
          <p:spPr bwMode="auto">
            <a:xfrm>
              <a:off x="438150" y="3452492"/>
              <a:ext cx="7175500" cy="1143462"/>
            </a:xfrm>
            <a:prstGeom prst="rect">
              <a:avLst/>
            </a:prstGeom>
            <a:noFill/>
            <a:ln w="19050" cap="rnd" cmpd="sng" algn="ctr">
              <a:solidFill>
                <a:schemeClr val="accent5">
                  <a:lumMod val="50000"/>
                </a:schemeClr>
              </a:solidFill>
              <a:prstDash val="sysDash"/>
              <a:round/>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 name="TextBox 31">
              <a:extLst>
                <a:ext uri="{FF2B5EF4-FFF2-40B4-BE49-F238E27FC236}">
                  <a16:creationId xmlns:a16="http://schemas.microsoft.com/office/drawing/2014/main" id="{DDC2F058-1AE7-4081-B9C3-B8AE0BE4C674}"/>
                </a:ext>
              </a:extLst>
            </p:cNvPr>
            <p:cNvSpPr txBox="1"/>
            <p:nvPr/>
          </p:nvSpPr>
          <p:spPr>
            <a:xfrm>
              <a:off x="7477753" y="3382642"/>
              <a:ext cx="667534" cy="1143462"/>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Front End Subnet</a:t>
              </a:r>
            </a:p>
          </p:txBody>
        </p:sp>
        <p:sp>
          <p:nvSpPr>
            <p:cNvPr id="33" name="Rectangle 32">
              <a:extLst>
                <a:ext uri="{FF2B5EF4-FFF2-40B4-BE49-F238E27FC236}">
                  <a16:creationId xmlns:a16="http://schemas.microsoft.com/office/drawing/2014/main" id="{D9B84E72-6540-4040-84AF-902E206BFF8E}"/>
                </a:ext>
              </a:extLst>
            </p:cNvPr>
            <p:cNvSpPr/>
            <p:nvPr/>
          </p:nvSpPr>
          <p:spPr bwMode="auto">
            <a:xfrm>
              <a:off x="438150" y="5058769"/>
              <a:ext cx="7175500" cy="1088426"/>
            </a:xfrm>
            <a:prstGeom prst="rect">
              <a:avLst/>
            </a:prstGeom>
            <a:noFill/>
            <a:ln w="19050" cap="rnd" cmpd="sng" algn="ctr">
              <a:solidFill>
                <a:schemeClr val="accent5">
                  <a:lumMod val="50000"/>
                </a:schemeClr>
              </a:solidFill>
              <a:prstDash val="sysDash"/>
              <a:round/>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 name="Rectangle: Rounded Corners 33">
              <a:extLst>
                <a:ext uri="{FF2B5EF4-FFF2-40B4-BE49-F238E27FC236}">
                  <a16:creationId xmlns:a16="http://schemas.microsoft.com/office/drawing/2014/main" id="{B7E75D89-67F9-4503-9F95-B5005712DDAD}"/>
                </a:ext>
              </a:extLst>
            </p:cNvPr>
            <p:cNvSpPr/>
            <p:nvPr/>
          </p:nvSpPr>
          <p:spPr bwMode="auto">
            <a:xfrm>
              <a:off x="3207034" y="2939533"/>
              <a:ext cx="1897596" cy="3810970"/>
            </a:xfrm>
            <a:prstGeom prst="roundRect">
              <a:avLst/>
            </a:prstGeom>
            <a:noFill/>
            <a:ln w="19050" cap="flat" cmpd="sng" algn="ctr">
              <a:solidFill>
                <a:schemeClr val="accent4"/>
              </a:solidFill>
              <a:prstDash val="sysDot"/>
              <a:headEnd type="none" w="med" len="med"/>
              <a:tailEnd type="none" w="med" len="med"/>
            </a:ln>
            <a:effectLst/>
          </p:spPr>
          <p:txBody>
            <a:bodyPr rot="0" spcFirstLastPara="0" vertOverflow="overflow" horzOverflow="overflow" vert="horz" wrap="square" lIns="186521" tIns="149217" rIns="186521" bIns="0" numCol="1" spcCol="0" rtlCol="0" fromWordArt="0" anchor="b"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Zone 2</a:t>
              </a:r>
            </a:p>
          </p:txBody>
        </p:sp>
        <p:grpSp>
          <p:nvGrpSpPr>
            <p:cNvPr id="36" name="Group 4">
              <a:extLst>
                <a:ext uri="{FF2B5EF4-FFF2-40B4-BE49-F238E27FC236}">
                  <a16:creationId xmlns:a16="http://schemas.microsoft.com/office/drawing/2014/main" id="{6011139B-7279-4B94-8C28-DB1E0BFA2B15}"/>
                </a:ext>
              </a:extLst>
            </p:cNvPr>
            <p:cNvGrpSpPr>
              <a:grpSpLocks noChangeAspect="1"/>
            </p:cNvGrpSpPr>
            <p:nvPr/>
          </p:nvGrpSpPr>
          <p:grpSpPr bwMode="auto">
            <a:xfrm>
              <a:off x="3470521" y="5121230"/>
              <a:ext cx="972677" cy="892830"/>
              <a:chOff x="2299" y="1462"/>
              <a:chExt cx="268" cy="246"/>
            </a:xfrm>
            <a:solidFill>
              <a:schemeClr val="accent4"/>
            </a:solidFill>
          </p:grpSpPr>
          <p:sp>
            <p:nvSpPr>
              <p:cNvPr id="37" name="Freeform 5">
                <a:extLst>
                  <a:ext uri="{FF2B5EF4-FFF2-40B4-BE49-F238E27FC236}">
                    <a16:creationId xmlns:a16="http://schemas.microsoft.com/office/drawing/2014/main" id="{02804591-CE27-41A4-B7BB-149EA11BC779}"/>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38" name="Freeform 6">
                <a:extLst>
                  <a:ext uri="{FF2B5EF4-FFF2-40B4-BE49-F238E27FC236}">
                    <a16:creationId xmlns:a16="http://schemas.microsoft.com/office/drawing/2014/main" id="{5EF26ED8-DE21-40B6-8350-309E3064EF4B}"/>
                  </a:ext>
                </a:extLst>
              </p:cNvPr>
              <p:cNvSpPr>
                <a:spLocks/>
              </p:cNvSpPr>
              <p:nvPr/>
            </p:nvSpPr>
            <p:spPr bwMode="auto">
              <a:xfrm>
                <a:off x="2389" y="1507"/>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39" name="Freeform 7">
                <a:extLst>
                  <a:ext uri="{FF2B5EF4-FFF2-40B4-BE49-F238E27FC236}">
                    <a16:creationId xmlns:a16="http://schemas.microsoft.com/office/drawing/2014/main" id="{D9A3CAD1-9685-44DF-86CF-4A8087BAE8E5}"/>
                  </a:ext>
                </a:extLst>
              </p:cNvPr>
              <p:cNvSpPr>
                <a:spLocks/>
              </p:cNvSpPr>
              <p:nvPr/>
            </p:nvSpPr>
            <p:spPr bwMode="auto">
              <a:xfrm>
                <a:off x="2435" y="1539"/>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40" name="Freeform 8">
                <a:extLst>
                  <a:ext uri="{FF2B5EF4-FFF2-40B4-BE49-F238E27FC236}">
                    <a16:creationId xmlns:a16="http://schemas.microsoft.com/office/drawing/2014/main" id="{BEC1F27B-B006-4EEA-B02C-344D94714DEF}"/>
                  </a:ext>
                </a:extLst>
              </p:cNvPr>
              <p:cNvSpPr>
                <a:spLocks/>
              </p:cNvSpPr>
              <p:nvPr/>
            </p:nvSpPr>
            <p:spPr bwMode="auto">
              <a:xfrm>
                <a:off x="2385" y="1539"/>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grpSp>
          <p:nvGrpSpPr>
            <p:cNvPr id="41" name="Group 11">
              <a:extLst>
                <a:ext uri="{FF2B5EF4-FFF2-40B4-BE49-F238E27FC236}">
                  <a16:creationId xmlns:a16="http://schemas.microsoft.com/office/drawing/2014/main" id="{97C53F36-353B-4106-9972-5E4D012C6C3C}"/>
                </a:ext>
              </a:extLst>
            </p:cNvPr>
            <p:cNvGrpSpPr>
              <a:grpSpLocks noChangeAspect="1"/>
            </p:cNvGrpSpPr>
            <p:nvPr/>
          </p:nvGrpSpPr>
          <p:grpSpPr bwMode="auto">
            <a:xfrm>
              <a:off x="4616016" y="5577206"/>
              <a:ext cx="458206" cy="476016"/>
              <a:chOff x="4743" y="1874"/>
              <a:chExt cx="283" cy="294"/>
            </a:xfrm>
            <a:solidFill>
              <a:srgbClr val="FFFFFF"/>
            </a:solidFill>
          </p:grpSpPr>
          <p:sp>
            <p:nvSpPr>
              <p:cNvPr id="42" name="Freeform 12">
                <a:extLst>
                  <a:ext uri="{FF2B5EF4-FFF2-40B4-BE49-F238E27FC236}">
                    <a16:creationId xmlns:a16="http://schemas.microsoft.com/office/drawing/2014/main" id="{401A9F02-133F-4889-A5A8-503DEE6FA555}"/>
                  </a:ext>
                </a:extLst>
              </p:cNvPr>
              <p:cNvSpPr>
                <a:spLocks/>
              </p:cNvSpPr>
              <p:nvPr/>
            </p:nvSpPr>
            <p:spPr bwMode="auto">
              <a:xfrm>
                <a:off x="4833" y="2000"/>
                <a:ext cx="19" cy="27"/>
              </a:xfrm>
              <a:custGeom>
                <a:avLst/>
                <a:gdLst>
                  <a:gd name="T0" fmla="*/ 7 w 49"/>
                  <a:gd name="T1" fmla="*/ 62 h 70"/>
                  <a:gd name="T2" fmla="*/ 15 w 49"/>
                  <a:gd name="T3" fmla="*/ 68 h 70"/>
                  <a:gd name="T4" fmla="*/ 25 w 49"/>
                  <a:gd name="T5" fmla="*/ 70 h 70"/>
                  <a:gd name="T6" fmla="*/ 34 w 49"/>
                  <a:gd name="T7" fmla="*/ 68 h 70"/>
                  <a:gd name="T8" fmla="*/ 42 w 49"/>
                  <a:gd name="T9" fmla="*/ 62 h 70"/>
                  <a:gd name="T10" fmla="*/ 47 w 49"/>
                  <a:gd name="T11" fmla="*/ 51 h 70"/>
                  <a:gd name="T12" fmla="*/ 49 w 49"/>
                  <a:gd name="T13" fmla="*/ 36 h 70"/>
                  <a:gd name="T14" fmla="*/ 48 w 49"/>
                  <a:gd name="T15" fmla="*/ 22 h 70"/>
                  <a:gd name="T16" fmla="*/ 43 w 49"/>
                  <a:gd name="T17" fmla="*/ 11 h 70"/>
                  <a:gd name="T18" fmla="*/ 36 w 49"/>
                  <a:gd name="T19" fmla="*/ 3 h 70"/>
                  <a:gd name="T20" fmla="*/ 25 w 49"/>
                  <a:gd name="T21" fmla="*/ 0 h 70"/>
                  <a:gd name="T22" fmla="*/ 14 w 49"/>
                  <a:gd name="T23" fmla="*/ 3 h 70"/>
                  <a:gd name="T24" fmla="*/ 6 w 49"/>
                  <a:gd name="T25" fmla="*/ 11 h 70"/>
                  <a:gd name="T26" fmla="*/ 1 w 49"/>
                  <a:gd name="T27" fmla="*/ 22 h 70"/>
                  <a:gd name="T28" fmla="*/ 0 w 49"/>
                  <a:gd name="T29" fmla="*/ 35 h 70"/>
                  <a:gd name="T30" fmla="*/ 2 w 49"/>
                  <a:gd name="T31" fmla="*/ 51 h 70"/>
                  <a:gd name="T32" fmla="*/ 7 w 49"/>
                  <a:gd name="T33"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70">
                    <a:moveTo>
                      <a:pt x="7" y="62"/>
                    </a:moveTo>
                    <a:cubicBezTo>
                      <a:pt x="9" y="65"/>
                      <a:pt x="12" y="67"/>
                      <a:pt x="15" y="68"/>
                    </a:cubicBezTo>
                    <a:cubicBezTo>
                      <a:pt x="18" y="70"/>
                      <a:pt x="21" y="70"/>
                      <a:pt x="25" y="70"/>
                    </a:cubicBezTo>
                    <a:cubicBezTo>
                      <a:pt x="28" y="70"/>
                      <a:pt x="31" y="70"/>
                      <a:pt x="34" y="68"/>
                    </a:cubicBezTo>
                    <a:cubicBezTo>
                      <a:pt x="37" y="67"/>
                      <a:pt x="39" y="65"/>
                      <a:pt x="42" y="62"/>
                    </a:cubicBezTo>
                    <a:cubicBezTo>
                      <a:pt x="44" y="59"/>
                      <a:pt x="46" y="56"/>
                      <a:pt x="47" y="51"/>
                    </a:cubicBezTo>
                    <a:cubicBezTo>
                      <a:pt x="48" y="47"/>
                      <a:pt x="49" y="42"/>
                      <a:pt x="49" y="36"/>
                    </a:cubicBezTo>
                    <a:cubicBezTo>
                      <a:pt x="49" y="31"/>
                      <a:pt x="49" y="27"/>
                      <a:pt x="48" y="22"/>
                    </a:cubicBezTo>
                    <a:cubicBezTo>
                      <a:pt x="47" y="18"/>
                      <a:pt x="45" y="14"/>
                      <a:pt x="43" y="11"/>
                    </a:cubicBezTo>
                    <a:cubicBezTo>
                      <a:pt x="42" y="8"/>
                      <a:pt x="39" y="5"/>
                      <a:pt x="36" y="3"/>
                    </a:cubicBezTo>
                    <a:cubicBezTo>
                      <a:pt x="33" y="1"/>
                      <a:pt x="29" y="0"/>
                      <a:pt x="25" y="0"/>
                    </a:cubicBezTo>
                    <a:cubicBezTo>
                      <a:pt x="21" y="0"/>
                      <a:pt x="17" y="1"/>
                      <a:pt x="14" y="3"/>
                    </a:cubicBezTo>
                    <a:cubicBezTo>
                      <a:pt x="10" y="5"/>
                      <a:pt x="8" y="7"/>
                      <a:pt x="6" y="11"/>
                    </a:cubicBezTo>
                    <a:cubicBezTo>
                      <a:pt x="4" y="14"/>
                      <a:pt x="2" y="18"/>
                      <a:pt x="1" y="22"/>
                    </a:cubicBezTo>
                    <a:cubicBezTo>
                      <a:pt x="0" y="26"/>
                      <a:pt x="0" y="31"/>
                      <a:pt x="0" y="35"/>
                    </a:cubicBezTo>
                    <a:cubicBezTo>
                      <a:pt x="0" y="42"/>
                      <a:pt x="0" y="47"/>
                      <a:pt x="2" y="51"/>
                    </a:cubicBezTo>
                    <a:cubicBezTo>
                      <a:pt x="3" y="56"/>
                      <a:pt x="5" y="59"/>
                      <a:pt x="7" y="62"/>
                    </a:cubicBezTo>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43" name="Freeform 13">
                <a:extLst>
                  <a:ext uri="{FF2B5EF4-FFF2-40B4-BE49-F238E27FC236}">
                    <a16:creationId xmlns:a16="http://schemas.microsoft.com/office/drawing/2014/main" id="{39D2AB99-9301-419D-8AE5-4243665F6A20}"/>
                  </a:ext>
                </a:extLst>
              </p:cNvPr>
              <p:cNvSpPr>
                <a:spLocks noEditPoints="1"/>
              </p:cNvSpPr>
              <p:nvPr/>
            </p:nvSpPr>
            <p:spPr bwMode="auto">
              <a:xfrm>
                <a:off x="4743" y="1874"/>
                <a:ext cx="197" cy="260"/>
              </a:xfrm>
              <a:custGeom>
                <a:avLst/>
                <a:gdLst>
                  <a:gd name="T0" fmla="*/ 354 w 502"/>
                  <a:gd name="T1" fmla="*/ 522 h 667"/>
                  <a:gd name="T2" fmla="*/ 502 w 502"/>
                  <a:gd name="T3" fmla="*/ 102 h 667"/>
                  <a:gd name="T4" fmla="*/ 0 w 502"/>
                  <a:gd name="T5" fmla="*/ 100 h 667"/>
                  <a:gd name="T6" fmla="*/ 212 w 502"/>
                  <a:gd name="T7" fmla="*/ 667 h 667"/>
                  <a:gd name="T8" fmla="*/ 337 w 502"/>
                  <a:gd name="T9" fmla="*/ 521 h 667"/>
                  <a:gd name="T10" fmla="*/ 340 w 502"/>
                  <a:gd name="T11" fmla="*/ 424 h 667"/>
                  <a:gd name="T12" fmla="*/ 381 w 502"/>
                  <a:gd name="T13" fmla="*/ 290 h 667"/>
                  <a:gd name="T14" fmla="*/ 427 w 502"/>
                  <a:gd name="T15" fmla="*/ 393 h 667"/>
                  <a:gd name="T16" fmla="*/ 427 w 502"/>
                  <a:gd name="T17" fmla="*/ 424 h 667"/>
                  <a:gd name="T18" fmla="*/ 429 w 502"/>
                  <a:gd name="T19" fmla="*/ 91 h 667"/>
                  <a:gd name="T20" fmla="*/ 72 w 502"/>
                  <a:gd name="T21" fmla="*/ 91 h 667"/>
                  <a:gd name="T22" fmla="*/ 176 w 502"/>
                  <a:gd name="T23" fmla="*/ 393 h 667"/>
                  <a:gd name="T24" fmla="*/ 165 w 502"/>
                  <a:gd name="T25" fmla="*/ 412 h 667"/>
                  <a:gd name="T26" fmla="*/ 139 w 502"/>
                  <a:gd name="T27" fmla="*/ 425 h 667"/>
                  <a:gd name="T28" fmla="*/ 106 w 502"/>
                  <a:gd name="T29" fmla="*/ 426 h 667"/>
                  <a:gd name="T30" fmla="*/ 87 w 502"/>
                  <a:gd name="T31" fmla="*/ 422 h 667"/>
                  <a:gd name="T32" fmla="*/ 80 w 502"/>
                  <a:gd name="T33" fmla="*/ 383 h 667"/>
                  <a:gd name="T34" fmla="*/ 97 w 502"/>
                  <a:gd name="T35" fmla="*/ 392 h 667"/>
                  <a:gd name="T36" fmla="*/ 117 w 502"/>
                  <a:gd name="T37" fmla="*/ 397 h 667"/>
                  <a:gd name="T38" fmla="*/ 129 w 502"/>
                  <a:gd name="T39" fmla="*/ 393 h 667"/>
                  <a:gd name="T40" fmla="*/ 131 w 502"/>
                  <a:gd name="T41" fmla="*/ 387 h 667"/>
                  <a:gd name="T42" fmla="*/ 126 w 502"/>
                  <a:gd name="T43" fmla="*/ 378 h 667"/>
                  <a:gd name="T44" fmla="*/ 110 w 502"/>
                  <a:gd name="T45" fmla="*/ 371 h 667"/>
                  <a:gd name="T46" fmla="*/ 85 w 502"/>
                  <a:gd name="T47" fmla="*/ 354 h 667"/>
                  <a:gd name="T48" fmla="*/ 78 w 502"/>
                  <a:gd name="T49" fmla="*/ 331 h 667"/>
                  <a:gd name="T50" fmla="*/ 93 w 502"/>
                  <a:gd name="T51" fmla="*/ 299 h 667"/>
                  <a:gd name="T52" fmla="*/ 132 w 502"/>
                  <a:gd name="T53" fmla="*/ 288 h 667"/>
                  <a:gd name="T54" fmla="*/ 155 w 502"/>
                  <a:gd name="T55" fmla="*/ 290 h 667"/>
                  <a:gd name="T56" fmla="*/ 170 w 502"/>
                  <a:gd name="T57" fmla="*/ 293 h 667"/>
                  <a:gd name="T58" fmla="*/ 163 w 502"/>
                  <a:gd name="T59" fmla="*/ 324 h 667"/>
                  <a:gd name="T60" fmla="*/ 146 w 502"/>
                  <a:gd name="T61" fmla="*/ 319 h 667"/>
                  <a:gd name="T62" fmla="*/ 125 w 502"/>
                  <a:gd name="T63" fmla="*/ 320 h 667"/>
                  <a:gd name="T64" fmla="*/ 122 w 502"/>
                  <a:gd name="T65" fmla="*/ 331 h 667"/>
                  <a:gd name="T66" fmla="*/ 130 w 502"/>
                  <a:gd name="T67" fmla="*/ 338 h 667"/>
                  <a:gd name="T68" fmla="*/ 154 w 502"/>
                  <a:gd name="T69" fmla="*/ 349 h 667"/>
                  <a:gd name="T70" fmla="*/ 174 w 502"/>
                  <a:gd name="T71" fmla="*/ 369 h 667"/>
                  <a:gd name="T72" fmla="*/ 176 w 502"/>
                  <a:gd name="T73" fmla="*/ 393 h 667"/>
                  <a:gd name="T74" fmla="*/ 186 w 502"/>
                  <a:gd name="T75" fmla="*/ 359 h 667"/>
                  <a:gd name="T76" fmla="*/ 205 w 502"/>
                  <a:gd name="T77" fmla="*/ 308 h 667"/>
                  <a:gd name="T78" fmla="*/ 255 w 502"/>
                  <a:gd name="T79" fmla="*/ 288 h 667"/>
                  <a:gd name="T80" fmla="*/ 302 w 502"/>
                  <a:gd name="T81" fmla="*/ 307 h 667"/>
                  <a:gd name="T82" fmla="*/ 321 w 502"/>
                  <a:gd name="T83" fmla="*/ 357 h 667"/>
                  <a:gd name="T84" fmla="*/ 310 w 502"/>
                  <a:gd name="T85" fmla="*/ 396 h 667"/>
                  <a:gd name="T86" fmla="*/ 284 w 502"/>
                  <a:gd name="T87" fmla="*/ 420 h 667"/>
                  <a:gd name="T88" fmla="*/ 278 w 502"/>
                  <a:gd name="T89" fmla="*/ 459 h 667"/>
                  <a:gd name="T90" fmla="*/ 224 w 502"/>
                  <a:gd name="T91" fmla="*/ 421 h 667"/>
                  <a:gd name="T92" fmla="*/ 191 w 502"/>
                  <a:gd name="T93" fmla="*/ 386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2" h="667">
                    <a:moveTo>
                      <a:pt x="337" y="521"/>
                    </a:moveTo>
                    <a:cubicBezTo>
                      <a:pt x="343" y="521"/>
                      <a:pt x="348" y="521"/>
                      <a:pt x="354" y="522"/>
                    </a:cubicBezTo>
                    <a:cubicBezTo>
                      <a:pt x="382" y="466"/>
                      <a:pt x="438" y="430"/>
                      <a:pt x="502" y="427"/>
                    </a:cubicBezTo>
                    <a:lnTo>
                      <a:pt x="502" y="102"/>
                    </a:lnTo>
                    <a:cubicBezTo>
                      <a:pt x="502" y="50"/>
                      <a:pt x="389" y="0"/>
                      <a:pt x="251" y="0"/>
                    </a:cubicBezTo>
                    <a:cubicBezTo>
                      <a:pt x="113" y="0"/>
                      <a:pt x="0" y="48"/>
                      <a:pt x="0" y="100"/>
                    </a:cubicBezTo>
                    <a:lnTo>
                      <a:pt x="0" y="568"/>
                    </a:lnTo>
                    <a:cubicBezTo>
                      <a:pt x="0" y="615"/>
                      <a:pt x="92" y="659"/>
                      <a:pt x="212" y="667"/>
                    </a:cubicBezTo>
                    <a:cubicBezTo>
                      <a:pt x="211" y="661"/>
                      <a:pt x="211" y="654"/>
                      <a:pt x="211" y="647"/>
                    </a:cubicBezTo>
                    <a:cubicBezTo>
                      <a:pt x="211" y="578"/>
                      <a:pt x="267" y="521"/>
                      <a:pt x="337" y="521"/>
                    </a:cubicBezTo>
                    <a:close/>
                    <a:moveTo>
                      <a:pt x="427" y="424"/>
                    </a:moveTo>
                    <a:lnTo>
                      <a:pt x="340" y="424"/>
                    </a:lnTo>
                    <a:lnTo>
                      <a:pt x="340" y="290"/>
                    </a:lnTo>
                    <a:lnTo>
                      <a:pt x="381" y="290"/>
                    </a:lnTo>
                    <a:lnTo>
                      <a:pt x="381" y="393"/>
                    </a:lnTo>
                    <a:lnTo>
                      <a:pt x="427" y="393"/>
                    </a:lnTo>
                    <a:lnTo>
                      <a:pt x="427" y="424"/>
                    </a:lnTo>
                    <a:lnTo>
                      <a:pt x="427" y="424"/>
                    </a:lnTo>
                    <a:close/>
                    <a:moveTo>
                      <a:pt x="251" y="36"/>
                    </a:moveTo>
                    <a:cubicBezTo>
                      <a:pt x="349" y="36"/>
                      <a:pt x="429" y="61"/>
                      <a:pt x="429" y="91"/>
                    </a:cubicBezTo>
                    <a:cubicBezTo>
                      <a:pt x="429" y="121"/>
                      <a:pt x="349" y="146"/>
                      <a:pt x="251" y="146"/>
                    </a:cubicBezTo>
                    <a:cubicBezTo>
                      <a:pt x="152" y="146"/>
                      <a:pt x="72" y="121"/>
                      <a:pt x="72" y="91"/>
                    </a:cubicBezTo>
                    <a:cubicBezTo>
                      <a:pt x="72" y="61"/>
                      <a:pt x="152" y="36"/>
                      <a:pt x="251" y="36"/>
                    </a:cubicBezTo>
                    <a:close/>
                    <a:moveTo>
                      <a:pt x="176" y="393"/>
                    </a:moveTo>
                    <a:cubicBezTo>
                      <a:pt x="175" y="397"/>
                      <a:pt x="174" y="400"/>
                      <a:pt x="172" y="403"/>
                    </a:cubicBezTo>
                    <a:cubicBezTo>
                      <a:pt x="170" y="406"/>
                      <a:pt x="168" y="409"/>
                      <a:pt x="165" y="412"/>
                    </a:cubicBezTo>
                    <a:cubicBezTo>
                      <a:pt x="162" y="415"/>
                      <a:pt x="159" y="418"/>
                      <a:pt x="154" y="420"/>
                    </a:cubicBezTo>
                    <a:cubicBezTo>
                      <a:pt x="150" y="422"/>
                      <a:pt x="145" y="424"/>
                      <a:pt x="139" y="425"/>
                    </a:cubicBezTo>
                    <a:cubicBezTo>
                      <a:pt x="133" y="426"/>
                      <a:pt x="126" y="427"/>
                      <a:pt x="118" y="427"/>
                    </a:cubicBezTo>
                    <a:cubicBezTo>
                      <a:pt x="114" y="427"/>
                      <a:pt x="110" y="427"/>
                      <a:pt x="106" y="426"/>
                    </a:cubicBezTo>
                    <a:cubicBezTo>
                      <a:pt x="103" y="426"/>
                      <a:pt x="99" y="425"/>
                      <a:pt x="96" y="424"/>
                    </a:cubicBezTo>
                    <a:cubicBezTo>
                      <a:pt x="93" y="424"/>
                      <a:pt x="90" y="423"/>
                      <a:pt x="87" y="422"/>
                    </a:cubicBezTo>
                    <a:cubicBezTo>
                      <a:pt x="84" y="421"/>
                      <a:pt x="82" y="420"/>
                      <a:pt x="80" y="420"/>
                    </a:cubicBezTo>
                    <a:lnTo>
                      <a:pt x="80" y="383"/>
                    </a:lnTo>
                    <a:cubicBezTo>
                      <a:pt x="82" y="384"/>
                      <a:pt x="85" y="386"/>
                      <a:pt x="88" y="388"/>
                    </a:cubicBezTo>
                    <a:cubicBezTo>
                      <a:pt x="91" y="389"/>
                      <a:pt x="94" y="391"/>
                      <a:pt x="97" y="392"/>
                    </a:cubicBezTo>
                    <a:cubicBezTo>
                      <a:pt x="100" y="393"/>
                      <a:pt x="104" y="394"/>
                      <a:pt x="107" y="395"/>
                    </a:cubicBezTo>
                    <a:cubicBezTo>
                      <a:pt x="111" y="396"/>
                      <a:pt x="114" y="397"/>
                      <a:pt x="117" y="397"/>
                    </a:cubicBezTo>
                    <a:cubicBezTo>
                      <a:pt x="120" y="397"/>
                      <a:pt x="123" y="396"/>
                      <a:pt x="124" y="396"/>
                    </a:cubicBezTo>
                    <a:cubicBezTo>
                      <a:pt x="126" y="395"/>
                      <a:pt x="128" y="394"/>
                      <a:pt x="129" y="393"/>
                    </a:cubicBezTo>
                    <a:cubicBezTo>
                      <a:pt x="130" y="393"/>
                      <a:pt x="130" y="392"/>
                      <a:pt x="131" y="391"/>
                    </a:cubicBezTo>
                    <a:cubicBezTo>
                      <a:pt x="131" y="389"/>
                      <a:pt x="131" y="388"/>
                      <a:pt x="131" y="387"/>
                    </a:cubicBezTo>
                    <a:cubicBezTo>
                      <a:pt x="131" y="385"/>
                      <a:pt x="131" y="383"/>
                      <a:pt x="130" y="382"/>
                    </a:cubicBezTo>
                    <a:cubicBezTo>
                      <a:pt x="129" y="380"/>
                      <a:pt x="127" y="379"/>
                      <a:pt x="126" y="378"/>
                    </a:cubicBezTo>
                    <a:cubicBezTo>
                      <a:pt x="124" y="377"/>
                      <a:pt x="121" y="375"/>
                      <a:pt x="119" y="374"/>
                    </a:cubicBezTo>
                    <a:cubicBezTo>
                      <a:pt x="116" y="373"/>
                      <a:pt x="113" y="372"/>
                      <a:pt x="110" y="371"/>
                    </a:cubicBezTo>
                    <a:cubicBezTo>
                      <a:pt x="105" y="369"/>
                      <a:pt x="100" y="366"/>
                      <a:pt x="95" y="363"/>
                    </a:cubicBezTo>
                    <a:cubicBezTo>
                      <a:pt x="91" y="360"/>
                      <a:pt x="88" y="357"/>
                      <a:pt x="85" y="354"/>
                    </a:cubicBezTo>
                    <a:cubicBezTo>
                      <a:pt x="83" y="350"/>
                      <a:pt x="81" y="346"/>
                      <a:pt x="80" y="343"/>
                    </a:cubicBezTo>
                    <a:cubicBezTo>
                      <a:pt x="78" y="339"/>
                      <a:pt x="78" y="335"/>
                      <a:pt x="78" y="331"/>
                    </a:cubicBezTo>
                    <a:cubicBezTo>
                      <a:pt x="78" y="324"/>
                      <a:pt x="79" y="318"/>
                      <a:pt x="82" y="313"/>
                    </a:cubicBezTo>
                    <a:cubicBezTo>
                      <a:pt x="84" y="307"/>
                      <a:pt x="88" y="303"/>
                      <a:pt x="93" y="299"/>
                    </a:cubicBezTo>
                    <a:cubicBezTo>
                      <a:pt x="98" y="296"/>
                      <a:pt x="104" y="293"/>
                      <a:pt x="110" y="291"/>
                    </a:cubicBezTo>
                    <a:cubicBezTo>
                      <a:pt x="117" y="289"/>
                      <a:pt x="124" y="288"/>
                      <a:pt x="132" y="288"/>
                    </a:cubicBezTo>
                    <a:cubicBezTo>
                      <a:pt x="137" y="288"/>
                      <a:pt x="141" y="288"/>
                      <a:pt x="145" y="288"/>
                    </a:cubicBezTo>
                    <a:cubicBezTo>
                      <a:pt x="149" y="289"/>
                      <a:pt x="152" y="289"/>
                      <a:pt x="155" y="290"/>
                    </a:cubicBezTo>
                    <a:cubicBezTo>
                      <a:pt x="158" y="290"/>
                      <a:pt x="161" y="291"/>
                      <a:pt x="163" y="291"/>
                    </a:cubicBezTo>
                    <a:cubicBezTo>
                      <a:pt x="166" y="292"/>
                      <a:pt x="168" y="292"/>
                      <a:pt x="170" y="293"/>
                    </a:cubicBezTo>
                    <a:lnTo>
                      <a:pt x="170" y="327"/>
                    </a:lnTo>
                    <a:cubicBezTo>
                      <a:pt x="168" y="326"/>
                      <a:pt x="166" y="325"/>
                      <a:pt x="163" y="324"/>
                    </a:cubicBezTo>
                    <a:cubicBezTo>
                      <a:pt x="161" y="323"/>
                      <a:pt x="158" y="322"/>
                      <a:pt x="155" y="321"/>
                    </a:cubicBezTo>
                    <a:cubicBezTo>
                      <a:pt x="152" y="320"/>
                      <a:pt x="149" y="319"/>
                      <a:pt x="146" y="319"/>
                    </a:cubicBezTo>
                    <a:cubicBezTo>
                      <a:pt x="143" y="318"/>
                      <a:pt x="140" y="318"/>
                      <a:pt x="136" y="318"/>
                    </a:cubicBezTo>
                    <a:cubicBezTo>
                      <a:pt x="132" y="318"/>
                      <a:pt x="128" y="319"/>
                      <a:pt x="125" y="320"/>
                    </a:cubicBezTo>
                    <a:cubicBezTo>
                      <a:pt x="123" y="322"/>
                      <a:pt x="121" y="324"/>
                      <a:pt x="121" y="327"/>
                    </a:cubicBezTo>
                    <a:cubicBezTo>
                      <a:pt x="121" y="329"/>
                      <a:pt x="122" y="330"/>
                      <a:pt x="122" y="331"/>
                    </a:cubicBezTo>
                    <a:cubicBezTo>
                      <a:pt x="123" y="333"/>
                      <a:pt x="124" y="334"/>
                      <a:pt x="125" y="335"/>
                    </a:cubicBezTo>
                    <a:cubicBezTo>
                      <a:pt x="126" y="336"/>
                      <a:pt x="128" y="337"/>
                      <a:pt x="130" y="338"/>
                    </a:cubicBezTo>
                    <a:cubicBezTo>
                      <a:pt x="133" y="339"/>
                      <a:pt x="135" y="340"/>
                      <a:pt x="138" y="341"/>
                    </a:cubicBezTo>
                    <a:cubicBezTo>
                      <a:pt x="144" y="344"/>
                      <a:pt x="149" y="346"/>
                      <a:pt x="154" y="349"/>
                    </a:cubicBezTo>
                    <a:cubicBezTo>
                      <a:pt x="159" y="351"/>
                      <a:pt x="163" y="354"/>
                      <a:pt x="166" y="358"/>
                    </a:cubicBezTo>
                    <a:cubicBezTo>
                      <a:pt x="169" y="361"/>
                      <a:pt x="172" y="365"/>
                      <a:pt x="174" y="369"/>
                    </a:cubicBezTo>
                    <a:cubicBezTo>
                      <a:pt x="176" y="373"/>
                      <a:pt x="177" y="378"/>
                      <a:pt x="177" y="384"/>
                    </a:cubicBezTo>
                    <a:cubicBezTo>
                      <a:pt x="177" y="387"/>
                      <a:pt x="176" y="390"/>
                      <a:pt x="176" y="393"/>
                    </a:cubicBezTo>
                    <a:close/>
                    <a:moveTo>
                      <a:pt x="191" y="386"/>
                    </a:moveTo>
                    <a:cubicBezTo>
                      <a:pt x="187" y="378"/>
                      <a:pt x="186" y="369"/>
                      <a:pt x="186" y="359"/>
                    </a:cubicBezTo>
                    <a:cubicBezTo>
                      <a:pt x="186" y="348"/>
                      <a:pt x="187" y="339"/>
                      <a:pt x="191" y="330"/>
                    </a:cubicBezTo>
                    <a:cubicBezTo>
                      <a:pt x="194" y="321"/>
                      <a:pt x="199" y="314"/>
                      <a:pt x="205" y="308"/>
                    </a:cubicBezTo>
                    <a:cubicBezTo>
                      <a:pt x="211" y="301"/>
                      <a:pt x="218" y="296"/>
                      <a:pt x="227" y="293"/>
                    </a:cubicBezTo>
                    <a:cubicBezTo>
                      <a:pt x="235" y="290"/>
                      <a:pt x="245" y="288"/>
                      <a:pt x="255" y="288"/>
                    </a:cubicBezTo>
                    <a:cubicBezTo>
                      <a:pt x="264" y="288"/>
                      <a:pt x="273" y="289"/>
                      <a:pt x="281" y="293"/>
                    </a:cubicBezTo>
                    <a:cubicBezTo>
                      <a:pt x="289" y="296"/>
                      <a:pt x="296" y="300"/>
                      <a:pt x="302" y="307"/>
                    </a:cubicBezTo>
                    <a:cubicBezTo>
                      <a:pt x="308" y="312"/>
                      <a:pt x="313" y="320"/>
                      <a:pt x="316" y="328"/>
                    </a:cubicBezTo>
                    <a:cubicBezTo>
                      <a:pt x="319" y="337"/>
                      <a:pt x="321" y="346"/>
                      <a:pt x="321" y="357"/>
                    </a:cubicBezTo>
                    <a:cubicBezTo>
                      <a:pt x="321" y="365"/>
                      <a:pt x="320" y="372"/>
                      <a:pt x="318" y="378"/>
                    </a:cubicBezTo>
                    <a:cubicBezTo>
                      <a:pt x="316" y="385"/>
                      <a:pt x="314" y="391"/>
                      <a:pt x="310" y="396"/>
                    </a:cubicBezTo>
                    <a:cubicBezTo>
                      <a:pt x="307" y="402"/>
                      <a:pt x="303" y="406"/>
                      <a:pt x="299" y="410"/>
                    </a:cubicBezTo>
                    <a:cubicBezTo>
                      <a:pt x="294" y="414"/>
                      <a:pt x="289" y="418"/>
                      <a:pt x="284" y="420"/>
                    </a:cubicBezTo>
                    <a:lnTo>
                      <a:pt x="329" y="459"/>
                    </a:lnTo>
                    <a:lnTo>
                      <a:pt x="278" y="459"/>
                    </a:lnTo>
                    <a:lnTo>
                      <a:pt x="248" y="427"/>
                    </a:lnTo>
                    <a:cubicBezTo>
                      <a:pt x="239" y="426"/>
                      <a:pt x="231" y="424"/>
                      <a:pt x="224" y="421"/>
                    </a:cubicBezTo>
                    <a:cubicBezTo>
                      <a:pt x="216" y="418"/>
                      <a:pt x="210" y="413"/>
                      <a:pt x="204" y="407"/>
                    </a:cubicBezTo>
                    <a:cubicBezTo>
                      <a:pt x="198" y="402"/>
                      <a:pt x="194" y="395"/>
                      <a:pt x="191" y="386"/>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44" name="Freeform 14">
                <a:extLst>
                  <a:ext uri="{FF2B5EF4-FFF2-40B4-BE49-F238E27FC236}">
                    <a16:creationId xmlns:a16="http://schemas.microsoft.com/office/drawing/2014/main" id="{7B150BD1-24DB-447E-979E-58AF34D47D27}"/>
                  </a:ext>
                </a:extLst>
              </p:cNvPr>
              <p:cNvSpPr>
                <a:spLocks noEditPoints="1"/>
              </p:cNvSpPr>
              <p:nvPr/>
            </p:nvSpPr>
            <p:spPr bwMode="auto">
              <a:xfrm>
                <a:off x="4833" y="2047"/>
                <a:ext cx="193" cy="121"/>
              </a:xfrm>
              <a:custGeom>
                <a:avLst/>
                <a:gdLst>
                  <a:gd name="T0" fmla="*/ 492 w 492"/>
                  <a:gd name="T1" fmla="*/ 249 h 312"/>
                  <a:gd name="T2" fmla="*/ 433 w 492"/>
                  <a:gd name="T3" fmla="*/ 185 h 312"/>
                  <a:gd name="T4" fmla="*/ 436 w 492"/>
                  <a:gd name="T5" fmla="*/ 155 h 312"/>
                  <a:gd name="T6" fmla="*/ 281 w 492"/>
                  <a:gd name="T7" fmla="*/ 0 h 312"/>
                  <a:gd name="T8" fmla="*/ 136 w 492"/>
                  <a:gd name="T9" fmla="*/ 98 h 312"/>
                  <a:gd name="T10" fmla="*/ 109 w 492"/>
                  <a:gd name="T11" fmla="*/ 94 h 312"/>
                  <a:gd name="T12" fmla="*/ 0 w 492"/>
                  <a:gd name="T13" fmla="*/ 203 h 312"/>
                  <a:gd name="T14" fmla="*/ 107 w 492"/>
                  <a:gd name="T15" fmla="*/ 312 h 312"/>
                  <a:gd name="T16" fmla="*/ 433 w 492"/>
                  <a:gd name="T17" fmla="*/ 312 h 312"/>
                  <a:gd name="T18" fmla="*/ 446 w 492"/>
                  <a:gd name="T19" fmla="*/ 312 h 312"/>
                  <a:gd name="T20" fmla="*/ 445 w 492"/>
                  <a:gd name="T21" fmla="*/ 310 h 312"/>
                  <a:gd name="T22" fmla="*/ 492 w 492"/>
                  <a:gd name="T23" fmla="*/ 249 h 312"/>
                  <a:gd name="T24" fmla="*/ 433 w 492"/>
                  <a:gd name="T25" fmla="*/ 295 h 312"/>
                  <a:gd name="T26" fmla="*/ 109 w 492"/>
                  <a:gd name="T27" fmla="*/ 295 h 312"/>
                  <a:gd name="T28" fmla="*/ 17 w 492"/>
                  <a:gd name="T29" fmla="*/ 203 h 312"/>
                  <a:gd name="T30" fmla="*/ 109 w 492"/>
                  <a:gd name="T31" fmla="*/ 112 h 312"/>
                  <a:gd name="T32" fmla="*/ 139 w 492"/>
                  <a:gd name="T33" fmla="*/ 117 h 312"/>
                  <a:gd name="T34" fmla="*/ 147 w 492"/>
                  <a:gd name="T35" fmla="*/ 120 h 312"/>
                  <a:gd name="T36" fmla="*/ 150 w 492"/>
                  <a:gd name="T37" fmla="*/ 111 h 312"/>
                  <a:gd name="T38" fmla="*/ 281 w 492"/>
                  <a:gd name="T39" fmla="*/ 17 h 312"/>
                  <a:gd name="T40" fmla="*/ 419 w 492"/>
                  <a:gd name="T41" fmla="*/ 155 h 312"/>
                  <a:gd name="T42" fmla="*/ 414 w 492"/>
                  <a:gd name="T43" fmla="*/ 192 h 312"/>
                  <a:gd name="T44" fmla="*/ 410 w 492"/>
                  <a:gd name="T45" fmla="*/ 204 h 312"/>
                  <a:gd name="T46" fmla="*/ 423 w 492"/>
                  <a:gd name="T47" fmla="*/ 203 h 312"/>
                  <a:gd name="T48" fmla="*/ 429 w 492"/>
                  <a:gd name="T49" fmla="*/ 202 h 312"/>
                  <a:gd name="T50" fmla="*/ 475 w 492"/>
                  <a:gd name="T51" fmla="*/ 249 h 312"/>
                  <a:gd name="T52" fmla="*/ 433 w 492"/>
                  <a:gd name="T53" fmla="*/ 29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2" h="312">
                    <a:moveTo>
                      <a:pt x="492" y="249"/>
                    </a:moveTo>
                    <a:cubicBezTo>
                      <a:pt x="492" y="215"/>
                      <a:pt x="466" y="187"/>
                      <a:pt x="433" y="185"/>
                    </a:cubicBezTo>
                    <a:cubicBezTo>
                      <a:pt x="435" y="175"/>
                      <a:pt x="436" y="165"/>
                      <a:pt x="436" y="155"/>
                    </a:cubicBezTo>
                    <a:cubicBezTo>
                      <a:pt x="436" y="70"/>
                      <a:pt x="366" y="0"/>
                      <a:pt x="281" y="0"/>
                    </a:cubicBezTo>
                    <a:cubicBezTo>
                      <a:pt x="217" y="0"/>
                      <a:pt x="160" y="39"/>
                      <a:pt x="136" y="98"/>
                    </a:cubicBezTo>
                    <a:cubicBezTo>
                      <a:pt x="127" y="96"/>
                      <a:pt x="118" y="94"/>
                      <a:pt x="109" y="94"/>
                    </a:cubicBezTo>
                    <a:cubicBezTo>
                      <a:pt x="49" y="94"/>
                      <a:pt x="0" y="143"/>
                      <a:pt x="0" y="203"/>
                    </a:cubicBezTo>
                    <a:cubicBezTo>
                      <a:pt x="0" y="262"/>
                      <a:pt x="47" y="311"/>
                      <a:pt x="107" y="312"/>
                    </a:cubicBezTo>
                    <a:lnTo>
                      <a:pt x="433" y="312"/>
                    </a:lnTo>
                    <a:lnTo>
                      <a:pt x="446" y="312"/>
                    </a:lnTo>
                    <a:lnTo>
                      <a:pt x="445" y="310"/>
                    </a:lnTo>
                    <a:cubicBezTo>
                      <a:pt x="472" y="303"/>
                      <a:pt x="492" y="278"/>
                      <a:pt x="492" y="249"/>
                    </a:cubicBezTo>
                    <a:close/>
                    <a:moveTo>
                      <a:pt x="433" y="295"/>
                    </a:moveTo>
                    <a:lnTo>
                      <a:pt x="109" y="295"/>
                    </a:lnTo>
                    <a:cubicBezTo>
                      <a:pt x="58" y="295"/>
                      <a:pt x="17" y="254"/>
                      <a:pt x="17" y="203"/>
                    </a:cubicBezTo>
                    <a:cubicBezTo>
                      <a:pt x="17" y="153"/>
                      <a:pt x="58" y="112"/>
                      <a:pt x="109" y="112"/>
                    </a:cubicBezTo>
                    <a:cubicBezTo>
                      <a:pt x="119" y="112"/>
                      <a:pt x="129" y="113"/>
                      <a:pt x="139" y="117"/>
                    </a:cubicBezTo>
                    <a:lnTo>
                      <a:pt x="147" y="120"/>
                    </a:lnTo>
                    <a:lnTo>
                      <a:pt x="150" y="111"/>
                    </a:lnTo>
                    <a:cubicBezTo>
                      <a:pt x="169" y="55"/>
                      <a:pt x="221" y="17"/>
                      <a:pt x="281" y="17"/>
                    </a:cubicBezTo>
                    <a:cubicBezTo>
                      <a:pt x="357" y="17"/>
                      <a:pt x="419" y="79"/>
                      <a:pt x="419" y="155"/>
                    </a:cubicBezTo>
                    <a:cubicBezTo>
                      <a:pt x="419" y="167"/>
                      <a:pt x="417" y="180"/>
                      <a:pt x="414" y="192"/>
                    </a:cubicBezTo>
                    <a:lnTo>
                      <a:pt x="410" y="204"/>
                    </a:lnTo>
                    <a:lnTo>
                      <a:pt x="423" y="203"/>
                    </a:lnTo>
                    <a:cubicBezTo>
                      <a:pt x="425" y="202"/>
                      <a:pt x="427" y="202"/>
                      <a:pt x="429" y="202"/>
                    </a:cubicBezTo>
                    <a:cubicBezTo>
                      <a:pt x="454" y="202"/>
                      <a:pt x="475" y="223"/>
                      <a:pt x="475" y="249"/>
                    </a:cubicBezTo>
                    <a:cubicBezTo>
                      <a:pt x="475" y="272"/>
                      <a:pt x="456" y="293"/>
                      <a:pt x="433" y="295"/>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grpSp>
        <p:sp>
          <p:nvSpPr>
            <p:cNvPr id="45" name="TextBox 44">
              <a:extLst>
                <a:ext uri="{FF2B5EF4-FFF2-40B4-BE49-F238E27FC236}">
                  <a16:creationId xmlns:a16="http://schemas.microsoft.com/office/drawing/2014/main" id="{0EC79827-4118-4E95-9446-9CEFB3530072}"/>
                </a:ext>
              </a:extLst>
            </p:cNvPr>
            <p:cNvSpPr txBox="1"/>
            <p:nvPr/>
          </p:nvSpPr>
          <p:spPr>
            <a:xfrm>
              <a:off x="3073133" y="5121229"/>
              <a:ext cx="522109" cy="892831"/>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SQL</a:t>
              </a:r>
            </a:p>
          </p:txBody>
        </p:sp>
        <p:sp>
          <p:nvSpPr>
            <p:cNvPr id="46" name="Rectangle: Rounded Corners 45">
              <a:extLst>
                <a:ext uri="{FF2B5EF4-FFF2-40B4-BE49-F238E27FC236}">
                  <a16:creationId xmlns:a16="http://schemas.microsoft.com/office/drawing/2014/main" id="{E1CF634B-C4FA-46BA-BC67-0E3E8ED7E0A5}"/>
                </a:ext>
              </a:extLst>
            </p:cNvPr>
            <p:cNvSpPr/>
            <p:nvPr/>
          </p:nvSpPr>
          <p:spPr bwMode="auto">
            <a:xfrm>
              <a:off x="5619700" y="2948940"/>
              <a:ext cx="1889230" cy="3801561"/>
            </a:xfrm>
            <a:prstGeom prst="roundRect">
              <a:avLst/>
            </a:prstGeom>
            <a:noFill/>
            <a:ln w="19050" cap="flat" cmpd="sng" algn="ctr">
              <a:solidFill>
                <a:schemeClr val="accent4"/>
              </a:solidFill>
              <a:prstDash val="sysDot"/>
              <a:headEnd type="none" w="med" len="med"/>
              <a:tailEnd type="none" w="med" len="med"/>
            </a:ln>
            <a:effectLst/>
          </p:spPr>
          <p:txBody>
            <a:bodyPr rot="0" spcFirstLastPara="0" vertOverflow="overflow" horzOverflow="overflow" vert="horz" wrap="square" lIns="186521" tIns="149217" rIns="186521" bIns="0" numCol="1" spcCol="0" rtlCol="0" fromWordArt="0" anchor="b"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105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Semibold" panose="020B0702040204020203" pitchFamily="34" charset="0"/>
                <a:ea typeface="Segoe UI" pitchFamily="34" charset="0"/>
                <a:cs typeface="Segoe UI Semibold" panose="020B0702040204020203" pitchFamily="34" charset="0"/>
              </a:endParaRPr>
            </a:p>
            <a:p>
              <a:pPr marL="0" marR="0" lvl="0" indent="0" algn="ctr" defTabSz="951028" eaLnBrk="1" fontAlgn="base" latinLnBrk="0" hangingPunct="1">
                <a:lnSpc>
                  <a:spcPct val="90000"/>
                </a:lnSpc>
                <a:spcBef>
                  <a:spcPct val="0"/>
                </a:spcBef>
                <a:spcAft>
                  <a:spcPct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Segoe UI Semibold" panose="020B0702040204020203" pitchFamily="34" charset="0"/>
                  <a:ea typeface="Segoe UI" pitchFamily="34" charset="0"/>
                  <a:cs typeface="Segoe UI Semibold" panose="020B0702040204020203" pitchFamily="34" charset="0"/>
                </a:rPr>
                <a:t>Zone 3</a:t>
              </a:r>
            </a:p>
          </p:txBody>
        </p:sp>
        <p:grpSp>
          <p:nvGrpSpPr>
            <p:cNvPr id="53" name="Group 11">
              <a:extLst>
                <a:ext uri="{FF2B5EF4-FFF2-40B4-BE49-F238E27FC236}">
                  <a16:creationId xmlns:a16="http://schemas.microsoft.com/office/drawing/2014/main" id="{DECFFC59-11A1-42DB-90D2-E7B282901F38}"/>
                </a:ext>
              </a:extLst>
            </p:cNvPr>
            <p:cNvGrpSpPr>
              <a:grpSpLocks noChangeAspect="1"/>
            </p:cNvGrpSpPr>
            <p:nvPr/>
          </p:nvGrpSpPr>
          <p:grpSpPr bwMode="auto">
            <a:xfrm>
              <a:off x="7016376" y="5577206"/>
              <a:ext cx="458206" cy="476016"/>
              <a:chOff x="4743" y="1874"/>
              <a:chExt cx="283" cy="294"/>
            </a:xfrm>
            <a:solidFill>
              <a:srgbClr val="FFFFFF"/>
            </a:solidFill>
          </p:grpSpPr>
          <p:sp>
            <p:nvSpPr>
              <p:cNvPr id="54" name="Freeform 12">
                <a:extLst>
                  <a:ext uri="{FF2B5EF4-FFF2-40B4-BE49-F238E27FC236}">
                    <a16:creationId xmlns:a16="http://schemas.microsoft.com/office/drawing/2014/main" id="{34D1CB2F-DD13-4168-835F-B0E8B500AFE3}"/>
                  </a:ext>
                </a:extLst>
              </p:cNvPr>
              <p:cNvSpPr>
                <a:spLocks/>
              </p:cNvSpPr>
              <p:nvPr/>
            </p:nvSpPr>
            <p:spPr bwMode="auto">
              <a:xfrm>
                <a:off x="4833" y="2000"/>
                <a:ext cx="19" cy="27"/>
              </a:xfrm>
              <a:custGeom>
                <a:avLst/>
                <a:gdLst>
                  <a:gd name="T0" fmla="*/ 7 w 49"/>
                  <a:gd name="T1" fmla="*/ 62 h 70"/>
                  <a:gd name="T2" fmla="*/ 15 w 49"/>
                  <a:gd name="T3" fmla="*/ 68 h 70"/>
                  <a:gd name="T4" fmla="*/ 25 w 49"/>
                  <a:gd name="T5" fmla="*/ 70 h 70"/>
                  <a:gd name="T6" fmla="*/ 34 w 49"/>
                  <a:gd name="T7" fmla="*/ 68 h 70"/>
                  <a:gd name="T8" fmla="*/ 42 w 49"/>
                  <a:gd name="T9" fmla="*/ 62 h 70"/>
                  <a:gd name="T10" fmla="*/ 47 w 49"/>
                  <a:gd name="T11" fmla="*/ 51 h 70"/>
                  <a:gd name="T12" fmla="*/ 49 w 49"/>
                  <a:gd name="T13" fmla="*/ 36 h 70"/>
                  <a:gd name="T14" fmla="*/ 48 w 49"/>
                  <a:gd name="T15" fmla="*/ 22 h 70"/>
                  <a:gd name="T16" fmla="*/ 43 w 49"/>
                  <a:gd name="T17" fmla="*/ 11 h 70"/>
                  <a:gd name="T18" fmla="*/ 36 w 49"/>
                  <a:gd name="T19" fmla="*/ 3 h 70"/>
                  <a:gd name="T20" fmla="*/ 25 w 49"/>
                  <a:gd name="T21" fmla="*/ 0 h 70"/>
                  <a:gd name="T22" fmla="*/ 14 w 49"/>
                  <a:gd name="T23" fmla="*/ 3 h 70"/>
                  <a:gd name="T24" fmla="*/ 6 w 49"/>
                  <a:gd name="T25" fmla="*/ 11 h 70"/>
                  <a:gd name="T26" fmla="*/ 1 w 49"/>
                  <a:gd name="T27" fmla="*/ 22 h 70"/>
                  <a:gd name="T28" fmla="*/ 0 w 49"/>
                  <a:gd name="T29" fmla="*/ 35 h 70"/>
                  <a:gd name="T30" fmla="*/ 2 w 49"/>
                  <a:gd name="T31" fmla="*/ 51 h 70"/>
                  <a:gd name="T32" fmla="*/ 7 w 49"/>
                  <a:gd name="T33" fmla="*/ 6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70">
                    <a:moveTo>
                      <a:pt x="7" y="62"/>
                    </a:moveTo>
                    <a:cubicBezTo>
                      <a:pt x="9" y="65"/>
                      <a:pt x="12" y="67"/>
                      <a:pt x="15" y="68"/>
                    </a:cubicBezTo>
                    <a:cubicBezTo>
                      <a:pt x="18" y="70"/>
                      <a:pt x="21" y="70"/>
                      <a:pt x="25" y="70"/>
                    </a:cubicBezTo>
                    <a:cubicBezTo>
                      <a:pt x="28" y="70"/>
                      <a:pt x="31" y="70"/>
                      <a:pt x="34" y="68"/>
                    </a:cubicBezTo>
                    <a:cubicBezTo>
                      <a:pt x="37" y="67"/>
                      <a:pt x="39" y="65"/>
                      <a:pt x="42" y="62"/>
                    </a:cubicBezTo>
                    <a:cubicBezTo>
                      <a:pt x="44" y="59"/>
                      <a:pt x="46" y="56"/>
                      <a:pt x="47" y="51"/>
                    </a:cubicBezTo>
                    <a:cubicBezTo>
                      <a:pt x="48" y="47"/>
                      <a:pt x="49" y="42"/>
                      <a:pt x="49" y="36"/>
                    </a:cubicBezTo>
                    <a:cubicBezTo>
                      <a:pt x="49" y="31"/>
                      <a:pt x="49" y="27"/>
                      <a:pt x="48" y="22"/>
                    </a:cubicBezTo>
                    <a:cubicBezTo>
                      <a:pt x="47" y="18"/>
                      <a:pt x="45" y="14"/>
                      <a:pt x="43" y="11"/>
                    </a:cubicBezTo>
                    <a:cubicBezTo>
                      <a:pt x="42" y="8"/>
                      <a:pt x="39" y="5"/>
                      <a:pt x="36" y="3"/>
                    </a:cubicBezTo>
                    <a:cubicBezTo>
                      <a:pt x="33" y="1"/>
                      <a:pt x="29" y="0"/>
                      <a:pt x="25" y="0"/>
                    </a:cubicBezTo>
                    <a:cubicBezTo>
                      <a:pt x="21" y="0"/>
                      <a:pt x="17" y="1"/>
                      <a:pt x="14" y="3"/>
                    </a:cubicBezTo>
                    <a:cubicBezTo>
                      <a:pt x="10" y="5"/>
                      <a:pt x="8" y="7"/>
                      <a:pt x="6" y="11"/>
                    </a:cubicBezTo>
                    <a:cubicBezTo>
                      <a:pt x="4" y="14"/>
                      <a:pt x="2" y="18"/>
                      <a:pt x="1" y="22"/>
                    </a:cubicBezTo>
                    <a:cubicBezTo>
                      <a:pt x="0" y="26"/>
                      <a:pt x="0" y="31"/>
                      <a:pt x="0" y="35"/>
                    </a:cubicBezTo>
                    <a:cubicBezTo>
                      <a:pt x="0" y="42"/>
                      <a:pt x="0" y="47"/>
                      <a:pt x="2" y="51"/>
                    </a:cubicBezTo>
                    <a:cubicBezTo>
                      <a:pt x="3" y="56"/>
                      <a:pt x="5" y="59"/>
                      <a:pt x="7" y="62"/>
                    </a:cubicBezTo>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55" name="Freeform 13">
                <a:extLst>
                  <a:ext uri="{FF2B5EF4-FFF2-40B4-BE49-F238E27FC236}">
                    <a16:creationId xmlns:a16="http://schemas.microsoft.com/office/drawing/2014/main" id="{B72D0EB1-EE16-426A-8034-5419A4E5D856}"/>
                  </a:ext>
                </a:extLst>
              </p:cNvPr>
              <p:cNvSpPr>
                <a:spLocks noEditPoints="1"/>
              </p:cNvSpPr>
              <p:nvPr/>
            </p:nvSpPr>
            <p:spPr bwMode="auto">
              <a:xfrm>
                <a:off x="4743" y="1874"/>
                <a:ext cx="197" cy="260"/>
              </a:xfrm>
              <a:custGeom>
                <a:avLst/>
                <a:gdLst>
                  <a:gd name="T0" fmla="*/ 354 w 502"/>
                  <a:gd name="T1" fmla="*/ 522 h 667"/>
                  <a:gd name="T2" fmla="*/ 502 w 502"/>
                  <a:gd name="T3" fmla="*/ 102 h 667"/>
                  <a:gd name="T4" fmla="*/ 0 w 502"/>
                  <a:gd name="T5" fmla="*/ 100 h 667"/>
                  <a:gd name="T6" fmla="*/ 212 w 502"/>
                  <a:gd name="T7" fmla="*/ 667 h 667"/>
                  <a:gd name="T8" fmla="*/ 337 w 502"/>
                  <a:gd name="T9" fmla="*/ 521 h 667"/>
                  <a:gd name="T10" fmla="*/ 340 w 502"/>
                  <a:gd name="T11" fmla="*/ 424 h 667"/>
                  <a:gd name="T12" fmla="*/ 381 w 502"/>
                  <a:gd name="T13" fmla="*/ 290 h 667"/>
                  <a:gd name="T14" fmla="*/ 427 w 502"/>
                  <a:gd name="T15" fmla="*/ 393 h 667"/>
                  <a:gd name="T16" fmla="*/ 427 w 502"/>
                  <a:gd name="T17" fmla="*/ 424 h 667"/>
                  <a:gd name="T18" fmla="*/ 429 w 502"/>
                  <a:gd name="T19" fmla="*/ 91 h 667"/>
                  <a:gd name="T20" fmla="*/ 72 w 502"/>
                  <a:gd name="T21" fmla="*/ 91 h 667"/>
                  <a:gd name="T22" fmla="*/ 176 w 502"/>
                  <a:gd name="T23" fmla="*/ 393 h 667"/>
                  <a:gd name="T24" fmla="*/ 165 w 502"/>
                  <a:gd name="T25" fmla="*/ 412 h 667"/>
                  <a:gd name="T26" fmla="*/ 139 w 502"/>
                  <a:gd name="T27" fmla="*/ 425 h 667"/>
                  <a:gd name="T28" fmla="*/ 106 w 502"/>
                  <a:gd name="T29" fmla="*/ 426 h 667"/>
                  <a:gd name="T30" fmla="*/ 87 w 502"/>
                  <a:gd name="T31" fmla="*/ 422 h 667"/>
                  <a:gd name="T32" fmla="*/ 80 w 502"/>
                  <a:gd name="T33" fmla="*/ 383 h 667"/>
                  <a:gd name="T34" fmla="*/ 97 w 502"/>
                  <a:gd name="T35" fmla="*/ 392 h 667"/>
                  <a:gd name="T36" fmla="*/ 117 w 502"/>
                  <a:gd name="T37" fmla="*/ 397 h 667"/>
                  <a:gd name="T38" fmla="*/ 129 w 502"/>
                  <a:gd name="T39" fmla="*/ 393 h 667"/>
                  <a:gd name="T40" fmla="*/ 131 w 502"/>
                  <a:gd name="T41" fmla="*/ 387 h 667"/>
                  <a:gd name="T42" fmla="*/ 126 w 502"/>
                  <a:gd name="T43" fmla="*/ 378 h 667"/>
                  <a:gd name="T44" fmla="*/ 110 w 502"/>
                  <a:gd name="T45" fmla="*/ 371 h 667"/>
                  <a:gd name="T46" fmla="*/ 85 w 502"/>
                  <a:gd name="T47" fmla="*/ 354 h 667"/>
                  <a:gd name="T48" fmla="*/ 78 w 502"/>
                  <a:gd name="T49" fmla="*/ 331 h 667"/>
                  <a:gd name="T50" fmla="*/ 93 w 502"/>
                  <a:gd name="T51" fmla="*/ 299 h 667"/>
                  <a:gd name="T52" fmla="*/ 132 w 502"/>
                  <a:gd name="T53" fmla="*/ 288 h 667"/>
                  <a:gd name="T54" fmla="*/ 155 w 502"/>
                  <a:gd name="T55" fmla="*/ 290 h 667"/>
                  <a:gd name="T56" fmla="*/ 170 w 502"/>
                  <a:gd name="T57" fmla="*/ 293 h 667"/>
                  <a:gd name="T58" fmla="*/ 163 w 502"/>
                  <a:gd name="T59" fmla="*/ 324 h 667"/>
                  <a:gd name="T60" fmla="*/ 146 w 502"/>
                  <a:gd name="T61" fmla="*/ 319 h 667"/>
                  <a:gd name="T62" fmla="*/ 125 w 502"/>
                  <a:gd name="T63" fmla="*/ 320 h 667"/>
                  <a:gd name="T64" fmla="*/ 122 w 502"/>
                  <a:gd name="T65" fmla="*/ 331 h 667"/>
                  <a:gd name="T66" fmla="*/ 130 w 502"/>
                  <a:gd name="T67" fmla="*/ 338 h 667"/>
                  <a:gd name="T68" fmla="*/ 154 w 502"/>
                  <a:gd name="T69" fmla="*/ 349 h 667"/>
                  <a:gd name="T70" fmla="*/ 174 w 502"/>
                  <a:gd name="T71" fmla="*/ 369 h 667"/>
                  <a:gd name="T72" fmla="*/ 176 w 502"/>
                  <a:gd name="T73" fmla="*/ 393 h 667"/>
                  <a:gd name="T74" fmla="*/ 186 w 502"/>
                  <a:gd name="T75" fmla="*/ 359 h 667"/>
                  <a:gd name="T76" fmla="*/ 205 w 502"/>
                  <a:gd name="T77" fmla="*/ 308 h 667"/>
                  <a:gd name="T78" fmla="*/ 255 w 502"/>
                  <a:gd name="T79" fmla="*/ 288 h 667"/>
                  <a:gd name="T80" fmla="*/ 302 w 502"/>
                  <a:gd name="T81" fmla="*/ 307 h 667"/>
                  <a:gd name="T82" fmla="*/ 321 w 502"/>
                  <a:gd name="T83" fmla="*/ 357 h 667"/>
                  <a:gd name="T84" fmla="*/ 310 w 502"/>
                  <a:gd name="T85" fmla="*/ 396 h 667"/>
                  <a:gd name="T86" fmla="*/ 284 w 502"/>
                  <a:gd name="T87" fmla="*/ 420 h 667"/>
                  <a:gd name="T88" fmla="*/ 278 w 502"/>
                  <a:gd name="T89" fmla="*/ 459 h 667"/>
                  <a:gd name="T90" fmla="*/ 224 w 502"/>
                  <a:gd name="T91" fmla="*/ 421 h 667"/>
                  <a:gd name="T92" fmla="*/ 191 w 502"/>
                  <a:gd name="T93" fmla="*/ 386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2" h="667">
                    <a:moveTo>
                      <a:pt x="337" y="521"/>
                    </a:moveTo>
                    <a:cubicBezTo>
                      <a:pt x="343" y="521"/>
                      <a:pt x="348" y="521"/>
                      <a:pt x="354" y="522"/>
                    </a:cubicBezTo>
                    <a:cubicBezTo>
                      <a:pt x="382" y="466"/>
                      <a:pt x="438" y="430"/>
                      <a:pt x="502" y="427"/>
                    </a:cubicBezTo>
                    <a:lnTo>
                      <a:pt x="502" y="102"/>
                    </a:lnTo>
                    <a:cubicBezTo>
                      <a:pt x="502" y="50"/>
                      <a:pt x="389" y="0"/>
                      <a:pt x="251" y="0"/>
                    </a:cubicBezTo>
                    <a:cubicBezTo>
                      <a:pt x="113" y="0"/>
                      <a:pt x="0" y="48"/>
                      <a:pt x="0" y="100"/>
                    </a:cubicBezTo>
                    <a:lnTo>
                      <a:pt x="0" y="568"/>
                    </a:lnTo>
                    <a:cubicBezTo>
                      <a:pt x="0" y="615"/>
                      <a:pt x="92" y="659"/>
                      <a:pt x="212" y="667"/>
                    </a:cubicBezTo>
                    <a:cubicBezTo>
                      <a:pt x="211" y="661"/>
                      <a:pt x="211" y="654"/>
                      <a:pt x="211" y="647"/>
                    </a:cubicBezTo>
                    <a:cubicBezTo>
                      <a:pt x="211" y="578"/>
                      <a:pt x="267" y="521"/>
                      <a:pt x="337" y="521"/>
                    </a:cubicBezTo>
                    <a:close/>
                    <a:moveTo>
                      <a:pt x="427" y="424"/>
                    </a:moveTo>
                    <a:lnTo>
                      <a:pt x="340" y="424"/>
                    </a:lnTo>
                    <a:lnTo>
                      <a:pt x="340" y="290"/>
                    </a:lnTo>
                    <a:lnTo>
                      <a:pt x="381" y="290"/>
                    </a:lnTo>
                    <a:lnTo>
                      <a:pt x="381" y="393"/>
                    </a:lnTo>
                    <a:lnTo>
                      <a:pt x="427" y="393"/>
                    </a:lnTo>
                    <a:lnTo>
                      <a:pt x="427" y="424"/>
                    </a:lnTo>
                    <a:lnTo>
                      <a:pt x="427" y="424"/>
                    </a:lnTo>
                    <a:close/>
                    <a:moveTo>
                      <a:pt x="251" y="36"/>
                    </a:moveTo>
                    <a:cubicBezTo>
                      <a:pt x="349" y="36"/>
                      <a:pt x="429" y="61"/>
                      <a:pt x="429" y="91"/>
                    </a:cubicBezTo>
                    <a:cubicBezTo>
                      <a:pt x="429" y="121"/>
                      <a:pt x="349" y="146"/>
                      <a:pt x="251" y="146"/>
                    </a:cubicBezTo>
                    <a:cubicBezTo>
                      <a:pt x="152" y="146"/>
                      <a:pt x="72" y="121"/>
                      <a:pt x="72" y="91"/>
                    </a:cubicBezTo>
                    <a:cubicBezTo>
                      <a:pt x="72" y="61"/>
                      <a:pt x="152" y="36"/>
                      <a:pt x="251" y="36"/>
                    </a:cubicBezTo>
                    <a:close/>
                    <a:moveTo>
                      <a:pt x="176" y="393"/>
                    </a:moveTo>
                    <a:cubicBezTo>
                      <a:pt x="175" y="397"/>
                      <a:pt x="174" y="400"/>
                      <a:pt x="172" y="403"/>
                    </a:cubicBezTo>
                    <a:cubicBezTo>
                      <a:pt x="170" y="406"/>
                      <a:pt x="168" y="409"/>
                      <a:pt x="165" y="412"/>
                    </a:cubicBezTo>
                    <a:cubicBezTo>
                      <a:pt x="162" y="415"/>
                      <a:pt x="159" y="418"/>
                      <a:pt x="154" y="420"/>
                    </a:cubicBezTo>
                    <a:cubicBezTo>
                      <a:pt x="150" y="422"/>
                      <a:pt x="145" y="424"/>
                      <a:pt x="139" y="425"/>
                    </a:cubicBezTo>
                    <a:cubicBezTo>
                      <a:pt x="133" y="426"/>
                      <a:pt x="126" y="427"/>
                      <a:pt x="118" y="427"/>
                    </a:cubicBezTo>
                    <a:cubicBezTo>
                      <a:pt x="114" y="427"/>
                      <a:pt x="110" y="427"/>
                      <a:pt x="106" y="426"/>
                    </a:cubicBezTo>
                    <a:cubicBezTo>
                      <a:pt x="103" y="426"/>
                      <a:pt x="99" y="425"/>
                      <a:pt x="96" y="424"/>
                    </a:cubicBezTo>
                    <a:cubicBezTo>
                      <a:pt x="93" y="424"/>
                      <a:pt x="90" y="423"/>
                      <a:pt x="87" y="422"/>
                    </a:cubicBezTo>
                    <a:cubicBezTo>
                      <a:pt x="84" y="421"/>
                      <a:pt x="82" y="420"/>
                      <a:pt x="80" y="420"/>
                    </a:cubicBezTo>
                    <a:lnTo>
                      <a:pt x="80" y="383"/>
                    </a:lnTo>
                    <a:cubicBezTo>
                      <a:pt x="82" y="384"/>
                      <a:pt x="85" y="386"/>
                      <a:pt x="88" y="388"/>
                    </a:cubicBezTo>
                    <a:cubicBezTo>
                      <a:pt x="91" y="389"/>
                      <a:pt x="94" y="391"/>
                      <a:pt x="97" y="392"/>
                    </a:cubicBezTo>
                    <a:cubicBezTo>
                      <a:pt x="100" y="393"/>
                      <a:pt x="104" y="394"/>
                      <a:pt x="107" y="395"/>
                    </a:cubicBezTo>
                    <a:cubicBezTo>
                      <a:pt x="111" y="396"/>
                      <a:pt x="114" y="397"/>
                      <a:pt x="117" y="397"/>
                    </a:cubicBezTo>
                    <a:cubicBezTo>
                      <a:pt x="120" y="397"/>
                      <a:pt x="123" y="396"/>
                      <a:pt x="124" y="396"/>
                    </a:cubicBezTo>
                    <a:cubicBezTo>
                      <a:pt x="126" y="395"/>
                      <a:pt x="128" y="394"/>
                      <a:pt x="129" y="393"/>
                    </a:cubicBezTo>
                    <a:cubicBezTo>
                      <a:pt x="130" y="393"/>
                      <a:pt x="130" y="392"/>
                      <a:pt x="131" y="391"/>
                    </a:cubicBezTo>
                    <a:cubicBezTo>
                      <a:pt x="131" y="389"/>
                      <a:pt x="131" y="388"/>
                      <a:pt x="131" y="387"/>
                    </a:cubicBezTo>
                    <a:cubicBezTo>
                      <a:pt x="131" y="385"/>
                      <a:pt x="131" y="383"/>
                      <a:pt x="130" y="382"/>
                    </a:cubicBezTo>
                    <a:cubicBezTo>
                      <a:pt x="129" y="380"/>
                      <a:pt x="127" y="379"/>
                      <a:pt x="126" y="378"/>
                    </a:cubicBezTo>
                    <a:cubicBezTo>
                      <a:pt x="124" y="377"/>
                      <a:pt x="121" y="375"/>
                      <a:pt x="119" y="374"/>
                    </a:cubicBezTo>
                    <a:cubicBezTo>
                      <a:pt x="116" y="373"/>
                      <a:pt x="113" y="372"/>
                      <a:pt x="110" y="371"/>
                    </a:cubicBezTo>
                    <a:cubicBezTo>
                      <a:pt x="105" y="369"/>
                      <a:pt x="100" y="366"/>
                      <a:pt x="95" y="363"/>
                    </a:cubicBezTo>
                    <a:cubicBezTo>
                      <a:pt x="91" y="360"/>
                      <a:pt x="88" y="357"/>
                      <a:pt x="85" y="354"/>
                    </a:cubicBezTo>
                    <a:cubicBezTo>
                      <a:pt x="83" y="350"/>
                      <a:pt x="81" y="346"/>
                      <a:pt x="80" y="343"/>
                    </a:cubicBezTo>
                    <a:cubicBezTo>
                      <a:pt x="78" y="339"/>
                      <a:pt x="78" y="335"/>
                      <a:pt x="78" y="331"/>
                    </a:cubicBezTo>
                    <a:cubicBezTo>
                      <a:pt x="78" y="324"/>
                      <a:pt x="79" y="318"/>
                      <a:pt x="82" y="313"/>
                    </a:cubicBezTo>
                    <a:cubicBezTo>
                      <a:pt x="84" y="307"/>
                      <a:pt x="88" y="303"/>
                      <a:pt x="93" y="299"/>
                    </a:cubicBezTo>
                    <a:cubicBezTo>
                      <a:pt x="98" y="296"/>
                      <a:pt x="104" y="293"/>
                      <a:pt x="110" y="291"/>
                    </a:cubicBezTo>
                    <a:cubicBezTo>
                      <a:pt x="117" y="289"/>
                      <a:pt x="124" y="288"/>
                      <a:pt x="132" y="288"/>
                    </a:cubicBezTo>
                    <a:cubicBezTo>
                      <a:pt x="137" y="288"/>
                      <a:pt x="141" y="288"/>
                      <a:pt x="145" y="288"/>
                    </a:cubicBezTo>
                    <a:cubicBezTo>
                      <a:pt x="149" y="289"/>
                      <a:pt x="152" y="289"/>
                      <a:pt x="155" y="290"/>
                    </a:cubicBezTo>
                    <a:cubicBezTo>
                      <a:pt x="158" y="290"/>
                      <a:pt x="161" y="291"/>
                      <a:pt x="163" y="291"/>
                    </a:cubicBezTo>
                    <a:cubicBezTo>
                      <a:pt x="166" y="292"/>
                      <a:pt x="168" y="292"/>
                      <a:pt x="170" y="293"/>
                    </a:cubicBezTo>
                    <a:lnTo>
                      <a:pt x="170" y="327"/>
                    </a:lnTo>
                    <a:cubicBezTo>
                      <a:pt x="168" y="326"/>
                      <a:pt x="166" y="325"/>
                      <a:pt x="163" y="324"/>
                    </a:cubicBezTo>
                    <a:cubicBezTo>
                      <a:pt x="161" y="323"/>
                      <a:pt x="158" y="322"/>
                      <a:pt x="155" y="321"/>
                    </a:cubicBezTo>
                    <a:cubicBezTo>
                      <a:pt x="152" y="320"/>
                      <a:pt x="149" y="319"/>
                      <a:pt x="146" y="319"/>
                    </a:cubicBezTo>
                    <a:cubicBezTo>
                      <a:pt x="143" y="318"/>
                      <a:pt x="140" y="318"/>
                      <a:pt x="136" y="318"/>
                    </a:cubicBezTo>
                    <a:cubicBezTo>
                      <a:pt x="132" y="318"/>
                      <a:pt x="128" y="319"/>
                      <a:pt x="125" y="320"/>
                    </a:cubicBezTo>
                    <a:cubicBezTo>
                      <a:pt x="123" y="322"/>
                      <a:pt x="121" y="324"/>
                      <a:pt x="121" y="327"/>
                    </a:cubicBezTo>
                    <a:cubicBezTo>
                      <a:pt x="121" y="329"/>
                      <a:pt x="122" y="330"/>
                      <a:pt x="122" y="331"/>
                    </a:cubicBezTo>
                    <a:cubicBezTo>
                      <a:pt x="123" y="333"/>
                      <a:pt x="124" y="334"/>
                      <a:pt x="125" y="335"/>
                    </a:cubicBezTo>
                    <a:cubicBezTo>
                      <a:pt x="126" y="336"/>
                      <a:pt x="128" y="337"/>
                      <a:pt x="130" y="338"/>
                    </a:cubicBezTo>
                    <a:cubicBezTo>
                      <a:pt x="133" y="339"/>
                      <a:pt x="135" y="340"/>
                      <a:pt x="138" y="341"/>
                    </a:cubicBezTo>
                    <a:cubicBezTo>
                      <a:pt x="144" y="344"/>
                      <a:pt x="149" y="346"/>
                      <a:pt x="154" y="349"/>
                    </a:cubicBezTo>
                    <a:cubicBezTo>
                      <a:pt x="159" y="351"/>
                      <a:pt x="163" y="354"/>
                      <a:pt x="166" y="358"/>
                    </a:cubicBezTo>
                    <a:cubicBezTo>
                      <a:pt x="169" y="361"/>
                      <a:pt x="172" y="365"/>
                      <a:pt x="174" y="369"/>
                    </a:cubicBezTo>
                    <a:cubicBezTo>
                      <a:pt x="176" y="373"/>
                      <a:pt x="177" y="378"/>
                      <a:pt x="177" y="384"/>
                    </a:cubicBezTo>
                    <a:cubicBezTo>
                      <a:pt x="177" y="387"/>
                      <a:pt x="176" y="390"/>
                      <a:pt x="176" y="393"/>
                    </a:cubicBezTo>
                    <a:close/>
                    <a:moveTo>
                      <a:pt x="191" y="386"/>
                    </a:moveTo>
                    <a:cubicBezTo>
                      <a:pt x="187" y="378"/>
                      <a:pt x="186" y="369"/>
                      <a:pt x="186" y="359"/>
                    </a:cubicBezTo>
                    <a:cubicBezTo>
                      <a:pt x="186" y="348"/>
                      <a:pt x="187" y="339"/>
                      <a:pt x="191" y="330"/>
                    </a:cubicBezTo>
                    <a:cubicBezTo>
                      <a:pt x="194" y="321"/>
                      <a:pt x="199" y="314"/>
                      <a:pt x="205" y="308"/>
                    </a:cubicBezTo>
                    <a:cubicBezTo>
                      <a:pt x="211" y="301"/>
                      <a:pt x="218" y="296"/>
                      <a:pt x="227" y="293"/>
                    </a:cubicBezTo>
                    <a:cubicBezTo>
                      <a:pt x="235" y="290"/>
                      <a:pt x="245" y="288"/>
                      <a:pt x="255" y="288"/>
                    </a:cubicBezTo>
                    <a:cubicBezTo>
                      <a:pt x="264" y="288"/>
                      <a:pt x="273" y="289"/>
                      <a:pt x="281" y="293"/>
                    </a:cubicBezTo>
                    <a:cubicBezTo>
                      <a:pt x="289" y="296"/>
                      <a:pt x="296" y="300"/>
                      <a:pt x="302" y="307"/>
                    </a:cubicBezTo>
                    <a:cubicBezTo>
                      <a:pt x="308" y="312"/>
                      <a:pt x="313" y="320"/>
                      <a:pt x="316" y="328"/>
                    </a:cubicBezTo>
                    <a:cubicBezTo>
                      <a:pt x="319" y="337"/>
                      <a:pt x="321" y="346"/>
                      <a:pt x="321" y="357"/>
                    </a:cubicBezTo>
                    <a:cubicBezTo>
                      <a:pt x="321" y="365"/>
                      <a:pt x="320" y="372"/>
                      <a:pt x="318" y="378"/>
                    </a:cubicBezTo>
                    <a:cubicBezTo>
                      <a:pt x="316" y="385"/>
                      <a:pt x="314" y="391"/>
                      <a:pt x="310" y="396"/>
                    </a:cubicBezTo>
                    <a:cubicBezTo>
                      <a:pt x="307" y="402"/>
                      <a:pt x="303" y="406"/>
                      <a:pt x="299" y="410"/>
                    </a:cubicBezTo>
                    <a:cubicBezTo>
                      <a:pt x="294" y="414"/>
                      <a:pt x="289" y="418"/>
                      <a:pt x="284" y="420"/>
                    </a:cubicBezTo>
                    <a:lnTo>
                      <a:pt x="329" y="459"/>
                    </a:lnTo>
                    <a:lnTo>
                      <a:pt x="278" y="459"/>
                    </a:lnTo>
                    <a:lnTo>
                      <a:pt x="248" y="427"/>
                    </a:lnTo>
                    <a:cubicBezTo>
                      <a:pt x="239" y="426"/>
                      <a:pt x="231" y="424"/>
                      <a:pt x="224" y="421"/>
                    </a:cubicBezTo>
                    <a:cubicBezTo>
                      <a:pt x="216" y="418"/>
                      <a:pt x="210" y="413"/>
                      <a:pt x="204" y="407"/>
                    </a:cubicBezTo>
                    <a:cubicBezTo>
                      <a:pt x="198" y="402"/>
                      <a:pt x="194" y="395"/>
                      <a:pt x="191" y="386"/>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sp>
            <p:nvSpPr>
              <p:cNvPr id="56" name="Freeform 14">
                <a:extLst>
                  <a:ext uri="{FF2B5EF4-FFF2-40B4-BE49-F238E27FC236}">
                    <a16:creationId xmlns:a16="http://schemas.microsoft.com/office/drawing/2014/main" id="{5C361A55-885F-4406-8789-04E16DE9637A}"/>
                  </a:ext>
                </a:extLst>
              </p:cNvPr>
              <p:cNvSpPr>
                <a:spLocks noEditPoints="1"/>
              </p:cNvSpPr>
              <p:nvPr/>
            </p:nvSpPr>
            <p:spPr bwMode="auto">
              <a:xfrm>
                <a:off x="4833" y="2047"/>
                <a:ext cx="193" cy="121"/>
              </a:xfrm>
              <a:custGeom>
                <a:avLst/>
                <a:gdLst>
                  <a:gd name="T0" fmla="*/ 492 w 492"/>
                  <a:gd name="T1" fmla="*/ 249 h 312"/>
                  <a:gd name="T2" fmla="*/ 433 w 492"/>
                  <a:gd name="T3" fmla="*/ 185 h 312"/>
                  <a:gd name="T4" fmla="*/ 436 w 492"/>
                  <a:gd name="T5" fmla="*/ 155 h 312"/>
                  <a:gd name="T6" fmla="*/ 281 w 492"/>
                  <a:gd name="T7" fmla="*/ 0 h 312"/>
                  <a:gd name="T8" fmla="*/ 136 w 492"/>
                  <a:gd name="T9" fmla="*/ 98 h 312"/>
                  <a:gd name="T10" fmla="*/ 109 w 492"/>
                  <a:gd name="T11" fmla="*/ 94 h 312"/>
                  <a:gd name="T12" fmla="*/ 0 w 492"/>
                  <a:gd name="T13" fmla="*/ 203 h 312"/>
                  <a:gd name="T14" fmla="*/ 107 w 492"/>
                  <a:gd name="T15" fmla="*/ 312 h 312"/>
                  <a:gd name="T16" fmla="*/ 433 w 492"/>
                  <a:gd name="T17" fmla="*/ 312 h 312"/>
                  <a:gd name="T18" fmla="*/ 446 w 492"/>
                  <a:gd name="T19" fmla="*/ 312 h 312"/>
                  <a:gd name="T20" fmla="*/ 445 w 492"/>
                  <a:gd name="T21" fmla="*/ 310 h 312"/>
                  <a:gd name="T22" fmla="*/ 492 w 492"/>
                  <a:gd name="T23" fmla="*/ 249 h 312"/>
                  <a:gd name="T24" fmla="*/ 433 w 492"/>
                  <a:gd name="T25" fmla="*/ 295 h 312"/>
                  <a:gd name="T26" fmla="*/ 109 w 492"/>
                  <a:gd name="T27" fmla="*/ 295 h 312"/>
                  <a:gd name="T28" fmla="*/ 17 w 492"/>
                  <a:gd name="T29" fmla="*/ 203 h 312"/>
                  <a:gd name="T30" fmla="*/ 109 w 492"/>
                  <a:gd name="T31" fmla="*/ 112 h 312"/>
                  <a:gd name="T32" fmla="*/ 139 w 492"/>
                  <a:gd name="T33" fmla="*/ 117 h 312"/>
                  <a:gd name="T34" fmla="*/ 147 w 492"/>
                  <a:gd name="T35" fmla="*/ 120 h 312"/>
                  <a:gd name="T36" fmla="*/ 150 w 492"/>
                  <a:gd name="T37" fmla="*/ 111 h 312"/>
                  <a:gd name="T38" fmla="*/ 281 w 492"/>
                  <a:gd name="T39" fmla="*/ 17 h 312"/>
                  <a:gd name="T40" fmla="*/ 419 w 492"/>
                  <a:gd name="T41" fmla="*/ 155 h 312"/>
                  <a:gd name="T42" fmla="*/ 414 w 492"/>
                  <a:gd name="T43" fmla="*/ 192 h 312"/>
                  <a:gd name="T44" fmla="*/ 410 w 492"/>
                  <a:gd name="T45" fmla="*/ 204 h 312"/>
                  <a:gd name="T46" fmla="*/ 423 w 492"/>
                  <a:gd name="T47" fmla="*/ 203 h 312"/>
                  <a:gd name="T48" fmla="*/ 429 w 492"/>
                  <a:gd name="T49" fmla="*/ 202 h 312"/>
                  <a:gd name="T50" fmla="*/ 475 w 492"/>
                  <a:gd name="T51" fmla="*/ 249 h 312"/>
                  <a:gd name="T52" fmla="*/ 433 w 492"/>
                  <a:gd name="T53" fmla="*/ 29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2" h="312">
                    <a:moveTo>
                      <a:pt x="492" y="249"/>
                    </a:moveTo>
                    <a:cubicBezTo>
                      <a:pt x="492" y="215"/>
                      <a:pt x="466" y="187"/>
                      <a:pt x="433" y="185"/>
                    </a:cubicBezTo>
                    <a:cubicBezTo>
                      <a:pt x="435" y="175"/>
                      <a:pt x="436" y="165"/>
                      <a:pt x="436" y="155"/>
                    </a:cubicBezTo>
                    <a:cubicBezTo>
                      <a:pt x="436" y="70"/>
                      <a:pt x="366" y="0"/>
                      <a:pt x="281" y="0"/>
                    </a:cubicBezTo>
                    <a:cubicBezTo>
                      <a:pt x="217" y="0"/>
                      <a:pt x="160" y="39"/>
                      <a:pt x="136" y="98"/>
                    </a:cubicBezTo>
                    <a:cubicBezTo>
                      <a:pt x="127" y="96"/>
                      <a:pt x="118" y="94"/>
                      <a:pt x="109" y="94"/>
                    </a:cubicBezTo>
                    <a:cubicBezTo>
                      <a:pt x="49" y="94"/>
                      <a:pt x="0" y="143"/>
                      <a:pt x="0" y="203"/>
                    </a:cubicBezTo>
                    <a:cubicBezTo>
                      <a:pt x="0" y="262"/>
                      <a:pt x="47" y="311"/>
                      <a:pt x="107" y="312"/>
                    </a:cubicBezTo>
                    <a:lnTo>
                      <a:pt x="433" y="312"/>
                    </a:lnTo>
                    <a:lnTo>
                      <a:pt x="446" y="312"/>
                    </a:lnTo>
                    <a:lnTo>
                      <a:pt x="445" y="310"/>
                    </a:lnTo>
                    <a:cubicBezTo>
                      <a:pt x="472" y="303"/>
                      <a:pt x="492" y="278"/>
                      <a:pt x="492" y="249"/>
                    </a:cubicBezTo>
                    <a:close/>
                    <a:moveTo>
                      <a:pt x="433" y="295"/>
                    </a:moveTo>
                    <a:lnTo>
                      <a:pt x="109" y="295"/>
                    </a:lnTo>
                    <a:cubicBezTo>
                      <a:pt x="58" y="295"/>
                      <a:pt x="17" y="254"/>
                      <a:pt x="17" y="203"/>
                    </a:cubicBezTo>
                    <a:cubicBezTo>
                      <a:pt x="17" y="153"/>
                      <a:pt x="58" y="112"/>
                      <a:pt x="109" y="112"/>
                    </a:cubicBezTo>
                    <a:cubicBezTo>
                      <a:pt x="119" y="112"/>
                      <a:pt x="129" y="113"/>
                      <a:pt x="139" y="117"/>
                    </a:cubicBezTo>
                    <a:lnTo>
                      <a:pt x="147" y="120"/>
                    </a:lnTo>
                    <a:lnTo>
                      <a:pt x="150" y="111"/>
                    </a:lnTo>
                    <a:cubicBezTo>
                      <a:pt x="169" y="55"/>
                      <a:pt x="221" y="17"/>
                      <a:pt x="281" y="17"/>
                    </a:cubicBezTo>
                    <a:cubicBezTo>
                      <a:pt x="357" y="17"/>
                      <a:pt x="419" y="79"/>
                      <a:pt x="419" y="155"/>
                    </a:cubicBezTo>
                    <a:cubicBezTo>
                      <a:pt x="419" y="167"/>
                      <a:pt x="417" y="180"/>
                      <a:pt x="414" y="192"/>
                    </a:cubicBezTo>
                    <a:lnTo>
                      <a:pt x="410" y="204"/>
                    </a:lnTo>
                    <a:lnTo>
                      <a:pt x="423" y="203"/>
                    </a:lnTo>
                    <a:cubicBezTo>
                      <a:pt x="425" y="202"/>
                      <a:pt x="427" y="202"/>
                      <a:pt x="429" y="202"/>
                    </a:cubicBezTo>
                    <a:cubicBezTo>
                      <a:pt x="454" y="202"/>
                      <a:pt x="475" y="223"/>
                      <a:pt x="475" y="249"/>
                    </a:cubicBezTo>
                    <a:cubicBezTo>
                      <a:pt x="475" y="272"/>
                      <a:pt x="456" y="293"/>
                      <a:pt x="433" y="295"/>
                    </a:cubicBezTo>
                    <a:close/>
                  </a:path>
                </a:pathLst>
              </a:custGeom>
              <a:grpFill/>
              <a:ln w="0">
                <a:solidFill>
                  <a:srgbClr val="FFFFFF"/>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solidFill>
                      <a:srgbClr val="FFFFFF"/>
                    </a:solidFill>
                  </a:ln>
                  <a:solidFill>
                    <a:srgbClr val="353535"/>
                  </a:solidFill>
                  <a:effectLst/>
                  <a:uLnTx/>
                  <a:uFillTx/>
                </a:endParaRPr>
              </a:p>
            </p:txBody>
          </p:sp>
        </p:grpSp>
        <p:sp>
          <p:nvSpPr>
            <p:cNvPr id="57" name="TextBox 56">
              <a:extLst>
                <a:ext uri="{FF2B5EF4-FFF2-40B4-BE49-F238E27FC236}">
                  <a16:creationId xmlns:a16="http://schemas.microsoft.com/office/drawing/2014/main" id="{AEFEA26A-FBD7-4E51-A8F7-D94323A4B29C}"/>
                </a:ext>
              </a:extLst>
            </p:cNvPr>
            <p:cNvSpPr txBox="1"/>
            <p:nvPr/>
          </p:nvSpPr>
          <p:spPr>
            <a:xfrm>
              <a:off x="5473493" y="5121229"/>
              <a:ext cx="522109" cy="892831"/>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SQL</a:t>
              </a:r>
            </a:p>
          </p:txBody>
        </p:sp>
        <p:sp>
          <p:nvSpPr>
            <p:cNvPr id="58" name="TextBox 57">
              <a:extLst>
                <a:ext uri="{FF2B5EF4-FFF2-40B4-BE49-F238E27FC236}">
                  <a16:creationId xmlns:a16="http://schemas.microsoft.com/office/drawing/2014/main" id="{50DE229D-AC84-4894-8F41-2FF96A879D32}"/>
                </a:ext>
              </a:extLst>
            </p:cNvPr>
            <p:cNvSpPr txBox="1"/>
            <p:nvPr/>
          </p:nvSpPr>
          <p:spPr>
            <a:xfrm>
              <a:off x="7486958" y="5058769"/>
              <a:ext cx="522109" cy="1143462"/>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DB Subnet</a:t>
              </a:r>
            </a:p>
          </p:txBody>
        </p:sp>
        <p:sp>
          <p:nvSpPr>
            <p:cNvPr id="59" name="Rectangle 58">
              <a:extLst>
                <a:ext uri="{FF2B5EF4-FFF2-40B4-BE49-F238E27FC236}">
                  <a16:creationId xmlns:a16="http://schemas.microsoft.com/office/drawing/2014/main" id="{8D97542C-355F-4567-9856-DDAAC2E626E2}"/>
                </a:ext>
              </a:extLst>
            </p:cNvPr>
            <p:cNvSpPr/>
            <p:nvPr/>
          </p:nvSpPr>
          <p:spPr bwMode="auto">
            <a:xfrm>
              <a:off x="136325" y="1530420"/>
              <a:ext cx="8057180" cy="5359330"/>
            </a:xfrm>
            <a:prstGeom prst="rect">
              <a:avLst/>
            </a:prstGeom>
            <a:noFill/>
            <a:ln w="19050" cap="rnd" cmpd="sng" algn="ctr">
              <a:solidFill>
                <a:srgbClr val="FFFFFF"/>
              </a:solidFill>
              <a:prstDash val="sysDash"/>
              <a:round/>
              <a:headEnd type="none" w="med" len="med"/>
              <a:tailEnd type="none" w="med" len="med"/>
            </a:ln>
            <a:effectLst/>
          </p:spPr>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ctr" defTabSz="951028"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 name="TextBox 59">
              <a:extLst>
                <a:ext uri="{FF2B5EF4-FFF2-40B4-BE49-F238E27FC236}">
                  <a16:creationId xmlns:a16="http://schemas.microsoft.com/office/drawing/2014/main" id="{B6C757D0-9B0B-41A0-8BCC-CCD0FDBD651D}"/>
                </a:ext>
              </a:extLst>
            </p:cNvPr>
            <p:cNvSpPr txBox="1"/>
            <p:nvPr/>
          </p:nvSpPr>
          <p:spPr>
            <a:xfrm>
              <a:off x="8103916" y="2278725"/>
              <a:ext cx="522109" cy="4471778"/>
            </a:xfrm>
            <a:prstGeom prst="rect">
              <a:avLst/>
            </a:prstGeom>
            <a:noFill/>
          </p:spPr>
          <p:txBody>
            <a:bodyPr vert="vert270" wrap="square" lIns="186521" tIns="149217" rIns="186521" bIns="149217" rtlCol="0">
              <a:spAutoFit/>
            </a:bodyPr>
            <a:lstStyle>
              <a:defPPr>
                <a:defRPr lang="en-US"/>
              </a:defPPr>
              <a:lvl1pPr marR="0" lvl="0" indent="0" defTabSz="932597" fontAlgn="auto">
                <a:lnSpc>
                  <a:spcPct val="90000"/>
                </a:lnSpc>
                <a:spcBef>
                  <a:spcPts val="0"/>
                </a:spcBef>
                <a:spcAft>
                  <a:spcPts val="612"/>
                </a:spcAft>
                <a:buClrTx/>
                <a:buSzTx/>
                <a:buFontTx/>
                <a:buNone/>
                <a:tabLst/>
                <a:defRPr kumimoji="0" sz="1200" b="1" i="0" u="none" strike="noStrike" kern="0" cap="none" spc="0" normalizeH="0" baseline="0">
                  <a:ln>
                    <a:noFill/>
                  </a:ln>
                  <a:solidFill>
                    <a:srgbClr val="FFFFFF"/>
                  </a:solidFill>
                  <a:effectLst/>
                  <a:uLnTx/>
                  <a:uFillTx/>
                  <a:latin typeface="Segoe UI Semibold" panose="020B0702040204020203" pitchFamily="34" charset="0"/>
                  <a:cs typeface="Segoe UI Semibold" panose="020B0702040204020203" pitchFamily="34" charset="0"/>
                </a:defRPr>
              </a:lvl1pPr>
            </a:lstStyle>
            <a:p>
              <a:pPr algn="ctr"/>
              <a:r>
                <a:rPr lang="en-US" sz="1050" dirty="0" err="1"/>
                <a:t>VNet</a:t>
              </a:r>
              <a:endParaRPr lang="en-US" sz="1050" dirty="0"/>
            </a:p>
          </p:txBody>
        </p:sp>
        <p:cxnSp>
          <p:nvCxnSpPr>
            <p:cNvPr id="64" name="Straight Arrow Connector 63">
              <a:extLst>
                <a:ext uri="{FF2B5EF4-FFF2-40B4-BE49-F238E27FC236}">
                  <a16:creationId xmlns:a16="http://schemas.microsoft.com/office/drawing/2014/main" id="{D33E6926-66D3-40F3-B96B-57146CBB15A6}"/>
                </a:ext>
              </a:extLst>
            </p:cNvPr>
            <p:cNvCxnSpPr>
              <a:cxnSpLocks/>
            </p:cNvCxnSpPr>
            <p:nvPr/>
          </p:nvCxnSpPr>
          <p:spPr>
            <a:xfrm>
              <a:off x="1411615" y="4454421"/>
              <a:ext cx="0" cy="554818"/>
            </a:xfrm>
            <a:prstGeom prst="straightConnector1">
              <a:avLst/>
            </a:prstGeom>
            <a:noFill/>
            <a:ln w="9525" cap="flat" cmpd="sng" algn="ctr">
              <a:solidFill>
                <a:srgbClr val="FFFFFF"/>
              </a:solidFill>
              <a:prstDash val="solid"/>
              <a:headEnd type="none"/>
              <a:tailEnd type="triangle"/>
            </a:ln>
            <a:effectLst/>
          </p:spPr>
        </p:cxnSp>
        <p:cxnSp>
          <p:nvCxnSpPr>
            <p:cNvPr id="65" name="Straight Arrow Connector 64">
              <a:extLst>
                <a:ext uri="{FF2B5EF4-FFF2-40B4-BE49-F238E27FC236}">
                  <a16:creationId xmlns:a16="http://schemas.microsoft.com/office/drawing/2014/main" id="{C99CE160-7CCC-46F4-82E4-87002BC6A06A}"/>
                </a:ext>
              </a:extLst>
            </p:cNvPr>
            <p:cNvCxnSpPr>
              <a:cxnSpLocks/>
            </p:cNvCxnSpPr>
            <p:nvPr/>
          </p:nvCxnSpPr>
          <p:spPr>
            <a:xfrm>
              <a:off x="3983003" y="4454421"/>
              <a:ext cx="0" cy="554818"/>
            </a:xfrm>
            <a:prstGeom prst="straightConnector1">
              <a:avLst/>
            </a:prstGeom>
            <a:noFill/>
            <a:ln w="9525" cap="flat" cmpd="sng" algn="ctr">
              <a:solidFill>
                <a:srgbClr val="FFFFFF"/>
              </a:solidFill>
              <a:prstDash val="solid"/>
              <a:headEnd type="none"/>
              <a:tailEnd type="triangle"/>
            </a:ln>
            <a:effectLst/>
          </p:spPr>
        </p:cxnSp>
        <p:cxnSp>
          <p:nvCxnSpPr>
            <p:cNvPr id="66" name="Straight Arrow Connector 65">
              <a:extLst>
                <a:ext uri="{FF2B5EF4-FFF2-40B4-BE49-F238E27FC236}">
                  <a16:creationId xmlns:a16="http://schemas.microsoft.com/office/drawing/2014/main" id="{CBF968D6-EEEF-4AB9-8860-50DB259FEB7C}"/>
                </a:ext>
              </a:extLst>
            </p:cNvPr>
            <p:cNvCxnSpPr>
              <a:cxnSpLocks/>
            </p:cNvCxnSpPr>
            <p:nvPr/>
          </p:nvCxnSpPr>
          <p:spPr>
            <a:xfrm>
              <a:off x="6359998" y="4483612"/>
              <a:ext cx="0" cy="554818"/>
            </a:xfrm>
            <a:prstGeom prst="straightConnector1">
              <a:avLst/>
            </a:prstGeom>
            <a:noFill/>
            <a:ln w="9525" cap="flat" cmpd="sng" algn="ctr">
              <a:solidFill>
                <a:srgbClr val="FFFFFF"/>
              </a:solidFill>
              <a:prstDash val="solid"/>
              <a:headEnd type="none"/>
              <a:tailEnd type="triangle"/>
            </a:ln>
            <a:effectLst/>
          </p:spPr>
        </p:cxnSp>
        <p:sp>
          <p:nvSpPr>
            <p:cNvPr id="67" name="Freeform 5">
              <a:extLst>
                <a:ext uri="{FF2B5EF4-FFF2-40B4-BE49-F238E27FC236}">
                  <a16:creationId xmlns:a16="http://schemas.microsoft.com/office/drawing/2014/main" id="{E84A09DA-28C9-463B-B551-420925A1BA61}"/>
                </a:ext>
              </a:extLst>
            </p:cNvPr>
            <p:cNvSpPr>
              <a:spLocks noEditPoints="1"/>
            </p:cNvSpPr>
            <p:nvPr/>
          </p:nvSpPr>
          <p:spPr bwMode="auto">
            <a:xfrm>
              <a:off x="3616919" y="3520924"/>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accent4"/>
            </a:solid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68" name="Freeform 5">
              <a:extLst>
                <a:ext uri="{FF2B5EF4-FFF2-40B4-BE49-F238E27FC236}">
                  <a16:creationId xmlns:a16="http://schemas.microsoft.com/office/drawing/2014/main" id="{1693904E-9A10-4D23-A734-77AF3E3B6570}"/>
                </a:ext>
              </a:extLst>
            </p:cNvPr>
            <p:cNvSpPr>
              <a:spLocks noEditPoints="1"/>
            </p:cNvSpPr>
            <p:nvPr/>
          </p:nvSpPr>
          <p:spPr bwMode="auto">
            <a:xfrm>
              <a:off x="3540632" y="3563321"/>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accent4"/>
            </a:solid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nvGrpSpPr>
            <p:cNvPr id="69" name="Group 4">
              <a:extLst>
                <a:ext uri="{FF2B5EF4-FFF2-40B4-BE49-F238E27FC236}">
                  <a16:creationId xmlns:a16="http://schemas.microsoft.com/office/drawing/2014/main" id="{ECACAE65-FFF8-4926-8866-7C9D71ED3C05}"/>
                </a:ext>
              </a:extLst>
            </p:cNvPr>
            <p:cNvGrpSpPr>
              <a:grpSpLocks noChangeAspect="1"/>
            </p:cNvGrpSpPr>
            <p:nvPr/>
          </p:nvGrpSpPr>
          <p:grpSpPr bwMode="auto">
            <a:xfrm>
              <a:off x="3471845" y="3603061"/>
              <a:ext cx="972677" cy="892830"/>
              <a:chOff x="2299" y="1462"/>
              <a:chExt cx="268" cy="246"/>
            </a:xfrm>
            <a:solidFill>
              <a:schemeClr val="accent4"/>
            </a:solidFill>
          </p:grpSpPr>
          <p:sp>
            <p:nvSpPr>
              <p:cNvPr id="70" name="Freeform 5">
                <a:extLst>
                  <a:ext uri="{FF2B5EF4-FFF2-40B4-BE49-F238E27FC236}">
                    <a16:creationId xmlns:a16="http://schemas.microsoft.com/office/drawing/2014/main" id="{0344ABAE-C246-45C4-831B-E63ED72BFC17}"/>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71" name="Freeform 6">
                <a:extLst>
                  <a:ext uri="{FF2B5EF4-FFF2-40B4-BE49-F238E27FC236}">
                    <a16:creationId xmlns:a16="http://schemas.microsoft.com/office/drawing/2014/main" id="{C2B9E715-FED0-4149-AADA-D38A7BF0BC85}"/>
                  </a:ext>
                </a:extLst>
              </p:cNvPr>
              <p:cNvSpPr>
                <a:spLocks/>
              </p:cNvSpPr>
              <p:nvPr/>
            </p:nvSpPr>
            <p:spPr bwMode="auto">
              <a:xfrm>
                <a:off x="2417" y="1499"/>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72" name="Freeform 7">
                <a:extLst>
                  <a:ext uri="{FF2B5EF4-FFF2-40B4-BE49-F238E27FC236}">
                    <a16:creationId xmlns:a16="http://schemas.microsoft.com/office/drawing/2014/main" id="{986CC19B-9704-4011-975B-BC7A71182DAC}"/>
                  </a:ext>
                </a:extLst>
              </p:cNvPr>
              <p:cNvSpPr>
                <a:spLocks/>
              </p:cNvSpPr>
              <p:nvPr/>
            </p:nvSpPr>
            <p:spPr bwMode="auto">
              <a:xfrm>
                <a:off x="2463" y="1531"/>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73" name="Freeform 8">
                <a:extLst>
                  <a:ext uri="{FF2B5EF4-FFF2-40B4-BE49-F238E27FC236}">
                    <a16:creationId xmlns:a16="http://schemas.microsoft.com/office/drawing/2014/main" id="{ADDE1BBE-DBF2-447F-95C1-C3002DD35294}"/>
                  </a:ext>
                </a:extLst>
              </p:cNvPr>
              <p:cNvSpPr>
                <a:spLocks/>
              </p:cNvSpPr>
              <p:nvPr/>
            </p:nvSpPr>
            <p:spPr bwMode="auto">
              <a:xfrm>
                <a:off x="2413" y="1531"/>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sp>
          <p:nvSpPr>
            <p:cNvPr id="74" name="TextBox 73">
              <a:extLst>
                <a:ext uri="{FF2B5EF4-FFF2-40B4-BE49-F238E27FC236}">
                  <a16:creationId xmlns:a16="http://schemas.microsoft.com/office/drawing/2014/main" id="{63240C97-32BA-4310-9CD7-B8D17F0022FB}"/>
                </a:ext>
              </a:extLst>
            </p:cNvPr>
            <p:cNvSpPr txBox="1"/>
            <p:nvPr/>
          </p:nvSpPr>
          <p:spPr>
            <a:xfrm>
              <a:off x="3074458" y="3501889"/>
              <a:ext cx="522109" cy="1044227"/>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Web App</a:t>
              </a:r>
            </a:p>
          </p:txBody>
        </p:sp>
        <p:sp>
          <p:nvSpPr>
            <p:cNvPr id="75" name="Freeform 5">
              <a:extLst>
                <a:ext uri="{FF2B5EF4-FFF2-40B4-BE49-F238E27FC236}">
                  <a16:creationId xmlns:a16="http://schemas.microsoft.com/office/drawing/2014/main" id="{E80D4FE8-92C5-4F85-B8EF-2004B841092B}"/>
                </a:ext>
              </a:extLst>
            </p:cNvPr>
            <p:cNvSpPr>
              <a:spLocks noEditPoints="1"/>
            </p:cNvSpPr>
            <p:nvPr/>
          </p:nvSpPr>
          <p:spPr bwMode="auto">
            <a:xfrm>
              <a:off x="6011708" y="3524507"/>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accent4"/>
            </a:solid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76" name="Freeform 5">
              <a:extLst>
                <a:ext uri="{FF2B5EF4-FFF2-40B4-BE49-F238E27FC236}">
                  <a16:creationId xmlns:a16="http://schemas.microsoft.com/office/drawing/2014/main" id="{5A6764DD-04C5-4CD4-A812-DD4544CA0C01}"/>
                </a:ext>
              </a:extLst>
            </p:cNvPr>
            <p:cNvSpPr>
              <a:spLocks noEditPoints="1"/>
            </p:cNvSpPr>
            <p:nvPr/>
          </p:nvSpPr>
          <p:spPr bwMode="auto">
            <a:xfrm>
              <a:off x="5935421" y="3566905"/>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solidFill>
              <a:schemeClr val="accent4"/>
            </a:solid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nvGrpSpPr>
            <p:cNvPr id="77" name="Group 4">
              <a:extLst>
                <a:ext uri="{FF2B5EF4-FFF2-40B4-BE49-F238E27FC236}">
                  <a16:creationId xmlns:a16="http://schemas.microsoft.com/office/drawing/2014/main" id="{C93CF3D3-4AFD-4854-935F-FBDCC089ED1E}"/>
                </a:ext>
              </a:extLst>
            </p:cNvPr>
            <p:cNvGrpSpPr>
              <a:grpSpLocks noChangeAspect="1"/>
            </p:cNvGrpSpPr>
            <p:nvPr/>
          </p:nvGrpSpPr>
          <p:grpSpPr bwMode="auto">
            <a:xfrm>
              <a:off x="5866635" y="3606645"/>
              <a:ext cx="972677" cy="892830"/>
              <a:chOff x="2299" y="1462"/>
              <a:chExt cx="268" cy="246"/>
            </a:xfrm>
            <a:solidFill>
              <a:schemeClr val="accent4"/>
            </a:solidFill>
          </p:grpSpPr>
          <p:sp>
            <p:nvSpPr>
              <p:cNvPr id="78" name="Freeform 5">
                <a:extLst>
                  <a:ext uri="{FF2B5EF4-FFF2-40B4-BE49-F238E27FC236}">
                    <a16:creationId xmlns:a16="http://schemas.microsoft.com/office/drawing/2014/main" id="{32C6B5B6-EA2B-419E-8DE8-21CFFF51227F}"/>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79" name="Freeform 6">
                <a:extLst>
                  <a:ext uri="{FF2B5EF4-FFF2-40B4-BE49-F238E27FC236}">
                    <a16:creationId xmlns:a16="http://schemas.microsoft.com/office/drawing/2014/main" id="{407B344F-1483-46EC-916C-F4985A137A50}"/>
                  </a:ext>
                </a:extLst>
              </p:cNvPr>
              <p:cNvSpPr>
                <a:spLocks/>
              </p:cNvSpPr>
              <p:nvPr/>
            </p:nvSpPr>
            <p:spPr bwMode="auto">
              <a:xfrm>
                <a:off x="2417" y="1499"/>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80" name="Freeform 7">
                <a:extLst>
                  <a:ext uri="{FF2B5EF4-FFF2-40B4-BE49-F238E27FC236}">
                    <a16:creationId xmlns:a16="http://schemas.microsoft.com/office/drawing/2014/main" id="{5CE5BFAC-E41F-4458-997E-FA756731C800}"/>
                  </a:ext>
                </a:extLst>
              </p:cNvPr>
              <p:cNvSpPr>
                <a:spLocks/>
              </p:cNvSpPr>
              <p:nvPr/>
            </p:nvSpPr>
            <p:spPr bwMode="auto">
              <a:xfrm>
                <a:off x="2463" y="1531"/>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81" name="Freeform 8">
                <a:extLst>
                  <a:ext uri="{FF2B5EF4-FFF2-40B4-BE49-F238E27FC236}">
                    <a16:creationId xmlns:a16="http://schemas.microsoft.com/office/drawing/2014/main" id="{7B7E1DDA-1B2F-47E2-9977-D7B5F12E70FB}"/>
                  </a:ext>
                </a:extLst>
              </p:cNvPr>
              <p:cNvSpPr>
                <a:spLocks/>
              </p:cNvSpPr>
              <p:nvPr/>
            </p:nvSpPr>
            <p:spPr bwMode="auto">
              <a:xfrm>
                <a:off x="2413" y="1531"/>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sp>
          <p:nvSpPr>
            <p:cNvPr id="82" name="TextBox 81">
              <a:extLst>
                <a:ext uri="{FF2B5EF4-FFF2-40B4-BE49-F238E27FC236}">
                  <a16:creationId xmlns:a16="http://schemas.microsoft.com/office/drawing/2014/main" id="{14867E0B-BE80-4859-8D84-AAB6600FD83E}"/>
                </a:ext>
              </a:extLst>
            </p:cNvPr>
            <p:cNvSpPr txBox="1"/>
            <p:nvPr/>
          </p:nvSpPr>
          <p:spPr>
            <a:xfrm>
              <a:off x="5469247" y="3505473"/>
              <a:ext cx="522109" cy="1044227"/>
            </a:xfrm>
            <a:prstGeom prst="rect">
              <a:avLst/>
            </a:prstGeom>
            <a:noFill/>
          </p:spPr>
          <p:txBody>
            <a:bodyPr vert="vert270" wrap="square" lIns="186521" tIns="149217" rIns="186521" bIns="149217" rtlCol="0">
              <a:spAutoFit/>
            </a:bodyPr>
            <a:lstStyle/>
            <a:p>
              <a:pPr marL="0" marR="0" lvl="0" indent="0" defTabSz="932597" eaLnBrk="1" fontAlgn="auto" latinLnBrk="0" hangingPunct="1">
                <a:lnSpc>
                  <a:spcPct val="90000"/>
                </a:lnSpc>
                <a:spcBef>
                  <a:spcPts val="0"/>
                </a:spcBef>
                <a:spcAft>
                  <a:spcPts val="612"/>
                </a:spcAft>
                <a:buClrTx/>
                <a:buSzTx/>
                <a:buFontTx/>
                <a:buNone/>
                <a:tabLst/>
                <a:defRPr/>
              </a:pPr>
              <a:r>
                <a:rPr kumimoji="0" lang="en-US" sz="105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702040204020203" pitchFamily="34" charset="0"/>
                </a:rPr>
                <a:t>Web App</a:t>
              </a:r>
            </a:p>
          </p:txBody>
        </p:sp>
        <p:cxnSp>
          <p:nvCxnSpPr>
            <p:cNvPr id="89" name="Straight Arrow Connector 88">
              <a:extLst>
                <a:ext uri="{FF2B5EF4-FFF2-40B4-BE49-F238E27FC236}">
                  <a16:creationId xmlns:a16="http://schemas.microsoft.com/office/drawing/2014/main" id="{A4A86EE2-5A67-444B-828E-AF95AC78096D}"/>
                </a:ext>
              </a:extLst>
            </p:cNvPr>
            <p:cNvCxnSpPr>
              <a:cxnSpLocks/>
            </p:cNvCxnSpPr>
            <p:nvPr/>
          </p:nvCxnSpPr>
          <p:spPr>
            <a:xfrm>
              <a:off x="2027378" y="5402262"/>
              <a:ext cx="1338392" cy="0"/>
            </a:xfrm>
            <a:prstGeom prst="straightConnector1">
              <a:avLst/>
            </a:prstGeom>
            <a:noFill/>
            <a:ln w="9525" cap="flat" cmpd="sng" algn="ctr">
              <a:solidFill>
                <a:srgbClr val="FFFFFF"/>
              </a:solidFill>
              <a:prstDash val="solid"/>
              <a:headEnd type="triangle"/>
              <a:tailEnd type="triangle"/>
            </a:ln>
            <a:effectLst/>
          </p:spPr>
        </p:cxnSp>
        <p:cxnSp>
          <p:nvCxnSpPr>
            <p:cNvPr id="90" name="Straight Arrow Connector 89">
              <a:extLst>
                <a:ext uri="{FF2B5EF4-FFF2-40B4-BE49-F238E27FC236}">
                  <a16:creationId xmlns:a16="http://schemas.microsoft.com/office/drawing/2014/main" id="{736F8A9E-275A-4407-A5FD-FCBCB09D9BA9}"/>
                </a:ext>
              </a:extLst>
            </p:cNvPr>
            <p:cNvCxnSpPr>
              <a:cxnSpLocks/>
            </p:cNvCxnSpPr>
            <p:nvPr/>
          </p:nvCxnSpPr>
          <p:spPr>
            <a:xfrm>
              <a:off x="4506824" y="5419090"/>
              <a:ext cx="1338392" cy="0"/>
            </a:xfrm>
            <a:prstGeom prst="straightConnector1">
              <a:avLst/>
            </a:prstGeom>
            <a:noFill/>
            <a:ln w="9525" cap="flat" cmpd="sng" algn="ctr">
              <a:solidFill>
                <a:srgbClr val="FFFFFF"/>
              </a:solidFill>
              <a:prstDash val="solid"/>
              <a:headEnd type="triangle"/>
              <a:tailEnd type="triangle"/>
            </a:ln>
            <a:effectLst/>
          </p:spPr>
        </p:cxnSp>
        <p:grpSp>
          <p:nvGrpSpPr>
            <p:cNvPr id="2" name="Group 1">
              <a:extLst>
                <a:ext uri="{FF2B5EF4-FFF2-40B4-BE49-F238E27FC236}">
                  <a16:creationId xmlns:a16="http://schemas.microsoft.com/office/drawing/2014/main" id="{F6343CFF-4E43-4345-B8B6-458DBB7E7917}"/>
                </a:ext>
              </a:extLst>
            </p:cNvPr>
            <p:cNvGrpSpPr/>
            <p:nvPr/>
          </p:nvGrpSpPr>
          <p:grpSpPr>
            <a:xfrm>
              <a:off x="900826" y="3534379"/>
              <a:ext cx="1117751" cy="974967"/>
              <a:chOff x="3624245" y="3673324"/>
              <a:chExt cx="1117751" cy="974967"/>
            </a:xfrm>
            <a:solidFill>
              <a:schemeClr val="accent4"/>
            </a:solidFill>
          </p:grpSpPr>
          <p:sp>
            <p:nvSpPr>
              <p:cNvPr id="92" name="Freeform 5">
                <a:extLst>
                  <a:ext uri="{FF2B5EF4-FFF2-40B4-BE49-F238E27FC236}">
                    <a16:creationId xmlns:a16="http://schemas.microsoft.com/office/drawing/2014/main" id="{D2A64972-00F8-42B1-8A5C-FFC38B62B821}"/>
                  </a:ext>
                </a:extLst>
              </p:cNvPr>
              <p:cNvSpPr>
                <a:spLocks noEditPoints="1"/>
              </p:cNvSpPr>
              <p:nvPr/>
            </p:nvSpPr>
            <p:spPr bwMode="auto">
              <a:xfrm>
                <a:off x="3769319" y="3673324"/>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93" name="Freeform 5">
                <a:extLst>
                  <a:ext uri="{FF2B5EF4-FFF2-40B4-BE49-F238E27FC236}">
                    <a16:creationId xmlns:a16="http://schemas.microsoft.com/office/drawing/2014/main" id="{348762EC-31BB-4D57-B2DE-AC864F33AA16}"/>
                  </a:ext>
                </a:extLst>
              </p:cNvPr>
              <p:cNvSpPr>
                <a:spLocks noEditPoints="1"/>
              </p:cNvSpPr>
              <p:nvPr/>
            </p:nvSpPr>
            <p:spPr bwMode="auto">
              <a:xfrm>
                <a:off x="3693032" y="3715721"/>
                <a:ext cx="972677" cy="892830"/>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nvGrpSpPr>
              <p:cNvPr id="94" name="Group 4">
                <a:extLst>
                  <a:ext uri="{FF2B5EF4-FFF2-40B4-BE49-F238E27FC236}">
                    <a16:creationId xmlns:a16="http://schemas.microsoft.com/office/drawing/2014/main" id="{F270CB07-AA96-42B3-9D65-0323FE3378E5}"/>
                  </a:ext>
                </a:extLst>
              </p:cNvPr>
              <p:cNvGrpSpPr>
                <a:grpSpLocks noChangeAspect="1"/>
              </p:cNvGrpSpPr>
              <p:nvPr/>
            </p:nvGrpSpPr>
            <p:grpSpPr bwMode="auto">
              <a:xfrm>
                <a:off x="3624245" y="3755461"/>
                <a:ext cx="972677" cy="892830"/>
                <a:chOff x="2299" y="1462"/>
                <a:chExt cx="268" cy="246"/>
              </a:xfrm>
              <a:grpFill/>
            </p:grpSpPr>
            <p:sp>
              <p:nvSpPr>
                <p:cNvPr id="95" name="Freeform 5">
                  <a:extLst>
                    <a:ext uri="{FF2B5EF4-FFF2-40B4-BE49-F238E27FC236}">
                      <a16:creationId xmlns:a16="http://schemas.microsoft.com/office/drawing/2014/main" id="{1F312879-7A8D-40F7-9D67-1CEAD732BE50}"/>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96" name="Freeform 6">
                  <a:extLst>
                    <a:ext uri="{FF2B5EF4-FFF2-40B4-BE49-F238E27FC236}">
                      <a16:creationId xmlns:a16="http://schemas.microsoft.com/office/drawing/2014/main" id="{D35D5417-AF97-4AA0-984A-4D32CCDF018E}"/>
                    </a:ext>
                  </a:extLst>
                </p:cNvPr>
                <p:cNvSpPr>
                  <a:spLocks/>
                </p:cNvSpPr>
                <p:nvPr/>
              </p:nvSpPr>
              <p:spPr bwMode="auto">
                <a:xfrm>
                  <a:off x="2417" y="1499"/>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97" name="Freeform 7">
                  <a:extLst>
                    <a:ext uri="{FF2B5EF4-FFF2-40B4-BE49-F238E27FC236}">
                      <a16:creationId xmlns:a16="http://schemas.microsoft.com/office/drawing/2014/main" id="{A118026F-08F4-463A-92F9-81612F958EA9}"/>
                    </a:ext>
                  </a:extLst>
                </p:cNvPr>
                <p:cNvSpPr>
                  <a:spLocks/>
                </p:cNvSpPr>
                <p:nvPr/>
              </p:nvSpPr>
              <p:spPr bwMode="auto">
                <a:xfrm>
                  <a:off x="2463" y="1531"/>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98" name="Freeform 8">
                  <a:extLst>
                    <a:ext uri="{FF2B5EF4-FFF2-40B4-BE49-F238E27FC236}">
                      <a16:creationId xmlns:a16="http://schemas.microsoft.com/office/drawing/2014/main" id="{F0EB1346-C595-44E5-9375-2B6EB5D0FB5C}"/>
                    </a:ext>
                  </a:extLst>
                </p:cNvPr>
                <p:cNvSpPr>
                  <a:spLocks/>
                </p:cNvSpPr>
                <p:nvPr/>
              </p:nvSpPr>
              <p:spPr bwMode="auto">
                <a:xfrm>
                  <a:off x="2413" y="1531"/>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grpSp>
        <p:grpSp>
          <p:nvGrpSpPr>
            <p:cNvPr id="99" name="Group 4">
              <a:extLst>
                <a:ext uri="{FF2B5EF4-FFF2-40B4-BE49-F238E27FC236}">
                  <a16:creationId xmlns:a16="http://schemas.microsoft.com/office/drawing/2014/main" id="{BD204251-8BCB-4AAB-9681-265D9249B83F}"/>
                </a:ext>
              </a:extLst>
            </p:cNvPr>
            <p:cNvGrpSpPr>
              <a:grpSpLocks noChangeAspect="1"/>
            </p:cNvGrpSpPr>
            <p:nvPr/>
          </p:nvGrpSpPr>
          <p:grpSpPr bwMode="auto">
            <a:xfrm>
              <a:off x="972173" y="5150720"/>
              <a:ext cx="972677" cy="892830"/>
              <a:chOff x="2299" y="1462"/>
              <a:chExt cx="268" cy="246"/>
            </a:xfrm>
            <a:solidFill>
              <a:schemeClr val="accent4"/>
            </a:solidFill>
          </p:grpSpPr>
          <p:sp>
            <p:nvSpPr>
              <p:cNvPr id="100" name="Freeform 5">
                <a:extLst>
                  <a:ext uri="{FF2B5EF4-FFF2-40B4-BE49-F238E27FC236}">
                    <a16:creationId xmlns:a16="http://schemas.microsoft.com/office/drawing/2014/main" id="{FB756EA7-0FB4-42A1-B914-54262A3A0755}"/>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1" name="Freeform 6">
                <a:extLst>
                  <a:ext uri="{FF2B5EF4-FFF2-40B4-BE49-F238E27FC236}">
                    <a16:creationId xmlns:a16="http://schemas.microsoft.com/office/drawing/2014/main" id="{58B006E5-4176-47EC-B84C-64150E9AF9B3}"/>
                  </a:ext>
                </a:extLst>
              </p:cNvPr>
              <p:cNvSpPr>
                <a:spLocks/>
              </p:cNvSpPr>
              <p:nvPr/>
            </p:nvSpPr>
            <p:spPr bwMode="auto">
              <a:xfrm>
                <a:off x="2389" y="1507"/>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2" name="Freeform 7">
                <a:extLst>
                  <a:ext uri="{FF2B5EF4-FFF2-40B4-BE49-F238E27FC236}">
                    <a16:creationId xmlns:a16="http://schemas.microsoft.com/office/drawing/2014/main" id="{49EB1707-D68C-4920-A797-82F43982BF0C}"/>
                  </a:ext>
                </a:extLst>
              </p:cNvPr>
              <p:cNvSpPr>
                <a:spLocks/>
              </p:cNvSpPr>
              <p:nvPr/>
            </p:nvSpPr>
            <p:spPr bwMode="auto">
              <a:xfrm>
                <a:off x="2435" y="1539"/>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3" name="Freeform 8">
                <a:extLst>
                  <a:ext uri="{FF2B5EF4-FFF2-40B4-BE49-F238E27FC236}">
                    <a16:creationId xmlns:a16="http://schemas.microsoft.com/office/drawing/2014/main" id="{993045F8-F162-4C88-9590-5EEE47BBAE4A}"/>
                  </a:ext>
                </a:extLst>
              </p:cNvPr>
              <p:cNvSpPr>
                <a:spLocks/>
              </p:cNvSpPr>
              <p:nvPr/>
            </p:nvSpPr>
            <p:spPr bwMode="auto">
              <a:xfrm>
                <a:off x="2385" y="1539"/>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grpSp>
          <p:nvGrpSpPr>
            <p:cNvPr id="104" name="Group 4">
              <a:extLst>
                <a:ext uri="{FF2B5EF4-FFF2-40B4-BE49-F238E27FC236}">
                  <a16:creationId xmlns:a16="http://schemas.microsoft.com/office/drawing/2014/main" id="{707F5D54-D175-47BC-AFBB-6974018BEE30}"/>
                </a:ext>
              </a:extLst>
            </p:cNvPr>
            <p:cNvGrpSpPr>
              <a:grpSpLocks noChangeAspect="1"/>
            </p:cNvGrpSpPr>
            <p:nvPr/>
          </p:nvGrpSpPr>
          <p:grpSpPr bwMode="auto">
            <a:xfrm>
              <a:off x="5951696" y="5126572"/>
              <a:ext cx="972677" cy="892830"/>
              <a:chOff x="2299" y="1462"/>
              <a:chExt cx="268" cy="246"/>
            </a:xfrm>
            <a:solidFill>
              <a:schemeClr val="accent4"/>
            </a:solidFill>
          </p:grpSpPr>
          <p:sp>
            <p:nvSpPr>
              <p:cNvPr id="105" name="Freeform 5">
                <a:extLst>
                  <a:ext uri="{FF2B5EF4-FFF2-40B4-BE49-F238E27FC236}">
                    <a16:creationId xmlns:a16="http://schemas.microsoft.com/office/drawing/2014/main" id="{6FD70982-CCA6-4A45-968E-BFC306702963}"/>
                  </a:ext>
                </a:extLst>
              </p:cNvPr>
              <p:cNvSpPr>
                <a:spLocks noEditPoints="1"/>
              </p:cNvSpPr>
              <p:nvPr/>
            </p:nvSpPr>
            <p:spPr bwMode="auto">
              <a:xfrm>
                <a:off x="2299" y="1462"/>
                <a:ext cx="268" cy="246"/>
              </a:xfrm>
              <a:custGeom>
                <a:avLst/>
                <a:gdLst>
                  <a:gd name="T0" fmla="*/ 563 w 599"/>
                  <a:gd name="T1" fmla="*/ 0 h 553"/>
                  <a:gd name="T2" fmla="*/ 33 w 599"/>
                  <a:gd name="T3" fmla="*/ 0 h 553"/>
                  <a:gd name="T4" fmla="*/ 0 w 599"/>
                  <a:gd name="T5" fmla="*/ 34 h 553"/>
                  <a:gd name="T6" fmla="*/ 0 w 599"/>
                  <a:gd name="T7" fmla="*/ 404 h 553"/>
                  <a:gd name="T8" fmla="*/ 33 w 599"/>
                  <a:gd name="T9" fmla="*/ 438 h 553"/>
                  <a:gd name="T10" fmla="*/ 214 w 599"/>
                  <a:gd name="T11" fmla="*/ 438 h 553"/>
                  <a:gd name="T12" fmla="*/ 93 w 599"/>
                  <a:gd name="T13" fmla="*/ 517 h 553"/>
                  <a:gd name="T14" fmla="*/ 93 w 599"/>
                  <a:gd name="T15" fmla="*/ 553 h 553"/>
                  <a:gd name="T16" fmla="*/ 484 w 599"/>
                  <a:gd name="T17" fmla="*/ 553 h 553"/>
                  <a:gd name="T18" fmla="*/ 484 w 599"/>
                  <a:gd name="T19" fmla="*/ 517 h 553"/>
                  <a:gd name="T20" fmla="*/ 377 w 599"/>
                  <a:gd name="T21" fmla="*/ 438 h 553"/>
                  <a:gd name="T22" fmla="*/ 563 w 599"/>
                  <a:gd name="T23" fmla="*/ 438 h 553"/>
                  <a:gd name="T24" fmla="*/ 599 w 599"/>
                  <a:gd name="T25" fmla="*/ 404 h 553"/>
                  <a:gd name="T26" fmla="*/ 599 w 599"/>
                  <a:gd name="T27" fmla="*/ 34 h 553"/>
                  <a:gd name="T28" fmla="*/ 563 w 599"/>
                  <a:gd name="T29" fmla="*/ 0 h 553"/>
                  <a:gd name="T30" fmla="*/ 553 w 599"/>
                  <a:gd name="T31" fmla="*/ 47 h 553"/>
                  <a:gd name="T32" fmla="*/ 553 w 599"/>
                  <a:gd name="T33" fmla="*/ 392 h 553"/>
                  <a:gd name="T34" fmla="*/ 47 w 599"/>
                  <a:gd name="T35" fmla="*/ 392 h 553"/>
                  <a:gd name="T36" fmla="*/ 47 w 599"/>
                  <a:gd name="T37" fmla="*/ 47 h 553"/>
                  <a:gd name="T38" fmla="*/ 554 w 599"/>
                  <a:gd name="T39" fmla="*/ 46 h 553"/>
                  <a:gd name="T40" fmla="*/ 553 w 599"/>
                  <a:gd name="T41" fmla="*/ 47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9" h="553">
                    <a:moveTo>
                      <a:pt x="563" y="0"/>
                    </a:moveTo>
                    <a:lnTo>
                      <a:pt x="33" y="0"/>
                    </a:lnTo>
                    <a:cubicBezTo>
                      <a:pt x="15" y="0"/>
                      <a:pt x="0" y="17"/>
                      <a:pt x="0" y="34"/>
                    </a:cubicBezTo>
                    <a:lnTo>
                      <a:pt x="0" y="404"/>
                    </a:lnTo>
                    <a:cubicBezTo>
                      <a:pt x="0" y="422"/>
                      <a:pt x="15" y="438"/>
                      <a:pt x="33" y="438"/>
                    </a:cubicBezTo>
                    <a:lnTo>
                      <a:pt x="214" y="438"/>
                    </a:lnTo>
                    <a:cubicBezTo>
                      <a:pt x="234" y="507"/>
                      <a:pt x="208" y="517"/>
                      <a:pt x="93" y="517"/>
                    </a:cubicBezTo>
                    <a:lnTo>
                      <a:pt x="93" y="553"/>
                    </a:lnTo>
                    <a:lnTo>
                      <a:pt x="484" y="553"/>
                    </a:lnTo>
                    <a:lnTo>
                      <a:pt x="484" y="517"/>
                    </a:lnTo>
                    <a:cubicBezTo>
                      <a:pt x="369" y="517"/>
                      <a:pt x="357" y="507"/>
                      <a:pt x="377" y="438"/>
                    </a:cubicBezTo>
                    <a:lnTo>
                      <a:pt x="563" y="438"/>
                    </a:lnTo>
                    <a:cubicBezTo>
                      <a:pt x="581" y="438"/>
                      <a:pt x="599" y="422"/>
                      <a:pt x="599" y="404"/>
                    </a:cubicBezTo>
                    <a:lnTo>
                      <a:pt x="599" y="34"/>
                    </a:lnTo>
                    <a:cubicBezTo>
                      <a:pt x="599" y="17"/>
                      <a:pt x="581" y="0"/>
                      <a:pt x="563" y="0"/>
                    </a:cubicBezTo>
                    <a:close/>
                    <a:moveTo>
                      <a:pt x="553" y="47"/>
                    </a:moveTo>
                    <a:lnTo>
                      <a:pt x="553" y="392"/>
                    </a:lnTo>
                    <a:lnTo>
                      <a:pt x="47" y="392"/>
                    </a:lnTo>
                    <a:lnTo>
                      <a:pt x="47" y="47"/>
                    </a:lnTo>
                    <a:lnTo>
                      <a:pt x="554" y="46"/>
                    </a:lnTo>
                    <a:lnTo>
                      <a:pt x="553" y="47"/>
                    </a:lnTo>
                    <a:close/>
                  </a:path>
                </a:pathLst>
              </a:custGeom>
              <a:grpFill/>
              <a:ln w="22225">
                <a:solidFill>
                  <a:schemeClr val="bg1"/>
                </a:solidFill>
                <a:prstDash val="solid"/>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6" name="Freeform 6">
                <a:extLst>
                  <a:ext uri="{FF2B5EF4-FFF2-40B4-BE49-F238E27FC236}">
                    <a16:creationId xmlns:a16="http://schemas.microsoft.com/office/drawing/2014/main" id="{0A617583-1632-4840-A752-D474A2BA654F}"/>
                  </a:ext>
                </a:extLst>
              </p:cNvPr>
              <p:cNvSpPr>
                <a:spLocks/>
              </p:cNvSpPr>
              <p:nvPr/>
            </p:nvSpPr>
            <p:spPr bwMode="auto">
              <a:xfrm>
                <a:off x="2389" y="1507"/>
                <a:ext cx="83" cy="48"/>
              </a:xfrm>
              <a:custGeom>
                <a:avLst/>
                <a:gdLst>
                  <a:gd name="T0" fmla="*/ 83 w 83"/>
                  <a:gd name="T1" fmla="*/ 24 h 48"/>
                  <a:gd name="T2" fmla="*/ 42 w 83"/>
                  <a:gd name="T3" fmla="*/ 0 h 48"/>
                  <a:gd name="T4" fmla="*/ 0 w 83"/>
                  <a:gd name="T5" fmla="*/ 24 h 48"/>
                  <a:gd name="T6" fmla="*/ 0 w 83"/>
                  <a:gd name="T7" fmla="*/ 24 h 48"/>
                  <a:gd name="T8" fmla="*/ 42 w 83"/>
                  <a:gd name="T9" fmla="*/ 48 h 48"/>
                  <a:gd name="T10" fmla="*/ 83 w 83"/>
                  <a:gd name="T11" fmla="*/ 24 h 48"/>
                  <a:gd name="T12" fmla="*/ 83 w 83"/>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83" h="48">
                    <a:moveTo>
                      <a:pt x="83" y="24"/>
                    </a:moveTo>
                    <a:lnTo>
                      <a:pt x="42" y="0"/>
                    </a:lnTo>
                    <a:lnTo>
                      <a:pt x="0" y="24"/>
                    </a:lnTo>
                    <a:lnTo>
                      <a:pt x="0" y="24"/>
                    </a:lnTo>
                    <a:lnTo>
                      <a:pt x="42" y="48"/>
                    </a:lnTo>
                    <a:lnTo>
                      <a:pt x="83" y="24"/>
                    </a:lnTo>
                    <a:lnTo>
                      <a:pt x="83" y="24"/>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7" name="Freeform 7">
                <a:extLst>
                  <a:ext uri="{FF2B5EF4-FFF2-40B4-BE49-F238E27FC236}">
                    <a16:creationId xmlns:a16="http://schemas.microsoft.com/office/drawing/2014/main" id="{5DB9F486-3575-4FB7-8C81-929AAC957468}"/>
                  </a:ext>
                </a:extLst>
              </p:cNvPr>
              <p:cNvSpPr>
                <a:spLocks/>
              </p:cNvSpPr>
              <p:nvPr/>
            </p:nvSpPr>
            <p:spPr bwMode="auto">
              <a:xfrm>
                <a:off x="2435" y="1539"/>
                <a:ext cx="41" cy="70"/>
              </a:xfrm>
              <a:custGeom>
                <a:avLst/>
                <a:gdLst>
                  <a:gd name="T0" fmla="*/ 0 w 41"/>
                  <a:gd name="T1" fmla="*/ 23 h 70"/>
                  <a:gd name="T2" fmla="*/ 0 w 41"/>
                  <a:gd name="T3" fmla="*/ 70 h 70"/>
                  <a:gd name="T4" fmla="*/ 41 w 41"/>
                  <a:gd name="T5" fmla="*/ 47 h 70"/>
                  <a:gd name="T6" fmla="*/ 41 w 41"/>
                  <a:gd name="T7" fmla="*/ 0 h 70"/>
                  <a:gd name="T8" fmla="*/ 0 w 41"/>
                  <a:gd name="T9" fmla="*/ 23 h 70"/>
                </a:gdLst>
                <a:ahLst/>
                <a:cxnLst>
                  <a:cxn ang="0">
                    <a:pos x="T0" y="T1"/>
                  </a:cxn>
                  <a:cxn ang="0">
                    <a:pos x="T2" y="T3"/>
                  </a:cxn>
                  <a:cxn ang="0">
                    <a:pos x="T4" y="T5"/>
                  </a:cxn>
                  <a:cxn ang="0">
                    <a:pos x="T6" y="T7"/>
                  </a:cxn>
                  <a:cxn ang="0">
                    <a:pos x="T8" y="T9"/>
                  </a:cxn>
                </a:cxnLst>
                <a:rect l="0" t="0" r="r" b="b"/>
                <a:pathLst>
                  <a:path w="41" h="70">
                    <a:moveTo>
                      <a:pt x="0" y="23"/>
                    </a:moveTo>
                    <a:lnTo>
                      <a:pt x="0" y="70"/>
                    </a:lnTo>
                    <a:lnTo>
                      <a:pt x="41" y="47"/>
                    </a:lnTo>
                    <a:lnTo>
                      <a:pt x="41" y="0"/>
                    </a:lnTo>
                    <a:lnTo>
                      <a:pt x="0"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sp>
            <p:nvSpPr>
              <p:cNvPr id="108" name="Freeform 8">
                <a:extLst>
                  <a:ext uri="{FF2B5EF4-FFF2-40B4-BE49-F238E27FC236}">
                    <a16:creationId xmlns:a16="http://schemas.microsoft.com/office/drawing/2014/main" id="{EA872709-7502-4E91-B739-3059BA500E0D}"/>
                  </a:ext>
                </a:extLst>
              </p:cNvPr>
              <p:cNvSpPr>
                <a:spLocks/>
              </p:cNvSpPr>
              <p:nvPr/>
            </p:nvSpPr>
            <p:spPr bwMode="auto">
              <a:xfrm>
                <a:off x="2385" y="1539"/>
                <a:ext cx="41" cy="70"/>
              </a:xfrm>
              <a:custGeom>
                <a:avLst/>
                <a:gdLst>
                  <a:gd name="T0" fmla="*/ 41 w 41"/>
                  <a:gd name="T1" fmla="*/ 23 h 70"/>
                  <a:gd name="T2" fmla="*/ 0 w 41"/>
                  <a:gd name="T3" fmla="*/ 0 h 70"/>
                  <a:gd name="T4" fmla="*/ 0 w 41"/>
                  <a:gd name="T5" fmla="*/ 47 h 70"/>
                  <a:gd name="T6" fmla="*/ 41 w 41"/>
                  <a:gd name="T7" fmla="*/ 70 h 70"/>
                  <a:gd name="T8" fmla="*/ 41 w 41"/>
                  <a:gd name="T9" fmla="*/ 23 h 70"/>
                </a:gdLst>
                <a:ahLst/>
                <a:cxnLst>
                  <a:cxn ang="0">
                    <a:pos x="T0" y="T1"/>
                  </a:cxn>
                  <a:cxn ang="0">
                    <a:pos x="T2" y="T3"/>
                  </a:cxn>
                  <a:cxn ang="0">
                    <a:pos x="T4" y="T5"/>
                  </a:cxn>
                  <a:cxn ang="0">
                    <a:pos x="T6" y="T7"/>
                  </a:cxn>
                  <a:cxn ang="0">
                    <a:pos x="T8" y="T9"/>
                  </a:cxn>
                </a:cxnLst>
                <a:rect l="0" t="0" r="r" b="b"/>
                <a:pathLst>
                  <a:path w="41" h="70">
                    <a:moveTo>
                      <a:pt x="41" y="23"/>
                    </a:moveTo>
                    <a:lnTo>
                      <a:pt x="0" y="0"/>
                    </a:lnTo>
                    <a:lnTo>
                      <a:pt x="0" y="47"/>
                    </a:lnTo>
                    <a:lnTo>
                      <a:pt x="41" y="70"/>
                    </a:lnTo>
                    <a:lnTo>
                      <a:pt x="41" y="23"/>
                    </a:lnTo>
                    <a:close/>
                  </a:path>
                </a:pathLst>
              </a:custGeom>
              <a:grpFill/>
              <a:ln w="22225">
                <a:solidFill>
                  <a:schemeClr val="bg1"/>
                </a:solidFill>
                <a:round/>
                <a:headEnd/>
                <a:tailEnd/>
              </a:ln>
            </p:spPr>
            <p:txBody>
              <a:bodyPr vert="horz" wrap="square" lIns="93260" tIns="46630" rIns="93260" bIns="4663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353535"/>
                  </a:solidFill>
                  <a:effectLst/>
                  <a:uLnTx/>
                  <a:uFillTx/>
                </a:endParaRPr>
              </a:p>
            </p:txBody>
          </p:sp>
        </p:grpSp>
        <p:sp>
          <p:nvSpPr>
            <p:cNvPr id="109" name="TextBox 15">
              <a:extLst>
                <a:ext uri="{FF2B5EF4-FFF2-40B4-BE49-F238E27FC236}">
                  <a16:creationId xmlns:a16="http://schemas.microsoft.com/office/drawing/2014/main" id="{17E6CE36-1030-4DC0-A7F8-3E1A219EAB22}"/>
                </a:ext>
              </a:extLst>
            </p:cNvPr>
            <p:cNvSpPr txBox="1">
              <a:spLocks noChangeArrowheads="1"/>
            </p:cNvSpPr>
            <p:nvPr/>
          </p:nvSpPr>
          <p:spPr bwMode="auto">
            <a:xfrm>
              <a:off x="4599215" y="1725807"/>
              <a:ext cx="2916361" cy="29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932597">
                <a:lnSpc>
                  <a:spcPct val="100000"/>
                </a:lnSpc>
                <a:spcBef>
                  <a:spcPct val="0"/>
                </a:spcBef>
                <a:buFont typeface="Arial" panose="020B0604020202020204" pitchFamily="34" charset="0"/>
                <a:buNone/>
                <a:defRPr/>
              </a:pPr>
              <a:r>
                <a:rPr lang="en-US" altLang="en-US" sz="1100" dirty="0">
                  <a:solidFill>
                    <a:srgbClr val="FFFFFF"/>
                  </a:solidFill>
                  <a:latin typeface="Segoe UI Semibold" panose="020B0702040204020203" pitchFamily="34" charset="0"/>
                  <a:cs typeface="Segoe UI Semibold" panose="020B0702040204020203" pitchFamily="34" charset="0"/>
                </a:rPr>
                <a:t>Load Balancer Standard</a:t>
              </a:r>
            </a:p>
          </p:txBody>
        </p:sp>
        <p:cxnSp>
          <p:nvCxnSpPr>
            <p:cNvPr id="84" name="Connector: Elbow 83">
              <a:extLst>
                <a:ext uri="{FF2B5EF4-FFF2-40B4-BE49-F238E27FC236}">
                  <a16:creationId xmlns:a16="http://schemas.microsoft.com/office/drawing/2014/main" id="{77B2AC17-7EE0-4DDB-B731-67CCED932536}"/>
                </a:ext>
              </a:extLst>
            </p:cNvPr>
            <p:cNvCxnSpPr>
              <a:cxnSpLocks/>
              <a:endCxn id="5" idx="0"/>
            </p:cNvCxnSpPr>
            <p:nvPr/>
          </p:nvCxnSpPr>
          <p:spPr>
            <a:xfrm rot="10800000" flipV="1">
              <a:off x="1549129" y="2037881"/>
              <a:ext cx="2278660" cy="951880"/>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C2A5880A-4537-41BF-BE98-4C6599E1E917}"/>
                </a:ext>
              </a:extLst>
            </p:cNvPr>
            <p:cNvCxnSpPr>
              <a:cxnSpLocks/>
              <a:endCxn id="46" idx="0"/>
            </p:cNvCxnSpPr>
            <p:nvPr/>
          </p:nvCxnSpPr>
          <p:spPr>
            <a:xfrm>
              <a:off x="4514282" y="2029127"/>
              <a:ext cx="2050033" cy="919813"/>
            </a:xfrm>
            <a:prstGeom prst="bentConnector2">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E88ED810-F52D-4497-B88D-D8770544DF58}"/>
                </a:ext>
              </a:extLst>
            </p:cNvPr>
            <p:cNvCxnSpPr>
              <a:cxnSpLocks/>
            </p:cNvCxnSpPr>
            <p:nvPr/>
          </p:nvCxnSpPr>
          <p:spPr>
            <a:xfrm>
              <a:off x="4151023" y="2196942"/>
              <a:ext cx="0" cy="790900"/>
            </a:xfrm>
            <a:prstGeom prst="straightConnector1">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13" name="TextBox 112">
            <a:extLst>
              <a:ext uri="{FF2B5EF4-FFF2-40B4-BE49-F238E27FC236}">
                <a16:creationId xmlns:a16="http://schemas.microsoft.com/office/drawing/2014/main" id="{0D136230-8522-4ED2-8C24-3A1FC4E7B133}"/>
              </a:ext>
            </a:extLst>
          </p:cNvPr>
          <p:cNvSpPr txBox="1"/>
          <p:nvPr/>
        </p:nvSpPr>
        <p:spPr>
          <a:xfrm>
            <a:off x="8073637" y="1533727"/>
            <a:ext cx="4038408" cy="4142673"/>
          </a:xfrm>
          <a:prstGeom prst="rect">
            <a:avLst/>
          </a:prstGeom>
          <a:noFill/>
        </p:spPr>
        <p:txBody>
          <a:bodyPr wrap="square" lIns="182880" tIns="146304" rIns="182880" bIns="146304" rtlCol="0">
            <a:spAutoFit/>
          </a:bodyPr>
          <a:lstStyle/>
          <a:p>
            <a:pPr marL="342900" indent="-342900" defTabSz="914400">
              <a:lnSpc>
                <a:spcPct val="90000"/>
              </a:lnSpc>
              <a:spcAft>
                <a:spcPts val="3000"/>
              </a:spcAft>
              <a:buFont typeface="Arial" panose="020B0604020202020204" pitchFamily="34" charset="0"/>
              <a:buChar char="•"/>
              <a:defRPr/>
            </a:pPr>
            <a:r>
              <a:rPr lang="en-US" sz="2000" b="1" dirty="0"/>
              <a:t>Zone-redundant Load Balancer Standard balances across web frontends with single frontend IP</a:t>
            </a:r>
          </a:p>
          <a:p>
            <a:pPr marL="342900" marR="0" lvl="0" indent="-342900" defTabSz="914400" eaLnBrk="1" fontAlgn="auto" latinLnBrk="0" hangingPunct="1">
              <a:lnSpc>
                <a:spcPct val="90000"/>
              </a:lnSpc>
              <a:spcBef>
                <a:spcPts val="0"/>
              </a:spcBef>
              <a:spcAft>
                <a:spcPts val="3000"/>
              </a:spcAft>
              <a:buClrTx/>
              <a:buSzTx/>
              <a:buFont typeface="Arial" panose="020B0604020202020204" pitchFamily="34" charset="0"/>
              <a:buChar char="•"/>
              <a:tabLst/>
              <a:defRPr/>
            </a:pPr>
            <a:r>
              <a:rPr lang="en-US" sz="2000" b="1" dirty="0"/>
              <a:t>Web frontend across 3 AZs</a:t>
            </a:r>
          </a:p>
          <a:p>
            <a:pPr marL="342900" marR="0" lvl="0" indent="-342900" defTabSz="914400" eaLnBrk="1" fontAlgn="auto" latinLnBrk="0" hangingPunct="1">
              <a:lnSpc>
                <a:spcPct val="90000"/>
              </a:lnSpc>
              <a:spcBef>
                <a:spcPts val="0"/>
              </a:spcBef>
              <a:spcAft>
                <a:spcPts val="1200"/>
              </a:spcAft>
              <a:buClrTx/>
              <a:buSzTx/>
              <a:buFont typeface="Arial" panose="020B0604020202020204" pitchFamily="34" charset="0"/>
              <a:buChar char="•"/>
              <a:tabLst/>
              <a:defRPr/>
            </a:pPr>
            <a:r>
              <a:rPr lang="en-US" sz="2000" b="1" dirty="0"/>
              <a:t>Data layer across 3 AZs</a:t>
            </a:r>
          </a:p>
          <a:p>
            <a:pPr marL="628650" marR="0" lvl="1" indent="-163513" defTabSz="91440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2000" b="1" dirty="0"/>
              <a:t>SQL on IaaS</a:t>
            </a:r>
          </a:p>
          <a:p>
            <a:pPr marL="628650" marR="0" lvl="1" indent="-163513" defTabSz="91440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2000" b="1" dirty="0"/>
              <a:t>SQL Azure or </a:t>
            </a:r>
            <a:r>
              <a:rPr lang="en-US" sz="2000" b="1" dirty="0" err="1"/>
              <a:t>CosmosDB</a:t>
            </a:r>
            <a:endParaRPr lang="en-US" sz="2000" b="1" dirty="0"/>
          </a:p>
          <a:p>
            <a:pPr marL="628650" marR="0" lvl="1" indent="-163513" defTabSz="91440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2000" b="1" dirty="0"/>
              <a:t>NoSQL (Cassandra, MongoDB)</a:t>
            </a:r>
          </a:p>
        </p:txBody>
      </p:sp>
      <p:grpSp>
        <p:nvGrpSpPr>
          <p:cNvPr id="87" name="Graphic 35">
            <a:extLst>
              <a:ext uri="{FF2B5EF4-FFF2-40B4-BE49-F238E27FC236}">
                <a16:creationId xmlns:a16="http://schemas.microsoft.com/office/drawing/2014/main" id="{02E86B51-51A5-4B25-BB41-C833048265EF}"/>
              </a:ext>
            </a:extLst>
          </p:cNvPr>
          <p:cNvGrpSpPr/>
          <p:nvPr/>
        </p:nvGrpSpPr>
        <p:grpSpPr>
          <a:xfrm>
            <a:off x="3765543" y="1678046"/>
            <a:ext cx="650492" cy="650492"/>
            <a:chOff x="9355716" y="2461258"/>
            <a:chExt cx="650492" cy="650492"/>
          </a:xfrm>
          <a:solidFill>
            <a:schemeClr val="accent4">
              <a:lumMod val="75000"/>
            </a:schemeClr>
          </a:solidFill>
        </p:grpSpPr>
        <p:sp>
          <p:nvSpPr>
            <p:cNvPr id="112" name="Freeform: Shape 111">
              <a:extLst>
                <a:ext uri="{FF2B5EF4-FFF2-40B4-BE49-F238E27FC236}">
                  <a16:creationId xmlns:a16="http://schemas.microsoft.com/office/drawing/2014/main" id="{57E19F4F-40D1-468E-8E0C-2B41ECB883F5}"/>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14" name="Freeform: Shape 113">
              <a:extLst>
                <a:ext uri="{FF2B5EF4-FFF2-40B4-BE49-F238E27FC236}">
                  <a16:creationId xmlns:a16="http://schemas.microsoft.com/office/drawing/2014/main" id="{17FDF82A-3D54-4F96-BA49-6E47BAC10985}"/>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15" name="Freeform: Shape 114">
              <a:extLst>
                <a:ext uri="{FF2B5EF4-FFF2-40B4-BE49-F238E27FC236}">
                  <a16:creationId xmlns:a16="http://schemas.microsoft.com/office/drawing/2014/main" id="{E3130704-FC43-4E9C-8840-1F8FB3F30EA1}"/>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2378518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xEl>
                                              <p:pRg st="1" end="1"/>
                                            </p:txEl>
                                          </p:spTgt>
                                        </p:tgtEl>
                                        <p:attrNameLst>
                                          <p:attrName>style.visibility</p:attrName>
                                        </p:attrNameLst>
                                      </p:cBhvr>
                                      <p:to>
                                        <p:strVal val="visible"/>
                                      </p:to>
                                    </p:set>
                                    <p:animEffect transition="in" filter="fade">
                                      <p:cBhvr>
                                        <p:cTn id="7" dur="500"/>
                                        <p:tgtEl>
                                          <p:spTgt spid="11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
                                            <p:txEl>
                                              <p:pRg st="2" end="2"/>
                                            </p:txEl>
                                          </p:spTgt>
                                        </p:tgtEl>
                                        <p:attrNameLst>
                                          <p:attrName>style.visibility</p:attrName>
                                        </p:attrNameLst>
                                      </p:cBhvr>
                                      <p:to>
                                        <p:strVal val="visible"/>
                                      </p:to>
                                    </p:set>
                                    <p:animEffect transition="in" filter="fade">
                                      <p:cBhvr>
                                        <p:cTn id="12" dur="500"/>
                                        <p:tgtEl>
                                          <p:spTgt spid="11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3">
                                            <p:txEl>
                                              <p:pRg st="3" end="3"/>
                                            </p:txEl>
                                          </p:spTgt>
                                        </p:tgtEl>
                                        <p:attrNameLst>
                                          <p:attrName>style.visibility</p:attrName>
                                        </p:attrNameLst>
                                      </p:cBhvr>
                                      <p:to>
                                        <p:strVal val="visible"/>
                                      </p:to>
                                    </p:set>
                                    <p:animEffect transition="in" filter="fade">
                                      <p:cBhvr>
                                        <p:cTn id="15" dur="500"/>
                                        <p:tgtEl>
                                          <p:spTgt spid="11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3">
                                            <p:txEl>
                                              <p:pRg st="4" end="4"/>
                                            </p:txEl>
                                          </p:spTgt>
                                        </p:tgtEl>
                                        <p:attrNameLst>
                                          <p:attrName>style.visibility</p:attrName>
                                        </p:attrNameLst>
                                      </p:cBhvr>
                                      <p:to>
                                        <p:strVal val="visible"/>
                                      </p:to>
                                    </p:set>
                                    <p:animEffect transition="in" filter="fade">
                                      <p:cBhvr>
                                        <p:cTn id="18" dur="500"/>
                                        <p:tgtEl>
                                          <p:spTgt spid="11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3">
                                            <p:txEl>
                                              <p:pRg st="5" end="5"/>
                                            </p:txEl>
                                          </p:spTgt>
                                        </p:tgtEl>
                                        <p:attrNameLst>
                                          <p:attrName>style.visibility</p:attrName>
                                        </p:attrNameLst>
                                      </p:cBhvr>
                                      <p:to>
                                        <p:strVal val="visible"/>
                                      </p:to>
                                    </p:set>
                                    <p:animEffect transition="in" filter="fade">
                                      <p:cBhvr>
                                        <p:cTn id="21" dur="500"/>
                                        <p:tgtEl>
                                          <p:spTgt spid="1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3BD08-9448-41CF-9ABE-CEBE91AACCB4}"/>
              </a:ext>
            </a:extLst>
          </p:cNvPr>
          <p:cNvSpPr>
            <a:spLocks noGrp="1"/>
          </p:cNvSpPr>
          <p:nvPr>
            <p:ph type="title"/>
          </p:nvPr>
        </p:nvSpPr>
        <p:spPr/>
        <p:txBody>
          <a:bodyPr/>
          <a:lstStyle/>
          <a:p>
            <a:r>
              <a:rPr lang="en-US" dirty="0"/>
              <a:t>ARM Template—Cross-Zone VMSS and LB</a:t>
            </a:r>
          </a:p>
        </p:txBody>
      </p:sp>
      <p:sp>
        <p:nvSpPr>
          <p:cNvPr id="6" name="Text Placeholder 4">
            <a:extLst>
              <a:ext uri="{FF2B5EF4-FFF2-40B4-BE49-F238E27FC236}">
                <a16:creationId xmlns:a16="http://schemas.microsoft.com/office/drawing/2014/main" id="{6133F0E3-9B5C-4F21-834F-4DA9C79AAAED}"/>
              </a:ext>
            </a:extLst>
          </p:cNvPr>
          <p:cNvSpPr txBox="1">
            <a:spLocks/>
          </p:cNvSpPr>
          <p:nvPr/>
        </p:nvSpPr>
        <p:spPr>
          <a:xfrm>
            <a:off x="95178" y="1301831"/>
            <a:ext cx="4143537" cy="5054653"/>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3235"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39726" indent="0" algn="l" defTabSz="914400" rtl="0" eaLnBrk="1" latinLnBrk="0" hangingPunct="1">
              <a:lnSpc>
                <a:spcPct val="90000"/>
              </a:lnSpc>
              <a:spcBef>
                <a:spcPts val="500"/>
              </a:spcBef>
              <a:buFont typeface="Arial" panose="020B0604020202020204" pitchFamily="34" charset="0"/>
              <a:buNone/>
              <a:defRPr sz="24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73090" indent="0" algn="l" defTabSz="914400" rtl="0" eaLnBrk="1" latinLnBrk="0" hangingPunct="1">
              <a:lnSpc>
                <a:spcPct val="90000"/>
              </a:lnSpc>
              <a:spcBef>
                <a:spcPts val="500"/>
              </a:spcBef>
              <a:buFont typeface="Arial" panose="020B0604020202020204" pitchFamily="34" charset="0"/>
              <a:buNone/>
              <a:defRPr sz="20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798516" indent="0" algn="l" defTabSz="914400" rtl="0" eaLnBrk="1" latinLnBrk="0" hangingPunct="1">
              <a:lnSpc>
                <a:spcPct val="90000"/>
              </a:lnSpc>
              <a:spcBef>
                <a:spcPts val="500"/>
              </a:spcBef>
              <a:buFont typeface="Arial" panose="020B0604020202020204" pitchFamily="34" charset="0"/>
              <a:buNone/>
              <a:defRPr sz="18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30292" indent="0" algn="l" defTabSz="914400" rtl="0" eaLnBrk="1" latinLnBrk="0" hangingPunct="1">
              <a:lnSpc>
                <a:spcPct val="90000"/>
              </a:lnSpc>
              <a:spcBef>
                <a:spcPts val="500"/>
              </a:spcBef>
              <a:buFont typeface="Arial" panose="020B0604020202020204" pitchFamily="34" charset="0"/>
              <a:buNone/>
              <a:defRPr sz="18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Compute Resource:</a:t>
            </a:r>
            <a:endParaRPr kumimoji="0" lang="en-US" sz="2353"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3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r>
              <a:rPr kumimoji="0" lang="en-US" sz="13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apiVersion</a:t>
            </a:r>
            <a:r>
              <a:rPr kumimoji="0" lang="en-US" sz="13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"2017-03-30",</a:t>
            </a:r>
          </a:p>
          <a:p>
            <a:pPr lvl="0">
              <a:defRPr/>
            </a:pPr>
            <a:r>
              <a:rPr lang="en-US" sz="1300" dirty="0"/>
              <a:t>"type": "</a:t>
            </a:r>
            <a:r>
              <a:rPr lang="en-US" sz="1300" dirty="0" err="1"/>
              <a:t>Microsoft.Compute</a:t>
            </a:r>
            <a:r>
              <a:rPr lang="en-US" sz="1300" dirty="0"/>
              <a:t>/</a:t>
            </a:r>
            <a:r>
              <a:rPr lang="en-US" sz="1300" dirty="0" err="1"/>
              <a:t>virtualMachineScaleSets</a:t>
            </a:r>
            <a:r>
              <a:rPr lang="en-US" sz="1300" dirty="0"/>
              <a:t>",</a:t>
            </a:r>
          </a:p>
          <a:p>
            <a:pPr lvl="0">
              <a:defRPr/>
            </a:pPr>
            <a:r>
              <a:rPr lang="en-US" sz="1300" dirty="0"/>
              <a:t>"name": "[parameters('</a:t>
            </a:r>
            <a:r>
              <a:rPr lang="en-US" sz="1300" dirty="0" err="1"/>
              <a:t>vmssName</a:t>
            </a:r>
            <a:r>
              <a:rPr lang="en-US" sz="1300" dirty="0"/>
              <a:t>')]",</a:t>
            </a:r>
          </a:p>
          <a:p>
            <a:pPr lvl="0">
              <a:defRPr/>
            </a:pPr>
            <a:r>
              <a:rPr lang="en-US" sz="1300" dirty="0">
                <a:highlight>
                  <a:srgbClr val="FFFF00"/>
                </a:highlight>
              </a:rPr>
              <a:t>"zones" : ["1","2","3"],</a:t>
            </a:r>
          </a:p>
          <a:p>
            <a:pPr lvl="0">
              <a:defRPr/>
            </a:pPr>
            <a:r>
              <a:rPr lang="en-US" sz="1300" dirty="0"/>
              <a:t>"location": "[</a:t>
            </a:r>
            <a:r>
              <a:rPr lang="en-US" sz="1300" dirty="0" err="1"/>
              <a:t>resourceGroup</a:t>
            </a:r>
            <a:r>
              <a:rPr lang="en-US" sz="1300" dirty="0"/>
              <a:t>().location]",</a:t>
            </a:r>
          </a:p>
          <a:p>
            <a:pPr lvl="0">
              <a:defRPr/>
            </a:pPr>
            <a:r>
              <a:rPr lang="en-US" sz="1300" dirty="0"/>
              <a:t>"</a:t>
            </a:r>
            <a:r>
              <a:rPr lang="en-US" sz="1300" dirty="0" err="1"/>
              <a:t>dependsOn</a:t>
            </a:r>
            <a:r>
              <a:rPr lang="en-US" sz="1300" dirty="0"/>
              <a:t>": [</a:t>
            </a:r>
          </a:p>
          <a:p>
            <a:pPr lvl="0">
              <a:defRPr/>
            </a:pPr>
            <a:r>
              <a:rPr lang="en-US" sz="1300" dirty="0"/>
              <a:t>         ...</a:t>
            </a:r>
          </a:p>
          <a:p>
            <a:pPr lvl="0">
              <a:defRPr/>
            </a:pPr>
            <a:r>
              <a:rPr lang="en-US" sz="1300" dirty="0"/>
              <a:t>],</a:t>
            </a:r>
          </a:p>
          <a:p>
            <a:pPr lvl="0">
              <a:defRPr/>
            </a:pPr>
            <a:r>
              <a:rPr lang="en-US" sz="1300" dirty="0"/>
              <a:t>"</a:t>
            </a:r>
            <a:r>
              <a:rPr lang="en-US" sz="1300" dirty="0" err="1"/>
              <a:t>sku</a:t>
            </a:r>
            <a:r>
              <a:rPr lang="en-US" sz="1300" dirty="0"/>
              <a:t>": {</a:t>
            </a:r>
          </a:p>
          <a:p>
            <a:pPr lvl="0">
              <a:defRPr/>
            </a:pPr>
            <a:r>
              <a:rPr lang="en-US" sz="1300" dirty="0"/>
              <a:t>          ...</a:t>
            </a:r>
          </a:p>
          <a:p>
            <a:pPr lvl="0">
              <a:defRPr/>
            </a:pPr>
            <a:r>
              <a:rPr lang="en-US" sz="1300" dirty="0"/>
              <a:t>},</a:t>
            </a:r>
          </a:p>
          <a:p>
            <a:pPr lvl="0">
              <a:defRPr/>
            </a:pPr>
            <a:r>
              <a:rPr lang="en-US" sz="1300" dirty="0"/>
              <a:t>"properties": {</a:t>
            </a:r>
          </a:p>
          <a:p>
            <a:pPr lvl="0">
              <a:defRPr/>
            </a:pPr>
            <a:r>
              <a:rPr lang="en-US" sz="1300" dirty="0"/>
              <a:t>          ...</a:t>
            </a:r>
          </a:p>
          <a:p>
            <a:pPr lvl="0">
              <a:defRPr/>
            </a:pPr>
            <a:r>
              <a:rPr lang="en-US" sz="1300" dirty="0"/>
              <a:t>},</a:t>
            </a:r>
          </a:p>
          <a:p>
            <a:pPr lvl="0">
              <a:defRPr/>
            </a:pPr>
            <a:r>
              <a:rPr lang="en-US" sz="1300" dirty="0"/>
              <a:t>}</a:t>
            </a:r>
            <a:endParaRPr kumimoji="0" lang="en-US" sz="13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7" name="Text Placeholder 4">
            <a:extLst>
              <a:ext uri="{FF2B5EF4-FFF2-40B4-BE49-F238E27FC236}">
                <a16:creationId xmlns:a16="http://schemas.microsoft.com/office/drawing/2014/main" id="{0F8446FC-0131-4CFC-85D1-CE3BB88A4432}"/>
              </a:ext>
            </a:extLst>
          </p:cNvPr>
          <p:cNvSpPr txBox="1">
            <a:spLocks/>
          </p:cNvSpPr>
          <p:nvPr/>
        </p:nvSpPr>
        <p:spPr>
          <a:xfrm>
            <a:off x="4311352" y="1301831"/>
            <a:ext cx="4110527" cy="3071057"/>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Public IP Resource:</a:t>
            </a:r>
          </a:p>
          <a:p>
            <a:pPr lvl="0">
              <a:defRPr/>
            </a:pPr>
            <a:r>
              <a:rPr lang="en-US" sz="1200"/>
              <a:t>{</a:t>
            </a:r>
          </a:p>
          <a:p>
            <a:pPr lvl="0">
              <a:defRPr/>
            </a:pPr>
            <a:r>
              <a:rPr lang="en-US" sz="1200">
                <a:highlight>
                  <a:srgbClr val="FFFF00"/>
                </a:highlight>
              </a:rPr>
              <a:t>"</a:t>
            </a:r>
            <a:r>
              <a:rPr lang="en-US" sz="1200" err="1">
                <a:highlight>
                  <a:srgbClr val="FFFF00"/>
                </a:highlight>
              </a:rPr>
              <a:t>apiVersion</a:t>
            </a:r>
            <a:r>
              <a:rPr lang="en-US" sz="1200">
                <a:highlight>
                  <a:srgbClr val="FFFF00"/>
                </a:highlight>
              </a:rPr>
              <a:t>": "2017-08-01“,</a:t>
            </a:r>
          </a:p>
          <a:p>
            <a:pPr lvl="0">
              <a:defRPr/>
            </a:pPr>
            <a:r>
              <a:rPr lang="en-US" sz="1200"/>
              <a:t>"type":"</a:t>
            </a:r>
            <a:r>
              <a:rPr lang="en-US" sz="1200" err="1"/>
              <a:t>Microsoft.Network</a:t>
            </a:r>
            <a:r>
              <a:rPr lang="en-US" sz="1200"/>
              <a:t>/</a:t>
            </a:r>
            <a:r>
              <a:rPr lang="en-US" sz="1200" err="1"/>
              <a:t>publicIPAddresses</a:t>
            </a:r>
            <a:r>
              <a:rPr lang="en-US" sz="1200"/>
              <a:t>",</a:t>
            </a:r>
          </a:p>
          <a:p>
            <a:pPr lvl="0">
              <a:defRPr/>
            </a:pPr>
            <a:r>
              <a:rPr lang="en-US" sz="1200"/>
              <a:t>"name": "[variables('</a:t>
            </a:r>
            <a:r>
              <a:rPr lang="en-US" sz="1200" err="1"/>
              <a:t>publicIPAddressName</a:t>
            </a:r>
            <a:r>
              <a:rPr lang="en-US" sz="1200"/>
              <a:t>')]",</a:t>
            </a:r>
          </a:p>
          <a:p>
            <a:pPr lvl="0">
              <a:defRPr/>
            </a:pPr>
            <a:r>
              <a:rPr lang="en-US" sz="1200"/>
              <a:t>"location": "[</a:t>
            </a:r>
            <a:r>
              <a:rPr lang="en-US" sz="1200" err="1"/>
              <a:t>resourceGroup</a:t>
            </a:r>
            <a:r>
              <a:rPr lang="en-US" sz="1200"/>
              <a:t>().location]",</a:t>
            </a:r>
          </a:p>
          <a:p>
            <a:pPr lvl="0">
              <a:defRPr/>
            </a:pPr>
            <a:r>
              <a:rPr lang="en-US" sz="1200">
                <a:highlight>
                  <a:srgbClr val="FFFF00"/>
                </a:highlight>
              </a:rPr>
              <a:t>"</a:t>
            </a:r>
            <a:r>
              <a:rPr lang="en-US" sz="1200" err="1">
                <a:highlight>
                  <a:srgbClr val="FFFF00"/>
                </a:highlight>
              </a:rPr>
              <a:t>sku</a:t>
            </a:r>
            <a:r>
              <a:rPr lang="en-US" sz="1200">
                <a:highlight>
                  <a:srgbClr val="FFFF00"/>
                </a:highlight>
              </a:rPr>
              <a:t>": {</a:t>
            </a:r>
          </a:p>
          <a:p>
            <a:pPr lvl="0">
              <a:defRPr/>
            </a:pPr>
            <a:r>
              <a:rPr lang="en-US" sz="1200">
                <a:highlight>
                  <a:srgbClr val="FFFF00"/>
                </a:highlight>
              </a:rPr>
              <a:t>            "name": "Standard"</a:t>
            </a:r>
          </a:p>
          <a:p>
            <a:pPr lvl="0">
              <a:defRPr/>
            </a:pPr>
            <a:r>
              <a:rPr lang="en-US" sz="1200">
                <a:highlight>
                  <a:srgbClr val="FFFF00"/>
                </a:highlight>
              </a:rPr>
              <a:t>},</a:t>
            </a:r>
          </a:p>
          <a:p>
            <a:pPr lvl="0">
              <a:defRPr/>
            </a:pPr>
            <a:r>
              <a:rPr lang="en-US" sz="1200"/>
              <a:t>"properties": {</a:t>
            </a:r>
          </a:p>
          <a:p>
            <a:pPr lvl="0">
              <a:defRPr/>
            </a:pPr>
            <a:r>
              <a:rPr lang="en-US" sz="1200"/>
              <a:t>        ... </a:t>
            </a:r>
          </a:p>
          <a:p>
            <a:pPr lvl="0">
              <a:defRPr/>
            </a:pPr>
            <a:r>
              <a:rPr lang="en-US" sz="1200"/>
              <a:t>          }</a:t>
            </a:r>
          </a:p>
          <a:p>
            <a:pPr lvl="0">
              <a:defRPr/>
            </a:pPr>
            <a:r>
              <a:rPr lang="en-US" sz="1200"/>
              <a:t>        }</a:t>
            </a:r>
          </a:p>
          <a:p>
            <a:pPr lvl="0">
              <a:defRPr/>
            </a:pPr>
            <a:r>
              <a:rPr lang="en-US" sz="1200"/>
              <a:t>},</a:t>
            </a:r>
            <a:endPar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8" name="Text Placeholder 4">
            <a:extLst>
              <a:ext uri="{FF2B5EF4-FFF2-40B4-BE49-F238E27FC236}">
                <a16:creationId xmlns:a16="http://schemas.microsoft.com/office/drawing/2014/main" id="{30FEAD83-F210-4808-8AEE-3C3302055B18}"/>
              </a:ext>
            </a:extLst>
          </p:cNvPr>
          <p:cNvSpPr txBox="1">
            <a:spLocks/>
          </p:cNvSpPr>
          <p:nvPr/>
        </p:nvSpPr>
        <p:spPr>
          <a:xfrm>
            <a:off x="8494517" y="1301831"/>
            <a:ext cx="3835540" cy="2461659"/>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LB Resource:</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apiVersion</a:t>
            </a:r>
            <a:r>
              <a:rPr kumimoji="0" lang="en-US" sz="1200" b="0" i="0" u="none" strike="noStrike" kern="1200" cap="none" spc="0" normalizeH="0" baseline="0" noProof="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"2017-08-01",</a:t>
            </a:r>
          </a:p>
          <a:p>
            <a:pPr lvl="0">
              <a:defRPr/>
            </a:pPr>
            <a:r>
              <a:rPr lang="en-US" sz="1200"/>
              <a:t>{</a:t>
            </a:r>
          </a:p>
          <a:p>
            <a:pPr lvl="0">
              <a:defRPr/>
            </a:pPr>
            <a:r>
              <a:rPr lang="en-US" sz="1200"/>
              <a:t>"type": "</a:t>
            </a:r>
            <a:r>
              <a:rPr lang="en-US" sz="1200" err="1"/>
              <a:t>Microsoft.Network</a:t>
            </a:r>
            <a:r>
              <a:rPr lang="en-US" sz="1200"/>
              <a:t>/</a:t>
            </a:r>
            <a:r>
              <a:rPr lang="en-US" sz="1200" err="1"/>
              <a:t>loadBalancers</a:t>
            </a:r>
            <a:r>
              <a:rPr lang="en-US" sz="1200"/>
              <a:t>",</a:t>
            </a:r>
          </a:p>
          <a:p>
            <a:pPr lvl="0">
              <a:defRPr/>
            </a:pPr>
            <a:r>
              <a:rPr lang="en-US" sz="1200"/>
              <a:t>"name": "[variables('</a:t>
            </a:r>
            <a:r>
              <a:rPr lang="en-US" sz="1200" err="1"/>
              <a:t>loadBalancerName</a:t>
            </a:r>
            <a:r>
              <a:rPr lang="en-US" sz="1200"/>
              <a:t>')]",</a:t>
            </a:r>
          </a:p>
          <a:p>
            <a:pPr lvl="0">
              <a:defRPr/>
            </a:pPr>
            <a:r>
              <a:rPr lang="en-US" sz="1200"/>
              <a:t>"location": "[</a:t>
            </a:r>
            <a:r>
              <a:rPr lang="en-US" sz="1200" err="1"/>
              <a:t>resourceGroup</a:t>
            </a:r>
            <a:r>
              <a:rPr lang="en-US" sz="1200"/>
              <a:t>().location]",</a:t>
            </a:r>
          </a:p>
          <a:p>
            <a:pPr lvl="0">
              <a:defRPr/>
            </a:pPr>
            <a:r>
              <a:rPr lang="en-US" sz="1200">
                <a:highlight>
                  <a:srgbClr val="FFFF00"/>
                </a:highlight>
              </a:rPr>
              <a:t>"</a:t>
            </a:r>
            <a:r>
              <a:rPr lang="en-US" sz="1200" err="1">
                <a:highlight>
                  <a:srgbClr val="FFFF00"/>
                </a:highlight>
              </a:rPr>
              <a:t>sku</a:t>
            </a:r>
            <a:r>
              <a:rPr lang="en-US" sz="1200">
                <a:highlight>
                  <a:srgbClr val="FFFF00"/>
                </a:highlight>
              </a:rPr>
              <a:t>": {</a:t>
            </a:r>
          </a:p>
          <a:p>
            <a:pPr lvl="0">
              <a:defRPr/>
            </a:pPr>
            <a:r>
              <a:rPr lang="en-US" sz="1200">
                <a:highlight>
                  <a:srgbClr val="FFFF00"/>
                </a:highlight>
              </a:rPr>
              <a:t>            "name": "Standard"</a:t>
            </a:r>
          </a:p>
          <a:p>
            <a:pPr lvl="0">
              <a:defRPr/>
            </a:pPr>
            <a:r>
              <a:rPr lang="en-US" sz="1200">
                <a:highlight>
                  <a:srgbClr val="FFFF00"/>
                </a:highlight>
              </a:rPr>
              <a:t> },</a:t>
            </a:r>
          </a:p>
          <a:p>
            <a:pPr lvl="0">
              <a:defRPr/>
            </a:pPr>
            <a:r>
              <a:rPr lang="en-US" sz="1200"/>
              <a:t>}</a:t>
            </a:r>
            <a:endPar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9" name="Rectangle 8">
            <a:extLst>
              <a:ext uri="{FF2B5EF4-FFF2-40B4-BE49-F238E27FC236}">
                <a16:creationId xmlns:a16="http://schemas.microsoft.com/office/drawing/2014/main" id="{47958692-8CDD-46C3-A8FB-F6C7EAE18293}"/>
              </a:ext>
            </a:extLst>
          </p:cNvPr>
          <p:cNvSpPr/>
          <p:nvPr/>
        </p:nvSpPr>
        <p:spPr bwMode="auto">
          <a:xfrm>
            <a:off x="150607" y="2864254"/>
            <a:ext cx="2113877"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7C898139-E53D-4F6C-BBD6-D858791F7977}"/>
              </a:ext>
            </a:extLst>
          </p:cNvPr>
          <p:cNvSpPr/>
          <p:nvPr/>
        </p:nvSpPr>
        <p:spPr bwMode="auto">
          <a:xfrm>
            <a:off x="4417807" y="1801040"/>
            <a:ext cx="2348753"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C4C35F71-66B1-421F-A769-AA0D6F76112C}"/>
              </a:ext>
            </a:extLst>
          </p:cNvPr>
          <p:cNvSpPr/>
          <p:nvPr/>
        </p:nvSpPr>
        <p:spPr bwMode="auto">
          <a:xfrm>
            <a:off x="4417806" y="2625792"/>
            <a:ext cx="2612316" cy="655289"/>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BEECEC0A-5FA1-49CC-868C-5DFAE356DB4A}"/>
              </a:ext>
            </a:extLst>
          </p:cNvPr>
          <p:cNvSpPr/>
          <p:nvPr/>
        </p:nvSpPr>
        <p:spPr bwMode="auto">
          <a:xfrm>
            <a:off x="8754932" y="1801040"/>
            <a:ext cx="2348753"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A8A11A1A-4C0F-436E-B59E-3B2B9343EB46}"/>
              </a:ext>
            </a:extLst>
          </p:cNvPr>
          <p:cNvSpPr/>
          <p:nvPr/>
        </p:nvSpPr>
        <p:spPr bwMode="auto">
          <a:xfrm>
            <a:off x="8612392" y="2826600"/>
            <a:ext cx="2612316" cy="670661"/>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66F82637-237F-4F74-9A12-E7A0157ACA81}"/>
              </a:ext>
            </a:extLst>
          </p:cNvPr>
          <p:cNvGrpSpPr/>
          <p:nvPr/>
        </p:nvGrpSpPr>
        <p:grpSpPr>
          <a:xfrm>
            <a:off x="3606300" y="5738797"/>
            <a:ext cx="347498" cy="347496"/>
            <a:chOff x="8641081" y="5155259"/>
            <a:chExt cx="567168" cy="567164"/>
          </a:xfrm>
          <a:solidFill>
            <a:schemeClr val="tx1"/>
          </a:solidFill>
        </p:grpSpPr>
        <p:sp>
          <p:nvSpPr>
            <p:cNvPr id="15" name="Rectangle 14">
              <a:extLst>
                <a:ext uri="{FF2B5EF4-FFF2-40B4-BE49-F238E27FC236}">
                  <a16:creationId xmlns:a16="http://schemas.microsoft.com/office/drawing/2014/main" id="{38CFDC79-D4C9-456C-AA5A-99C3442D3788}"/>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a:extLst>
                <a:ext uri="{FF2B5EF4-FFF2-40B4-BE49-F238E27FC236}">
                  <a16:creationId xmlns:a16="http://schemas.microsoft.com/office/drawing/2014/main" id="{11BC266E-5357-4760-A000-5FEC530FE5D2}"/>
                </a:ext>
              </a:extLst>
            </p:cNvPr>
            <p:cNvPicPr>
              <a:picLocks noChangeAspect="1"/>
            </p:cNvPicPr>
            <p:nvPr/>
          </p:nvPicPr>
          <p:blipFill>
            <a:blip r:embed="rId3"/>
            <a:stretch>
              <a:fillRect/>
            </a:stretch>
          </p:blipFill>
          <p:spPr>
            <a:xfrm>
              <a:off x="8641081" y="5155259"/>
              <a:ext cx="567168" cy="567164"/>
            </a:xfrm>
            <a:prstGeom prst="rect">
              <a:avLst/>
            </a:prstGeom>
            <a:grpFill/>
          </p:spPr>
        </p:pic>
      </p:grpSp>
      <p:grpSp>
        <p:nvGrpSpPr>
          <p:cNvPr id="17" name="Group 16">
            <a:extLst>
              <a:ext uri="{FF2B5EF4-FFF2-40B4-BE49-F238E27FC236}">
                <a16:creationId xmlns:a16="http://schemas.microsoft.com/office/drawing/2014/main" id="{9B86C8B8-08F3-47E4-ADB6-2C836B060045}"/>
              </a:ext>
            </a:extLst>
          </p:cNvPr>
          <p:cNvGrpSpPr/>
          <p:nvPr/>
        </p:nvGrpSpPr>
        <p:grpSpPr>
          <a:xfrm>
            <a:off x="3758700" y="5891197"/>
            <a:ext cx="347498" cy="347496"/>
            <a:chOff x="8641081" y="5155259"/>
            <a:chExt cx="567168" cy="567164"/>
          </a:xfrm>
          <a:solidFill>
            <a:schemeClr val="tx1"/>
          </a:solidFill>
        </p:grpSpPr>
        <p:sp>
          <p:nvSpPr>
            <p:cNvPr id="18" name="Rectangle 17">
              <a:extLst>
                <a:ext uri="{FF2B5EF4-FFF2-40B4-BE49-F238E27FC236}">
                  <a16:creationId xmlns:a16="http://schemas.microsoft.com/office/drawing/2014/main" id="{E0FE3484-C256-458F-8ACC-CB4038C0B31E}"/>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a:extLst>
                <a:ext uri="{FF2B5EF4-FFF2-40B4-BE49-F238E27FC236}">
                  <a16:creationId xmlns:a16="http://schemas.microsoft.com/office/drawing/2014/main" id="{D4E07692-9889-4E90-8223-A0A71F9D673D}"/>
                </a:ext>
              </a:extLst>
            </p:cNvPr>
            <p:cNvPicPr>
              <a:picLocks noChangeAspect="1"/>
            </p:cNvPicPr>
            <p:nvPr/>
          </p:nvPicPr>
          <p:blipFill>
            <a:blip r:embed="rId3"/>
            <a:stretch>
              <a:fillRect/>
            </a:stretch>
          </p:blipFill>
          <p:spPr>
            <a:xfrm>
              <a:off x="8641081" y="5155259"/>
              <a:ext cx="567168" cy="567164"/>
            </a:xfrm>
            <a:prstGeom prst="rect">
              <a:avLst/>
            </a:prstGeom>
            <a:grpFill/>
          </p:spPr>
        </p:pic>
      </p:grpSp>
      <p:cxnSp>
        <p:nvCxnSpPr>
          <p:cNvPr id="21" name="Straight Connector 20">
            <a:extLst>
              <a:ext uri="{FF2B5EF4-FFF2-40B4-BE49-F238E27FC236}">
                <a16:creationId xmlns:a16="http://schemas.microsoft.com/office/drawing/2014/main" id="{2B6A9215-4AFD-4A61-B790-B8A139D4CF0F}"/>
              </a:ext>
            </a:extLst>
          </p:cNvPr>
          <p:cNvCxnSpPr>
            <a:cxnSpLocks/>
          </p:cNvCxnSpPr>
          <p:nvPr/>
        </p:nvCxnSpPr>
        <p:spPr>
          <a:xfrm>
            <a:off x="8170435" y="4001228"/>
            <a:ext cx="0" cy="273872"/>
          </a:xfrm>
          <a:prstGeom prst="line">
            <a:avLst/>
          </a:prstGeom>
          <a:ln w="19050">
            <a:solidFill>
              <a:schemeClr val="accent4">
                <a:lumMod val="50000"/>
              </a:schemeClr>
            </a:solidFill>
            <a:headEnd type="oval" w="lg" len="lg"/>
            <a:tailEnd type="none"/>
          </a:ln>
        </p:spPr>
        <p:style>
          <a:lnRef idx="1">
            <a:schemeClr val="accent1"/>
          </a:lnRef>
          <a:fillRef idx="0">
            <a:schemeClr val="accent1"/>
          </a:fillRef>
          <a:effectRef idx="0">
            <a:schemeClr val="accent1"/>
          </a:effectRef>
          <a:fontRef idx="minor">
            <a:schemeClr val="tx1"/>
          </a:fontRef>
        </p:style>
      </p:cxnSp>
      <p:grpSp>
        <p:nvGrpSpPr>
          <p:cNvPr id="22" name="Graphic 35">
            <a:extLst>
              <a:ext uri="{FF2B5EF4-FFF2-40B4-BE49-F238E27FC236}">
                <a16:creationId xmlns:a16="http://schemas.microsoft.com/office/drawing/2014/main" id="{3BFA406C-C29F-4F3F-BA5B-8ADB568DDADB}"/>
              </a:ext>
            </a:extLst>
          </p:cNvPr>
          <p:cNvGrpSpPr/>
          <p:nvPr/>
        </p:nvGrpSpPr>
        <p:grpSpPr>
          <a:xfrm>
            <a:off x="11783167" y="3190963"/>
            <a:ext cx="480048" cy="480048"/>
            <a:chOff x="9355716" y="2461258"/>
            <a:chExt cx="650492" cy="650492"/>
          </a:xfrm>
          <a:solidFill>
            <a:schemeClr val="accent4">
              <a:lumMod val="75000"/>
            </a:schemeClr>
          </a:solidFill>
        </p:grpSpPr>
        <p:sp>
          <p:nvSpPr>
            <p:cNvPr id="23" name="Freeform: Shape 22">
              <a:extLst>
                <a:ext uri="{FF2B5EF4-FFF2-40B4-BE49-F238E27FC236}">
                  <a16:creationId xmlns:a16="http://schemas.microsoft.com/office/drawing/2014/main" id="{D15E851B-E9AA-436B-B396-D61A3EB3B7A2}"/>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4" name="Freeform: Shape 23">
              <a:extLst>
                <a:ext uri="{FF2B5EF4-FFF2-40B4-BE49-F238E27FC236}">
                  <a16:creationId xmlns:a16="http://schemas.microsoft.com/office/drawing/2014/main" id="{D68C1A1C-C001-4AA9-8AF3-D0D037EBBE63}"/>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25" name="Freeform: Shape 24">
              <a:extLst>
                <a:ext uri="{FF2B5EF4-FFF2-40B4-BE49-F238E27FC236}">
                  <a16:creationId xmlns:a16="http://schemas.microsoft.com/office/drawing/2014/main" id="{491678C6-41DE-4A8C-80E4-8DC2023E32E8}"/>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1332450521"/>
      </p:ext>
    </p:extLst>
  </p:cSld>
  <p:clrMapOvr>
    <a:masterClrMapping/>
  </p:clrMapOvr>
  <p:transition>
    <p:fade/>
  </p:transition>
</p:sld>
</file>

<file path=ppt/slides/slide18.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3BD08-9448-41CF-9ABE-CEBE91AACCB4}"/>
              </a:ext>
            </a:extLst>
          </p:cNvPr>
          <p:cNvSpPr>
            <a:spLocks noGrp="1"/>
          </p:cNvSpPr>
          <p:nvPr>
            <p:ph type="title"/>
          </p:nvPr>
        </p:nvSpPr>
        <p:spPr/>
        <p:txBody>
          <a:bodyPr/>
          <a:lstStyle/>
          <a:p>
            <a:r>
              <a:rPr lang="en-US" dirty="0"/>
              <a:t>ARM Template—Zonal VM</a:t>
            </a:r>
          </a:p>
        </p:txBody>
      </p:sp>
      <p:sp>
        <p:nvSpPr>
          <p:cNvPr id="6" name="Text Placeholder 4">
            <a:extLst>
              <a:ext uri="{FF2B5EF4-FFF2-40B4-BE49-F238E27FC236}">
                <a16:creationId xmlns:a16="http://schemas.microsoft.com/office/drawing/2014/main" id="{6133F0E3-9B5C-4F21-834F-4DA9C79AAAED}"/>
              </a:ext>
            </a:extLst>
          </p:cNvPr>
          <p:cNvSpPr txBox="1">
            <a:spLocks/>
          </p:cNvSpPr>
          <p:nvPr/>
        </p:nvSpPr>
        <p:spPr>
          <a:xfrm>
            <a:off x="274639" y="1301831"/>
            <a:ext cx="3820707" cy="5054653"/>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3235"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39726" indent="0" algn="l" defTabSz="914400" rtl="0" eaLnBrk="1" latinLnBrk="0" hangingPunct="1">
              <a:lnSpc>
                <a:spcPct val="90000"/>
              </a:lnSpc>
              <a:spcBef>
                <a:spcPts val="500"/>
              </a:spcBef>
              <a:buFont typeface="Arial" panose="020B0604020202020204" pitchFamily="34" charset="0"/>
              <a:buNone/>
              <a:defRPr sz="24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73090" indent="0" algn="l" defTabSz="914400" rtl="0" eaLnBrk="1" latinLnBrk="0" hangingPunct="1">
              <a:lnSpc>
                <a:spcPct val="90000"/>
              </a:lnSpc>
              <a:spcBef>
                <a:spcPts val="500"/>
              </a:spcBef>
              <a:buFont typeface="Arial" panose="020B0604020202020204" pitchFamily="34" charset="0"/>
              <a:buNone/>
              <a:defRPr sz="20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798516" indent="0" algn="l" defTabSz="914400" rtl="0" eaLnBrk="1" latinLnBrk="0" hangingPunct="1">
              <a:lnSpc>
                <a:spcPct val="90000"/>
              </a:lnSpc>
              <a:spcBef>
                <a:spcPts val="500"/>
              </a:spcBef>
              <a:buFont typeface="Arial" panose="020B0604020202020204" pitchFamily="34" charset="0"/>
              <a:buNone/>
              <a:defRPr sz="18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30292" indent="0" algn="l" defTabSz="914400" rtl="0" eaLnBrk="1" latinLnBrk="0" hangingPunct="1">
              <a:lnSpc>
                <a:spcPct val="90000"/>
              </a:lnSpc>
              <a:spcBef>
                <a:spcPts val="500"/>
              </a:spcBef>
              <a:buFont typeface="Arial" panose="020B0604020202020204" pitchFamily="34" charset="0"/>
              <a:buNone/>
              <a:defRPr sz="1800" kern="120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53"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Compute </a:t>
            </a:r>
            <a:r>
              <a:rPr kumimoji="0" lang="en-US" sz="23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Resource</a:t>
            </a:r>
            <a:r>
              <a:rPr kumimoji="0" lang="en-US" sz="2353"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apiVersion</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"2017-03-30",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"type":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Microsoft.Compute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virtualMachines</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"name": "[variables('</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vmName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"location":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resourceGroup</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().location]",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"zones": ["1"],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dependsOn</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"properties":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hardwareProfile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vmSize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"[parameters('</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vmSize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568"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osProfile</a:t>
            </a: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p:txBody>
      </p:sp>
      <p:sp>
        <p:nvSpPr>
          <p:cNvPr id="7" name="Text Placeholder 4">
            <a:extLst>
              <a:ext uri="{FF2B5EF4-FFF2-40B4-BE49-F238E27FC236}">
                <a16:creationId xmlns:a16="http://schemas.microsoft.com/office/drawing/2014/main" id="{0F8446FC-0131-4CFC-85D1-CE3BB88A4432}"/>
              </a:ext>
            </a:extLst>
          </p:cNvPr>
          <p:cNvSpPr txBox="1">
            <a:spLocks/>
          </p:cNvSpPr>
          <p:nvPr/>
        </p:nvSpPr>
        <p:spPr>
          <a:xfrm>
            <a:off x="4270556" y="1301831"/>
            <a:ext cx="4087999" cy="4095953"/>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Managed Disk Resource:</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apiVersion</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"2017-03-30",</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"type":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Microsoft.Compute</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/disks",</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"name":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myManagedDataDisk</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"location":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resourceGroup</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().location]",</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"zones": ["1"],</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"properties":</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creationData</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createOption</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"Empty"</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accountType</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:"[parameters('</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storageAccountType</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err="1">
                <a:ln>
                  <a:noFill/>
                </a:ln>
                <a:gradFill>
                  <a:gsLst>
                    <a:gs pos="8718">
                      <a:srgbClr val="353535"/>
                    </a:gs>
                    <a:gs pos="34000">
                      <a:srgbClr val="353535"/>
                    </a:gs>
                  </a:gsLst>
                  <a:lin ang="5400000" scaled="0"/>
                </a:gradFill>
                <a:effectLst/>
                <a:uLnTx/>
                <a:uFillTx/>
                <a:latin typeface="Consolas" panose="020B0609020204030204" pitchFamily="49" charset="0"/>
                <a:ea typeface="+mn-ea"/>
              </a:rPr>
              <a:t>diskSizeGB</a:t>
            </a:r>
            <a:r>
              <a:rPr kumimoji="0" lang="en-US" sz="1200"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64</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568"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rPr>
              <a:t>}</a:t>
            </a:r>
            <a:endParaRPr kumimoji="0" lang="en-US" sz="1961" b="0" i="0" u="none" strike="noStrike" kern="1200" cap="none" spc="0" normalizeH="0" baseline="0" noProof="0">
              <a:ln>
                <a:noFill/>
              </a:ln>
              <a:gradFill>
                <a:gsLst>
                  <a:gs pos="8718">
                    <a:srgbClr val="353535"/>
                  </a:gs>
                  <a:gs pos="34000">
                    <a:srgbClr val="353535"/>
                  </a:gs>
                </a:gsLst>
                <a:lin ang="5400000" scaled="0"/>
              </a:gradFill>
              <a:effectLst/>
              <a:uLnTx/>
              <a:uFillTx/>
              <a:latin typeface="Consolas" panose="020B0609020204030204" pitchFamily="49" charset="0"/>
              <a:ea typeface="+mn-ea"/>
            </a:endParaRPr>
          </a:p>
        </p:txBody>
      </p:sp>
      <p:sp>
        <p:nvSpPr>
          <p:cNvPr id="8" name="Text Placeholder 4">
            <a:extLst>
              <a:ext uri="{FF2B5EF4-FFF2-40B4-BE49-F238E27FC236}">
                <a16:creationId xmlns:a16="http://schemas.microsoft.com/office/drawing/2014/main" id="{30FEAD83-F210-4808-8AEE-3C3302055B18}"/>
              </a:ext>
            </a:extLst>
          </p:cNvPr>
          <p:cNvSpPr txBox="1">
            <a:spLocks/>
          </p:cNvSpPr>
          <p:nvPr/>
        </p:nvSpPr>
        <p:spPr>
          <a:xfrm>
            <a:off x="8533765" y="1301831"/>
            <a:ext cx="3630437" cy="4308319"/>
          </a:xfrm>
          <a:prstGeom prst="rect">
            <a:avLst/>
          </a:prstGeom>
          <a:solidFill>
            <a:sysClr val="window" lastClr="FFFFFF"/>
          </a:solidFill>
          <a:ln w="12700" cap="flat" cmpd="sng" algn="ctr">
            <a:solidFill>
              <a:schemeClr val="accent5">
                <a:lumMod val="90000"/>
              </a:schemeClr>
            </a:solidFill>
            <a:prstDash val="solid"/>
            <a:miter lim="800000"/>
          </a:ln>
          <a:effectLst/>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33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1pPr>
            <a:lvl2pPr marL="34655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8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2pPr>
            <a:lvl3pPr marL="58460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3pPr>
            <a:lvl4pPr marL="814563"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4pPr>
            <a:lvl5pPr marL="1050997"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8718">
                      <a:srgbClr val="353535"/>
                    </a:gs>
                    <a:gs pos="34000">
                      <a:srgbClr val="353535"/>
                    </a:gs>
                  </a:gsLst>
                  <a:lin ang="5400000" scaled="0"/>
                </a:gradFill>
                <a:latin typeface="Consolas" panose="020B0609020204030204" pitchFamily="49" charset="0"/>
                <a:ea typeface="+mn-ea"/>
                <a:cs typeface="Consolas" panose="020B0609020204030204" pitchFamily="49"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Add the ILPIP Resource:</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apiVersion</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"2017-08-01",</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"type":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Microsoft.Network</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publicIPAddresses</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"name": "[variables('</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publicIPAddressName</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"location":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resourceGroup</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().location]",</a:t>
            </a:r>
          </a:p>
          <a:p>
            <a:r>
              <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rPr>
              <a:t>  </a:t>
            </a:r>
            <a:r>
              <a:rPr lang="en-US" sz="1200" dirty="0">
                <a:highlight>
                  <a:srgbClr val="FFFF00"/>
                </a:highlight>
              </a:rPr>
              <a:t> "</a:t>
            </a:r>
            <a:r>
              <a:rPr lang="en-US" sz="1200" dirty="0" err="1">
                <a:highlight>
                  <a:srgbClr val="FFFF00"/>
                </a:highlight>
              </a:rPr>
              <a:t>sku</a:t>
            </a:r>
            <a:r>
              <a:rPr lang="en-US" sz="1200" dirty="0">
                <a:highlight>
                  <a:srgbClr val="FFFF00"/>
                </a:highlight>
              </a:rPr>
              <a:t>": {</a:t>
            </a:r>
          </a:p>
          <a:p>
            <a:r>
              <a:rPr lang="en-US" sz="1200" dirty="0">
                <a:highlight>
                  <a:srgbClr val="FFFF00"/>
                </a:highlight>
              </a:rPr>
              <a:t>       "name": "Standard"</a:t>
            </a:r>
          </a:p>
          <a:p>
            <a:r>
              <a:rPr lang="en-US" sz="1200" dirty="0">
                <a:highlight>
                  <a:srgbClr val="FFFF00"/>
                </a:highlight>
              </a:rPr>
              <a:t>   },</a:t>
            </a:r>
            <a:endParaRPr kumimoji="0" lang="en-US" sz="1200" b="0" i="0" u="none" strike="noStrike" kern="1200" cap="none" spc="0" normalizeH="0" baseline="0" noProof="0" dirty="0">
              <a:ln>
                <a:noFill/>
              </a:ln>
              <a:gradFill>
                <a:gsLst>
                  <a:gs pos="8718">
                    <a:srgbClr val="353535"/>
                  </a:gs>
                  <a:gs pos="34000">
                    <a:srgbClr val="353535"/>
                  </a:gs>
                </a:gsLst>
                <a:lin ang="5400000" scaled="0"/>
              </a:gradFill>
              <a:effectLst/>
              <a:highlight>
                <a:srgbClr val="FFFF00"/>
              </a:highlight>
              <a:uLnTx/>
              <a:uFillTx/>
              <a:latin typeface="Consolas" panose="020B0609020204030204" pitchFamily="49" charset="0"/>
              <a:ea typeface="+mn-ea"/>
            </a:endParaRP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"properties":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publicIPAllocationMethod</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“Dynamic",</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dnsSettings</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domainNameLabel</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"[parameters('</a:t>
            </a:r>
            <a:r>
              <a:rPr kumimoji="0" lang="en-US" sz="1200" b="0" i="0" u="none" strike="noStrike" kern="1200" cap="none" spc="0" normalizeH="0" baseline="0" noProof="0" dirty="0" err="1">
                <a:ln>
                  <a:noFill/>
                </a:ln>
                <a:gradFill>
                  <a:gsLst>
                    <a:gs pos="8718">
                      <a:srgbClr val="353535"/>
                    </a:gs>
                    <a:gs pos="34000">
                      <a:srgbClr val="353535"/>
                    </a:gs>
                  </a:gsLst>
                  <a:lin ang="5400000" scaled="0"/>
                </a:gradFill>
                <a:effectLst/>
                <a:uLnTx/>
                <a:uFillTx/>
                <a:latin typeface="Consolas" panose="020B0609020204030204" pitchFamily="49" charset="0"/>
                <a:ea typeface="+mn-ea"/>
              </a:rPr>
              <a:t>dnsLabelPrefix</a:t>
            </a: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  }</a:t>
            </a:r>
          </a:p>
          <a:p>
            <a:pPr marL="0" marR="0" lvl="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dirty="0">
                <a:ln>
                  <a:noFill/>
                </a:ln>
                <a:gradFill>
                  <a:gsLst>
                    <a:gs pos="8718">
                      <a:srgbClr val="353535"/>
                    </a:gs>
                    <a:gs pos="34000">
                      <a:srgbClr val="353535"/>
                    </a:gs>
                  </a:gsLst>
                  <a:lin ang="5400000" scaled="0"/>
                </a:gradFill>
                <a:effectLst/>
                <a:uLnTx/>
                <a:uFillTx/>
                <a:latin typeface="Consolas" panose="020B0609020204030204" pitchFamily="49" charset="0"/>
                <a:ea typeface="+mn-ea"/>
              </a:rPr>
              <a:t>}</a:t>
            </a:r>
          </a:p>
        </p:txBody>
      </p:sp>
      <p:sp>
        <p:nvSpPr>
          <p:cNvPr id="9" name="Rectangle 8">
            <a:extLst>
              <a:ext uri="{FF2B5EF4-FFF2-40B4-BE49-F238E27FC236}">
                <a16:creationId xmlns:a16="http://schemas.microsoft.com/office/drawing/2014/main" id="{AA11470B-0BD0-48B5-B91B-87B408AF3F31}"/>
              </a:ext>
            </a:extLst>
          </p:cNvPr>
          <p:cNvSpPr/>
          <p:nvPr/>
        </p:nvSpPr>
        <p:spPr bwMode="auto">
          <a:xfrm>
            <a:off x="462580" y="2955694"/>
            <a:ext cx="1409252"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80071FE2-470D-44CE-A707-9D5949F03DA7}"/>
              </a:ext>
            </a:extLst>
          </p:cNvPr>
          <p:cNvSpPr/>
          <p:nvPr/>
        </p:nvSpPr>
        <p:spPr bwMode="auto">
          <a:xfrm>
            <a:off x="4502477" y="2720819"/>
            <a:ext cx="1409252"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80219C2D-10A8-4BED-83A7-1B6E2BF86F74}"/>
              </a:ext>
            </a:extLst>
          </p:cNvPr>
          <p:cNvSpPr/>
          <p:nvPr/>
        </p:nvSpPr>
        <p:spPr bwMode="auto">
          <a:xfrm>
            <a:off x="8639193" y="1786697"/>
            <a:ext cx="2494972" cy="295836"/>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111F9096-91F2-4F40-9382-120D695CCA1B}"/>
              </a:ext>
            </a:extLst>
          </p:cNvPr>
          <p:cNvSpPr/>
          <p:nvPr/>
        </p:nvSpPr>
        <p:spPr bwMode="auto">
          <a:xfrm>
            <a:off x="8639193" y="3103612"/>
            <a:ext cx="2494972" cy="683080"/>
          </a:xfrm>
          <a:prstGeom prst="rect">
            <a:avLst/>
          </a:prstGeom>
          <a:noFill/>
          <a:ln w="28575">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2CCE9201-69CE-4C84-881F-92DFB46DD852}"/>
              </a:ext>
            </a:extLst>
          </p:cNvPr>
          <p:cNvGrpSpPr/>
          <p:nvPr/>
        </p:nvGrpSpPr>
        <p:grpSpPr>
          <a:xfrm>
            <a:off x="8310495" y="7280878"/>
            <a:ext cx="347498" cy="347496"/>
            <a:chOff x="8641081" y="5155259"/>
            <a:chExt cx="567168" cy="567164"/>
          </a:xfrm>
          <a:solidFill>
            <a:schemeClr val="tx1"/>
          </a:solidFill>
        </p:grpSpPr>
        <p:sp>
          <p:nvSpPr>
            <p:cNvPr id="14" name="Rectangle 13">
              <a:extLst>
                <a:ext uri="{FF2B5EF4-FFF2-40B4-BE49-F238E27FC236}">
                  <a16:creationId xmlns:a16="http://schemas.microsoft.com/office/drawing/2014/main" id="{E8D8354C-CBF8-4DEE-BE26-75D2A0221666}"/>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5" name="Picture 14">
              <a:extLst>
                <a:ext uri="{FF2B5EF4-FFF2-40B4-BE49-F238E27FC236}">
                  <a16:creationId xmlns:a16="http://schemas.microsoft.com/office/drawing/2014/main" id="{725F34A0-892A-42D8-A22A-C5908AF4CBFC}"/>
                </a:ext>
              </a:extLst>
            </p:cNvPr>
            <p:cNvPicPr>
              <a:picLocks noChangeAspect="1"/>
            </p:cNvPicPr>
            <p:nvPr/>
          </p:nvPicPr>
          <p:blipFill>
            <a:blip r:embed="rId3"/>
            <a:stretch>
              <a:fillRect/>
            </a:stretch>
          </p:blipFill>
          <p:spPr>
            <a:xfrm>
              <a:off x="8641081" y="5155259"/>
              <a:ext cx="567168" cy="567164"/>
            </a:xfrm>
            <a:prstGeom prst="rect">
              <a:avLst/>
            </a:prstGeom>
            <a:grpFill/>
          </p:spPr>
        </p:pic>
      </p:grpSp>
      <p:pic>
        <p:nvPicPr>
          <p:cNvPr id="1026" name="Picture 2" descr="Related image">
            <a:extLst>
              <a:ext uri="{FF2B5EF4-FFF2-40B4-BE49-F238E27FC236}">
                <a16:creationId xmlns:a16="http://schemas.microsoft.com/office/drawing/2014/main" id="{1F2E19CC-2622-406E-AC9D-93CAB57998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1906" y="4932523"/>
            <a:ext cx="385013" cy="347705"/>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7FDA6D90-920F-4FC4-B1B0-0EF93D898072}"/>
              </a:ext>
            </a:extLst>
          </p:cNvPr>
          <p:cNvGrpSpPr/>
          <p:nvPr/>
        </p:nvGrpSpPr>
        <p:grpSpPr>
          <a:xfrm>
            <a:off x="3618919" y="5908669"/>
            <a:ext cx="347498" cy="347496"/>
            <a:chOff x="8641081" y="5155259"/>
            <a:chExt cx="567168" cy="567164"/>
          </a:xfrm>
          <a:solidFill>
            <a:schemeClr val="tx1"/>
          </a:solidFill>
        </p:grpSpPr>
        <p:sp>
          <p:nvSpPr>
            <p:cNvPr id="17" name="Rectangle 16">
              <a:extLst>
                <a:ext uri="{FF2B5EF4-FFF2-40B4-BE49-F238E27FC236}">
                  <a16:creationId xmlns:a16="http://schemas.microsoft.com/office/drawing/2014/main" id="{C915164F-9102-4D4A-9033-F19243DF06D5}"/>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a:extLst>
                <a:ext uri="{FF2B5EF4-FFF2-40B4-BE49-F238E27FC236}">
                  <a16:creationId xmlns:a16="http://schemas.microsoft.com/office/drawing/2014/main" id="{3964E571-6C1C-4EEF-8405-83DEFFFE2E8F}"/>
                </a:ext>
              </a:extLst>
            </p:cNvPr>
            <p:cNvPicPr>
              <a:picLocks noChangeAspect="1"/>
            </p:cNvPicPr>
            <p:nvPr/>
          </p:nvPicPr>
          <p:blipFill>
            <a:blip r:embed="rId3"/>
            <a:stretch>
              <a:fillRect/>
            </a:stretch>
          </p:blipFill>
          <p:spPr>
            <a:xfrm>
              <a:off x="8641081" y="5155259"/>
              <a:ext cx="567168" cy="567164"/>
            </a:xfrm>
            <a:prstGeom prst="rect">
              <a:avLst/>
            </a:prstGeom>
            <a:grpFill/>
          </p:spPr>
        </p:pic>
      </p:grpSp>
      <p:cxnSp>
        <p:nvCxnSpPr>
          <p:cNvPr id="19" name="Straight Connector 18">
            <a:extLst>
              <a:ext uri="{FF2B5EF4-FFF2-40B4-BE49-F238E27FC236}">
                <a16:creationId xmlns:a16="http://schemas.microsoft.com/office/drawing/2014/main" id="{64C07B47-2DC2-4BC4-B54F-F83442C4547E}"/>
              </a:ext>
            </a:extLst>
          </p:cNvPr>
          <p:cNvCxnSpPr>
            <a:cxnSpLocks/>
          </p:cNvCxnSpPr>
          <p:nvPr/>
        </p:nvCxnSpPr>
        <p:spPr>
          <a:xfrm>
            <a:off x="11600890" y="5245877"/>
            <a:ext cx="0" cy="273872"/>
          </a:xfrm>
          <a:prstGeom prst="line">
            <a:avLst/>
          </a:prstGeom>
          <a:ln w="19050">
            <a:solidFill>
              <a:schemeClr val="accent4">
                <a:lumMod val="50000"/>
              </a:schemeClr>
            </a:solidFill>
            <a:headEnd type="oval" w="lg" len="lg"/>
            <a:tailEnd type="non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76A9DFC2-B012-435E-A035-4D2D040932E2}"/>
              </a:ext>
            </a:extLst>
          </p:cNvPr>
          <p:cNvGrpSpPr/>
          <p:nvPr/>
        </p:nvGrpSpPr>
        <p:grpSpPr>
          <a:xfrm>
            <a:off x="11730000" y="5206395"/>
            <a:ext cx="347498" cy="347496"/>
            <a:chOff x="8641081" y="5155259"/>
            <a:chExt cx="567168" cy="567164"/>
          </a:xfrm>
          <a:solidFill>
            <a:schemeClr val="tx1"/>
          </a:solidFill>
        </p:grpSpPr>
        <p:sp>
          <p:nvSpPr>
            <p:cNvPr id="21" name="Rectangle 20">
              <a:extLst>
                <a:ext uri="{FF2B5EF4-FFF2-40B4-BE49-F238E27FC236}">
                  <a16:creationId xmlns:a16="http://schemas.microsoft.com/office/drawing/2014/main" id="{F9407319-1168-4151-9115-A5506C788E1B}"/>
                </a:ext>
              </a:extLst>
            </p:cNvPr>
            <p:cNvSpPr/>
            <p:nvPr/>
          </p:nvSpPr>
          <p:spPr bwMode="auto">
            <a:xfrm>
              <a:off x="8683103" y="5219700"/>
              <a:ext cx="491377" cy="3429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2" name="Picture 21">
              <a:extLst>
                <a:ext uri="{FF2B5EF4-FFF2-40B4-BE49-F238E27FC236}">
                  <a16:creationId xmlns:a16="http://schemas.microsoft.com/office/drawing/2014/main" id="{BB483D81-2AFC-4766-BD2A-1E9199698E01}"/>
                </a:ext>
              </a:extLst>
            </p:cNvPr>
            <p:cNvPicPr>
              <a:picLocks noChangeAspect="1"/>
            </p:cNvPicPr>
            <p:nvPr/>
          </p:nvPicPr>
          <p:blipFill>
            <a:blip r:embed="rId3"/>
            <a:stretch>
              <a:fillRect/>
            </a:stretch>
          </p:blipFill>
          <p:spPr>
            <a:xfrm>
              <a:off x="8641081" y="5155259"/>
              <a:ext cx="567168" cy="567164"/>
            </a:xfrm>
            <a:prstGeom prst="rect">
              <a:avLst/>
            </a:prstGeom>
            <a:grpFill/>
          </p:spPr>
        </p:pic>
      </p:grpSp>
    </p:spTree>
    <p:extLst>
      <p:ext uri="{BB962C8B-B14F-4D97-AF65-F5344CB8AC3E}">
        <p14:creationId xmlns:p14="http://schemas.microsoft.com/office/powerpoint/2010/main" val="4098454843"/>
      </p:ext>
    </p:extLst>
  </p:cSld>
  <p:clrMapOvr>
    <a:masterClrMapping/>
  </p:clrMapOvr>
  <p:transition>
    <p:fade/>
  </p:transition>
</p:sld>
</file>

<file path=ppt/slides/slide19.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3C3FBE-F0D3-4BF7-8A07-5E415AF86058}"/>
              </a:ext>
            </a:extLst>
          </p:cNvPr>
          <p:cNvSpPr>
            <a:spLocks noGrp="1"/>
          </p:cNvSpPr>
          <p:nvPr>
            <p:ph type="title"/>
          </p:nvPr>
        </p:nvSpPr>
        <p:spPr>
          <a:xfrm>
            <a:off x="274638" y="2144995"/>
            <a:ext cx="8559800" cy="1181862"/>
          </a:xfrm>
        </p:spPr>
        <p:txBody>
          <a:bodyPr/>
          <a:lstStyle/>
          <a:p>
            <a:r>
              <a:rPr lang="en-US" dirty="0"/>
              <a:t>Demo</a:t>
            </a:r>
          </a:p>
        </p:txBody>
      </p:sp>
      <p:sp>
        <p:nvSpPr>
          <p:cNvPr id="5" name="Text Placeholder 4">
            <a:extLst>
              <a:ext uri="{FF2B5EF4-FFF2-40B4-BE49-F238E27FC236}">
                <a16:creationId xmlns:a16="http://schemas.microsoft.com/office/drawing/2014/main" id="{81CDC7F2-6C43-4D89-AEE0-44B5E7F83957}"/>
              </a:ext>
            </a:extLst>
          </p:cNvPr>
          <p:cNvSpPr>
            <a:spLocks noGrp="1"/>
          </p:cNvSpPr>
          <p:nvPr>
            <p:ph type="body" sz="quarter" idx="12"/>
          </p:nvPr>
        </p:nvSpPr>
        <p:spPr/>
        <p:txBody>
          <a:bodyPr/>
          <a:lstStyle/>
          <a:p>
            <a:r>
              <a:rPr lang="en-US" dirty="0"/>
              <a:t>Load Balancer Standard &amp; Availability Zones</a:t>
            </a:r>
          </a:p>
        </p:txBody>
      </p:sp>
    </p:spTree>
    <p:extLst>
      <p:ext uri="{BB962C8B-B14F-4D97-AF65-F5344CB8AC3E}">
        <p14:creationId xmlns:p14="http://schemas.microsoft.com/office/powerpoint/2010/main" val="8273547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p:transition spd="slow">
        <p:fade/>
      </p:transition>
    </mc:Fallback>
  </mc:AlternateContent>
</p:sld>
</file>

<file path=ppt/slides/slide20.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DC4604-B378-4AAB-88E5-FA38BC2BDCEC}"/>
              </a:ext>
            </a:extLst>
          </p:cNvPr>
          <p:cNvSpPr>
            <a:spLocks noGrp="1"/>
          </p:cNvSpPr>
          <p:nvPr>
            <p:ph type="title"/>
          </p:nvPr>
        </p:nvSpPr>
        <p:spPr/>
        <p:txBody>
          <a:bodyPr/>
          <a:lstStyle/>
          <a:p>
            <a:r>
              <a:rPr lang="en-US" dirty="0"/>
              <a:t>Scenario</a:t>
            </a:r>
          </a:p>
        </p:txBody>
      </p:sp>
      <p:grpSp>
        <p:nvGrpSpPr>
          <p:cNvPr id="7" name="Graphic 35">
            <a:extLst>
              <a:ext uri="{FF2B5EF4-FFF2-40B4-BE49-F238E27FC236}">
                <a16:creationId xmlns:a16="http://schemas.microsoft.com/office/drawing/2014/main" id="{83E8C250-C140-4C07-82FF-D3EEF4606109}"/>
              </a:ext>
            </a:extLst>
          </p:cNvPr>
          <p:cNvGrpSpPr/>
          <p:nvPr/>
        </p:nvGrpSpPr>
        <p:grpSpPr>
          <a:xfrm>
            <a:off x="8990090" y="3497262"/>
            <a:ext cx="650492" cy="650492"/>
            <a:chOff x="9355716" y="2461258"/>
            <a:chExt cx="650492" cy="650492"/>
          </a:xfrm>
          <a:solidFill>
            <a:schemeClr val="accent4">
              <a:lumMod val="75000"/>
            </a:schemeClr>
          </a:solidFill>
        </p:grpSpPr>
        <p:sp>
          <p:nvSpPr>
            <p:cNvPr id="8" name="Freeform: Shape 7">
              <a:extLst>
                <a:ext uri="{FF2B5EF4-FFF2-40B4-BE49-F238E27FC236}">
                  <a16:creationId xmlns:a16="http://schemas.microsoft.com/office/drawing/2014/main" id="{72C5E479-6BF8-430C-8BDF-23D13850392F}"/>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9" name="Freeform: Shape 8">
              <a:extLst>
                <a:ext uri="{FF2B5EF4-FFF2-40B4-BE49-F238E27FC236}">
                  <a16:creationId xmlns:a16="http://schemas.microsoft.com/office/drawing/2014/main" id="{C1DE3EEB-6BC5-4602-A276-D27F58B06F97}"/>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0" name="Freeform: Shape 9">
              <a:extLst>
                <a:ext uri="{FF2B5EF4-FFF2-40B4-BE49-F238E27FC236}">
                  <a16:creationId xmlns:a16="http://schemas.microsoft.com/office/drawing/2014/main" id="{AE173593-9CA9-4A4F-9A20-01B2EB4DE8FA}"/>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11" name="Group 10">
            <a:extLst>
              <a:ext uri="{FF2B5EF4-FFF2-40B4-BE49-F238E27FC236}">
                <a16:creationId xmlns:a16="http://schemas.microsoft.com/office/drawing/2014/main" id="{CF694C6E-3DAA-4A45-BC03-691F3FC34861}"/>
              </a:ext>
            </a:extLst>
          </p:cNvPr>
          <p:cNvGrpSpPr/>
          <p:nvPr/>
        </p:nvGrpSpPr>
        <p:grpSpPr>
          <a:xfrm>
            <a:off x="7575597" y="5454638"/>
            <a:ext cx="567168" cy="567164"/>
            <a:chOff x="8641081" y="5155259"/>
            <a:chExt cx="567168" cy="567164"/>
          </a:xfrm>
        </p:grpSpPr>
        <p:sp>
          <p:nvSpPr>
            <p:cNvPr id="12" name="Rectangle 11">
              <a:extLst>
                <a:ext uri="{FF2B5EF4-FFF2-40B4-BE49-F238E27FC236}">
                  <a16:creationId xmlns:a16="http://schemas.microsoft.com/office/drawing/2014/main" id="{D421AF84-8275-4B44-9CB5-D82F7DFD3D3D}"/>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a:extLst>
                <a:ext uri="{FF2B5EF4-FFF2-40B4-BE49-F238E27FC236}">
                  <a16:creationId xmlns:a16="http://schemas.microsoft.com/office/drawing/2014/main" id="{82C4F8F5-2C4D-4850-985A-C08A29A209CA}"/>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14" name="Group 13">
            <a:extLst>
              <a:ext uri="{FF2B5EF4-FFF2-40B4-BE49-F238E27FC236}">
                <a16:creationId xmlns:a16="http://schemas.microsoft.com/office/drawing/2014/main" id="{691A5C23-261D-45CD-85CC-011DBF049F05}"/>
              </a:ext>
            </a:extLst>
          </p:cNvPr>
          <p:cNvGrpSpPr/>
          <p:nvPr/>
        </p:nvGrpSpPr>
        <p:grpSpPr>
          <a:xfrm>
            <a:off x="9037228" y="5454638"/>
            <a:ext cx="567168" cy="567164"/>
            <a:chOff x="8641081" y="5155259"/>
            <a:chExt cx="567168" cy="567164"/>
          </a:xfrm>
        </p:grpSpPr>
        <p:sp>
          <p:nvSpPr>
            <p:cNvPr id="15" name="Rectangle 14">
              <a:extLst>
                <a:ext uri="{FF2B5EF4-FFF2-40B4-BE49-F238E27FC236}">
                  <a16:creationId xmlns:a16="http://schemas.microsoft.com/office/drawing/2014/main" id="{BEB1C74F-DFC9-4849-A953-26EE07F29835}"/>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a:extLst>
                <a:ext uri="{FF2B5EF4-FFF2-40B4-BE49-F238E27FC236}">
                  <a16:creationId xmlns:a16="http://schemas.microsoft.com/office/drawing/2014/main" id="{06E9A24B-21C4-4BDC-B3AB-D76E8EA0ECB8}"/>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17" name="Group 16">
            <a:extLst>
              <a:ext uri="{FF2B5EF4-FFF2-40B4-BE49-F238E27FC236}">
                <a16:creationId xmlns:a16="http://schemas.microsoft.com/office/drawing/2014/main" id="{B672C240-C80B-4728-A7C0-C9BEE1E2B024}"/>
              </a:ext>
            </a:extLst>
          </p:cNvPr>
          <p:cNvGrpSpPr/>
          <p:nvPr/>
        </p:nvGrpSpPr>
        <p:grpSpPr>
          <a:xfrm>
            <a:off x="10498859" y="5454638"/>
            <a:ext cx="567168" cy="567164"/>
            <a:chOff x="8641081" y="5155259"/>
            <a:chExt cx="567168" cy="567164"/>
          </a:xfrm>
        </p:grpSpPr>
        <p:sp>
          <p:nvSpPr>
            <p:cNvPr id="18" name="Rectangle 17">
              <a:extLst>
                <a:ext uri="{FF2B5EF4-FFF2-40B4-BE49-F238E27FC236}">
                  <a16:creationId xmlns:a16="http://schemas.microsoft.com/office/drawing/2014/main" id="{005C981F-462B-474E-8574-0FF4B44E9508}"/>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a:extLst>
                <a:ext uri="{FF2B5EF4-FFF2-40B4-BE49-F238E27FC236}">
                  <a16:creationId xmlns:a16="http://schemas.microsoft.com/office/drawing/2014/main" id="{8F2D9685-6FFF-4D8F-80F4-9A8946AD2B6C}"/>
                </a:ext>
              </a:extLst>
            </p:cNvPr>
            <p:cNvPicPr>
              <a:picLocks noChangeAspect="1"/>
            </p:cNvPicPr>
            <p:nvPr/>
          </p:nvPicPr>
          <p:blipFill>
            <a:blip r:embed="rId3"/>
            <a:stretch>
              <a:fillRect/>
            </a:stretch>
          </p:blipFill>
          <p:spPr>
            <a:xfrm>
              <a:off x="8641081" y="5155259"/>
              <a:ext cx="567168" cy="567164"/>
            </a:xfrm>
            <a:prstGeom prst="rect">
              <a:avLst/>
            </a:prstGeom>
          </p:spPr>
        </p:pic>
      </p:grpSp>
      <p:grpSp>
        <p:nvGrpSpPr>
          <p:cNvPr id="20" name="Group 19">
            <a:extLst>
              <a:ext uri="{FF2B5EF4-FFF2-40B4-BE49-F238E27FC236}">
                <a16:creationId xmlns:a16="http://schemas.microsoft.com/office/drawing/2014/main" id="{48BA30B1-B239-43C3-A836-B10EF5ABCBF3}"/>
              </a:ext>
            </a:extLst>
          </p:cNvPr>
          <p:cNvGrpSpPr/>
          <p:nvPr/>
        </p:nvGrpSpPr>
        <p:grpSpPr>
          <a:xfrm>
            <a:off x="9034489" y="1179651"/>
            <a:ext cx="567168" cy="567164"/>
            <a:chOff x="8641081" y="5155259"/>
            <a:chExt cx="567168" cy="567164"/>
          </a:xfrm>
        </p:grpSpPr>
        <p:sp>
          <p:nvSpPr>
            <p:cNvPr id="21" name="Rectangle 20">
              <a:extLst>
                <a:ext uri="{FF2B5EF4-FFF2-40B4-BE49-F238E27FC236}">
                  <a16:creationId xmlns:a16="http://schemas.microsoft.com/office/drawing/2014/main" id="{07A1B817-A27E-4625-BA3B-76568B98B386}"/>
                </a:ext>
              </a:extLst>
            </p:cNvPr>
            <p:cNvSpPr/>
            <p:nvPr/>
          </p:nvSpPr>
          <p:spPr bwMode="auto">
            <a:xfrm>
              <a:off x="8683103" y="5219700"/>
              <a:ext cx="491377" cy="3429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2" name="Picture 21">
              <a:extLst>
                <a:ext uri="{FF2B5EF4-FFF2-40B4-BE49-F238E27FC236}">
                  <a16:creationId xmlns:a16="http://schemas.microsoft.com/office/drawing/2014/main" id="{240FC4D1-935D-4953-8B29-852258C6B9BC}"/>
                </a:ext>
              </a:extLst>
            </p:cNvPr>
            <p:cNvPicPr>
              <a:picLocks noChangeAspect="1"/>
            </p:cNvPicPr>
            <p:nvPr/>
          </p:nvPicPr>
          <p:blipFill>
            <a:blip r:embed="rId3"/>
            <a:stretch>
              <a:fillRect/>
            </a:stretch>
          </p:blipFill>
          <p:spPr>
            <a:xfrm>
              <a:off x="8641081" y="5155259"/>
              <a:ext cx="567168" cy="567164"/>
            </a:xfrm>
            <a:prstGeom prst="rect">
              <a:avLst/>
            </a:prstGeom>
          </p:spPr>
        </p:pic>
      </p:grpSp>
      <p:cxnSp>
        <p:nvCxnSpPr>
          <p:cNvPr id="24" name="Straight Arrow Connector 23">
            <a:extLst>
              <a:ext uri="{FF2B5EF4-FFF2-40B4-BE49-F238E27FC236}">
                <a16:creationId xmlns:a16="http://schemas.microsoft.com/office/drawing/2014/main" id="{46212EF3-AB37-478F-B981-F145C11C6A00}"/>
              </a:ext>
            </a:extLst>
          </p:cNvPr>
          <p:cNvCxnSpPr/>
          <p:nvPr/>
        </p:nvCxnSpPr>
        <p:spPr>
          <a:xfrm>
            <a:off x="9318073" y="1920904"/>
            <a:ext cx="0" cy="64610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654328-BAF9-493A-868D-82AE26FBC065}"/>
              </a:ext>
            </a:extLst>
          </p:cNvPr>
          <p:cNvCxnSpPr>
            <a:cxnSpLocks/>
          </p:cNvCxnSpPr>
          <p:nvPr/>
        </p:nvCxnSpPr>
        <p:spPr>
          <a:xfrm flipH="1">
            <a:off x="8025561" y="4147754"/>
            <a:ext cx="877519" cy="899697"/>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7F50A0D-E221-47A6-9402-AB1F3B55F84A}"/>
              </a:ext>
            </a:extLst>
          </p:cNvPr>
          <p:cNvCxnSpPr>
            <a:cxnSpLocks/>
          </p:cNvCxnSpPr>
          <p:nvPr/>
        </p:nvCxnSpPr>
        <p:spPr>
          <a:xfrm>
            <a:off x="9720879" y="4147754"/>
            <a:ext cx="884153" cy="899697"/>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3ABD51A-FD6B-4896-A8E8-D6355A922AA3}"/>
              </a:ext>
            </a:extLst>
          </p:cNvPr>
          <p:cNvCxnSpPr>
            <a:cxnSpLocks/>
          </p:cNvCxnSpPr>
          <p:nvPr/>
        </p:nvCxnSpPr>
        <p:spPr>
          <a:xfrm>
            <a:off x="9311979" y="4412633"/>
            <a:ext cx="0" cy="739765"/>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24ADE0F-40D5-4594-B0C3-A47709637C58}"/>
              </a:ext>
            </a:extLst>
          </p:cNvPr>
          <p:cNvSpPr txBox="1"/>
          <p:nvPr/>
        </p:nvSpPr>
        <p:spPr>
          <a:xfrm>
            <a:off x="8645593" y="6224428"/>
            <a:ext cx="1365302" cy="572464"/>
          </a:xfrm>
          <a:prstGeom prst="rect">
            <a:avLst/>
          </a:prstGeom>
          <a:noFill/>
        </p:spPr>
        <p:txBody>
          <a:bodyPr wrap="square" lIns="182880" tIns="146304" rIns="182880" bIns="146304" rtlCol="0">
            <a:spAutoFit/>
          </a:bodyPr>
          <a:lstStyle/>
          <a:p>
            <a:pPr algn="ctr">
              <a:lnSpc>
                <a:spcPct val="90000"/>
              </a:lnSpc>
              <a:spcAft>
                <a:spcPts val="600"/>
              </a:spcAft>
            </a:pPr>
            <a:r>
              <a:rPr lang="en-US" sz="2000" dirty="0">
                <a:gradFill>
                  <a:gsLst>
                    <a:gs pos="2917">
                      <a:schemeClr val="tx1"/>
                    </a:gs>
                    <a:gs pos="30000">
                      <a:schemeClr val="tx1"/>
                    </a:gs>
                  </a:gsLst>
                  <a:lin ang="5400000" scaled="0"/>
                </a:gradFill>
              </a:rPr>
              <a:t>Zone 2</a:t>
            </a:r>
          </a:p>
        </p:txBody>
      </p:sp>
      <p:sp>
        <p:nvSpPr>
          <p:cNvPr id="34" name="TextBox 33">
            <a:extLst>
              <a:ext uri="{FF2B5EF4-FFF2-40B4-BE49-F238E27FC236}">
                <a16:creationId xmlns:a16="http://schemas.microsoft.com/office/drawing/2014/main" id="{C6D25EDE-2C6D-42F9-B023-14F7ECC8200C}"/>
              </a:ext>
            </a:extLst>
          </p:cNvPr>
          <p:cNvSpPr txBox="1"/>
          <p:nvPr/>
        </p:nvSpPr>
        <p:spPr>
          <a:xfrm>
            <a:off x="7176530" y="6224428"/>
            <a:ext cx="1365302" cy="572464"/>
          </a:xfrm>
          <a:prstGeom prst="rect">
            <a:avLst/>
          </a:prstGeom>
          <a:noFill/>
        </p:spPr>
        <p:txBody>
          <a:bodyPr wrap="square" lIns="182880" tIns="146304" rIns="182880" bIns="146304" rtlCol="0">
            <a:spAutoFit/>
          </a:bodyPr>
          <a:lstStyle/>
          <a:p>
            <a:pPr algn="ctr">
              <a:lnSpc>
                <a:spcPct val="90000"/>
              </a:lnSpc>
              <a:spcAft>
                <a:spcPts val="600"/>
              </a:spcAft>
            </a:pPr>
            <a:r>
              <a:rPr lang="en-US" sz="2000" dirty="0">
                <a:gradFill>
                  <a:gsLst>
                    <a:gs pos="2917">
                      <a:schemeClr val="tx1"/>
                    </a:gs>
                    <a:gs pos="30000">
                      <a:schemeClr val="tx1"/>
                    </a:gs>
                  </a:gsLst>
                  <a:lin ang="5400000" scaled="0"/>
                </a:gradFill>
              </a:rPr>
              <a:t>Zone 1</a:t>
            </a:r>
          </a:p>
        </p:txBody>
      </p:sp>
      <p:sp>
        <p:nvSpPr>
          <p:cNvPr id="35" name="TextBox 34">
            <a:extLst>
              <a:ext uri="{FF2B5EF4-FFF2-40B4-BE49-F238E27FC236}">
                <a16:creationId xmlns:a16="http://schemas.microsoft.com/office/drawing/2014/main" id="{BC73AFB0-B248-40E5-A272-2CFFC79DA267}"/>
              </a:ext>
            </a:extLst>
          </p:cNvPr>
          <p:cNvSpPr txBox="1"/>
          <p:nvPr/>
        </p:nvSpPr>
        <p:spPr>
          <a:xfrm>
            <a:off x="10099792" y="6224428"/>
            <a:ext cx="1365302" cy="572464"/>
          </a:xfrm>
          <a:prstGeom prst="rect">
            <a:avLst/>
          </a:prstGeom>
          <a:noFill/>
        </p:spPr>
        <p:txBody>
          <a:bodyPr wrap="square" lIns="182880" tIns="146304" rIns="182880" bIns="146304" rtlCol="0">
            <a:spAutoFit/>
          </a:bodyPr>
          <a:lstStyle/>
          <a:p>
            <a:pPr algn="ctr">
              <a:lnSpc>
                <a:spcPct val="90000"/>
              </a:lnSpc>
              <a:spcAft>
                <a:spcPts val="600"/>
              </a:spcAft>
            </a:pPr>
            <a:r>
              <a:rPr lang="en-US" sz="2000" dirty="0">
                <a:gradFill>
                  <a:gsLst>
                    <a:gs pos="2917">
                      <a:schemeClr val="tx1"/>
                    </a:gs>
                    <a:gs pos="30000">
                      <a:schemeClr val="tx1"/>
                    </a:gs>
                  </a:gsLst>
                  <a:lin ang="5400000" scaled="0"/>
                </a:gradFill>
              </a:rPr>
              <a:t>Zone 3</a:t>
            </a:r>
          </a:p>
        </p:txBody>
      </p:sp>
      <p:sp>
        <p:nvSpPr>
          <p:cNvPr id="36" name="Rectangle 35">
            <a:extLst>
              <a:ext uri="{FF2B5EF4-FFF2-40B4-BE49-F238E27FC236}">
                <a16:creationId xmlns:a16="http://schemas.microsoft.com/office/drawing/2014/main" id="{2C977C3F-DBF4-493F-AC66-89E070E0B36A}"/>
              </a:ext>
            </a:extLst>
          </p:cNvPr>
          <p:cNvSpPr/>
          <p:nvPr/>
        </p:nvSpPr>
        <p:spPr bwMode="auto">
          <a:xfrm>
            <a:off x="7287828" y="5223578"/>
            <a:ext cx="4015153" cy="102584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Box 36">
            <a:extLst>
              <a:ext uri="{FF2B5EF4-FFF2-40B4-BE49-F238E27FC236}">
                <a16:creationId xmlns:a16="http://schemas.microsoft.com/office/drawing/2014/main" id="{1F3253D6-1995-4073-9B5E-E9BBCC15840E}"/>
              </a:ext>
            </a:extLst>
          </p:cNvPr>
          <p:cNvSpPr txBox="1"/>
          <p:nvPr/>
        </p:nvSpPr>
        <p:spPr>
          <a:xfrm>
            <a:off x="7088895" y="4780767"/>
            <a:ext cx="871072" cy="544765"/>
          </a:xfrm>
          <a:prstGeom prst="rect">
            <a:avLst/>
          </a:prstGeom>
          <a:noFill/>
        </p:spPr>
        <p:txBody>
          <a:bodyPr wrap="none" lIns="182880" tIns="146304" rIns="182880" bIns="146304" rtlCol="0">
            <a:spAutoFit/>
          </a:bodyPr>
          <a:lstStyle/>
          <a:p>
            <a:pPr>
              <a:lnSpc>
                <a:spcPct val="90000"/>
              </a:lnSpc>
              <a:spcAft>
                <a:spcPts val="600"/>
              </a:spcAft>
            </a:pPr>
            <a:r>
              <a:rPr lang="en-US" dirty="0">
                <a:solidFill>
                  <a:schemeClr val="accent4"/>
                </a:solidFill>
              </a:rPr>
              <a:t>VNet</a:t>
            </a:r>
          </a:p>
        </p:txBody>
      </p:sp>
      <p:sp>
        <p:nvSpPr>
          <p:cNvPr id="38" name="TextBox 37">
            <a:extLst>
              <a:ext uri="{FF2B5EF4-FFF2-40B4-BE49-F238E27FC236}">
                <a16:creationId xmlns:a16="http://schemas.microsoft.com/office/drawing/2014/main" id="{561214AD-BB51-4091-8886-DE0B381F91D8}"/>
              </a:ext>
            </a:extLst>
          </p:cNvPr>
          <p:cNvSpPr txBox="1"/>
          <p:nvPr/>
        </p:nvSpPr>
        <p:spPr>
          <a:xfrm>
            <a:off x="9764678" y="3293138"/>
            <a:ext cx="2219967"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Load Balancer</a:t>
            </a:r>
          </a:p>
          <a:p>
            <a:pPr>
              <a:lnSpc>
                <a:spcPct val="90000"/>
              </a:lnSpc>
              <a:spcAft>
                <a:spcPts val="600"/>
              </a:spcAft>
            </a:pPr>
            <a:r>
              <a:rPr lang="en-US" sz="2400" dirty="0">
                <a:gradFill>
                  <a:gsLst>
                    <a:gs pos="2917">
                      <a:schemeClr val="tx1"/>
                    </a:gs>
                    <a:gs pos="30000">
                      <a:schemeClr val="tx1"/>
                    </a:gs>
                  </a:gsLst>
                  <a:lin ang="5400000" scaled="0"/>
                </a:gradFill>
              </a:rPr>
              <a:t>Standard</a:t>
            </a:r>
          </a:p>
        </p:txBody>
      </p:sp>
      <p:cxnSp>
        <p:nvCxnSpPr>
          <p:cNvPr id="40" name="Straight Connector 39">
            <a:extLst>
              <a:ext uri="{FF2B5EF4-FFF2-40B4-BE49-F238E27FC236}">
                <a16:creationId xmlns:a16="http://schemas.microsoft.com/office/drawing/2014/main" id="{B3D17A99-4C09-4A80-B2B2-8C635B8F9C63}"/>
              </a:ext>
            </a:extLst>
          </p:cNvPr>
          <p:cNvCxnSpPr/>
          <p:nvPr/>
        </p:nvCxnSpPr>
        <p:spPr>
          <a:xfrm>
            <a:off x="9311979" y="2781528"/>
            <a:ext cx="0" cy="511610"/>
          </a:xfrm>
          <a:prstGeom prst="line">
            <a:avLst/>
          </a:prstGeom>
          <a:ln w="19050">
            <a:solidFill>
              <a:schemeClr val="tx1"/>
            </a:solidFill>
            <a:headEnd type="oval" w="lg" len="lg"/>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D0E8A04-B8B2-409F-BD83-D8E971BAD50E}"/>
              </a:ext>
            </a:extLst>
          </p:cNvPr>
          <p:cNvSpPr txBox="1"/>
          <p:nvPr/>
        </p:nvSpPr>
        <p:spPr>
          <a:xfrm>
            <a:off x="7641498" y="2522894"/>
            <a:ext cx="1546385" cy="1037207"/>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Public IP</a:t>
            </a:r>
          </a:p>
          <a:p>
            <a:pPr>
              <a:lnSpc>
                <a:spcPct val="90000"/>
              </a:lnSpc>
              <a:spcAft>
                <a:spcPts val="600"/>
              </a:spcAft>
            </a:pPr>
            <a:r>
              <a:rPr lang="en-US" sz="2400" dirty="0">
                <a:gradFill>
                  <a:gsLst>
                    <a:gs pos="2917">
                      <a:schemeClr val="tx1"/>
                    </a:gs>
                    <a:gs pos="30000">
                      <a:schemeClr val="tx1"/>
                    </a:gs>
                  </a:gsLst>
                  <a:lin ang="5400000" scaled="0"/>
                </a:gradFill>
              </a:rPr>
              <a:t>Standard</a:t>
            </a:r>
          </a:p>
        </p:txBody>
      </p:sp>
      <p:pic>
        <p:nvPicPr>
          <p:cNvPr id="46" name="Graphic 45">
            <a:extLst>
              <a:ext uri="{FF2B5EF4-FFF2-40B4-BE49-F238E27FC236}">
                <a16:creationId xmlns:a16="http://schemas.microsoft.com/office/drawing/2014/main" id="{A96D6DF2-6F92-4BA3-9850-EA376EC893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99846" y="5282469"/>
            <a:ext cx="491377" cy="491377"/>
          </a:xfrm>
          <a:prstGeom prst="rect">
            <a:avLst/>
          </a:prstGeom>
        </p:spPr>
      </p:pic>
      <p:pic>
        <p:nvPicPr>
          <p:cNvPr id="47" name="Graphic 46">
            <a:extLst>
              <a:ext uri="{FF2B5EF4-FFF2-40B4-BE49-F238E27FC236}">
                <a16:creationId xmlns:a16="http://schemas.microsoft.com/office/drawing/2014/main" id="{CE3B32DC-E750-443F-A3C1-39BBF29B2D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5725" y="5282469"/>
            <a:ext cx="491377" cy="491377"/>
          </a:xfrm>
          <a:prstGeom prst="rect">
            <a:avLst/>
          </a:prstGeom>
        </p:spPr>
      </p:pic>
      <p:pic>
        <p:nvPicPr>
          <p:cNvPr id="48" name="Graphic 47">
            <a:extLst>
              <a:ext uri="{FF2B5EF4-FFF2-40B4-BE49-F238E27FC236}">
                <a16:creationId xmlns:a16="http://schemas.microsoft.com/office/drawing/2014/main" id="{1A58370E-D88D-4D40-9500-6550263B45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1604" y="5282469"/>
            <a:ext cx="491377" cy="491377"/>
          </a:xfrm>
          <a:prstGeom prst="rect">
            <a:avLst/>
          </a:prstGeom>
        </p:spPr>
      </p:pic>
      <p:sp>
        <p:nvSpPr>
          <p:cNvPr id="49" name="TextBox 48">
            <a:extLst>
              <a:ext uri="{FF2B5EF4-FFF2-40B4-BE49-F238E27FC236}">
                <a16:creationId xmlns:a16="http://schemas.microsoft.com/office/drawing/2014/main" id="{31A6FB20-DBAE-4C22-9A93-61DE62FB0E53}"/>
              </a:ext>
            </a:extLst>
          </p:cNvPr>
          <p:cNvSpPr txBox="1"/>
          <p:nvPr/>
        </p:nvSpPr>
        <p:spPr>
          <a:xfrm>
            <a:off x="245290" y="2522894"/>
            <a:ext cx="4864217" cy="1446550"/>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Load Balancer Standard</a:t>
            </a:r>
          </a:p>
          <a:p>
            <a:pPr>
              <a:lnSpc>
                <a:spcPct val="90000"/>
              </a:lnSpc>
              <a:spcAft>
                <a:spcPts val="600"/>
              </a:spcAft>
            </a:pPr>
            <a:endParaRPr lang="en-US" sz="2400" dirty="0">
              <a:gradFill>
                <a:gsLst>
                  <a:gs pos="2917">
                    <a:schemeClr val="tx1"/>
                  </a:gs>
                  <a:gs pos="30000">
                    <a:schemeClr val="tx1"/>
                  </a:gs>
                </a:gsLst>
                <a:lin ang="5400000" scaled="0"/>
              </a:gradFill>
            </a:endParaRPr>
          </a:p>
          <a:p>
            <a:pPr>
              <a:lnSpc>
                <a:spcPct val="90000"/>
              </a:lnSpc>
              <a:spcAft>
                <a:spcPts val="600"/>
              </a:spcAft>
            </a:pPr>
            <a:r>
              <a:rPr lang="en-US" sz="2400" dirty="0">
                <a:gradFill>
                  <a:gsLst>
                    <a:gs pos="2917">
                      <a:schemeClr val="tx1"/>
                    </a:gs>
                    <a:gs pos="30000">
                      <a:schemeClr val="tx1"/>
                    </a:gs>
                  </a:gsLst>
                  <a:lin ang="5400000" scaled="0"/>
                </a:gradFill>
              </a:rPr>
              <a:t>3x standalone VM’s, one per Zone</a:t>
            </a:r>
          </a:p>
        </p:txBody>
      </p:sp>
    </p:spTree>
    <p:extLst>
      <p:ext uri="{BB962C8B-B14F-4D97-AF65-F5344CB8AC3E}">
        <p14:creationId xmlns:p14="http://schemas.microsoft.com/office/powerpoint/2010/main" val="3246482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26" presetClass="emph" presetSubtype="0" fill="hold" nodeType="withEffect">
                                  <p:stCondLst>
                                    <p:cond delay="0"/>
                                  </p:stCondLst>
                                  <p:childTnLst>
                                    <p:animEffect transition="out" filter="fade">
                                      <p:cBhvr>
                                        <p:cTn id="9" dur="500" tmFilter="0, 0; .2, .5; .8, .5; 1, 0"/>
                                        <p:tgtEl>
                                          <p:spTgt spid="46"/>
                                        </p:tgtEl>
                                      </p:cBhvr>
                                    </p:animEffect>
                                    <p:animScale>
                                      <p:cBhvr>
                                        <p:cTn id="10" dur="250" autoRev="1" fill="hold"/>
                                        <p:tgtEl>
                                          <p:spTgt spid="46"/>
                                        </p:tgtEl>
                                      </p:cBhvr>
                                      <p:by x="105000" y="105000"/>
                                    </p:animScale>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26" presetClass="emph" presetSubtype="0" fill="hold" nodeType="withEffect">
                                  <p:stCondLst>
                                    <p:cond delay="0"/>
                                  </p:stCondLst>
                                  <p:childTnLst>
                                    <p:animEffect transition="out" filter="fade">
                                      <p:cBhvr>
                                        <p:cTn id="15" dur="500" tmFilter="0, 0; .2, .5; .8, .5; 1, 0"/>
                                        <p:tgtEl>
                                          <p:spTgt spid="47"/>
                                        </p:tgtEl>
                                      </p:cBhvr>
                                    </p:animEffect>
                                    <p:animScale>
                                      <p:cBhvr>
                                        <p:cTn id="16" dur="250" autoRev="1" fill="hold"/>
                                        <p:tgtEl>
                                          <p:spTgt spid="47"/>
                                        </p:tgtEl>
                                      </p:cBhvr>
                                      <p:by x="105000" y="105000"/>
                                    </p:animScale>
                                  </p:childTnLst>
                                </p:cTn>
                              </p:par>
                              <p:par>
                                <p:cTn id="17" presetID="10"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par>
                                <p:cTn id="20" presetID="26" presetClass="emph" presetSubtype="0" fill="hold" nodeType="withEffect">
                                  <p:stCondLst>
                                    <p:cond delay="0"/>
                                  </p:stCondLst>
                                  <p:childTnLst>
                                    <p:animEffect transition="out" filter="fade">
                                      <p:cBhvr>
                                        <p:cTn id="21" dur="500" tmFilter="0, 0; .2, .5; .8, .5; 1, 0"/>
                                        <p:tgtEl>
                                          <p:spTgt spid="48"/>
                                        </p:tgtEl>
                                      </p:cBhvr>
                                    </p:animEffect>
                                    <p:animScale>
                                      <p:cBhvr>
                                        <p:cTn id="22" dur="250" autoRev="1" fill="hold"/>
                                        <p:tgtEl>
                                          <p:spTgt spid="4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C44AAE4-3788-4629-9877-EE0A92F5F448}"/>
              </a:ext>
            </a:extLst>
          </p:cNvPr>
          <p:cNvSpPr/>
          <p:nvPr/>
        </p:nvSpPr>
        <p:spPr bwMode="auto">
          <a:xfrm>
            <a:off x="0" y="1129553"/>
            <a:ext cx="12436475" cy="586497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F5FDFC90-E2FB-4A91-85CB-4F1AAF6E9E42}"/>
              </a:ext>
            </a:extLst>
          </p:cNvPr>
          <p:cNvSpPr>
            <a:spLocks noGrp="1"/>
          </p:cNvSpPr>
          <p:nvPr>
            <p:ph type="title"/>
          </p:nvPr>
        </p:nvSpPr>
        <p:spPr/>
        <p:txBody>
          <a:bodyPr/>
          <a:lstStyle/>
          <a:p>
            <a:r>
              <a:rPr lang="en-US" dirty="0"/>
              <a:t>Takeaways</a:t>
            </a:r>
          </a:p>
        </p:txBody>
      </p:sp>
      <p:graphicFrame>
        <p:nvGraphicFramePr>
          <p:cNvPr id="9" name="Table 8">
            <a:extLst>
              <a:ext uri="{FF2B5EF4-FFF2-40B4-BE49-F238E27FC236}">
                <a16:creationId xmlns:a16="http://schemas.microsoft.com/office/drawing/2014/main" id="{743500F0-A85F-4749-B530-A05E602F67B6}"/>
              </a:ext>
            </a:extLst>
          </p:cNvPr>
          <p:cNvGraphicFramePr>
            <a:graphicFrameLocks noGrp="1"/>
          </p:cNvGraphicFramePr>
          <p:nvPr>
            <p:extLst/>
          </p:nvPr>
        </p:nvGraphicFramePr>
        <p:xfrm>
          <a:off x="4491970" y="1924282"/>
          <a:ext cx="3200200" cy="4432975"/>
        </p:xfrm>
        <a:graphic>
          <a:graphicData uri="http://schemas.openxmlformats.org/drawingml/2006/table">
            <a:tbl>
              <a:tblPr firstRow="1" bandRow="1">
                <a:tableStyleId>{00A15C55-8517-42AA-B614-E9B94910E393}</a:tableStyleId>
              </a:tblPr>
              <a:tblGrid>
                <a:gridCol w="3200200">
                  <a:extLst>
                    <a:ext uri="{9D8B030D-6E8A-4147-A177-3AD203B41FA5}">
                      <a16:colId xmlns:a16="http://schemas.microsoft.com/office/drawing/2014/main" val="1593600570"/>
                    </a:ext>
                  </a:extLst>
                </a:gridCol>
              </a:tblGrid>
              <a:tr h="502547">
                <a:tc>
                  <a:txBody>
                    <a:bodyPr/>
                    <a:lstStyle/>
                    <a:p>
                      <a:r>
                        <a:rPr lang="en-US" b="1" dirty="0">
                          <a:solidFill>
                            <a:schemeClr val="tx1"/>
                          </a:solidFill>
                          <a:latin typeface="Segoe UI" panose="020B0502040204020203" pitchFamily="34" charset="0"/>
                          <a:cs typeface="Segoe UI" panose="020B0502040204020203" pitchFamily="34" charset="0"/>
                        </a:rPr>
                        <a:t>             Standard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50000"/>
                      </a:schemeClr>
                    </a:solidFill>
                  </a:tcPr>
                </a:tc>
                <a:extLst>
                  <a:ext uri="{0D108BD9-81ED-4DB2-BD59-A6C34878D82A}">
                    <a16:rowId xmlns:a16="http://schemas.microsoft.com/office/drawing/2014/main" val="322466844"/>
                  </a:ext>
                </a:extLst>
              </a:tr>
              <a:tr h="502547">
                <a:tc>
                  <a:txBody>
                    <a:bodyPr/>
                    <a:lstStyle/>
                    <a:p>
                      <a:r>
                        <a:rPr lang="en-US" dirty="0">
                          <a:solidFill>
                            <a:schemeClr val="bg1"/>
                          </a:solidFill>
                        </a:rPr>
                        <a:t>Up to 1000 backend instances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5526218"/>
                  </a:ext>
                </a:extLst>
              </a:tr>
              <a:tr h="502547">
                <a:tc>
                  <a:txBody>
                    <a:bodyPr/>
                    <a:lstStyle/>
                    <a:p>
                      <a:r>
                        <a:rPr lang="en-US" dirty="0">
                          <a:solidFill>
                            <a:schemeClr val="bg1"/>
                          </a:solidFill>
                        </a:rPr>
                        <a:t>Zone-redundant frontend</a:t>
                      </a:r>
                    </a:p>
                    <a:p>
                      <a:r>
                        <a:rPr lang="en-US" dirty="0">
                          <a:solidFill>
                            <a:schemeClr val="bg1"/>
                          </a:solidFill>
                        </a:rPr>
                        <a:t>Zonal frontend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21058583"/>
                  </a:ext>
                </a:extLst>
              </a:tr>
              <a:tr h="502547">
                <a:tc>
                  <a:txBody>
                    <a:bodyPr/>
                    <a:lstStyle/>
                    <a:p>
                      <a:r>
                        <a:rPr lang="en-US" dirty="0">
                          <a:solidFill>
                            <a:schemeClr val="bg1"/>
                          </a:solidFill>
                        </a:rPr>
                        <a:t>Availability Sets not required and Availability Zones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13753533"/>
                  </a:ext>
                </a:extLst>
              </a:tr>
              <a:tr h="502547">
                <a:tc>
                  <a:txBody>
                    <a:bodyPr/>
                    <a:lstStyle/>
                    <a:p>
                      <a:r>
                        <a:rPr lang="en-US" dirty="0">
                          <a:solidFill>
                            <a:schemeClr val="bg1"/>
                          </a:solidFill>
                        </a:rPr>
                        <a:t>Integrated Frontend and Backend health metrics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74309786"/>
                  </a:ext>
                </a:extLst>
              </a:tr>
              <a:tr h="502547">
                <a:tc>
                  <a:txBody>
                    <a:bodyPr/>
                    <a:lstStyle/>
                    <a:p>
                      <a:r>
                        <a:rPr lang="en-US" dirty="0">
                          <a:solidFill>
                            <a:schemeClr val="bg1"/>
                          </a:solidFill>
                        </a:rPr>
                        <a:t>Supports HA Ports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69352193"/>
                  </a:ext>
                </a:extLst>
              </a:tr>
              <a:tr h="502547">
                <a:tc>
                  <a:txBody>
                    <a:bodyPr/>
                    <a:lstStyle/>
                    <a:p>
                      <a:r>
                        <a:rPr lang="en-US" dirty="0">
                          <a:solidFill>
                            <a:schemeClr val="bg1"/>
                          </a:solidFill>
                        </a:rPr>
                        <a:t>NSG 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1962805"/>
                  </a:ext>
                </a:extLst>
              </a:tr>
              <a:tr h="502547">
                <a:tc>
                  <a:txBody>
                    <a:bodyPr/>
                    <a:lstStyle/>
                    <a:p>
                      <a:r>
                        <a:rPr lang="en-US" dirty="0">
                          <a:solidFill>
                            <a:schemeClr val="bg1"/>
                          </a:solidFill>
                        </a:rPr>
                        <a:t>Charged at GA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8031705"/>
                  </a:ext>
                </a:extLst>
              </a:tr>
            </a:tbl>
          </a:graphicData>
        </a:graphic>
      </p:graphicFrame>
      <p:graphicFrame>
        <p:nvGraphicFramePr>
          <p:cNvPr id="3" name="Table 2">
            <a:extLst>
              <a:ext uri="{FF2B5EF4-FFF2-40B4-BE49-F238E27FC236}">
                <a16:creationId xmlns:a16="http://schemas.microsoft.com/office/drawing/2014/main" id="{B2F19D59-DBEC-49CC-B4AE-5DC5D65A71B9}"/>
              </a:ext>
            </a:extLst>
          </p:cNvPr>
          <p:cNvGraphicFramePr>
            <a:graphicFrameLocks noGrp="1"/>
          </p:cNvGraphicFramePr>
          <p:nvPr>
            <p:extLst/>
          </p:nvPr>
        </p:nvGraphicFramePr>
        <p:xfrm>
          <a:off x="8851720" y="1924281"/>
          <a:ext cx="3200200" cy="4432975"/>
        </p:xfrm>
        <a:graphic>
          <a:graphicData uri="http://schemas.openxmlformats.org/drawingml/2006/table">
            <a:tbl>
              <a:tblPr firstRow="1" bandRow="1">
                <a:tableStyleId>{00A15C55-8517-42AA-B614-E9B94910E393}</a:tableStyleId>
              </a:tblPr>
              <a:tblGrid>
                <a:gridCol w="3200200">
                  <a:extLst>
                    <a:ext uri="{9D8B030D-6E8A-4147-A177-3AD203B41FA5}">
                      <a16:colId xmlns:a16="http://schemas.microsoft.com/office/drawing/2014/main" val="3461553714"/>
                    </a:ext>
                  </a:extLst>
                </a:gridCol>
              </a:tblGrid>
              <a:tr h="502547">
                <a:tc>
                  <a:txBody>
                    <a:bodyPr/>
                    <a:lstStyle/>
                    <a:p>
                      <a:r>
                        <a:rPr lang="en-US" dirty="0">
                          <a:solidFill>
                            <a:schemeClr val="tx1"/>
                          </a:solidFill>
                          <a:latin typeface="Segoe UI" panose="020B0502040204020203" pitchFamily="34" charset="0"/>
                          <a:cs typeface="Segoe UI" panose="020B0502040204020203" pitchFamily="34" charset="0"/>
                        </a:rPr>
                        <a:t>             Basic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50000"/>
                      </a:schemeClr>
                    </a:solidFill>
                  </a:tcPr>
                </a:tc>
                <a:extLst>
                  <a:ext uri="{0D108BD9-81ED-4DB2-BD59-A6C34878D82A}">
                    <a16:rowId xmlns:a16="http://schemas.microsoft.com/office/drawing/2014/main" val="1769443188"/>
                  </a:ext>
                </a:extLst>
              </a:tr>
              <a:tr h="502547">
                <a:tc>
                  <a:txBody>
                    <a:bodyPr/>
                    <a:lstStyle/>
                    <a:p>
                      <a:r>
                        <a:rPr lang="en-US" dirty="0">
                          <a:solidFill>
                            <a:schemeClr val="bg1"/>
                          </a:solidFill>
                        </a:rPr>
                        <a:t>Up to 100 backend instances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8730600"/>
                  </a:ext>
                </a:extLst>
              </a:tr>
              <a:tr h="502547">
                <a:tc>
                  <a:txBody>
                    <a:bodyPr/>
                    <a:lstStyle/>
                    <a:p>
                      <a:r>
                        <a:rPr lang="en-US" dirty="0">
                          <a:solidFill>
                            <a:schemeClr val="bg1"/>
                          </a:solidFill>
                        </a:rPr>
                        <a:t>Non-zonal frontend</a:t>
                      </a:r>
                    </a:p>
                    <a:p>
                      <a:endParaRPr 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09363096"/>
                  </a:ext>
                </a:extLst>
              </a:tr>
              <a:tr h="502547">
                <a:tc>
                  <a:txBody>
                    <a:bodyPr/>
                    <a:lstStyle/>
                    <a:p>
                      <a:r>
                        <a:rPr lang="en-US" dirty="0">
                          <a:solidFill>
                            <a:schemeClr val="bg1"/>
                          </a:solidFill>
                        </a:rPr>
                        <a:t>Availability Set (single)</a:t>
                      </a:r>
                    </a:p>
                    <a:p>
                      <a:endParaRPr 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22847976"/>
                  </a:ext>
                </a:extLst>
              </a:tr>
              <a:tr h="502547">
                <a:tc>
                  <a:txBody>
                    <a:bodyPr/>
                    <a:lstStyle/>
                    <a:p>
                      <a:r>
                        <a:rPr lang="en-US" dirty="0">
                          <a:solidFill>
                            <a:schemeClr val="bg1"/>
                          </a:solidFill>
                        </a:rPr>
                        <a:t>Basic NAT and Probe health status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9601483"/>
                  </a:ext>
                </a:extLst>
              </a:tr>
              <a:tr h="502547">
                <a:tc>
                  <a:txBody>
                    <a:bodyPr/>
                    <a:lstStyle/>
                    <a:p>
                      <a:r>
                        <a:rPr lang="en-US" dirty="0">
                          <a:solidFill>
                            <a:schemeClr val="bg1"/>
                          </a:solidFill>
                        </a:rPr>
                        <a:t>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94491830"/>
                  </a:ext>
                </a:extLst>
              </a:tr>
              <a:tr h="502547">
                <a:tc>
                  <a:txBody>
                    <a:bodyPr/>
                    <a:lstStyle/>
                    <a:p>
                      <a:r>
                        <a:rPr lang="en-US" dirty="0">
                          <a:solidFill>
                            <a:schemeClr val="bg1"/>
                          </a:solidFill>
                        </a:rPr>
                        <a:t>NSG optional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67208405"/>
                  </a:ext>
                </a:extLst>
              </a:tr>
              <a:tr h="502547">
                <a:tc>
                  <a:txBody>
                    <a:bodyPr/>
                    <a:lstStyle/>
                    <a:p>
                      <a:r>
                        <a:rPr lang="en-US" dirty="0">
                          <a:solidFill>
                            <a:schemeClr val="bg1"/>
                          </a:solidFill>
                        </a:rPr>
                        <a:t>Free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69688484"/>
                  </a:ext>
                </a:extLst>
              </a:tr>
            </a:tbl>
          </a:graphicData>
        </a:graphic>
      </p:graphicFrame>
      <p:sp>
        <p:nvSpPr>
          <p:cNvPr id="5" name="TextBox 4">
            <a:extLst>
              <a:ext uri="{FF2B5EF4-FFF2-40B4-BE49-F238E27FC236}">
                <a16:creationId xmlns:a16="http://schemas.microsoft.com/office/drawing/2014/main" id="{49832B88-8C93-40A7-83D9-554F1238ED72}"/>
              </a:ext>
            </a:extLst>
          </p:cNvPr>
          <p:cNvSpPr txBox="1"/>
          <p:nvPr/>
        </p:nvSpPr>
        <p:spPr>
          <a:xfrm>
            <a:off x="7860301" y="3776652"/>
            <a:ext cx="928780" cy="849463"/>
          </a:xfrm>
          <a:prstGeom prst="rect">
            <a:avLst/>
          </a:prstGeom>
          <a:noFill/>
        </p:spPr>
        <p:txBody>
          <a:bodyPr wrap="none" lIns="182880" tIns="146304" rIns="182880" bIns="146304" rtlCol="0">
            <a:spAutoFit/>
          </a:bodyPr>
          <a:lstStyle/>
          <a:p>
            <a:pPr>
              <a:lnSpc>
                <a:spcPct val="90000"/>
              </a:lnSpc>
              <a:spcAft>
                <a:spcPts val="600"/>
              </a:spcAft>
            </a:pPr>
            <a:r>
              <a:rPr lang="en-US" sz="4000" dirty="0">
                <a:solidFill>
                  <a:schemeClr val="bg1"/>
                </a:solidFill>
              </a:rPr>
              <a:t>vs.</a:t>
            </a:r>
          </a:p>
        </p:txBody>
      </p:sp>
      <p:sp>
        <p:nvSpPr>
          <p:cNvPr id="6" name="TextBox 5">
            <a:extLst>
              <a:ext uri="{FF2B5EF4-FFF2-40B4-BE49-F238E27FC236}">
                <a16:creationId xmlns:a16="http://schemas.microsoft.com/office/drawing/2014/main" id="{4C2BC13B-2115-43FE-A59F-9D2D3C062E83}"/>
              </a:ext>
            </a:extLst>
          </p:cNvPr>
          <p:cNvSpPr txBox="1"/>
          <p:nvPr/>
        </p:nvSpPr>
        <p:spPr>
          <a:xfrm>
            <a:off x="274639" y="1849223"/>
            <a:ext cx="4049200" cy="4841325"/>
          </a:xfrm>
          <a:prstGeom prst="rect">
            <a:avLst/>
          </a:prstGeom>
          <a:noFill/>
        </p:spPr>
        <p:txBody>
          <a:bodyPr wrap="square" lIns="182880" tIns="146304" rIns="182880" bIns="146304" rtlCol="0">
            <a:spAutoFit/>
          </a:bodyPr>
          <a:lstStyle/>
          <a:p>
            <a:pPr>
              <a:lnSpc>
                <a:spcPct val="90000"/>
              </a:lnSpc>
              <a:spcAft>
                <a:spcPts val="600"/>
              </a:spcAft>
            </a:pPr>
            <a:r>
              <a:rPr lang="en-US" sz="2400" b="1" dirty="0">
                <a:solidFill>
                  <a:schemeClr val="bg1"/>
                </a:solidFill>
                <a:latin typeface="Segoe UI" panose="020B0502040204020203" pitchFamily="34" charset="0"/>
                <a:cs typeface="Segoe UI" panose="020B0502040204020203" pitchFamily="34" charset="0"/>
              </a:rPr>
              <a:t>You can use</a:t>
            </a:r>
          </a:p>
          <a:p>
            <a:pPr>
              <a:lnSpc>
                <a:spcPct val="90000"/>
              </a:lnSpc>
              <a:spcAft>
                <a:spcPts val="600"/>
              </a:spcAft>
            </a:pPr>
            <a:r>
              <a:rPr lang="en-US" sz="2400" b="1" dirty="0">
                <a:solidFill>
                  <a:schemeClr val="accent4">
                    <a:lumMod val="75000"/>
                  </a:schemeClr>
                </a:solidFill>
                <a:latin typeface="Segoe UI" panose="020B0502040204020203" pitchFamily="34" charset="0"/>
                <a:cs typeface="Segoe UI" panose="020B0502040204020203" pitchFamily="34" charset="0"/>
              </a:rPr>
              <a:t>Load Balancer Standard</a:t>
            </a:r>
          </a:p>
          <a:p>
            <a:pPr>
              <a:lnSpc>
                <a:spcPct val="90000"/>
              </a:lnSpc>
              <a:spcAft>
                <a:spcPts val="600"/>
              </a:spcAft>
            </a:pPr>
            <a:r>
              <a:rPr lang="en-US" sz="2400" b="1" dirty="0">
                <a:solidFill>
                  <a:schemeClr val="bg1"/>
                </a:solidFill>
                <a:latin typeface="Segoe UI" panose="020B0502040204020203" pitchFamily="34" charset="0"/>
                <a:cs typeface="Segoe UI" panose="020B0502040204020203" pitchFamily="34" charset="0"/>
              </a:rPr>
              <a:t>for TCP &amp; UDP scenarios with:</a:t>
            </a:r>
          </a:p>
          <a:p>
            <a:pPr>
              <a:spcAft>
                <a:spcPts val="1200"/>
              </a:spcAft>
            </a:pPr>
            <a:endParaRPr lang="en-US" sz="2400" b="1" dirty="0">
              <a:solidFill>
                <a:schemeClr val="bg1"/>
              </a:solidFill>
              <a:latin typeface="Segoe UI" panose="020B0502040204020203" pitchFamily="34" charset="0"/>
              <a:cs typeface="Segoe UI" panose="020B0502040204020203" pitchFamily="34" charset="0"/>
            </a:endParaRPr>
          </a:p>
          <a:p>
            <a:pPr marL="342900" indent="-342900">
              <a:spcAft>
                <a:spcPts val="1200"/>
              </a:spcAft>
              <a:buFont typeface="Arial" panose="020B0604020202020204" pitchFamily="34" charset="0"/>
              <a:buChar char="•"/>
            </a:pPr>
            <a:r>
              <a:rPr lang="en-US" sz="2400" b="1" dirty="0">
                <a:solidFill>
                  <a:schemeClr val="bg1"/>
                </a:solidFill>
                <a:latin typeface="Segoe UI" panose="020B0502040204020203" pitchFamily="34" charset="0"/>
                <a:cs typeface="Segoe UI" panose="020B0502040204020203" pitchFamily="34" charset="0"/>
              </a:rPr>
              <a:t>Larger scale</a:t>
            </a:r>
          </a:p>
          <a:p>
            <a:pPr marL="342900" indent="-342900">
              <a:spcAft>
                <a:spcPts val="1200"/>
              </a:spcAft>
              <a:buFont typeface="Arial" panose="020B0604020202020204" pitchFamily="34" charset="0"/>
              <a:buChar char="•"/>
            </a:pPr>
            <a:r>
              <a:rPr lang="en-US" sz="2400" b="1" dirty="0">
                <a:solidFill>
                  <a:schemeClr val="bg1"/>
                </a:solidFill>
                <a:latin typeface="Segoe UI" panose="020B0502040204020203" pitchFamily="34" charset="0"/>
                <a:cs typeface="Segoe UI" panose="020B0502040204020203" pitchFamily="34" charset="0"/>
              </a:rPr>
              <a:t>Greater flexibility</a:t>
            </a:r>
          </a:p>
          <a:p>
            <a:pPr marL="342900" indent="-342900">
              <a:spcAft>
                <a:spcPts val="1200"/>
              </a:spcAft>
              <a:buFont typeface="Arial" panose="020B0604020202020204" pitchFamily="34" charset="0"/>
              <a:buChar char="•"/>
            </a:pPr>
            <a:r>
              <a:rPr lang="en-US" sz="2400" b="1" dirty="0">
                <a:solidFill>
                  <a:schemeClr val="bg1"/>
                </a:solidFill>
                <a:latin typeface="Segoe UI" panose="020B0502040204020203" pitchFamily="34" charset="0"/>
                <a:cs typeface="Segoe UI" panose="020B0502040204020203" pitchFamily="34" charset="0"/>
              </a:rPr>
              <a:t>HA Ports</a:t>
            </a:r>
          </a:p>
          <a:p>
            <a:pPr marL="342900" indent="-342900">
              <a:spcAft>
                <a:spcPts val="1200"/>
              </a:spcAft>
              <a:buFont typeface="Arial" panose="020B0604020202020204" pitchFamily="34" charset="0"/>
              <a:buChar char="•"/>
            </a:pPr>
            <a:r>
              <a:rPr lang="en-US" sz="2400" b="1" dirty="0">
                <a:solidFill>
                  <a:schemeClr val="bg1"/>
                </a:solidFill>
                <a:latin typeface="Segoe UI" panose="020B0502040204020203" pitchFamily="34" charset="0"/>
                <a:cs typeface="Segoe UI" panose="020B0502040204020203" pitchFamily="34" charset="0"/>
              </a:rPr>
              <a:t>New metrics</a:t>
            </a:r>
          </a:p>
          <a:p>
            <a:pPr marL="342900" indent="-342900">
              <a:spcAft>
                <a:spcPts val="1200"/>
              </a:spcAft>
              <a:buFont typeface="Arial" panose="020B0604020202020204" pitchFamily="34" charset="0"/>
              <a:buChar char="•"/>
            </a:pPr>
            <a:r>
              <a:rPr lang="en-US" sz="2400" b="1" dirty="0">
                <a:solidFill>
                  <a:schemeClr val="bg1"/>
                </a:solidFill>
                <a:latin typeface="Segoe UI" panose="020B0502040204020203" pitchFamily="34" charset="0"/>
                <a:cs typeface="Segoe UI" panose="020B0502040204020203" pitchFamily="34" charset="0"/>
              </a:rPr>
              <a:t>Availability zones</a:t>
            </a:r>
          </a:p>
        </p:txBody>
      </p:sp>
      <p:sp>
        <p:nvSpPr>
          <p:cNvPr id="4" name="TextBox 3">
            <a:extLst>
              <a:ext uri="{FF2B5EF4-FFF2-40B4-BE49-F238E27FC236}">
                <a16:creationId xmlns:a16="http://schemas.microsoft.com/office/drawing/2014/main" id="{AC10913B-D0C3-4F3F-A462-0066C8B2536C}"/>
              </a:ext>
            </a:extLst>
          </p:cNvPr>
          <p:cNvSpPr txBox="1"/>
          <p:nvPr/>
        </p:nvSpPr>
        <p:spPr>
          <a:xfrm>
            <a:off x="6678669" y="1491745"/>
            <a:ext cx="1226041"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accent4">
                    <a:lumMod val="50000"/>
                  </a:schemeClr>
                </a:solidFill>
                <a:latin typeface="Segoe UI" panose="020B0502040204020203" pitchFamily="34" charset="0"/>
                <a:cs typeface="Segoe UI" panose="020B0502040204020203" pitchFamily="34" charset="0"/>
              </a:rPr>
              <a:t>Preview</a:t>
            </a:r>
          </a:p>
        </p:txBody>
      </p:sp>
      <p:sp>
        <p:nvSpPr>
          <p:cNvPr id="8" name="TextBox 7">
            <a:extLst>
              <a:ext uri="{FF2B5EF4-FFF2-40B4-BE49-F238E27FC236}">
                <a16:creationId xmlns:a16="http://schemas.microsoft.com/office/drawing/2014/main" id="{5E1A7C77-1789-4631-9823-2B850F12A655}"/>
              </a:ext>
            </a:extLst>
          </p:cNvPr>
          <p:cNvSpPr txBox="1"/>
          <p:nvPr/>
        </p:nvSpPr>
        <p:spPr>
          <a:xfrm>
            <a:off x="11511840" y="1502363"/>
            <a:ext cx="694742"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accent4">
                    <a:lumMod val="50000"/>
                  </a:schemeClr>
                </a:solidFill>
                <a:latin typeface="Segoe UI" panose="020B0502040204020203" pitchFamily="34" charset="0"/>
                <a:cs typeface="Segoe UI" panose="020B0502040204020203" pitchFamily="34" charset="0"/>
              </a:rPr>
              <a:t>GA</a:t>
            </a:r>
          </a:p>
        </p:txBody>
      </p:sp>
      <p:grpSp>
        <p:nvGrpSpPr>
          <p:cNvPr id="10" name="Graphic 35">
            <a:extLst>
              <a:ext uri="{FF2B5EF4-FFF2-40B4-BE49-F238E27FC236}">
                <a16:creationId xmlns:a16="http://schemas.microsoft.com/office/drawing/2014/main" id="{509AEEE9-76EB-4658-A08C-ADA3BF312A4E}"/>
              </a:ext>
            </a:extLst>
          </p:cNvPr>
          <p:cNvGrpSpPr/>
          <p:nvPr/>
        </p:nvGrpSpPr>
        <p:grpSpPr>
          <a:xfrm>
            <a:off x="4607985" y="1839712"/>
            <a:ext cx="650492" cy="650492"/>
            <a:chOff x="9355716" y="2461258"/>
            <a:chExt cx="650492" cy="650492"/>
          </a:xfrm>
          <a:solidFill>
            <a:schemeClr val="accent4">
              <a:lumMod val="75000"/>
            </a:schemeClr>
          </a:solidFill>
        </p:grpSpPr>
        <p:sp>
          <p:nvSpPr>
            <p:cNvPr id="11" name="Freeform: Shape 10">
              <a:extLst>
                <a:ext uri="{FF2B5EF4-FFF2-40B4-BE49-F238E27FC236}">
                  <a16:creationId xmlns:a16="http://schemas.microsoft.com/office/drawing/2014/main" id="{D04D4ABE-47C7-42C8-82EB-BAB1BDE813D7}"/>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2" name="Freeform: Shape 11">
              <a:extLst>
                <a:ext uri="{FF2B5EF4-FFF2-40B4-BE49-F238E27FC236}">
                  <a16:creationId xmlns:a16="http://schemas.microsoft.com/office/drawing/2014/main" id="{E02F7CEC-352F-48A8-8FA7-F46A11A11BB9}"/>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3" name="Freeform: Shape 12">
              <a:extLst>
                <a:ext uri="{FF2B5EF4-FFF2-40B4-BE49-F238E27FC236}">
                  <a16:creationId xmlns:a16="http://schemas.microsoft.com/office/drawing/2014/main" id="{8E21A6DE-FCC1-4209-8F00-D6874E6421A5}"/>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grpSp>
        <p:nvGrpSpPr>
          <p:cNvPr id="14" name="Graphic 35">
            <a:extLst>
              <a:ext uri="{FF2B5EF4-FFF2-40B4-BE49-F238E27FC236}">
                <a16:creationId xmlns:a16="http://schemas.microsoft.com/office/drawing/2014/main" id="{E8E4195D-9B6C-4BF8-BB65-D5F4682B2C6A}"/>
              </a:ext>
            </a:extLst>
          </p:cNvPr>
          <p:cNvGrpSpPr/>
          <p:nvPr/>
        </p:nvGrpSpPr>
        <p:grpSpPr>
          <a:xfrm>
            <a:off x="8961210" y="1850927"/>
            <a:ext cx="650492" cy="650492"/>
            <a:chOff x="9355716" y="2461258"/>
            <a:chExt cx="650492" cy="650492"/>
          </a:xfrm>
          <a:solidFill>
            <a:schemeClr val="accent4">
              <a:lumMod val="75000"/>
            </a:schemeClr>
          </a:solidFill>
        </p:grpSpPr>
        <p:sp>
          <p:nvSpPr>
            <p:cNvPr id="15" name="Freeform: Shape 14">
              <a:extLst>
                <a:ext uri="{FF2B5EF4-FFF2-40B4-BE49-F238E27FC236}">
                  <a16:creationId xmlns:a16="http://schemas.microsoft.com/office/drawing/2014/main" id="{7942454A-6961-49E8-9077-5831174A8AEF}"/>
                </a:ext>
              </a:extLst>
            </p:cNvPr>
            <p:cNvSpPr/>
            <p:nvPr/>
          </p:nvSpPr>
          <p:spPr>
            <a:xfrm>
              <a:off x="9355716" y="2461258"/>
              <a:ext cx="650492" cy="650492"/>
            </a:xfrm>
            <a:custGeom>
              <a:avLst/>
              <a:gdLst/>
              <a:ahLst/>
              <a:cxnLst/>
              <a:rect l="0" t="0" r="0" b="0"/>
              <a:pathLst>
                <a:path w="650492" h="650492">
                  <a:moveTo>
                    <a:pt x="325259" y="650505"/>
                  </a:moveTo>
                  <a:cubicBezTo>
                    <a:pt x="309231" y="650505"/>
                    <a:pt x="294139" y="644260"/>
                    <a:pt x="282834" y="632916"/>
                  </a:cubicBezTo>
                  <a:lnTo>
                    <a:pt x="17576" y="367671"/>
                  </a:lnTo>
                  <a:cubicBezTo>
                    <a:pt x="6401" y="356496"/>
                    <a:pt x="0" y="341053"/>
                    <a:pt x="0" y="325246"/>
                  </a:cubicBezTo>
                  <a:cubicBezTo>
                    <a:pt x="0" y="309452"/>
                    <a:pt x="6401" y="293996"/>
                    <a:pt x="17576" y="282834"/>
                  </a:cubicBezTo>
                  <a:lnTo>
                    <a:pt x="282834" y="17589"/>
                  </a:lnTo>
                  <a:cubicBezTo>
                    <a:pt x="294166" y="6245"/>
                    <a:pt x="309231" y="0"/>
                    <a:pt x="325259" y="0"/>
                  </a:cubicBezTo>
                  <a:cubicBezTo>
                    <a:pt x="341274" y="0"/>
                    <a:pt x="356353" y="6245"/>
                    <a:pt x="367684" y="17589"/>
                  </a:cubicBezTo>
                  <a:lnTo>
                    <a:pt x="632903" y="282834"/>
                  </a:lnTo>
                  <a:cubicBezTo>
                    <a:pt x="644260" y="294126"/>
                    <a:pt x="650492" y="309205"/>
                    <a:pt x="650492" y="325246"/>
                  </a:cubicBezTo>
                  <a:cubicBezTo>
                    <a:pt x="650492" y="341287"/>
                    <a:pt x="644260" y="356366"/>
                    <a:pt x="632890" y="367697"/>
                  </a:cubicBezTo>
                  <a:lnTo>
                    <a:pt x="367684" y="632916"/>
                  </a:lnTo>
                  <a:cubicBezTo>
                    <a:pt x="356366" y="644260"/>
                    <a:pt x="341274" y="650505"/>
                    <a:pt x="325259" y="650505"/>
                  </a:cubicBezTo>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6" name="Freeform: Shape 15">
              <a:extLst>
                <a:ext uri="{FF2B5EF4-FFF2-40B4-BE49-F238E27FC236}">
                  <a16:creationId xmlns:a16="http://schemas.microsoft.com/office/drawing/2014/main" id="{A4BE68E5-BC02-42B2-A1ED-1AB93F3F7F5D}"/>
                </a:ext>
              </a:extLst>
            </p:cNvPr>
            <p:cNvSpPr/>
            <p:nvPr/>
          </p:nvSpPr>
          <p:spPr>
            <a:xfrm>
              <a:off x="9412790" y="2518345"/>
              <a:ext cx="533403" cy="520394"/>
            </a:xfrm>
            <a:custGeom>
              <a:avLst/>
              <a:gdLst/>
              <a:ahLst/>
              <a:cxnLst/>
              <a:rect l="0" t="0" r="0" b="0"/>
              <a:pathLst>
                <a:path w="533403" h="520393">
                  <a:moveTo>
                    <a:pt x="536344" y="263748"/>
                  </a:moveTo>
                  <a:lnTo>
                    <a:pt x="450310" y="177727"/>
                  </a:lnTo>
                  <a:lnTo>
                    <a:pt x="450310" y="238457"/>
                  </a:lnTo>
                  <a:lnTo>
                    <a:pt x="359033" y="238379"/>
                  </a:lnTo>
                  <a:cubicBezTo>
                    <a:pt x="350225" y="206922"/>
                    <a:pt x="325558" y="182073"/>
                    <a:pt x="294192" y="173070"/>
                  </a:cubicBezTo>
                  <a:lnTo>
                    <a:pt x="294192" y="86034"/>
                  </a:lnTo>
                  <a:lnTo>
                    <a:pt x="354206" y="86034"/>
                  </a:lnTo>
                  <a:lnTo>
                    <a:pt x="268172" y="0"/>
                  </a:lnTo>
                  <a:lnTo>
                    <a:pt x="182151" y="86034"/>
                  </a:lnTo>
                  <a:lnTo>
                    <a:pt x="242152" y="86034"/>
                  </a:lnTo>
                  <a:lnTo>
                    <a:pt x="242152" y="173057"/>
                  </a:lnTo>
                  <a:cubicBezTo>
                    <a:pt x="210837" y="182060"/>
                    <a:pt x="186197" y="206830"/>
                    <a:pt x="177350" y="238210"/>
                  </a:cubicBezTo>
                  <a:lnTo>
                    <a:pt x="86034" y="238132"/>
                  </a:lnTo>
                  <a:lnTo>
                    <a:pt x="86034" y="178053"/>
                  </a:lnTo>
                  <a:lnTo>
                    <a:pt x="0" y="264087"/>
                  </a:lnTo>
                  <a:lnTo>
                    <a:pt x="86034" y="350108"/>
                  </a:lnTo>
                  <a:lnTo>
                    <a:pt x="86034" y="289378"/>
                  </a:lnTo>
                  <a:lnTo>
                    <a:pt x="177389" y="289456"/>
                  </a:lnTo>
                  <a:cubicBezTo>
                    <a:pt x="186275" y="320771"/>
                    <a:pt x="210877" y="345463"/>
                    <a:pt x="242152" y="354453"/>
                  </a:cubicBezTo>
                  <a:lnTo>
                    <a:pt x="242152" y="414767"/>
                  </a:lnTo>
                  <a:cubicBezTo>
                    <a:pt x="229142" y="424238"/>
                    <a:pt x="209263" y="444143"/>
                    <a:pt x="209263" y="467326"/>
                  </a:cubicBezTo>
                  <a:cubicBezTo>
                    <a:pt x="209263" y="499604"/>
                    <a:pt x="235712" y="525871"/>
                    <a:pt x="267990" y="525871"/>
                  </a:cubicBezTo>
                  <a:cubicBezTo>
                    <a:pt x="300267" y="525871"/>
                    <a:pt x="326664" y="499604"/>
                    <a:pt x="326664" y="467326"/>
                  </a:cubicBezTo>
                  <a:cubicBezTo>
                    <a:pt x="326664" y="444403"/>
                    <a:pt x="307201" y="424732"/>
                    <a:pt x="294192" y="415118"/>
                  </a:cubicBezTo>
                  <a:lnTo>
                    <a:pt x="294192" y="354453"/>
                  </a:lnTo>
                  <a:cubicBezTo>
                    <a:pt x="325402" y="345489"/>
                    <a:pt x="349991" y="320849"/>
                    <a:pt x="358915" y="289625"/>
                  </a:cubicBezTo>
                  <a:lnTo>
                    <a:pt x="450310" y="289703"/>
                  </a:lnTo>
                  <a:lnTo>
                    <a:pt x="450310" y="349783"/>
                  </a:lnTo>
                  <a:lnTo>
                    <a:pt x="536344" y="263748"/>
                  </a:ln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sp>
          <p:nvSpPr>
            <p:cNvPr id="17" name="Freeform: Shape 16">
              <a:extLst>
                <a:ext uri="{FF2B5EF4-FFF2-40B4-BE49-F238E27FC236}">
                  <a16:creationId xmlns:a16="http://schemas.microsoft.com/office/drawing/2014/main" id="{97C5ADFE-F558-4FB8-972A-839BE874D743}"/>
                </a:ext>
              </a:extLst>
            </p:cNvPr>
            <p:cNvSpPr/>
            <p:nvPr/>
          </p:nvSpPr>
          <p:spPr>
            <a:xfrm>
              <a:off x="9612556" y="2713688"/>
              <a:ext cx="130098" cy="130098"/>
            </a:xfrm>
            <a:custGeom>
              <a:avLst/>
              <a:gdLst/>
              <a:ahLst/>
              <a:cxnLst/>
              <a:rect l="0" t="0" r="0" b="0"/>
              <a:pathLst>
                <a:path w="130098" h="130098">
                  <a:moveTo>
                    <a:pt x="68406" y="0"/>
                  </a:moveTo>
                  <a:cubicBezTo>
                    <a:pt x="30690" y="0"/>
                    <a:pt x="0" y="30690"/>
                    <a:pt x="0" y="68406"/>
                  </a:cubicBezTo>
                  <a:cubicBezTo>
                    <a:pt x="0" y="106121"/>
                    <a:pt x="30690" y="136811"/>
                    <a:pt x="68406" y="136811"/>
                  </a:cubicBezTo>
                  <a:cubicBezTo>
                    <a:pt x="106121" y="136811"/>
                    <a:pt x="136811" y="106134"/>
                    <a:pt x="136811" y="68406"/>
                  </a:cubicBezTo>
                  <a:cubicBezTo>
                    <a:pt x="136811" y="30677"/>
                    <a:pt x="106121" y="0"/>
                    <a:pt x="68406" y="0"/>
                  </a:cubicBezTo>
                  <a:close/>
                </a:path>
              </a:pathLst>
            </a:custGeom>
            <a:grpFill/>
            <a:ln w="12700" cap="flat">
              <a:solidFill>
                <a:schemeClr val="tx1"/>
              </a:solidFill>
              <a:prstDash val="solid"/>
              <a:miter/>
            </a:ln>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grpSp>
    </p:spTree>
    <p:extLst>
      <p:ext uri="{BB962C8B-B14F-4D97-AF65-F5344CB8AC3E}">
        <p14:creationId xmlns:p14="http://schemas.microsoft.com/office/powerpoint/2010/main" val="3434250067"/>
      </p:ext>
    </p:extLst>
  </p:cSld>
  <p:clrMapOvr>
    <a:masterClrMapping/>
  </p:clrMapOvr>
  <p:transition>
    <p:fade/>
  </p:transition>
</p:sld>
</file>

<file path=ppt/slides/slide22.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9AA45-7BB5-40CE-A17A-9A34617B13DF}"/>
              </a:ext>
            </a:extLst>
          </p:cNvPr>
          <p:cNvSpPr/>
          <p:nvPr/>
        </p:nvSpPr>
        <p:spPr bwMode="auto">
          <a:xfrm>
            <a:off x="0" y="3040063"/>
            <a:ext cx="12436475" cy="3954462"/>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519F0F64-F8C3-4273-AD23-CA6339997E0B}"/>
              </a:ext>
            </a:extLst>
          </p:cNvPr>
          <p:cNvSpPr>
            <a:spLocks noGrp="1"/>
          </p:cNvSpPr>
          <p:nvPr>
            <p:ph type="title"/>
          </p:nvPr>
        </p:nvSpPr>
        <p:spPr>
          <a:xfrm>
            <a:off x="274638" y="1211263"/>
            <a:ext cx="11887200" cy="1181862"/>
          </a:xfrm>
        </p:spPr>
        <p:txBody>
          <a:bodyPr/>
          <a:lstStyle/>
          <a:p>
            <a:r>
              <a:rPr lang="en-US" dirty="0"/>
              <a:t>Go to </a:t>
            </a:r>
            <a:r>
              <a:rPr lang="en-US" spc="100" dirty="0">
                <a:latin typeface="Segoe UI Semibold" panose="020B0702040204020203" pitchFamily="34" charset="0"/>
                <a:cs typeface="Segoe UI Semibold" panose="020B0702040204020203" pitchFamily="34" charset="0"/>
              </a:rPr>
              <a:t>aka.ms/</a:t>
            </a:r>
            <a:r>
              <a:rPr lang="en-US" spc="100" dirty="0" err="1">
                <a:latin typeface="Segoe UI Semibold" panose="020B0702040204020203" pitchFamily="34" charset="0"/>
                <a:cs typeface="Segoe UI Semibold" panose="020B0702040204020203" pitchFamily="34" charset="0"/>
              </a:rPr>
              <a:t>lbpreview</a:t>
            </a:r>
            <a:endParaRPr lang="en-US" spc="100" dirty="0">
              <a:latin typeface="Segoe UI Semibold" panose="020B0702040204020203" pitchFamily="34" charset="0"/>
              <a:cs typeface="Segoe UI Semibold" panose="020B0702040204020203" pitchFamily="34" charset="0"/>
            </a:endParaRPr>
          </a:p>
        </p:txBody>
      </p:sp>
      <p:sp>
        <p:nvSpPr>
          <p:cNvPr id="3" name="Text Placeholder 2">
            <a:extLst>
              <a:ext uri="{FF2B5EF4-FFF2-40B4-BE49-F238E27FC236}">
                <a16:creationId xmlns:a16="http://schemas.microsoft.com/office/drawing/2014/main" id="{5CF786F1-CED4-4847-9EEB-18E3C624616F}"/>
              </a:ext>
            </a:extLst>
          </p:cNvPr>
          <p:cNvSpPr txBox="1">
            <a:spLocks/>
          </p:cNvSpPr>
          <p:nvPr/>
        </p:nvSpPr>
        <p:spPr>
          <a:xfrm>
            <a:off x="415116" y="3765719"/>
            <a:ext cx="11888787" cy="653882"/>
          </a:xfrm>
          <a:prstGeom prst="rect">
            <a:avLst/>
          </a:prstGeom>
        </p:spPr>
        <p:txBody>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7000"/>
              </a:lnSpc>
              <a:buFont typeface="Wingdings" panose="05000000000000000000" pitchFamily="2" charset="2"/>
              <a:buNone/>
            </a:pPr>
            <a:r>
              <a:rPr lang="en-US" sz="2400" dirty="0">
                <a:gradFill>
                  <a:gsLst>
                    <a:gs pos="65823">
                      <a:schemeClr val="bg1"/>
                    </a:gs>
                    <a:gs pos="36709">
                      <a:schemeClr val="bg1"/>
                    </a:gs>
                  </a:gsLst>
                  <a:lin ang="5400000" scaled="0"/>
                </a:gradFill>
                <a:latin typeface="Segoe UI" panose="020B0502040204020203" pitchFamily="34" charset="0"/>
                <a:cs typeface="Segoe UI" panose="020B0502040204020203" pitchFamily="34" charset="0"/>
              </a:rPr>
              <a:t>Available Now in 6 regions:</a:t>
            </a:r>
          </a:p>
        </p:txBody>
      </p:sp>
      <p:graphicFrame>
        <p:nvGraphicFramePr>
          <p:cNvPr id="4" name="Table 3">
            <a:extLst>
              <a:ext uri="{FF2B5EF4-FFF2-40B4-BE49-F238E27FC236}">
                <a16:creationId xmlns:a16="http://schemas.microsoft.com/office/drawing/2014/main" id="{638567AD-E0C9-442D-AF81-CE7C51D1075C}"/>
              </a:ext>
            </a:extLst>
          </p:cNvPr>
          <p:cNvGraphicFramePr>
            <a:graphicFrameLocks noGrp="1"/>
          </p:cNvGraphicFramePr>
          <p:nvPr>
            <p:extLst/>
          </p:nvPr>
        </p:nvGraphicFramePr>
        <p:xfrm>
          <a:off x="5267349" y="3816557"/>
          <a:ext cx="2701878" cy="2743200"/>
        </p:xfrm>
        <a:graphic>
          <a:graphicData uri="http://schemas.openxmlformats.org/drawingml/2006/table">
            <a:tbl>
              <a:tblPr bandRow="1">
                <a:tableStyleId>{5C22544A-7EE6-4342-B048-85BDC9FD1C3A}</a:tableStyleId>
              </a:tblPr>
              <a:tblGrid>
                <a:gridCol w="2701878">
                  <a:extLst>
                    <a:ext uri="{9D8B030D-6E8A-4147-A177-3AD203B41FA5}">
                      <a16:colId xmlns:a16="http://schemas.microsoft.com/office/drawing/2014/main" val="2651433678"/>
                    </a:ext>
                  </a:extLst>
                </a:gridCol>
              </a:tblGrid>
              <a:tr h="457200">
                <a:tc>
                  <a:txBody>
                    <a:bodyPr/>
                    <a:lstStyle/>
                    <a:p>
                      <a:pPr marL="0" marR="0">
                        <a:lnSpc>
                          <a:spcPct val="107000"/>
                        </a:lnSpc>
                        <a:spcBef>
                          <a:spcPts val="0"/>
                        </a:spcBef>
                        <a:spcAft>
                          <a:spcPts val="0"/>
                        </a:spcAft>
                      </a:pPr>
                      <a:r>
                        <a:rPr lang="en-US" sz="2400" b="1"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East US 2</a:t>
                      </a:r>
                      <a:endParaRPr lang="en-US" sz="2400"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7327786"/>
                  </a:ext>
                </a:extLst>
              </a:tr>
              <a:tr h="457200">
                <a:tc>
                  <a:txBody>
                    <a:bodyPr/>
                    <a:lstStyle/>
                    <a:p>
                      <a:pPr marL="0" marR="0">
                        <a:lnSpc>
                          <a:spcPct val="107000"/>
                        </a:lnSpc>
                        <a:spcBef>
                          <a:spcPts val="0"/>
                        </a:spcBef>
                        <a:spcAft>
                          <a:spcPts val="0"/>
                        </a:spcAft>
                      </a:pPr>
                      <a:r>
                        <a:rPr lang="en-US" sz="2400" b="1">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Central US</a:t>
                      </a:r>
                      <a:endParaRPr lang="en-US" sz="240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7382766"/>
                  </a:ext>
                </a:extLst>
              </a:tr>
              <a:tr h="457200">
                <a:tc>
                  <a:txBody>
                    <a:bodyPr/>
                    <a:lstStyle/>
                    <a:p>
                      <a:pPr marL="0" marR="0">
                        <a:lnSpc>
                          <a:spcPct val="107000"/>
                        </a:lnSpc>
                        <a:spcBef>
                          <a:spcPts val="0"/>
                        </a:spcBef>
                        <a:spcAft>
                          <a:spcPts val="0"/>
                        </a:spcAft>
                      </a:pPr>
                      <a:r>
                        <a:rPr lang="en-US" sz="2400" b="1"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West Central US</a:t>
                      </a:r>
                      <a:endParaRPr lang="en-US" sz="2400"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2703543"/>
                  </a:ext>
                </a:extLst>
              </a:tr>
              <a:tr h="457200">
                <a:tc>
                  <a:txBody>
                    <a:bodyPr/>
                    <a:lstStyle/>
                    <a:p>
                      <a:pPr marL="0" marR="0">
                        <a:lnSpc>
                          <a:spcPct val="107000"/>
                        </a:lnSpc>
                        <a:spcBef>
                          <a:spcPts val="0"/>
                        </a:spcBef>
                        <a:spcAft>
                          <a:spcPts val="0"/>
                        </a:spcAft>
                      </a:pPr>
                      <a:r>
                        <a:rPr lang="en-US" sz="2400" b="1"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West Europe</a:t>
                      </a:r>
                      <a:endParaRPr lang="en-US" sz="2400"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8041620"/>
                  </a:ext>
                </a:extLst>
              </a:tr>
              <a:tr h="457200">
                <a:tc>
                  <a:txBody>
                    <a:bodyPr/>
                    <a:lstStyle/>
                    <a:p>
                      <a:pPr marL="0" marR="0">
                        <a:lnSpc>
                          <a:spcPct val="107000"/>
                        </a:lnSpc>
                        <a:spcBef>
                          <a:spcPts val="0"/>
                        </a:spcBef>
                        <a:spcAft>
                          <a:spcPts val="0"/>
                        </a:spcAft>
                      </a:pPr>
                      <a:r>
                        <a:rPr lang="en-US" sz="2400" b="1"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North Europe</a:t>
                      </a:r>
                      <a:endParaRPr lang="en-US" sz="2400"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46689232"/>
                  </a:ext>
                </a:extLst>
              </a:tr>
              <a:tr h="457200">
                <a:tc>
                  <a:txBody>
                    <a:bodyPr/>
                    <a:lstStyle/>
                    <a:p>
                      <a:pPr marL="0" marR="0">
                        <a:lnSpc>
                          <a:spcPct val="107000"/>
                        </a:lnSpc>
                        <a:spcBef>
                          <a:spcPts val="0"/>
                        </a:spcBef>
                        <a:spcAft>
                          <a:spcPts val="0"/>
                        </a:spcAft>
                      </a:pPr>
                      <a:r>
                        <a:rPr lang="en-US" sz="2400" b="1"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rPr>
                        <a:t>Southeast Asia</a:t>
                      </a:r>
                      <a:endParaRPr lang="en-US" sz="2400" dirty="0">
                        <a:gradFill>
                          <a:gsLst>
                            <a:gs pos="63291">
                              <a:schemeClr val="bg1"/>
                            </a:gs>
                            <a:gs pos="36709">
                              <a:schemeClr val="bg1"/>
                            </a:gs>
                          </a:gsLst>
                          <a:lin ang="5400000" scaled="0"/>
                        </a:gradFill>
                        <a:effectLst/>
                        <a:latin typeface="Segoe UI" panose="020B0502040204020203" pitchFamily="34" charset="0"/>
                        <a:ea typeface="Calibri" panose="020F0502020204030204" pitchFamily="34" charset="0"/>
                        <a:cs typeface="Segoe UI" panose="020B0502040204020203"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17307490"/>
                  </a:ext>
                </a:extLst>
              </a:tr>
            </a:tbl>
          </a:graphicData>
        </a:graphic>
      </p:graphicFrame>
      <p:sp>
        <p:nvSpPr>
          <p:cNvPr id="5" name="Rectangle 4">
            <a:extLst>
              <a:ext uri="{FF2B5EF4-FFF2-40B4-BE49-F238E27FC236}">
                <a16:creationId xmlns:a16="http://schemas.microsoft.com/office/drawing/2014/main" id="{0442C38E-E7B4-4DEE-A9B0-4F618C54F279}"/>
              </a:ext>
            </a:extLst>
          </p:cNvPr>
          <p:cNvSpPr/>
          <p:nvPr/>
        </p:nvSpPr>
        <p:spPr>
          <a:xfrm>
            <a:off x="7805651" y="3786508"/>
            <a:ext cx="3340402" cy="397416"/>
          </a:xfrm>
          <a:prstGeom prst="rect">
            <a:avLst/>
          </a:prstGeom>
        </p:spPr>
        <p:txBody>
          <a:bodyPr wrap="none">
            <a:spAutoFit/>
          </a:bodyPr>
          <a:lstStyle/>
          <a:p>
            <a:pPr>
              <a:lnSpc>
                <a:spcPct val="107000"/>
              </a:lnSpc>
            </a:pPr>
            <a:r>
              <a:rPr lang="en-US" sz="2000" dirty="0">
                <a:gradFill>
                  <a:gsLst>
                    <a:gs pos="65823">
                      <a:schemeClr val="bg1"/>
                    </a:gs>
                    <a:gs pos="36709">
                      <a:schemeClr val="bg1"/>
                    </a:gs>
                  </a:gsLst>
                  <a:lin ang="5400000" scaled="0"/>
                </a:gradFill>
                <a:latin typeface="Segoe UI" panose="020B0502040204020203" pitchFamily="34" charset="0"/>
                <a:cs typeface="Segoe UI" panose="020B0502040204020203" pitchFamily="34" charset="0"/>
              </a:rPr>
              <a:t>+ Availability Zones Preview</a:t>
            </a:r>
          </a:p>
        </p:txBody>
      </p:sp>
      <p:sp>
        <p:nvSpPr>
          <p:cNvPr id="6" name="Rectangle 5">
            <a:extLst>
              <a:ext uri="{FF2B5EF4-FFF2-40B4-BE49-F238E27FC236}">
                <a16:creationId xmlns:a16="http://schemas.microsoft.com/office/drawing/2014/main" id="{290E54C3-8938-45D9-8EF4-BF5ED0ACE15E}"/>
              </a:ext>
            </a:extLst>
          </p:cNvPr>
          <p:cNvSpPr/>
          <p:nvPr/>
        </p:nvSpPr>
        <p:spPr>
          <a:xfrm>
            <a:off x="7805651" y="5178414"/>
            <a:ext cx="3340402" cy="397416"/>
          </a:xfrm>
          <a:prstGeom prst="rect">
            <a:avLst/>
          </a:prstGeom>
        </p:spPr>
        <p:txBody>
          <a:bodyPr wrap="none">
            <a:spAutoFit/>
          </a:bodyPr>
          <a:lstStyle/>
          <a:p>
            <a:pPr>
              <a:lnSpc>
                <a:spcPct val="107000"/>
              </a:lnSpc>
            </a:pPr>
            <a:r>
              <a:rPr lang="en-US" sz="2000" dirty="0">
                <a:gradFill>
                  <a:gsLst>
                    <a:gs pos="65823">
                      <a:schemeClr val="bg1"/>
                    </a:gs>
                    <a:gs pos="36709">
                      <a:schemeClr val="bg1"/>
                    </a:gs>
                  </a:gsLst>
                  <a:lin ang="5400000" scaled="0"/>
                </a:gradFill>
                <a:latin typeface="Segoe UI" panose="020B0502040204020203" pitchFamily="34" charset="0"/>
                <a:cs typeface="Segoe UI" panose="020B0502040204020203" pitchFamily="34" charset="0"/>
              </a:rPr>
              <a:t>+ Availability Zones Preview</a:t>
            </a:r>
          </a:p>
        </p:txBody>
      </p:sp>
      <p:sp>
        <p:nvSpPr>
          <p:cNvPr id="8" name="arrow_15_bidi">
            <a:extLst>
              <a:ext uri="{FF2B5EF4-FFF2-40B4-BE49-F238E27FC236}">
                <a16:creationId xmlns:a16="http://schemas.microsoft.com/office/drawing/2014/main" id="{D0BD7DD8-72FF-4338-93A6-CFA32485D205}"/>
              </a:ext>
            </a:extLst>
          </p:cNvPr>
          <p:cNvSpPr>
            <a:spLocks noChangeAspect="1" noEditPoints="1"/>
          </p:cNvSpPr>
          <p:nvPr/>
        </p:nvSpPr>
        <p:spPr bwMode="auto">
          <a:xfrm>
            <a:off x="4853766" y="3873219"/>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9" name="arrow_15_bidi">
            <a:extLst>
              <a:ext uri="{FF2B5EF4-FFF2-40B4-BE49-F238E27FC236}">
                <a16:creationId xmlns:a16="http://schemas.microsoft.com/office/drawing/2014/main" id="{A1223691-6910-4479-A86A-D3C0C60B27BB}"/>
              </a:ext>
            </a:extLst>
          </p:cNvPr>
          <p:cNvSpPr>
            <a:spLocks noChangeAspect="1" noEditPoints="1"/>
          </p:cNvSpPr>
          <p:nvPr/>
        </p:nvSpPr>
        <p:spPr bwMode="auto">
          <a:xfrm>
            <a:off x="4853766" y="4330326"/>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10" name="arrow_15_bidi">
            <a:extLst>
              <a:ext uri="{FF2B5EF4-FFF2-40B4-BE49-F238E27FC236}">
                <a16:creationId xmlns:a16="http://schemas.microsoft.com/office/drawing/2014/main" id="{1CCCD92F-07A9-4C36-BB5A-CC469028ED28}"/>
              </a:ext>
            </a:extLst>
          </p:cNvPr>
          <p:cNvSpPr>
            <a:spLocks noChangeAspect="1" noEditPoints="1"/>
          </p:cNvSpPr>
          <p:nvPr/>
        </p:nvSpPr>
        <p:spPr bwMode="auto">
          <a:xfrm>
            <a:off x="4853766" y="4787433"/>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11" name="arrow_15_bidi">
            <a:extLst>
              <a:ext uri="{FF2B5EF4-FFF2-40B4-BE49-F238E27FC236}">
                <a16:creationId xmlns:a16="http://schemas.microsoft.com/office/drawing/2014/main" id="{CCCE573C-BC5E-425B-9D38-F2B6CCAB7EF7}"/>
              </a:ext>
            </a:extLst>
          </p:cNvPr>
          <p:cNvSpPr>
            <a:spLocks noChangeAspect="1" noEditPoints="1"/>
          </p:cNvSpPr>
          <p:nvPr/>
        </p:nvSpPr>
        <p:spPr bwMode="auto">
          <a:xfrm>
            <a:off x="4853766" y="5244540"/>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12" name="arrow_15_bidi">
            <a:extLst>
              <a:ext uri="{FF2B5EF4-FFF2-40B4-BE49-F238E27FC236}">
                <a16:creationId xmlns:a16="http://schemas.microsoft.com/office/drawing/2014/main" id="{AAB9DE0C-15B0-42A7-BD64-43EF718905B4}"/>
              </a:ext>
            </a:extLst>
          </p:cNvPr>
          <p:cNvSpPr>
            <a:spLocks noChangeAspect="1" noEditPoints="1"/>
          </p:cNvSpPr>
          <p:nvPr/>
        </p:nvSpPr>
        <p:spPr bwMode="auto">
          <a:xfrm>
            <a:off x="4853766" y="5701647"/>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13" name="arrow_15_bidi">
            <a:extLst>
              <a:ext uri="{FF2B5EF4-FFF2-40B4-BE49-F238E27FC236}">
                <a16:creationId xmlns:a16="http://schemas.microsoft.com/office/drawing/2014/main" id="{535AAA51-8134-4C88-84E1-D9D39E02E55F}"/>
              </a:ext>
            </a:extLst>
          </p:cNvPr>
          <p:cNvSpPr>
            <a:spLocks noChangeAspect="1" noEditPoints="1"/>
          </p:cNvSpPr>
          <p:nvPr/>
        </p:nvSpPr>
        <p:spPr bwMode="auto">
          <a:xfrm>
            <a:off x="4853766" y="6158755"/>
            <a:ext cx="270684" cy="269454"/>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bg2"/>
            </a:solidFill>
            <a:prstDash val="solid"/>
            <a:miter lim="800000"/>
            <a:headEnd/>
            <a:tailEnd/>
          </a:ln>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Tree>
    <p:extLst>
      <p:ext uri="{BB962C8B-B14F-4D97-AF65-F5344CB8AC3E}">
        <p14:creationId xmlns:p14="http://schemas.microsoft.com/office/powerpoint/2010/main" val="410018267"/>
      </p:ext>
    </p:extLst>
  </p:cSld>
  <p:clrMapOvr>
    <a:masterClrMapping/>
  </p:clrMapOvr>
  <p:transition>
    <p:fade/>
  </p:transition>
</p:sld>
</file>

<file path=ppt/slides/slide23.xml><?xml version="1.0" encoding="utf-8"?>
<p:sld xmlns:a16="http://schemas.microsoft.com/office/drawing/2014/main" xmlns:a14="http://schemas.microsoft.com/office/drawing/2010/main" xmlns:asvg="http://schemas.microsoft.com/office/drawing/2016/SVG/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17A5AF85-C29A-4B97-8A36-C12D0D76C118}"/>
              </a:ext>
            </a:extLst>
          </p:cNvPr>
          <p:cNvSpPr/>
          <p:nvPr/>
        </p:nvSpPr>
        <p:spPr bwMode="auto">
          <a:xfrm>
            <a:off x="0" y="1211263"/>
            <a:ext cx="12436475" cy="5783262"/>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03" name="people_12">
            <a:extLst>
              <a:ext uri="{FF2B5EF4-FFF2-40B4-BE49-F238E27FC236}">
                <a16:creationId xmlns:a16="http://schemas.microsoft.com/office/drawing/2014/main" id="{B1FBDDCC-9AD2-4DC7-A5D7-1C37D628FC9C}"/>
              </a:ext>
            </a:extLst>
          </p:cNvPr>
          <p:cNvSpPr>
            <a:spLocks noChangeAspect="1" noEditPoints="1"/>
          </p:cNvSpPr>
          <p:nvPr/>
        </p:nvSpPr>
        <p:spPr bwMode="auto">
          <a:xfrm>
            <a:off x="10985225" y="1533024"/>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02" name="people_12">
            <a:extLst>
              <a:ext uri="{FF2B5EF4-FFF2-40B4-BE49-F238E27FC236}">
                <a16:creationId xmlns:a16="http://schemas.microsoft.com/office/drawing/2014/main" id="{85C8FF10-9CE3-4B4D-B3D2-04B3EB11F049}"/>
              </a:ext>
            </a:extLst>
          </p:cNvPr>
          <p:cNvSpPr>
            <a:spLocks noChangeAspect="1" noEditPoints="1"/>
          </p:cNvSpPr>
          <p:nvPr/>
        </p:nvSpPr>
        <p:spPr bwMode="auto">
          <a:xfrm>
            <a:off x="5898881" y="1664451"/>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197" name="people_12">
            <a:extLst>
              <a:ext uri="{FF2B5EF4-FFF2-40B4-BE49-F238E27FC236}">
                <a16:creationId xmlns:a16="http://schemas.microsoft.com/office/drawing/2014/main" id="{AD308BFC-CA68-4582-873D-C7144F30840E}"/>
              </a:ext>
            </a:extLst>
          </p:cNvPr>
          <p:cNvSpPr>
            <a:spLocks noChangeAspect="1" noEditPoints="1"/>
          </p:cNvSpPr>
          <p:nvPr/>
        </p:nvSpPr>
        <p:spPr bwMode="auto">
          <a:xfrm>
            <a:off x="1922060" y="1713933"/>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 name="Title 1">
            <a:extLst>
              <a:ext uri="{FF2B5EF4-FFF2-40B4-BE49-F238E27FC236}">
                <a16:creationId xmlns:a16="http://schemas.microsoft.com/office/drawing/2014/main" id="{855CA326-2805-4E9F-BE9A-20ACB1EFA35B}"/>
              </a:ext>
            </a:extLst>
          </p:cNvPr>
          <p:cNvSpPr>
            <a:spLocks noGrp="1"/>
          </p:cNvSpPr>
          <p:nvPr>
            <p:ph type="title"/>
          </p:nvPr>
        </p:nvSpPr>
        <p:spPr/>
        <p:txBody>
          <a:bodyPr/>
          <a:lstStyle/>
          <a:p>
            <a:r>
              <a:rPr lang="en-US" dirty="0"/>
              <a:t>Load balancing scenarios</a:t>
            </a:r>
          </a:p>
        </p:txBody>
      </p:sp>
      <p:grpSp>
        <p:nvGrpSpPr>
          <p:cNvPr id="131" name="Group 130">
            <a:extLst>
              <a:ext uri="{FF2B5EF4-FFF2-40B4-BE49-F238E27FC236}">
                <a16:creationId xmlns:a16="http://schemas.microsoft.com/office/drawing/2014/main" id="{91B7506E-7B74-402A-9880-F60A459CAEBF}"/>
              </a:ext>
            </a:extLst>
          </p:cNvPr>
          <p:cNvGrpSpPr>
            <a:grpSpLocks noChangeAspect="1"/>
          </p:cNvGrpSpPr>
          <p:nvPr/>
        </p:nvGrpSpPr>
        <p:grpSpPr>
          <a:xfrm>
            <a:off x="655562" y="2531206"/>
            <a:ext cx="1408412" cy="2611002"/>
            <a:chOff x="2576228" y="1715389"/>
            <a:chExt cx="1808919" cy="3353492"/>
          </a:xfrm>
        </p:grpSpPr>
        <p:pic>
          <p:nvPicPr>
            <p:cNvPr id="58" name="Graphic 57">
              <a:extLst>
                <a:ext uri="{FF2B5EF4-FFF2-40B4-BE49-F238E27FC236}">
                  <a16:creationId xmlns:a16="http://schemas.microsoft.com/office/drawing/2014/main" id="{0E66B4DD-F168-487C-B7D8-55268115FB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0804" y="2006951"/>
              <a:ext cx="497889" cy="480227"/>
            </a:xfrm>
            <a:prstGeom prst="rect">
              <a:avLst/>
            </a:prstGeom>
          </p:spPr>
        </p:pic>
        <p:cxnSp>
          <p:nvCxnSpPr>
            <p:cNvPr id="59" name="Straight Connector 58">
              <a:extLst>
                <a:ext uri="{FF2B5EF4-FFF2-40B4-BE49-F238E27FC236}">
                  <a16:creationId xmlns:a16="http://schemas.microsoft.com/office/drawing/2014/main" id="{F494FE66-846D-473D-9AF8-1E5936E0CC07}"/>
                </a:ext>
              </a:extLst>
            </p:cNvPr>
            <p:cNvCxnSpPr/>
            <p:nvPr/>
          </p:nvCxnSpPr>
          <p:spPr>
            <a:xfrm>
              <a:off x="3682143" y="1715389"/>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84A83F7E-21C7-4FD4-ACE3-2BD8572C72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6640" y="2731737"/>
              <a:ext cx="493584" cy="476075"/>
            </a:xfrm>
            <a:prstGeom prst="rect">
              <a:avLst/>
            </a:prstGeom>
          </p:spPr>
        </p:pic>
        <p:pic>
          <p:nvPicPr>
            <p:cNvPr id="62" name="Graphic 61">
              <a:extLst>
                <a:ext uri="{FF2B5EF4-FFF2-40B4-BE49-F238E27FC236}">
                  <a16:creationId xmlns:a16="http://schemas.microsoft.com/office/drawing/2014/main" id="{7D80DB4B-5875-4C02-BE54-E49E4CFFC4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91563" y="2731737"/>
              <a:ext cx="493584" cy="476075"/>
            </a:xfrm>
            <a:prstGeom prst="rect">
              <a:avLst/>
            </a:prstGeom>
          </p:spPr>
        </p:pic>
        <p:cxnSp>
          <p:nvCxnSpPr>
            <p:cNvPr id="65" name="Straight Arrow Connector 64">
              <a:extLst>
                <a:ext uri="{FF2B5EF4-FFF2-40B4-BE49-F238E27FC236}">
                  <a16:creationId xmlns:a16="http://schemas.microsoft.com/office/drawing/2014/main" id="{7607F02F-660C-4886-B020-673B73C875BE}"/>
                </a:ext>
              </a:extLst>
            </p:cNvPr>
            <p:cNvCxnSpPr/>
            <p:nvPr/>
          </p:nvCxnSpPr>
          <p:spPr>
            <a:xfrm flipH="1">
              <a:off x="3417706"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EFBC07E-9EF2-4A06-B1F0-E0B7151399BD}"/>
                </a:ext>
              </a:extLst>
            </p:cNvPr>
            <p:cNvCxnSpPr>
              <a:cxnSpLocks/>
            </p:cNvCxnSpPr>
            <p:nvPr/>
          </p:nvCxnSpPr>
          <p:spPr>
            <a:xfrm>
              <a:off x="3839510"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1D8250C-668F-4C8B-87B9-6B62D5704ED0}"/>
                </a:ext>
              </a:extLst>
            </p:cNvPr>
            <p:cNvCxnSpPr/>
            <p:nvPr/>
          </p:nvCxnSpPr>
          <p:spPr>
            <a:xfrm flipH="1">
              <a:off x="3810054" y="3230970"/>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43B1BEA-B6C9-4212-A07C-95626A33EEA7}"/>
                </a:ext>
              </a:extLst>
            </p:cNvPr>
            <p:cNvCxnSpPr>
              <a:cxnSpLocks/>
            </p:cNvCxnSpPr>
            <p:nvPr/>
          </p:nvCxnSpPr>
          <p:spPr>
            <a:xfrm>
              <a:off x="3440804" y="323735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72" name="Graphic 71">
              <a:extLst>
                <a:ext uri="{FF2B5EF4-FFF2-40B4-BE49-F238E27FC236}">
                  <a16:creationId xmlns:a16="http://schemas.microsoft.com/office/drawing/2014/main" id="{E601998B-476F-4C71-968F-8CBDE01EB2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3608" y="3505619"/>
              <a:ext cx="497889" cy="480227"/>
            </a:xfrm>
            <a:prstGeom prst="rect">
              <a:avLst/>
            </a:prstGeom>
          </p:spPr>
        </p:pic>
        <p:cxnSp>
          <p:nvCxnSpPr>
            <p:cNvPr id="73" name="Straight Arrow Connector 72">
              <a:extLst>
                <a:ext uri="{FF2B5EF4-FFF2-40B4-BE49-F238E27FC236}">
                  <a16:creationId xmlns:a16="http://schemas.microsoft.com/office/drawing/2014/main" id="{71CA2EC9-C6A4-47E0-A236-3AF6E3D33B4E}"/>
                </a:ext>
              </a:extLst>
            </p:cNvPr>
            <p:cNvCxnSpPr>
              <a:cxnSpLocks/>
            </p:cNvCxnSpPr>
            <p:nvPr/>
          </p:nvCxnSpPr>
          <p:spPr>
            <a:xfrm>
              <a:off x="3822858" y="398584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0840F5E-091A-4497-A86C-1F1D70DA53BC}"/>
                </a:ext>
              </a:extLst>
            </p:cNvPr>
            <p:cNvCxnSpPr>
              <a:cxnSpLocks/>
            </p:cNvCxnSpPr>
            <p:nvPr/>
          </p:nvCxnSpPr>
          <p:spPr>
            <a:xfrm flipH="1">
              <a:off x="3453608" y="399223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4" name="Graphic 103">
              <a:extLst>
                <a:ext uri="{FF2B5EF4-FFF2-40B4-BE49-F238E27FC236}">
                  <a16:creationId xmlns:a16="http://schemas.microsoft.com/office/drawing/2014/main" id="{8BB73DC5-5491-46C4-8A23-9F308BB09A2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014368" y="4248910"/>
              <a:ext cx="466654" cy="466653"/>
            </a:xfrm>
            <a:prstGeom prst="rect">
              <a:avLst/>
            </a:prstGeom>
          </p:spPr>
        </p:pic>
        <p:pic>
          <p:nvPicPr>
            <p:cNvPr id="116" name="Graphic 115">
              <a:extLst>
                <a:ext uri="{FF2B5EF4-FFF2-40B4-BE49-F238E27FC236}">
                  <a16:creationId xmlns:a16="http://schemas.microsoft.com/office/drawing/2014/main" id="{18276B2B-F5F4-48C1-8157-CF0C0E76CB1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918493" y="4242522"/>
              <a:ext cx="466654" cy="466653"/>
            </a:xfrm>
            <a:prstGeom prst="rect">
              <a:avLst/>
            </a:prstGeom>
          </p:spPr>
        </p:pic>
        <p:pic>
          <p:nvPicPr>
            <p:cNvPr id="118" name="Graphic 117">
              <a:extLst>
                <a:ext uri="{FF2B5EF4-FFF2-40B4-BE49-F238E27FC236}">
                  <a16:creationId xmlns:a16="http://schemas.microsoft.com/office/drawing/2014/main" id="{4C14FE52-0549-4962-BA1F-84F1BD8916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76228" y="4326329"/>
              <a:ext cx="876711" cy="677458"/>
            </a:xfrm>
            <a:prstGeom prst="rect">
              <a:avLst/>
            </a:prstGeom>
          </p:spPr>
        </p:pic>
        <p:sp>
          <p:nvSpPr>
            <p:cNvPr id="119" name="TextBox 118">
              <a:extLst>
                <a:ext uri="{FF2B5EF4-FFF2-40B4-BE49-F238E27FC236}">
                  <a16:creationId xmlns:a16="http://schemas.microsoft.com/office/drawing/2014/main" id="{7DAA2FF4-BDB3-4C59-8B96-A3AFD1F6250C}"/>
                </a:ext>
              </a:extLst>
            </p:cNvPr>
            <p:cNvSpPr txBox="1"/>
            <p:nvPr/>
          </p:nvSpPr>
          <p:spPr>
            <a:xfrm>
              <a:off x="2696390"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21" name="Graphic 120">
              <a:extLst>
                <a:ext uri="{FF2B5EF4-FFF2-40B4-BE49-F238E27FC236}">
                  <a16:creationId xmlns:a16="http://schemas.microsoft.com/office/drawing/2014/main" id="{29DAA5D1-EFAF-447E-9174-59977E02C6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68596" y="4326329"/>
              <a:ext cx="876711" cy="677458"/>
            </a:xfrm>
            <a:prstGeom prst="rect">
              <a:avLst/>
            </a:prstGeom>
          </p:spPr>
        </p:pic>
        <p:sp>
          <p:nvSpPr>
            <p:cNvPr id="122" name="TextBox 121">
              <a:extLst>
                <a:ext uri="{FF2B5EF4-FFF2-40B4-BE49-F238E27FC236}">
                  <a16:creationId xmlns:a16="http://schemas.microsoft.com/office/drawing/2014/main" id="{E3E0D580-382B-48DA-9AA0-EACA6C11918F}"/>
                </a:ext>
              </a:extLst>
            </p:cNvPr>
            <p:cNvSpPr txBox="1"/>
            <p:nvPr/>
          </p:nvSpPr>
          <p:spPr>
            <a:xfrm>
              <a:off x="3588758"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grpSp>
      <p:sp>
        <p:nvSpPr>
          <p:cNvPr id="123" name="TextBox 122">
            <a:extLst>
              <a:ext uri="{FF2B5EF4-FFF2-40B4-BE49-F238E27FC236}">
                <a16:creationId xmlns:a16="http://schemas.microsoft.com/office/drawing/2014/main" id="{E0BF601C-EE81-49BE-896B-952E3443DC48}"/>
              </a:ext>
            </a:extLst>
          </p:cNvPr>
          <p:cNvSpPr txBox="1"/>
          <p:nvPr/>
        </p:nvSpPr>
        <p:spPr>
          <a:xfrm>
            <a:off x="727657" y="5273701"/>
            <a:ext cx="1556195" cy="1126462"/>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p:txBody>
      </p:sp>
      <p:grpSp>
        <p:nvGrpSpPr>
          <p:cNvPr id="152" name="Group 151">
            <a:extLst>
              <a:ext uri="{FF2B5EF4-FFF2-40B4-BE49-F238E27FC236}">
                <a16:creationId xmlns:a16="http://schemas.microsoft.com/office/drawing/2014/main" id="{5FEC28BE-37DE-472C-84E2-2212C7642AC8}"/>
              </a:ext>
            </a:extLst>
          </p:cNvPr>
          <p:cNvGrpSpPr>
            <a:grpSpLocks noChangeAspect="1"/>
          </p:cNvGrpSpPr>
          <p:nvPr/>
        </p:nvGrpSpPr>
        <p:grpSpPr>
          <a:xfrm>
            <a:off x="4628167" y="2485804"/>
            <a:ext cx="1408412" cy="2611002"/>
            <a:chOff x="5048559" y="1713190"/>
            <a:chExt cx="1808919" cy="3353492"/>
          </a:xfrm>
        </p:grpSpPr>
        <p:cxnSp>
          <p:nvCxnSpPr>
            <p:cNvPr id="134" name="Straight Connector 133">
              <a:extLst>
                <a:ext uri="{FF2B5EF4-FFF2-40B4-BE49-F238E27FC236}">
                  <a16:creationId xmlns:a16="http://schemas.microsoft.com/office/drawing/2014/main" id="{6A81FDC0-37BB-4263-9059-D0604974D471}"/>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35" name="Graphic 134">
              <a:extLst>
                <a:ext uri="{FF2B5EF4-FFF2-40B4-BE49-F238E27FC236}">
                  <a16:creationId xmlns:a16="http://schemas.microsoft.com/office/drawing/2014/main" id="{8BB30018-A1AA-4236-9907-A48AD4F90B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36" name="Graphic 135">
              <a:extLst>
                <a:ext uri="{FF2B5EF4-FFF2-40B4-BE49-F238E27FC236}">
                  <a16:creationId xmlns:a16="http://schemas.microsoft.com/office/drawing/2014/main" id="{4309052E-1AD1-4F25-89C0-8662FD2DEE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37" name="Straight Arrow Connector 136">
              <a:extLst>
                <a:ext uri="{FF2B5EF4-FFF2-40B4-BE49-F238E27FC236}">
                  <a16:creationId xmlns:a16="http://schemas.microsoft.com/office/drawing/2014/main" id="{8C8BDE70-F3F0-4724-9B24-3887D3420310}"/>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67351AF6-9155-4AFC-863A-CF4D391CDB14}"/>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3F04EFA1-176F-436B-97D4-E78960F3012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E6AA9936-7A85-4C69-8AEF-A59293E6E1FB}"/>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1" name="Graphic 140">
              <a:extLst>
                <a:ext uri="{FF2B5EF4-FFF2-40B4-BE49-F238E27FC236}">
                  <a16:creationId xmlns:a16="http://schemas.microsoft.com/office/drawing/2014/main" id="{0408BD07-F364-46F9-AA9D-03B5628C97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42" name="Straight Arrow Connector 141">
              <a:extLst>
                <a:ext uri="{FF2B5EF4-FFF2-40B4-BE49-F238E27FC236}">
                  <a16:creationId xmlns:a16="http://schemas.microsoft.com/office/drawing/2014/main" id="{BFFEA94A-001A-44B8-9CAC-C59E0ED3EA79}"/>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3E26951-489F-43E1-9102-25C38FEB8E4E}"/>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4" name="Graphic 143">
              <a:extLst>
                <a:ext uri="{FF2B5EF4-FFF2-40B4-BE49-F238E27FC236}">
                  <a16:creationId xmlns:a16="http://schemas.microsoft.com/office/drawing/2014/main" id="{EA14E2FF-088B-4B56-9D96-74976C52507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45" name="Graphic 144">
              <a:extLst>
                <a:ext uri="{FF2B5EF4-FFF2-40B4-BE49-F238E27FC236}">
                  <a16:creationId xmlns:a16="http://schemas.microsoft.com/office/drawing/2014/main" id="{20CE7B5A-C0B0-4C67-BE80-6D20191D8FA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46" name="Graphic 145">
              <a:extLst>
                <a:ext uri="{FF2B5EF4-FFF2-40B4-BE49-F238E27FC236}">
                  <a16:creationId xmlns:a16="http://schemas.microsoft.com/office/drawing/2014/main" id="{8E38057E-D96D-47DE-AF01-FD93AA0BC6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47" name="TextBox 146">
              <a:extLst>
                <a:ext uri="{FF2B5EF4-FFF2-40B4-BE49-F238E27FC236}">
                  <a16:creationId xmlns:a16="http://schemas.microsoft.com/office/drawing/2014/main" id="{AE45CF01-1807-4ECA-A394-7A0F95250CD6}"/>
                </a:ext>
              </a:extLst>
            </p:cNvPr>
            <p:cNvSpPr txBox="1"/>
            <p:nvPr/>
          </p:nvSpPr>
          <p:spPr>
            <a:xfrm>
              <a:off x="516045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48" name="Graphic 147">
              <a:extLst>
                <a:ext uri="{FF2B5EF4-FFF2-40B4-BE49-F238E27FC236}">
                  <a16:creationId xmlns:a16="http://schemas.microsoft.com/office/drawing/2014/main" id="{1206483B-D90C-4030-9882-B44E485415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49" name="TextBox 148">
              <a:extLst>
                <a:ext uri="{FF2B5EF4-FFF2-40B4-BE49-F238E27FC236}">
                  <a16:creationId xmlns:a16="http://schemas.microsoft.com/office/drawing/2014/main" id="{3A744F1A-6E82-4411-9BF4-30608A53481E}"/>
                </a:ext>
              </a:extLst>
            </p:cNvPr>
            <p:cNvSpPr txBox="1"/>
            <p:nvPr/>
          </p:nvSpPr>
          <p:spPr>
            <a:xfrm>
              <a:off x="605282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30" name="Graphic 129">
              <a:extLst>
                <a:ext uri="{FF2B5EF4-FFF2-40B4-BE49-F238E27FC236}">
                  <a16:creationId xmlns:a16="http://schemas.microsoft.com/office/drawing/2014/main" id="{DCB98A47-0D0C-41A5-9DD6-AF5CF84B8C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sp>
        <p:nvSpPr>
          <p:cNvPr id="150" name="TextBox 149">
            <a:extLst>
              <a:ext uri="{FF2B5EF4-FFF2-40B4-BE49-F238E27FC236}">
                <a16:creationId xmlns:a16="http://schemas.microsoft.com/office/drawing/2014/main" id="{F365A463-94C3-4793-AFF5-D794FB4E79AB}"/>
              </a:ext>
            </a:extLst>
          </p:cNvPr>
          <p:cNvSpPr txBox="1"/>
          <p:nvPr/>
        </p:nvSpPr>
        <p:spPr>
          <a:xfrm>
            <a:off x="4622252" y="5230498"/>
            <a:ext cx="1730090" cy="1541961"/>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 Protection</a:t>
            </a:r>
          </a:p>
        </p:txBody>
      </p:sp>
      <p:grpSp>
        <p:nvGrpSpPr>
          <p:cNvPr id="153" name="Group 152">
            <a:extLst>
              <a:ext uri="{FF2B5EF4-FFF2-40B4-BE49-F238E27FC236}">
                <a16:creationId xmlns:a16="http://schemas.microsoft.com/office/drawing/2014/main" id="{C9B59987-47A7-42C3-910C-32F5C69C1254}"/>
              </a:ext>
            </a:extLst>
          </p:cNvPr>
          <p:cNvGrpSpPr>
            <a:grpSpLocks noChangeAspect="1"/>
          </p:cNvGrpSpPr>
          <p:nvPr/>
        </p:nvGrpSpPr>
        <p:grpSpPr>
          <a:xfrm>
            <a:off x="8393370" y="2565807"/>
            <a:ext cx="1408412" cy="2611002"/>
            <a:chOff x="5048559" y="1713190"/>
            <a:chExt cx="1808919" cy="3353492"/>
          </a:xfrm>
        </p:grpSpPr>
        <p:cxnSp>
          <p:nvCxnSpPr>
            <p:cNvPr id="154" name="Straight Connector 153">
              <a:extLst>
                <a:ext uri="{FF2B5EF4-FFF2-40B4-BE49-F238E27FC236}">
                  <a16:creationId xmlns:a16="http://schemas.microsoft.com/office/drawing/2014/main" id="{1944B295-4E1F-4C46-AAD9-C58775BF0E5D}"/>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55" name="Graphic 154">
              <a:extLst>
                <a:ext uri="{FF2B5EF4-FFF2-40B4-BE49-F238E27FC236}">
                  <a16:creationId xmlns:a16="http://schemas.microsoft.com/office/drawing/2014/main" id="{366A1678-37D3-4B63-8B58-8766C8DB8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56" name="Graphic 155">
              <a:extLst>
                <a:ext uri="{FF2B5EF4-FFF2-40B4-BE49-F238E27FC236}">
                  <a16:creationId xmlns:a16="http://schemas.microsoft.com/office/drawing/2014/main" id="{5E2F295F-E1A7-4840-942F-6D4E8B55D3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57" name="Straight Arrow Connector 156">
              <a:extLst>
                <a:ext uri="{FF2B5EF4-FFF2-40B4-BE49-F238E27FC236}">
                  <a16:creationId xmlns:a16="http://schemas.microsoft.com/office/drawing/2014/main" id="{7F33B821-121C-4693-9BF3-8BE9E5EC800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5DFE7D97-BBBD-4914-BB22-425D4C064E51}"/>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8639DA55-E0A6-47B0-9475-12E3C41D2E1F}"/>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FFAA91A5-1682-450D-ADF6-3DE4B2B27815}"/>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1" name="Graphic 160">
              <a:extLst>
                <a:ext uri="{FF2B5EF4-FFF2-40B4-BE49-F238E27FC236}">
                  <a16:creationId xmlns:a16="http://schemas.microsoft.com/office/drawing/2014/main" id="{49B94D30-9C2C-4EBF-82CE-91DBA74D04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62" name="Straight Arrow Connector 161">
              <a:extLst>
                <a:ext uri="{FF2B5EF4-FFF2-40B4-BE49-F238E27FC236}">
                  <a16:creationId xmlns:a16="http://schemas.microsoft.com/office/drawing/2014/main" id="{F7886096-F68B-4F7B-B144-8D854CA55F7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9D490DD-ED81-4E28-A8A0-E9DC744FC2FF}"/>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4" name="Graphic 163">
              <a:extLst>
                <a:ext uri="{FF2B5EF4-FFF2-40B4-BE49-F238E27FC236}">
                  <a16:creationId xmlns:a16="http://schemas.microsoft.com/office/drawing/2014/main" id="{522914A5-EEC3-46CA-9746-FE7A3E2EA8C6}"/>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65" name="Graphic 164">
              <a:extLst>
                <a:ext uri="{FF2B5EF4-FFF2-40B4-BE49-F238E27FC236}">
                  <a16:creationId xmlns:a16="http://schemas.microsoft.com/office/drawing/2014/main" id="{239C8378-73E9-4B45-BF3A-C2CF96E79DF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66" name="Graphic 165">
              <a:extLst>
                <a:ext uri="{FF2B5EF4-FFF2-40B4-BE49-F238E27FC236}">
                  <a16:creationId xmlns:a16="http://schemas.microsoft.com/office/drawing/2014/main" id="{1A40FF74-81FE-46D7-BDFA-824C0D6DC4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67" name="TextBox 166">
              <a:extLst>
                <a:ext uri="{FF2B5EF4-FFF2-40B4-BE49-F238E27FC236}">
                  <a16:creationId xmlns:a16="http://schemas.microsoft.com/office/drawing/2014/main" id="{27D995DE-D5BA-497F-A61F-5AB726E5A9EA}"/>
                </a:ext>
              </a:extLst>
            </p:cNvPr>
            <p:cNvSpPr txBox="1"/>
            <p:nvPr/>
          </p:nvSpPr>
          <p:spPr>
            <a:xfrm>
              <a:off x="516872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68" name="Graphic 167">
              <a:extLst>
                <a:ext uri="{FF2B5EF4-FFF2-40B4-BE49-F238E27FC236}">
                  <a16:creationId xmlns:a16="http://schemas.microsoft.com/office/drawing/2014/main" id="{64B40F2E-71CF-4303-B486-1808B1E1F4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69" name="TextBox 168">
              <a:extLst>
                <a:ext uri="{FF2B5EF4-FFF2-40B4-BE49-F238E27FC236}">
                  <a16:creationId xmlns:a16="http://schemas.microsoft.com/office/drawing/2014/main" id="{AD707C0B-91A1-4446-902A-6FC02AE756C2}"/>
                </a:ext>
              </a:extLst>
            </p:cNvPr>
            <p:cNvSpPr txBox="1"/>
            <p:nvPr/>
          </p:nvSpPr>
          <p:spPr>
            <a:xfrm>
              <a:off x="606109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70" name="Graphic 169">
              <a:extLst>
                <a:ext uri="{FF2B5EF4-FFF2-40B4-BE49-F238E27FC236}">
                  <a16:creationId xmlns:a16="http://schemas.microsoft.com/office/drawing/2014/main" id="{62E9AD6B-812D-4ED1-9053-A0C2697115A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71" name="Group 170">
            <a:extLst>
              <a:ext uri="{FF2B5EF4-FFF2-40B4-BE49-F238E27FC236}">
                <a16:creationId xmlns:a16="http://schemas.microsoft.com/office/drawing/2014/main" id="{11A7EB76-016F-4FDD-B313-488BA3B91D80}"/>
              </a:ext>
            </a:extLst>
          </p:cNvPr>
          <p:cNvGrpSpPr>
            <a:grpSpLocks noChangeAspect="1"/>
          </p:cNvGrpSpPr>
          <p:nvPr/>
        </p:nvGrpSpPr>
        <p:grpSpPr>
          <a:xfrm>
            <a:off x="10028676" y="2553817"/>
            <a:ext cx="1408412" cy="2611002"/>
            <a:chOff x="5048559" y="1713190"/>
            <a:chExt cx="1808919" cy="3353492"/>
          </a:xfrm>
        </p:grpSpPr>
        <p:cxnSp>
          <p:nvCxnSpPr>
            <p:cNvPr id="172" name="Straight Connector 171">
              <a:extLst>
                <a:ext uri="{FF2B5EF4-FFF2-40B4-BE49-F238E27FC236}">
                  <a16:creationId xmlns:a16="http://schemas.microsoft.com/office/drawing/2014/main" id="{761C5C5B-CB15-418F-8352-67CCB5EFAD47}"/>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73" name="Graphic 172">
              <a:extLst>
                <a:ext uri="{FF2B5EF4-FFF2-40B4-BE49-F238E27FC236}">
                  <a16:creationId xmlns:a16="http://schemas.microsoft.com/office/drawing/2014/main" id="{8A0BC2C7-57DB-4D56-8647-27EB765EF3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74" name="Graphic 173">
              <a:extLst>
                <a:ext uri="{FF2B5EF4-FFF2-40B4-BE49-F238E27FC236}">
                  <a16:creationId xmlns:a16="http://schemas.microsoft.com/office/drawing/2014/main" id="{F743F1D7-193D-4CA0-900C-A5827F66DB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75" name="Straight Arrow Connector 174">
              <a:extLst>
                <a:ext uri="{FF2B5EF4-FFF2-40B4-BE49-F238E27FC236}">
                  <a16:creationId xmlns:a16="http://schemas.microsoft.com/office/drawing/2014/main" id="{9EDA0DFB-BC21-46EB-8E96-D6C17E763C5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4D441FAD-A331-4669-8DE2-3E8F1C488189}"/>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10EFEEC0-259C-429A-9DEE-A89A9AA16D8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B87B36E7-BB07-4EC6-BC93-E06B0A6BDE92}"/>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79" name="Graphic 178">
              <a:extLst>
                <a:ext uri="{FF2B5EF4-FFF2-40B4-BE49-F238E27FC236}">
                  <a16:creationId xmlns:a16="http://schemas.microsoft.com/office/drawing/2014/main" id="{531BE8F2-DAB8-4EDB-AC37-41A906EECE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80" name="Straight Arrow Connector 179">
              <a:extLst>
                <a:ext uri="{FF2B5EF4-FFF2-40B4-BE49-F238E27FC236}">
                  <a16:creationId xmlns:a16="http://schemas.microsoft.com/office/drawing/2014/main" id="{9E9B61BE-48CF-42B2-9D75-2C2C029F5E3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B321B795-4CF0-47DB-BD1B-6E58A970F7E3}"/>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82" name="Graphic 181">
              <a:extLst>
                <a:ext uri="{FF2B5EF4-FFF2-40B4-BE49-F238E27FC236}">
                  <a16:creationId xmlns:a16="http://schemas.microsoft.com/office/drawing/2014/main" id="{72226D3F-1FD6-4708-8C4F-99597051F0A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83" name="Graphic 182">
              <a:extLst>
                <a:ext uri="{FF2B5EF4-FFF2-40B4-BE49-F238E27FC236}">
                  <a16:creationId xmlns:a16="http://schemas.microsoft.com/office/drawing/2014/main" id="{405EF275-E9EE-47C4-98C4-E6CA1F34ABC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84" name="Graphic 183">
              <a:extLst>
                <a:ext uri="{FF2B5EF4-FFF2-40B4-BE49-F238E27FC236}">
                  <a16:creationId xmlns:a16="http://schemas.microsoft.com/office/drawing/2014/main" id="{7F42D86A-CD5B-48AD-B07B-CC5488239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85" name="TextBox 184">
              <a:extLst>
                <a:ext uri="{FF2B5EF4-FFF2-40B4-BE49-F238E27FC236}">
                  <a16:creationId xmlns:a16="http://schemas.microsoft.com/office/drawing/2014/main" id="{63D5C98C-D198-49C4-B1B2-D6846281D5F9}"/>
                </a:ext>
              </a:extLst>
            </p:cNvPr>
            <p:cNvSpPr txBox="1"/>
            <p:nvPr/>
          </p:nvSpPr>
          <p:spPr>
            <a:xfrm>
              <a:off x="5168723"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6" name="Graphic 185">
              <a:extLst>
                <a:ext uri="{FF2B5EF4-FFF2-40B4-BE49-F238E27FC236}">
                  <a16:creationId xmlns:a16="http://schemas.microsoft.com/office/drawing/2014/main" id="{1AC8A3F9-8888-40CB-A3F8-65945A504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87" name="TextBox 186">
              <a:extLst>
                <a:ext uri="{FF2B5EF4-FFF2-40B4-BE49-F238E27FC236}">
                  <a16:creationId xmlns:a16="http://schemas.microsoft.com/office/drawing/2014/main" id="{449601EA-709B-4382-A664-942C2C042B7E}"/>
                </a:ext>
              </a:extLst>
            </p:cNvPr>
            <p:cNvSpPr txBox="1"/>
            <p:nvPr/>
          </p:nvSpPr>
          <p:spPr>
            <a:xfrm>
              <a:off x="6061092"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8" name="Graphic 187">
              <a:extLst>
                <a:ext uri="{FF2B5EF4-FFF2-40B4-BE49-F238E27FC236}">
                  <a16:creationId xmlns:a16="http://schemas.microsoft.com/office/drawing/2014/main" id="{4E24DF24-8FC9-4C40-8C09-A75D71F016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89" name="Group 188">
            <a:extLst>
              <a:ext uri="{FF2B5EF4-FFF2-40B4-BE49-F238E27FC236}">
                <a16:creationId xmlns:a16="http://schemas.microsoft.com/office/drawing/2014/main" id="{48AA0BA5-8F2D-4311-BBC6-A6CB41373185}"/>
              </a:ext>
            </a:extLst>
          </p:cNvPr>
          <p:cNvGrpSpPr>
            <a:grpSpLocks noChangeAspect="1"/>
          </p:cNvGrpSpPr>
          <p:nvPr/>
        </p:nvGrpSpPr>
        <p:grpSpPr>
          <a:xfrm>
            <a:off x="9917448" y="1803391"/>
            <a:ext cx="357526" cy="365760"/>
            <a:chOff x="6249125" y="3598792"/>
            <a:chExt cx="784110" cy="802170"/>
          </a:xfrm>
        </p:grpSpPr>
        <p:sp>
          <p:nvSpPr>
            <p:cNvPr id="190" name="Octagon 189">
              <a:extLst>
                <a:ext uri="{FF2B5EF4-FFF2-40B4-BE49-F238E27FC236}">
                  <a16:creationId xmlns:a16="http://schemas.microsoft.com/office/drawing/2014/main" id="{6F9847C2-A9F9-4B0F-96CF-266A8179C58F}"/>
                </a:ext>
              </a:extLst>
            </p:cNvPr>
            <p:cNvSpPr/>
            <p:nvPr/>
          </p:nvSpPr>
          <p:spPr>
            <a:xfrm>
              <a:off x="6394123" y="3722417"/>
              <a:ext cx="544840" cy="605445"/>
            </a:xfrm>
            <a:prstGeom prst="octagon">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190">
              <a:extLst>
                <a:ext uri="{FF2B5EF4-FFF2-40B4-BE49-F238E27FC236}">
                  <a16:creationId xmlns:a16="http://schemas.microsoft.com/office/drawing/2014/main" id="{B94D18C4-A6F1-4B72-9A58-900CCF7272E8}"/>
                </a:ext>
              </a:extLst>
            </p:cNvPr>
            <p:cNvSpPr/>
            <p:nvPr/>
          </p:nvSpPr>
          <p:spPr>
            <a:xfrm rot="18772377">
              <a:off x="6351871" y="3682631"/>
              <a:ext cx="172753"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2" name="Rectangle 191">
              <a:extLst>
                <a:ext uri="{FF2B5EF4-FFF2-40B4-BE49-F238E27FC236}">
                  <a16:creationId xmlns:a16="http://schemas.microsoft.com/office/drawing/2014/main" id="{98B3D948-6379-4D40-9BFD-4B059D79047E}"/>
                </a:ext>
              </a:extLst>
            </p:cNvPr>
            <p:cNvSpPr/>
            <p:nvPr/>
          </p:nvSpPr>
          <p:spPr>
            <a:xfrm rot="18772377">
              <a:off x="6853066" y="4082002"/>
              <a:ext cx="134454"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3" name="Rectangle 192">
              <a:extLst>
                <a:ext uri="{FF2B5EF4-FFF2-40B4-BE49-F238E27FC236}">
                  <a16:creationId xmlns:a16="http://schemas.microsoft.com/office/drawing/2014/main" id="{E41A7EFA-FFCA-4371-A685-2099EE90B4E3}"/>
                </a:ext>
              </a:extLst>
            </p:cNvPr>
            <p:cNvSpPr/>
            <p:nvPr/>
          </p:nvSpPr>
          <p:spPr>
            <a:xfrm>
              <a:off x="6483173" y="3598793"/>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4" name="Rectangle 193">
              <a:extLst>
                <a:ext uri="{FF2B5EF4-FFF2-40B4-BE49-F238E27FC236}">
                  <a16:creationId xmlns:a16="http://schemas.microsoft.com/office/drawing/2014/main" id="{10ABFFE7-7A7B-432E-8CAC-7D13929AF8B8}"/>
                </a:ext>
              </a:extLst>
            </p:cNvPr>
            <p:cNvSpPr/>
            <p:nvPr/>
          </p:nvSpPr>
          <p:spPr>
            <a:xfrm rot="18751534">
              <a:off x="6731373" y="4216350"/>
              <a:ext cx="296128"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FD80A034-BE8B-4A1D-84BC-1884D5249E9A}"/>
                </a:ext>
              </a:extLst>
            </p:cNvPr>
            <p:cNvSpPr/>
            <p:nvPr/>
          </p:nvSpPr>
          <p:spPr>
            <a:xfrm>
              <a:off x="6493528" y="4313625"/>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96" name="Picture 195">
              <a:extLst>
                <a:ext uri="{FF2B5EF4-FFF2-40B4-BE49-F238E27FC236}">
                  <a16:creationId xmlns:a16="http://schemas.microsoft.com/office/drawing/2014/main" id="{D377DCD8-C64B-434B-A3CC-F99119D60E6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49125" y="3598792"/>
              <a:ext cx="784110" cy="787929"/>
            </a:xfrm>
            <a:prstGeom prst="rect">
              <a:avLst/>
            </a:prstGeom>
          </p:spPr>
        </p:pic>
      </p:grpSp>
      <p:cxnSp>
        <p:nvCxnSpPr>
          <p:cNvPr id="198" name="Straight Arrow Connector 197">
            <a:extLst>
              <a:ext uri="{FF2B5EF4-FFF2-40B4-BE49-F238E27FC236}">
                <a16:creationId xmlns:a16="http://schemas.microsoft.com/office/drawing/2014/main" id="{0FA457DF-B87C-4187-8C05-23CCBC53A4C6}"/>
              </a:ext>
            </a:extLst>
          </p:cNvPr>
          <p:cNvCxnSpPr>
            <a:cxnSpLocks/>
          </p:cNvCxnSpPr>
          <p:nvPr/>
        </p:nvCxnSpPr>
        <p:spPr>
          <a:xfrm flipH="1">
            <a:off x="10363792" y="1785325"/>
            <a:ext cx="541833" cy="129885"/>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C1E65D57-57C5-49FF-BF73-AF01E8B0B851}"/>
              </a:ext>
            </a:extLst>
          </p:cNvPr>
          <p:cNvCxnSpPr>
            <a:cxnSpLocks/>
          </p:cNvCxnSpPr>
          <p:nvPr/>
        </p:nvCxnSpPr>
        <p:spPr>
          <a:xfrm flipH="1">
            <a:off x="10968796" y="2083326"/>
            <a:ext cx="183850" cy="384631"/>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57966195-E444-4451-B59D-74D1C782C3F4}"/>
              </a:ext>
            </a:extLst>
          </p:cNvPr>
          <p:cNvCxnSpPr>
            <a:cxnSpLocks/>
          </p:cNvCxnSpPr>
          <p:nvPr/>
        </p:nvCxnSpPr>
        <p:spPr>
          <a:xfrm flipH="1">
            <a:off x="5631292" y="2171839"/>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3FA17C8A-18A6-4BFF-AF54-3280D450B316}"/>
              </a:ext>
            </a:extLst>
          </p:cNvPr>
          <p:cNvCxnSpPr>
            <a:cxnSpLocks/>
          </p:cNvCxnSpPr>
          <p:nvPr/>
        </p:nvCxnSpPr>
        <p:spPr>
          <a:xfrm flipH="1">
            <a:off x="1647631" y="2202494"/>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E7B5B021-C8AC-442C-993E-A6AE6037F79E}"/>
              </a:ext>
            </a:extLst>
          </p:cNvPr>
          <p:cNvCxnSpPr>
            <a:cxnSpLocks/>
          </p:cNvCxnSpPr>
          <p:nvPr/>
        </p:nvCxnSpPr>
        <p:spPr>
          <a:xfrm>
            <a:off x="10314813" y="2164867"/>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5146479C-0382-4CDB-BD85-B618BA581E3F}"/>
              </a:ext>
            </a:extLst>
          </p:cNvPr>
          <p:cNvCxnSpPr>
            <a:cxnSpLocks/>
          </p:cNvCxnSpPr>
          <p:nvPr/>
        </p:nvCxnSpPr>
        <p:spPr>
          <a:xfrm flipH="1">
            <a:off x="9393127" y="2181641"/>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646634A9-5C78-438D-A420-E2350E100E36}"/>
              </a:ext>
            </a:extLst>
          </p:cNvPr>
          <p:cNvSpPr txBox="1"/>
          <p:nvPr/>
        </p:nvSpPr>
        <p:spPr>
          <a:xfrm>
            <a:off x="8630526" y="4999241"/>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A</a:t>
            </a:r>
          </a:p>
        </p:txBody>
      </p:sp>
      <p:sp>
        <p:nvSpPr>
          <p:cNvPr id="222" name="TextBox 221">
            <a:extLst>
              <a:ext uri="{FF2B5EF4-FFF2-40B4-BE49-F238E27FC236}">
                <a16:creationId xmlns:a16="http://schemas.microsoft.com/office/drawing/2014/main" id="{5D91FBB9-E47E-4804-B029-891907F4AE64}"/>
              </a:ext>
            </a:extLst>
          </p:cNvPr>
          <p:cNvSpPr txBox="1"/>
          <p:nvPr/>
        </p:nvSpPr>
        <p:spPr>
          <a:xfrm>
            <a:off x="10314813" y="4978522"/>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B</a:t>
            </a:r>
          </a:p>
        </p:txBody>
      </p:sp>
      <p:sp>
        <p:nvSpPr>
          <p:cNvPr id="225" name="TextBox 224">
            <a:extLst>
              <a:ext uri="{FF2B5EF4-FFF2-40B4-BE49-F238E27FC236}">
                <a16:creationId xmlns:a16="http://schemas.microsoft.com/office/drawing/2014/main" id="{7E4097A5-A192-4D28-912E-B756949B6646}"/>
              </a:ext>
            </a:extLst>
          </p:cNvPr>
          <p:cNvSpPr txBox="1"/>
          <p:nvPr/>
        </p:nvSpPr>
        <p:spPr>
          <a:xfrm>
            <a:off x="9333721" y="5334171"/>
            <a:ext cx="1920782" cy="1418850"/>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15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 Global</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with multiple</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Azure Regions</a:t>
            </a:r>
          </a:p>
        </p:txBody>
      </p:sp>
      <p:grpSp>
        <p:nvGrpSpPr>
          <p:cNvPr id="232" name="Group 231">
            <a:extLst>
              <a:ext uri="{FF2B5EF4-FFF2-40B4-BE49-F238E27FC236}">
                <a16:creationId xmlns:a16="http://schemas.microsoft.com/office/drawing/2014/main" id="{9914FCF1-1032-47B3-A065-08C6318AC189}"/>
              </a:ext>
            </a:extLst>
          </p:cNvPr>
          <p:cNvGrpSpPr>
            <a:grpSpLocks noChangeAspect="1"/>
          </p:cNvGrpSpPr>
          <p:nvPr/>
        </p:nvGrpSpPr>
        <p:grpSpPr>
          <a:xfrm>
            <a:off x="9322114" y="1901793"/>
            <a:ext cx="415403" cy="457200"/>
            <a:chOff x="7174304" y="1000589"/>
            <a:chExt cx="1246213" cy="1371600"/>
          </a:xfrm>
        </p:grpSpPr>
        <p:pic>
          <p:nvPicPr>
            <p:cNvPr id="229" name="Graphic 228" descr="Heartbeat">
              <a:extLst>
                <a:ext uri="{FF2B5EF4-FFF2-40B4-BE49-F238E27FC236}">
                  <a16:creationId xmlns:a16="http://schemas.microsoft.com/office/drawing/2014/main" id="{0FD4E807-F73B-43CB-BB07-131E9E1D03E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1" name="Graphic 230" descr="Medical">
              <a:extLst>
                <a:ext uri="{FF2B5EF4-FFF2-40B4-BE49-F238E27FC236}">
                  <a16:creationId xmlns:a16="http://schemas.microsoft.com/office/drawing/2014/main" id="{9754A746-749E-4B30-A895-32A1D923225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235" name="TextBox 234">
            <a:extLst>
              <a:ext uri="{FF2B5EF4-FFF2-40B4-BE49-F238E27FC236}">
                <a16:creationId xmlns:a16="http://schemas.microsoft.com/office/drawing/2014/main" id="{753FA4AC-4B65-4CA7-98A1-697AE85EC717}"/>
              </a:ext>
            </a:extLst>
          </p:cNvPr>
          <p:cNvSpPr txBox="1"/>
          <p:nvPr/>
        </p:nvSpPr>
        <p:spPr>
          <a:xfrm>
            <a:off x="9956266" y="1290987"/>
            <a:ext cx="71718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Semilight"/>
                <a:ea typeface="+mn-ea"/>
                <a:cs typeface="+mn-cs"/>
              </a:rPr>
              <a:t>DNS</a:t>
            </a:r>
          </a:p>
        </p:txBody>
      </p:sp>
      <p:grpSp>
        <p:nvGrpSpPr>
          <p:cNvPr id="237" name="Group 236">
            <a:extLst>
              <a:ext uri="{FF2B5EF4-FFF2-40B4-BE49-F238E27FC236}">
                <a16:creationId xmlns:a16="http://schemas.microsoft.com/office/drawing/2014/main" id="{8E58E4ED-5009-4C50-A9AD-C22305BB5869}"/>
              </a:ext>
            </a:extLst>
          </p:cNvPr>
          <p:cNvGrpSpPr>
            <a:grpSpLocks noChangeAspect="1"/>
          </p:cNvGrpSpPr>
          <p:nvPr/>
        </p:nvGrpSpPr>
        <p:grpSpPr>
          <a:xfrm>
            <a:off x="4863352" y="2827284"/>
            <a:ext cx="415403" cy="457200"/>
            <a:chOff x="7174304" y="1000589"/>
            <a:chExt cx="1246213" cy="1371600"/>
          </a:xfrm>
        </p:grpSpPr>
        <p:pic>
          <p:nvPicPr>
            <p:cNvPr id="238" name="Graphic 237" descr="Heartbeat">
              <a:extLst>
                <a:ext uri="{FF2B5EF4-FFF2-40B4-BE49-F238E27FC236}">
                  <a16:creationId xmlns:a16="http://schemas.microsoft.com/office/drawing/2014/main" id="{F3CDD598-59BE-48D7-B238-FFBCB456425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9" name="Graphic 238" descr="Medical">
              <a:extLst>
                <a:ext uri="{FF2B5EF4-FFF2-40B4-BE49-F238E27FC236}">
                  <a16:creationId xmlns:a16="http://schemas.microsoft.com/office/drawing/2014/main" id="{F2F83BC7-D24B-4724-9949-90FF0B021AB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0" name="Group 239">
            <a:extLst>
              <a:ext uri="{FF2B5EF4-FFF2-40B4-BE49-F238E27FC236}">
                <a16:creationId xmlns:a16="http://schemas.microsoft.com/office/drawing/2014/main" id="{7881DC2E-6EFB-46EF-8C28-D0FA99BA3E85}"/>
              </a:ext>
            </a:extLst>
          </p:cNvPr>
          <p:cNvGrpSpPr>
            <a:grpSpLocks noChangeAspect="1"/>
          </p:cNvGrpSpPr>
          <p:nvPr/>
        </p:nvGrpSpPr>
        <p:grpSpPr>
          <a:xfrm>
            <a:off x="4918653" y="4032000"/>
            <a:ext cx="415403" cy="457200"/>
            <a:chOff x="7174304" y="1000589"/>
            <a:chExt cx="1246213" cy="1371600"/>
          </a:xfrm>
        </p:grpSpPr>
        <p:pic>
          <p:nvPicPr>
            <p:cNvPr id="241" name="Graphic 240" descr="Heartbeat">
              <a:extLst>
                <a:ext uri="{FF2B5EF4-FFF2-40B4-BE49-F238E27FC236}">
                  <a16:creationId xmlns:a16="http://schemas.microsoft.com/office/drawing/2014/main" id="{CB387CD0-602D-4F46-95DE-CC4EF1DBD83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2" name="Graphic 241" descr="Medical">
              <a:extLst>
                <a:ext uri="{FF2B5EF4-FFF2-40B4-BE49-F238E27FC236}">
                  <a16:creationId xmlns:a16="http://schemas.microsoft.com/office/drawing/2014/main" id="{AF992620-C1C4-458E-BDE5-B47BB24F8A5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3" name="Group 242">
            <a:extLst>
              <a:ext uri="{FF2B5EF4-FFF2-40B4-BE49-F238E27FC236}">
                <a16:creationId xmlns:a16="http://schemas.microsoft.com/office/drawing/2014/main" id="{FBAC546D-6A51-4831-94BC-BEDA7A8B8BA6}"/>
              </a:ext>
            </a:extLst>
          </p:cNvPr>
          <p:cNvGrpSpPr>
            <a:grpSpLocks noChangeAspect="1"/>
          </p:cNvGrpSpPr>
          <p:nvPr/>
        </p:nvGrpSpPr>
        <p:grpSpPr>
          <a:xfrm>
            <a:off x="911852" y="2909985"/>
            <a:ext cx="415403" cy="457200"/>
            <a:chOff x="7174304" y="1000589"/>
            <a:chExt cx="1246213" cy="1371600"/>
          </a:xfrm>
        </p:grpSpPr>
        <p:pic>
          <p:nvPicPr>
            <p:cNvPr id="244" name="Graphic 243" descr="Heartbeat">
              <a:extLst>
                <a:ext uri="{FF2B5EF4-FFF2-40B4-BE49-F238E27FC236}">
                  <a16:creationId xmlns:a16="http://schemas.microsoft.com/office/drawing/2014/main" id="{480BE6A1-A0A6-4380-83D8-43E9E087D97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5" name="Graphic 244" descr="Medical">
              <a:extLst>
                <a:ext uri="{FF2B5EF4-FFF2-40B4-BE49-F238E27FC236}">
                  <a16:creationId xmlns:a16="http://schemas.microsoft.com/office/drawing/2014/main" id="{8E07AC53-2457-4892-80B5-1DEB2F3747C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6" name="Group 245">
            <a:extLst>
              <a:ext uri="{FF2B5EF4-FFF2-40B4-BE49-F238E27FC236}">
                <a16:creationId xmlns:a16="http://schemas.microsoft.com/office/drawing/2014/main" id="{83B9E8D0-2BA0-40A0-BC90-712DAD2DE3A3}"/>
              </a:ext>
            </a:extLst>
          </p:cNvPr>
          <p:cNvGrpSpPr>
            <a:grpSpLocks noChangeAspect="1"/>
          </p:cNvGrpSpPr>
          <p:nvPr/>
        </p:nvGrpSpPr>
        <p:grpSpPr>
          <a:xfrm>
            <a:off x="967153" y="4114701"/>
            <a:ext cx="415403" cy="457200"/>
            <a:chOff x="7174304" y="1000589"/>
            <a:chExt cx="1246213" cy="1371600"/>
          </a:xfrm>
        </p:grpSpPr>
        <p:pic>
          <p:nvPicPr>
            <p:cNvPr id="247" name="Graphic 246" descr="Heartbeat">
              <a:extLst>
                <a:ext uri="{FF2B5EF4-FFF2-40B4-BE49-F238E27FC236}">
                  <a16:creationId xmlns:a16="http://schemas.microsoft.com/office/drawing/2014/main" id="{5526C110-8B89-4DE9-AAD3-5BF0491ED56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8" name="Graphic 247" descr="Medical">
              <a:extLst>
                <a:ext uri="{FF2B5EF4-FFF2-40B4-BE49-F238E27FC236}">
                  <a16:creationId xmlns:a16="http://schemas.microsoft.com/office/drawing/2014/main" id="{24F04007-C743-4DC2-9F22-C47C02C553F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9" name="Group 248">
            <a:extLst>
              <a:ext uri="{FF2B5EF4-FFF2-40B4-BE49-F238E27FC236}">
                <a16:creationId xmlns:a16="http://schemas.microsoft.com/office/drawing/2014/main" id="{08485B47-650B-442D-A779-01F3FAC918F9}"/>
              </a:ext>
            </a:extLst>
          </p:cNvPr>
          <p:cNvGrpSpPr>
            <a:grpSpLocks noChangeAspect="1"/>
          </p:cNvGrpSpPr>
          <p:nvPr/>
        </p:nvGrpSpPr>
        <p:grpSpPr>
          <a:xfrm>
            <a:off x="8644882" y="2940315"/>
            <a:ext cx="415403" cy="457200"/>
            <a:chOff x="7174304" y="1000589"/>
            <a:chExt cx="1246213" cy="1371600"/>
          </a:xfrm>
        </p:grpSpPr>
        <p:pic>
          <p:nvPicPr>
            <p:cNvPr id="250" name="Graphic 249" descr="Heartbeat">
              <a:extLst>
                <a:ext uri="{FF2B5EF4-FFF2-40B4-BE49-F238E27FC236}">
                  <a16:creationId xmlns:a16="http://schemas.microsoft.com/office/drawing/2014/main" id="{57C94B33-0771-40CA-B1D4-AC0735D6A3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1" name="Graphic 250" descr="Medical">
              <a:extLst>
                <a:ext uri="{FF2B5EF4-FFF2-40B4-BE49-F238E27FC236}">
                  <a16:creationId xmlns:a16="http://schemas.microsoft.com/office/drawing/2014/main" id="{B0DF825E-E33B-479A-A862-9698A16F11B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2" name="Group 251">
            <a:extLst>
              <a:ext uri="{FF2B5EF4-FFF2-40B4-BE49-F238E27FC236}">
                <a16:creationId xmlns:a16="http://schemas.microsoft.com/office/drawing/2014/main" id="{BF299B10-D5D4-407A-BC6F-C7AFEB825E95}"/>
              </a:ext>
            </a:extLst>
          </p:cNvPr>
          <p:cNvGrpSpPr>
            <a:grpSpLocks noChangeAspect="1"/>
          </p:cNvGrpSpPr>
          <p:nvPr/>
        </p:nvGrpSpPr>
        <p:grpSpPr>
          <a:xfrm>
            <a:off x="8700183" y="4145031"/>
            <a:ext cx="415403" cy="457200"/>
            <a:chOff x="7174304" y="1000589"/>
            <a:chExt cx="1246213" cy="1371600"/>
          </a:xfrm>
        </p:grpSpPr>
        <p:pic>
          <p:nvPicPr>
            <p:cNvPr id="253" name="Graphic 252" descr="Heartbeat">
              <a:extLst>
                <a:ext uri="{FF2B5EF4-FFF2-40B4-BE49-F238E27FC236}">
                  <a16:creationId xmlns:a16="http://schemas.microsoft.com/office/drawing/2014/main" id="{373E4EC9-2A34-405E-821E-A7B4445ADA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4" name="Graphic 253" descr="Medical">
              <a:extLst>
                <a:ext uri="{FF2B5EF4-FFF2-40B4-BE49-F238E27FC236}">
                  <a16:creationId xmlns:a16="http://schemas.microsoft.com/office/drawing/2014/main" id="{B688867F-DDB8-479F-AECE-C3A19D93924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5" name="Group 254">
            <a:extLst>
              <a:ext uri="{FF2B5EF4-FFF2-40B4-BE49-F238E27FC236}">
                <a16:creationId xmlns:a16="http://schemas.microsoft.com/office/drawing/2014/main" id="{05082473-2685-4956-84FB-7EB361A7E37B}"/>
              </a:ext>
            </a:extLst>
          </p:cNvPr>
          <p:cNvGrpSpPr>
            <a:grpSpLocks noChangeAspect="1"/>
          </p:cNvGrpSpPr>
          <p:nvPr/>
        </p:nvGrpSpPr>
        <p:grpSpPr>
          <a:xfrm>
            <a:off x="10273889" y="2922097"/>
            <a:ext cx="415403" cy="457200"/>
            <a:chOff x="7174304" y="1000589"/>
            <a:chExt cx="1246213" cy="1371600"/>
          </a:xfrm>
        </p:grpSpPr>
        <p:pic>
          <p:nvPicPr>
            <p:cNvPr id="256" name="Graphic 255" descr="Heartbeat">
              <a:extLst>
                <a:ext uri="{FF2B5EF4-FFF2-40B4-BE49-F238E27FC236}">
                  <a16:creationId xmlns:a16="http://schemas.microsoft.com/office/drawing/2014/main" id="{4999E05A-5EEE-4BC8-8336-1E2A1DFAD46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7" name="Graphic 256" descr="Medical">
              <a:extLst>
                <a:ext uri="{FF2B5EF4-FFF2-40B4-BE49-F238E27FC236}">
                  <a16:creationId xmlns:a16="http://schemas.microsoft.com/office/drawing/2014/main" id="{73DE1B14-2E8E-4EBA-BAC2-BDB7A5B355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8" name="Group 257">
            <a:extLst>
              <a:ext uri="{FF2B5EF4-FFF2-40B4-BE49-F238E27FC236}">
                <a16:creationId xmlns:a16="http://schemas.microsoft.com/office/drawing/2014/main" id="{53D29168-18E1-4D5F-9D8F-68522F4AA2E4}"/>
              </a:ext>
            </a:extLst>
          </p:cNvPr>
          <p:cNvGrpSpPr>
            <a:grpSpLocks noChangeAspect="1"/>
          </p:cNvGrpSpPr>
          <p:nvPr/>
        </p:nvGrpSpPr>
        <p:grpSpPr>
          <a:xfrm>
            <a:off x="10329190" y="4126813"/>
            <a:ext cx="415403" cy="457200"/>
            <a:chOff x="7174304" y="1000589"/>
            <a:chExt cx="1246213" cy="1371600"/>
          </a:xfrm>
        </p:grpSpPr>
        <p:pic>
          <p:nvPicPr>
            <p:cNvPr id="259" name="Graphic 258" descr="Heartbeat">
              <a:extLst>
                <a:ext uri="{FF2B5EF4-FFF2-40B4-BE49-F238E27FC236}">
                  <a16:creationId xmlns:a16="http://schemas.microsoft.com/office/drawing/2014/main" id="{2E791AA7-75DE-4387-B7BA-C1B3502D38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60" name="Graphic 259" descr="Medical">
              <a:extLst>
                <a:ext uri="{FF2B5EF4-FFF2-40B4-BE49-F238E27FC236}">
                  <a16:creationId xmlns:a16="http://schemas.microsoft.com/office/drawing/2014/main" id="{99B7ADF6-4511-4C59-8C36-60206328A49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6" name="TextBox 5">
            <a:extLst>
              <a:ext uri="{FF2B5EF4-FFF2-40B4-BE49-F238E27FC236}">
                <a16:creationId xmlns:a16="http://schemas.microsoft.com/office/drawing/2014/main" id="{73EF55CF-28EF-4AF5-8257-97A3D6BB3A91}"/>
              </a:ext>
            </a:extLst>
          </p:cNvPr>
          <p:cNvSpPr txBox="1"/>
          <p:nvPr/>
        </p:nvSpPr>
        <p:spPr>
          <a:xfrm>
            <a:off x="9537941" y="2143721"/>
            <a:ext cx="1122744" cy="760208"/>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Traffic</a:t>
            </a:r>
          </a:p>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Manager</a:t>
            </a:r>
          </a:p>
        </p:txBody>
      </p:sp>
      <p:sp>
        <p:nvSpPr>
          <p:cNvPr id="199" name="TextBox 198">
            <a:extLst>
              <a:ext uri="{FF2B5EF4-FFF2-40B4-BE49-F238E27FC236}">
                <a16:creationId xmlns:a16="http://schemas.microsoft.com/office/drawing/2014/main" id="{7B99A6A9-3970-4436-B965-8E62E1C1ADEC}"/>
              </a:ext>
            </a:extLst>
          </p:cNvPr>
          <p:cNvSpPr txBox="1"/>
          <p:nvPr/>
        </p:nvSpPr>
        <p:spPr>
          <a:xfrm>
            <a:off x="5647600" y="2633374"/>
            <a:ext cx="2693110"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Application Gateway / WAF</a:t>
            </a:r>
          </a:p>
        </p:txBody>
      </p:sp>
      <p:sp>
        <p:nvSpPr>
          <p:cNvPr id="201" name="TextBox 200">
            <a:extLst>
              <a:ext uri="{FF2B5EF4-FFF2-40B4-BE49-F238E27FC236}">
                <a16:creationId xmlns:a16="http://schemas.microsoft.com/office/drawing/2014/main" id="{0C734ED6-316C-4B8B-91BF-4081C76B89E2}"/>
              </a:ext>
            </a:extLst>
          </p:cNvPr>
          <p:cNvSpPr txBox="1"/>
          <p:nvPr/>
        </p:nvSpPr>
        <p:spPr>
          <a:xfrm>
            <a:off x="1692522" y="2687311"/>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
        <p:nvSpPr>
          <p:cNvPr id="204" name="TextBox 203">
            <a:extLst>
              <a:ext uri="{FF2B5EF4-FFF2-40B4-BE49-F238E27FC236}">
                <a16:creationId xmlns:a16="http://schemas.microsoft.com/office/drawing/2014/main" id="{3068D432-CD94-4A55-9977-7EB2C2A26A68}"/>
              </a:ext>
            </a:extLst>
          </p:cNvPr>
          <p:cNvSpPr txBox="1"/>
          <p:nvPr/>
        </p:nvSpPr>
        <p:spPr>
          <a:xfrm>
            <a:off x="1692522" y="3892523"/>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
        <p:nvSpPr>
          <p:cNvPr id="133" name="Rectangle 132">
            <a:extLst>
              <a:ext uri="{FF2B5EF4-FFF2-40B4-BE49-F238E27FC236}">
                <a16:creationId xmlns:a16="http://schemas.microsoft.com/office/drawing/2014/main" id="{77F63F58-2CA3-4B57-94B0-1BA28DBAB72A}"/>
              </a:ext>
            </a:extLst>
          </p:cNvPr>
          <p:cNvSpPr/>
          <p:nvPr/>
        </p:nvSpPr>
        <p:spPr bwMode="auto">
          <a:xfrm>
            <a:off x="7895368" y="1211263"/>
            <a:ext cx="4541107" cy="5783262"/>
          </a:xfrm>
          <a:prstGeom prst="rect">
            <a:avLst/>
          </a:prstGeom>
          <a:solidFill>
            <a:schemeClr val="bg1">
              <a:lumMod val="9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51" name="Rectangle 150">
            <a:extLst>
              <a:ext uri="{FF2B5EF4-FFF2-40B4-BE49-F238E27FC236}">
                <a16:creationId xmlns:a16="http://schemas.microsoft.com/office/drawing/2014/main" id="{0833C506-1401-45D3-9AF8-B2F33FA0F83C}"/>
              </a:ext>
            </a:extLst>
          </p:cNvPr>
          <p:cNvSpPr/>
          <p:nvPr/>
        </p:nvSpPr>
        <p:spPr bwMode="auto">
          <a:xfrm>
            <a:off x="0" y="1211263"/>
            <a:ext cx="4144157" cy="5783262"/>
          </a:xfrm>
          <a:prstGeom prst="rect">
            <a:avLst/>
          </a:prstGeom>
          <a:solidFill>
            <a:schemeClr val="bg1">
              <a:lumMod val="9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8062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CB474B-6A3B-4499-8834-470D14B801A1}"/>
              </a:ext>
            </a:extLst>
          </p:cNvPr>
          <p:cNvSpPr>
            <a:spLocks noGrp="1"/>
          </p:cNvSpPr>
          <p:nvPr>
            <p:ph type="title"/>
          </p:nvPr>
        </p:nvSpPr>
        <p:spPr>
          <a:xfrm>
            <a:off x="1762606" y="2125662"/>
            <a:ext cx="10851054" cy="1181862"/>
          </a:xfrm>
        </p:spPr>
        <p:txBody>
          <a:bodyPr/>
          <a:lstStyle/>
          <a:p>
            <a:r>
              <a:rPr lang="en-US" dirty="0"/>
              <a:t>Application Gateway</a:t>
            </a:r>
          </a:p>
        </p:txBody>
      </p:sp>
      <p:grpSp>
        <p:nvGrpSpPr>
          <p:cNvPr id="8" name="Graphic 10">
            <a:extLst>
              <a:ext uri="{FF2B5EF4-FFF2-40B4-BE49-F238E27FC236}">
                <a16:creationId xmlns:a16="http://schemas.microsoft.com/office/drawing/2014/main" id="{1A1EF366-ED71-49CA-9CD0-87DCD465CE32}"/>
              </a:ext>
            </a:extLst>
          </p:cNvPr>
          <p:cNvGrpSpPr>
            <a:grpSpLocks noChangeAspect="1"/>
          </p:cNvGrpSpPr>
          <p:nvPr/>
        </p:nvGrpSpPr>
        <p:grpSpPr>
          <a:xfrm>
            <a:off x="333800" y="2089815"/>
            <a:ext cx="1280160" cy="1280160"/>
            <a:chOff x="2265060" y="4245023"/>
            <a:chExt cx="726826" cy="726826"/>
          </a:xfrm>
        </p:grpSpPr>
        <p:sp>
          <p:nvSpPr>
            <p:cNvPr id="9" name="Freeform: Shape 8">
              <a:extLst>
                <a:ext uri="{FF2B5EF4-FFF2-40B4-BE49-F238E27FC236}">
                  <a16:creationId xmlns:a16="http://schemas.microsoft.com/office/drawing/2014/main" id="{5872FC41-158A-4BC5-BFAC-046D538CABEE}"/>
                </a:ext>
              </a:extLst>
            </p:cNvPr>
            <p:cNvSpPr/>
            <p:nvPr/>
          </p:nvSpPr>
          <p:spPr>
            <a:xfrm>
              <a:off x="2265060" y="4245023"/>
              <a:ext cx="726826" cy="726826"/>
            </a:xfrm>
            <a:custGeom>
              <a:avLst/>
              <a:gdLst/>
              <a:ahLst/>
              <a:cxnLst/>
              <a:rect l="0" t="0" r="0" b="0"/>
              <a:pathLst>
                <a:path w="726826" h="726826">
                  <a:moveTo>
                    <a:pt x="363413" y="726826"/>
                  </a:moveTo>
                  <a:cubicBezTo>
                    <a:pt x="345969" y="726826"/>
                    <a:pt x="328525" y="719558"/>
                    <a:pt x="315443" y="706475"/>
                  </a:cubicBezTo>
                  <a:lnTo>
                    <a:pt x="20351" y="411384"/>
                  </a:lnTo>
                  <a:cubicBezTo>
                    <a:pt x="7268" y="398301"/>
                    <a:pt x="0" y="380857"/>
                    <a:pt x="0" y="363413"/>
                  </a:cubicBezTo>
                  <a:cubicBezTo>
                    <a:pt x="0" y="345969"/>
                    <a:pt x="7268" y="328525"/>
                    <a:pt x="20351" y="315443"/>
                  </a:cubicBezTo>
                  <a:lnTo>
                    <a:pt x="315443" y="20351"/>
                  </a:lnTo>
                  <a:cubicBezTo>
                    <a:pt x="328525" y="7268"/>
                    <a:pt x="345969" y="0"/>
                    <a:pt x="363413" y="0"/>
                  </a:cubicBezTo>
                  <a:cubicBezTo>
                    <a:pt x="380857" y="0"/>
                    <a:pt x="398301" y="7268"/>
                    <a:pt x="411384" y="20351"/>
                  </a:cubicBezTo>
                  <a:lnTo>
                    <a:pt x="707929" y="316896"/>
                  </a:lnTo>
                  <a:cubicBezTo>
                    <a:pt x="721011" y="329979"/>
                    <a:pt x="728280" y="345969"/>
                    <a:pt x="728280" y="364867"/>
                  </a:cubicBezTo>
                  <a:cubicBezTo>
                    <a:pt x="728280" y="382310"/>
                    <a:pt x="721011" y="399754"/>
                    <a:pt x="707929" y="412837"/>
                  </a:cubicBezTo>
                  <a:lnTo>
                    <a:pt x="411384" y="706475"/>
                  </a:lnTo>
                  <a:cubicBezTo>
                    <a:pt x="398301" y="719558"/>
                    <a:pt x="380857" y="726826"/>
                    <a:pt x="363413" y="726826"/>
                  </a:cubicBezTo>
                </a:path>
              </a:pathLst>
            </a:custGeom>
            <a:solidFill>
              <a:schemeClr val="tx1"/>
            </a:solidFill>
            <a:ln w="14478" cap="flat">
              <a:solidFill>
                <a:schemeClr val="bg2"/>
              </a:solidFill>
              <a:prstDash val="solid"/>
              <a:miter/>
            </a:ln>
          </p:spPr>
          <p:txBody>
            <a:bodyPr/>
            <a:lstStyle/>
            <a:p>
              <a:endParaRPr lang="en-US"/>
            </a:p>
          </p:txBody>
        </p:sp>
        <p:sp>
          <p:nvSpPr>
            <p:cNvPr id="10" name="Freeform: Shape 9">
              <a:extLst>
                <a:ext uri="{FF2B5EF4-FFF2-40B4-BE49-F238E27FC236}">
                  <a16:creationId xmlns:a16="http://schemas.microsoft.com/office/drawing/2014/main" id="{0119CFD4-5CEF-4CB8-9792-D683182B528E}"/>
                </a:ext>
              </a:extLst>
            </p:cNvPr>
            <p:cNvSpPr/>
            <p:nvPr/>
          </p:nvSpPr>
          <p:spPr>
            <a:xfrm>
              <a:off x="2517072" y="4314057"/>
              <a:ext cx="218048" cy="218048"/>
            </a:xfrm>
            <a:custGeom>
              <a:avLst/>
              <a:gdLst/>
              <a:ahLst/>
              <a:cxnLst/>
              <a:rect l="0" t="0" r="0" b="0"/>
              <a:pathLst>
                <a:path w="218047" h="218047">
                  <a:moveTo>
                    <a:pt x="180275" y="201113"/>
                  </a:moveTo>
                  <a:cubicBezTo>
                    <a:pt x="159953" y="216652"/>
                    <a:pt x="136026" y="224211"/>
                    <a:pt x="112244" y="224211"/>
                  </a:cubicBezTo>
                  <a:cubicBezTo>
                    <a:pt x="78519" y="224211"/>
                    <a:pt x="45173" y="209064"/>
                    <a:pt x="23121" y="180238"/>
                  </a:cubicBezTo>
                  <a:cubicBezTo>
                    <a:pt x="-14529" y="131076"/>
                    <a:pt x="-5240" y="60763"/>
                    <a:pt x="44010" y="23084"/>
                  </a:cubicBezTo>
                  <a:cubicBezTo>
                    <a:pt x="64317" y="7457"/>
                    <a:pt x="88288" y="0"/>
                    <a:pt x="112026" y="0"/>
                  </a:cubicBezTo>
                  <a:cubicBezTo>
                    <a:pt x="145751" y="0"/>
                    <a:pt x="179112" y="15147"/>
                    <a:pt x="201149" y="43988"/>
                  </a:cubicBezTo>
                  <a:cubicBezTo>
                    <a:pt x="238814" y="93165"/>
                    <a:pt x="229423" y="163492"/>
                    <a:pt x="180275" y="201113"/>
                  </a:cubicBezTo>
                </a:path>
              </a:pathLst>
            </a:custGeom>
            <a:solidFill>
              <a:schemeClr val="tx1"/>
            </a:solidFill>
            <a:ln w="14478" cap="flat">
              <a:solidFill>
                <a:schemeClr val="bg2"/>
              </a:solidFill>
              <a:prstDash val="solid"/>
              <a:miter/>
            </a:ln>
          </p:spPr>
          <p:txBody>
            <a:bodyPr/>
            <a:lstStyle/>
            <a:p>
              <a:endParaRPr lang="en-US"/>
            </a:p>
          </p:txBody>
        </p:sp>
        <p:sp>
          <p:nvSpPr>
            <p:cNvPr id="11" name="Freeform: Shape 10">
              <a:extLst>
                <a:ext uri="{FF2B5EF4-FFF2-40B4-BE49-F238E27FC236}">
                  <a16:creationId xmlns:a16="http://schemas.microsoft.com/office/drawing/2014/main" id="{E7442C7B-F31E-44CB-9C4E-CE11A6E90503}"/>
                </a:ext>
              </a:extLst>
            </p:cNvPr>
            <p:cNvSpPr/>
            <p:nvPr/>
          </p:nvSpPr>
          <p:spPr>
            <a:xfrm>
              <a:off x="2532532" y="4523383"/>
              <a:ext cx="188975" cy="377950"/>
            </a:xfrm>
            <a:custGeom>
              <a:avLst/>
              <a:gdLst/>
              <a:ahLst/>
              <a:cxnLst/>
              <a:rect l="0" t="0" r="0" b="0"/>
              <a:pathLst>
                <a:path w="188974" h="377949">
                  <a:moveTo>
                    <a:pt x="95941" y="384505"/>
                  </a:moveTo>
                  <a:lnTo>
                    <a:pt x="191882" y="288564"/>
                  </a:lnTo>
                  <a:lnTo>
                    <a:pt x="123560" y="288564"/>
                  </a:lnTo>
                  <a:lnTo>
                    <a:pt x="123560" y="0"/>
                  </a:lnTo>
                  <a:lnTo>
                    <a:pt x="66868" y="0"/>
                  </a:lnTo>
                  <a:lnTo>
                    <a:pt x="66868" y="288564"/>
                  </a:lnTo>
                  <a:lnTo>
                    <a:pt x="0" y="288564"/>
                  </a:lnTo>
                  <a:close/>
                </a:path>
              </a:pathLst>
            </a:custGeom>
            <a:solidFill>
              <a:schemeClr val="tx1"/>
            </a:solidFill>
            <a:ln w="14478" cap="flat">
              <a:solidFill>
                <a:schemeClr val="bg2"/>
              </a:solidFill>
              <a:prstDash val="solid"/>
              <a:miter/>
            </a:ln>
          </p:spPr>
          <p:txBody>
            <a:bodyPr/>
            <a:lstStyle/>
            <a:p>
              <a:endParaRPr lang="en-US"/>
            </a:p>
          </p:txBody>
        </p:sp>
        <p:sp>
          <p:nvSpPr>
            <p:cNvPr id="12" name="Freeform: Shape 11">
              <a:extLst>
                <a:ext uri="{FF2B5EF4-FFF2-40B4-BE49-F238E27FC236}">
                  <a16:creationId xmlns:a16="http://schemas.microsoft.com/office/drawing/2014/main" id="{9D01E274-D557-420D-8D82-31E848D738E0}"/>
                </a:ext>
              </a:extLst>
            </p:cNvPr>
            <p:cNvSpPr/>
            <p:nvPr/>
          </p:nvSpPr>
          <p:spPr>
            <a:xfrm>
              <a:off x="2625638" y="4520563"/>
              <a:ext cx="203511" cy="203511"/>
            </a:xfrm>
            <a:custGeom>
              <a:avLst/>
              <a:gdLst/>
              <a:ahLst/>
              <a:cxnLst/>
              <a:rect l="0" t="0" r="0" b="0"/>
              <a:pathLst>
                <a:path w="203511" h="203511">
                  <a:moveTo>
                    <a:pt x="211143" y="211143"/>
                  </a:moveTo>
                  <a:lnTo>
                    <a:pt x="211143" y="75459"/>
                  </a:lnTo>
                  <a:lnTo>
                    <a:pt x="163856" y="122746"/>
                  </a:lnTo>
                  <a:lnTo>
                    <a:pt x="41109" y="0"/>
                  </a:lnTo>
                  <a:lnTo>
                    <a:pt x="0" y="41109"/>
                  </a:lnTo>
                  <a:lnTo>
                    <a:pt x="122746" y="163856"/>
                  </a:lnTo>
                  <a:lnTo>
                    <a:pt x="75459" y="211143"/>
                  </a:lnTo>
                  <a:close/>
                </a:path>
              </a:pathLst>
            </a:custGeom>
            <a:solidFill>
              <a:schemeClr val="tx1"/>
            </a:solidFill>
            <a:ln w="14478" cap="flat">
              <a:solidFill>
                <a:schemeClr val="bg2"/>
              </a:solidFill>
              <a:prstDash val="solid"/>
              <a:miter/>
            </a:ln>
          </p:spPr>
          <p:txBody>
            <a:bodyPr/>
            <a:lstStyle/>
            <a:p>
              <a:endParaRPr lang="en-US"/>
            </a:p>
          </p:txBody>
        </p:sp>
        <p:sp>
          <p:nvSpPr>
            <p:cNvPr id="13" name="Freeform: Shape 12">
              <a:extLst>
                <a:ext uri="{FF2B5EF4-FFF2-40B4-BE49-F238E27FC236}">
                  <a16:creationId xmlns:a16="http://schemas.microsoft.com/office/drawing/2014/main" id="{94E40A2E-C8D9-48E3-86B7-2F5B16F41B72}"/>
                </a:ext>
              </a:extLst>
            </p:cNvPr>
            <p:cNvSpPr/>
            <p:nvPr/>
          </p:nvSpPr>
          <p:spPr>
            <a:xfrm>
              <a:off x="2420383" y="4517626"/>
              <a:ext cx="203511" cy="203511"/>
            </a:xfrm>
            <a:custGeom>
              <a:avLst/>
              <a:gdLst/>
              <a:ahLst/>
              <a:cxnLst/>
              <a:rect l="0" t="0" r="0" b="0"/>
              <a:pathLst>
                <a:path w="203511" h="203511">
                  <a:moveTo>
                    <a:pt x="0" y="214588"/>
                  </a:moveTo>
                  <a:lnTo>
                    <a:pt x="135669" y="214588"/>
                  </a:lnTo>
                  <a:lnTo>
                    <a:pt x="88397" y="167315"/>
                  </a:lnTo>
                  <a:lnTo>
                    <a:pt x="214588" y="41124"/>
                  </a:lnTo>
                  <a:lnTo>
                    <a:pt x="173464" y="0"/>
                  </a:lnTo>
                  <a:lnTo>
                    <a:pt x="47273" y="126192"/>
                  </a:lnTo>
                  <a:lnTo>
                    <a:pt x="0" y="78919"/>
                  </a:lnTo>
                  <a:close/>
                </a:path>
              </a:pathLst>
            </a:custGeom>
            <a:solidFill>
              <a:schemeClr val="tx1"/>
            </a:solidFill>
            <a:ln w="14478" cap="flat">
              <a:solidFill>
                <a:schemeClr val="bg2"/>
              </a:solidFill>
              <a:prstDash val="solid"/>
              <a:miter/>
            </a:ln>
          </p:spPr>
          <p:txBody>
            <a:bodyPr/>
            <a:lstStyle/>
            <a:p>
              <a:endParaRPr lang="en-US"/>
            </a:p>
          </p:txBody>
        </p:sp>
        <p:sp>
          <p:nvSpPr>
            <p:cNvPr id="14" name="Freeform: Shape 13">
              <a:extLst>
                <a:ext uri="{FF2B5EF4-FFF2-40B4-BE49-F238E27FC236}">
                  <a16:creationId xmlns:a16="http://schemas.microsoft.com/office/drawing/2014/main" id="{6482847A-427A-4585-8B6D-19DF9D9E4D18}"/>
                </a:ext>
              </a:extLst>
            </p:cNvPr>
            <p:cNvSpPr/>
            <p:nvPr/>
          </p:nvSpPr>
          <p:spPr>
            <a:xfrm>
              <a:off x="2531975" y="4328957"/>
              <a:ext cx="188975" cy="188975"/>
            </a:xfrm>
            <a:custGeom>
              <a:avLst/>
              <a:gdLst/>
              <a:ahLst/>
              <a:cxnLst/>
              <a:rect l="0" t="0" r="0" b="0"/>
              <a:pathLst>
                <a:path w="188974" h="188974">
                  <a:moveTo>
                    <a:pt x="156316" y="174395"/>
                  </a:moveTo>
                  <a:cubicBezTo>
                    <a:pt x="138698" y="187870"/>
                    <a:pt x="117940" y="194426"/>
                    <a:pt x="97327" y="194426"/>
                  </a:cubicBezTo>
                  <a:cubicBezTo>
                    <a:pt x="68079" y="194426"/>
                    <a:pt x="39152" y="181299"/>
                    <a:pt x="20051" y="156297"/>
                  </a:cubicBezTo>
                  <a:cubicBezTo>
                    <a:pt x="-12598" y="113661"/>
                    <a:pt x="-4545" y="52695"/>
                    <a:pt x="38163" y="20017"/>
                  </a:cubicBezTo>
                  <a:cubicBezTo>
                    <a:pt x="55781" y="6469"/>
                    <a:pt x="76554" y="0"/>
                    <a:pt x="97138" y="0"/>
                  </a:cubicBezTo>
                  <a:cubicBezTo>
                    <a:pt x="126385" y="0"/>
                    <a:pt x="155313" y="13126"/>
                    <a:pt x="174414" y="38144"/>
                  </a:cubicBezTo>
                  <a:cubicBezTo>
                    <a:pt x="207092" y="80779"/>
                    <a:pt x="198952" y="141760"/>
                    <a:pt x="156316" y="174395"/>
                  </a:cubicBezTo>
                </a:path>
              </a:pathLst>
            </a:custGeom>
            <a:solidFill>
              <a:schemeClr val="tx1"/>
            </a:solidFill>
            <a:ln w="14478" cap="flat">
              <a:solidFill>
                <a:schemeClr val="bg2"/>
              </a:solidFill>
              <a:prstDash val="solid"/>
              <a:miter/>
            </a:ln>
          </p:spPr>
          <p:txBody>
            <a:bodyPr/>
            <a:lstStyle/>
            <a:p>
              <a:endParaRPr lang="en-US"/>
            </a:p>
          </p:txBody>
        </p:sp>
        <p:sp>
          <p:nvSpPr>
            <p:cNvPr id="15" name="Freeform: Shape 14">
              <a:extLst>
                <a:ext uri="{FF2B5EF4-FFF2-40B4-BE49-F238E27FC236}">
                  <a16:creationId xmlns:a16="http://schemas.microsoft.com/office/drawing/2014/main" id="{3D30FBE3-0FEA-421E-94FE-90314FAD9573}"/>
                </a:ext>
              </a:extLst>
            </p:cNvPr>
            <p:cNvSpPr/>
            <p:nvPr/>
          </p:nvSpPr>
          <p:spPr>
            <a:xfrm>
              <a:off x="2546924" y="4333434"/>
              <a:ext cx="174438" cy="159902"/>
            </a:xfrm>
            <a:custGeom>
              <a:avLst/>
              <a:gdLst/>
              <a:ahLst/>
              <a:cxnLst/>
              <a:rect l="0" t="0" r="0" b="0"/>
              <a:pathLst>
                <a:path w="174438" h="159901">
                  <a:moveTo>
                    <a:pt x="123501" y="109794"/>
                  </a:moveTo>
                  <a:cubicBezTo>
                    <a:pt x="130566" y="119010"/>
                    <a:pt x="143678" y="120668"/>
                    <a:pt x="152836" y="113705"/>
                  </a:cubicBezTo>
                  <a:cubicBezTo>
                    <a:pt x="153316" y="113341"/>
                    <a:pt x="153679" y="112891"/>
                    <a:pt x="154115" y="112498"/>
                  </a:cubicBezTo>
                  <a:cubicBezTo>
                    <a:pt x="163491" y="119098"/>
                    <a:pt x="169989" y="123459"/>
                    <a:pt x="173652" y="125944"/>
                  </a:cubicBezTo>
                  <a:cubicBezTo>
                    <a:pt x="174743" y="123139"/>
                    <a:pt x="175484" y="120435"/>
                    <a:pt x="176254" y="117615"/>
                  </a:cubicBezTo>
                  <a:cubicBezTo>
                    <a:pt x="172388" y="114737"/>
                    <a:pt x="167140" y="110696"/>
                    <a:pt x="159566" y="104561"/>
                  </a:cubicBezTo>
                  <a:cubicBezTo>
                    <a:pt x="162052" y="98034"/>
                    <a:pt x="161267" y="90403"/>
                    <a:pt x="156732" y="84443"/>
                  </a:cubicBezTo>
                  <a:cubicBezTo>
                    <a:pt x="150234" y="76041"/>
                    <a:pt x="138736" y="73904"/>
                    <a:pt x="129752" y="79093"/>
                  </a:cubicBezTo>
                  <a:cubicBezTo>
                    <a:pt x="119853" y="70211"/>
                    <a:pt x="108965" y="60021"/>
                    <a:pt x="97496" y="48625"/>
                  </a:cubicBezTo>
                  <a:cubicBezTo>
                    <a:pt x="133139" y="29451"/>
                    <a:pt x="158462" y="32257"/>
                    <a:pt x="158462" y="32257"/>
                  </a:cubicBezTo>
                  <a:cubicBezTo>
                    <a:pt x="154232" y="26863"/>
                    <a:pt x="149493" y="22139"/>
                    <a:pt x="144434" y="17880"/>
                  </a:cubicBezTo>
                  <a:cubicBezTo>
                    <a:pt x="129403" y="15554"/>
                    <a:pt x="106058" y="15816"/>
                    <a:pt x="79368" y="30003"/>
                  </a:cubicBezTo>
                  <a:lnTo>
                    <a:pt x="79354" y="29989"/>
                  </a:lnTo>
                  <a:lnTo>
                    <a:pt x="79354" y="29989"/>
                  </a:lnTo>
                  <a:cubicBezTo>
                    <a:pt x="70458" y="20685"/>
                    <a:pt x="61416" y="10699"/>
                    <a:pt x="52200" y="0"/>
                  </a:cubicBezTo>
                  <a:cubicBezTo>
                    <a:pt x="47795" y="1410"/>
                    <a:pt x="43478" y="3154"/>
                    <a:pt x="39320" y="5233"/>
                  </a:cubicBezTo>
                  <a:cubicBezTo>
                    <a:pt x="46123" y="16368"/>
                    <a:pt x="55281" y="27590"/>
                    <a:pt x="65588" y="38551"/>
                  </a:cubicBezTo>
                  <a:lnTo>
                    <a:pt x="65588" y="38551"/>
                  </a:lnTo>
                  <a:cubicBezTo>
                    <a:pt x="65602" y="38580"/>
                    <a:pt x="65631" y="38594"/>
                    <a:pt x="65661" y="38624"/>
                  </a:cubicBezTo>
                  <a:cubicBezTo>
                    <a:pt x="57055" y="44642"/>
                    <a:pt x="47490" y="52680"/>
                    <a:pt x="38652" y="62013"/>
                  </a:cubicBezTo>
                  <a:cubicBezTo>
                    <a:pt x="37518" y="63219"/>
                    <a:pt x="36442" y="64426"/>
                    <a:pt x="35381" y="65632"/>
                  </a:cubicBezTo>
                  <a:cubicBezTo>
                    <a:pt x="30104" y="64528"/>
                    <a:pt x="24551" y="64847"/>
                    <a:pt x="19362" y="66723"/>
                  </a:cubicBezTo>
                  <a:cubicBezTo>
                    <a:pt x="10553" y="47723"/>
                    <a:pt x="11265" y="32460"/>
                    <a:pt x="12660" y="24596"/>
                  </a:cubicBezTo>
                  <a:cubicBezTo>
                    <a:pt x="8837" y="28608"/>
                    <a:pt x="5261" y="32809"/>
                    <a:pt x="2194" y="37301"/>
                  </a:cubicBezTo>
                  <a:cubicBezTo>
                    <a:pt x="-103" y="46691"/>
                    <a:pt x="-757" y="60239"/>
                    <a:pt x="6032" y="76564"/>
                  </a:cubicBezTo>
                  <a:cubicBezTo>
                    <a:pt x="-1818" y="86841"/>
                    <a:pt x="-2196" y="101407"/>
                    <a:pt x="6017" y="112164"/>
                  </a:cubicBezTo>
                  <a:cubicBezTo>
                    <a:pt x="6700" y="113051"/>
                    <a:pt x="7427" y="113879"/>
                    <a:pt x="8198" y="114679"/>
                  </a:cubicBezTo>
                  <a:cubicBezTo>
                    <a:pt x="4622" y="126875"/>
                    <a:pt x="3008" y="138649"/>
                    <a:pt x="2514" y="148752"/>
                  </a:cubicBezTo>
                  <a:cubicBezTo>
                    <a:pt x="3430" y="150002"/>
                    <a:pt x="3430" y="151020"/>
                    <a:pt x="4345" y="152241"/>
                  </a:cubicBezTo>
                  <a:cubicBezTo>
                    <a:pt x="9012" y="158215"/>
                    <a:pt x="14870" y="163260"/>
                    <a:pt x="20525" y="167824"/>
                  </a:cubicBezTo>
                  <a:cubicBezTo>
                    <a:pt x="19827" y="157125"/>
                    <a:pt x="20583" y="141353"/>
                    <a:pt x="27197" y="123589"/>
                  </a:cubicBezTo>
                  <a:cubicBezTo>
                    <a:pt x="31761" y="123938"/>
                    <a:pt x="36399" y="123212"/>
                    <a:pt x="40745" y="121394"/>
                  </a:cubicBezTo>
                  <a:cubicBezTo>
                    <a:pt x="43231" y="123589"/>
                    <a:pt x="45833" y="125799"/>
                    <a:pt x="48624" y="128052"/>
                  </a:cubicBezTo>
                  <a:cubicBezTo>
                    <a:pt x="58160" y="135611"/>
                    <a:pt x="67681" y="141484"/>
                    <a:pt x="76955" y="146107"/>
                  </a:cubicBezTo>
                  <a:cubicBezTo>
                    <a:pt x="76476" y="150831"/>
                    <a:pt x="77653" y="155730"/>
                    <a:pt x="80720" y="159785"/>
                  </a:cubicBezTo>
                  <a:cubicBezTo>
                    <a:pt x="87276" y="168246"/>
                    <a:pt x="99414" y="169830"/>
                    <a:pt x="107875" y="163361"/>
                  </a:cubicBezTo>
                  <a:cubicBezTo>
                    <a:pt x="109634" y="162010"/>
                    <a:pt x="111029" y="160381"/>
                    <a:pt x="112177" y="158637"/>
                  </a:cubicBezTo>
                  <a:cubicBezTo>
                    <a:pt x="127310" y="162010"/>
                    <a:pt x="140524" y="162606"/>
                    <a:pt x="150321" y="162606"/>
                  </a:cubicBezTo>
                  <a:cubicBezTo>
                    <a:pt x="151818" y="162606"/>
                    <a:pt x="158781" y="153128"/>
                    <a:pt x="162779" y="147255"/>
                  </a:cubicBezTo>
                  <a:cubicBezTo>
                    <a:pt x="156819" y="148505"/>
                    <a:pt x="139114" y="150933"/>
                    <a:pt x="114939" y="143984"/>
                  </a:cubicBezTo>
                  <a:cubicBezTo>
                    <a:pt x="114358" y="141266"/>
                    <a:pt x="113239" y="138635"/>
                    <a:pt x="111451" y="136280"/>
                  </a:cubicBezTo>
                  <a:cubicBezTo>
                    <a:pt x="105316" y="128227"/>
                    <a:pt x="94079" y="126482"/>
                    <a:pt x="85706" y="131875"/>
                  </a:cubicBezTo>
                  <a:cubicBezTo>
                    <a:pt x="77304" y="127311"/>
                    <a:pt x="68495" y="121598"/>
                    <a:pt x="59424" y="114417"/>
                  </a:cubicBezTo>
                  <a:cubicBezTo>
                    <a:pt x="57593" y="112963"/>
                    <a:pt x="55834" y="111524"/>
                    <a:pt x="54133" y="110071"/>
                  </a:cubicBezTo>
                  <a:cubicBezTo>
                    <a:pt x="59686" y="101334"/>
                    <a:pt x="60267" y="90126"/>
                    <a:pt x="55369" y="80707"/>
                  </a:cubicBezTo>
                  <a:cubicBezTo>
                    <a:pt x="56488" y="79587"/>
                    <a:pt x="57578" y="78483"/>
                    <a:pt x="58756" y="77378"/>
                  </a:cubicBezTo>
                  <a:cubicBezTo>
                    <a:pt x="67739" y="68976"/>
                    <a:pt x="76200" y="62260"/>
                    <a:pt x="84107" y="56867"/>
                  </a:cubicBezTo>
                  <a:cubicBezTo>
                    <a:pt x="83788" y="56576"/>
                    <a:pt x="83497" y="56256"/>
                    <a:pt x="83192" y="55966"/>
                  </a:cubicBezTo>
                  <a:cubicBezTo>
                    <a:pt x="83511" y="56256"/>
                    <a:pt x="83802" y="56562"/>
                    <a:pt x="84122" y="56852"/>
                  </a:cubicBezTo>
                  <a:cubicBezTo>
                    <a:pt x="84122" y="56852"/>
                    <a:pt x="84122" y="56852"/>
                    <a:pt x="84107" y="56852"/>
                  </a:cubicBezTo>
                  <a:cubicBezTo>
                    <a:pt x="96245" y="68075"/>
                    <a:pt x="109110" y="78715"/>
                    <a:pt x="121306" y="88222"/>
                  </a:cubicBezTo>
                  <a:cubicBezTo>
                    <a:pt x="118094" y="95054"/>
                    <a:pt x="118603" y="103384"/>
                    <a:pt x="123501" y="109794"/>
                  </a:cubicBezTo>
                  <a:close/>
                </a:path>
              </a:pathLst>
            </a:custGeom>
            <a:solidFill>
              <a:schemeClr val="tx1"/>
            </a:solidFill>
            <a:ln w="14478" cap="flat">
              <a:solidFill>
                <a:schemeClr val="bg2"/>
              </a:solidFill>
              <a:prstDash val="solid"/>
              <a:miter/>
            </a:ln>
          </p:spPr>
          <p:txBody>
            <a:bodyPr/>
            <a:lstStyle/>
            <a:p>
              <a:endParaRPr lang="en-US"/>
            </a:p>
          </p:txBody>
        </p:sp>
      </p:grpSp>
    </p:spTree>
    <p:extLst>
      <p:ext uri="{BB962C8B-B14F-4D97-AF65-F5344CB8AC3E}">
        <p14:creationId xmlns:p14="http://schemas.microsoft.com/office/powerpoint/2010/main" val="2448454076"/>
      </p:ext>
    </p:extLst>
  </p:cSld>
  <p:clrMapOvr>
    <a:masterClrMapping/>
  </p:clrMapOvr>
  <p:transition>
    <p:fade/>
  </p:transition>
</p:sld>
</file>

<file path=ppt/slides/slide2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5EC984-04AF-4951-9E81-A0AB39048135}"/>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868F4C84-9C1D-44EC-946F-01AA0C27AF75}"/>
              </a:ext>
            </a:extLst>
          </p:cNvPr>
          <p:cNvSpPr>
            <a:spLocks noGrp="1"/>
          </p:cNvSpPr>
          <p:nvPr>
            <p:ph type="title"/>
          </p:nvPr>
        </p:nvSpPr>
        <p:spPr/>
        <p:txBody>
          <a:bodyPr/>
          <a:lstStyle/>
          <a:p>
            <a:r>
              <a:rPr lang="en-US"/>
              <a:t>Application Gateway</a:t>
            </a:r>
          </a:p>
        </p:txBody>
      </p:sp>
      <p:sp>
        <p:nvSpPr>
          <p:cNvPr id="7" name="Text Placeholder 2">
            <a:extLst>
              <a:ext uri="{FF2B5EF4-FFF2-40B4-BE49-F238E27FC236}">
                <a16:creationId xmlns:a16="http://schemas.microsoft.com/office/drawing/2014/main" id="{201396AA-DF35-458E-BCAC-1A7D82584363}"/>
              </a:ext>
            </a:extLst>
          </p:cNvPr>
          <p:cNvSpPr txBox="1">
            <a:spLocks/>
          </p:cNvSpPr>
          <p:nvPr/>
        </p:nvSpPr>
        <p:spPr>
          <a:xfrm>
            <a:off x="274638" y="1212849"/>
            <a:ext cx="5770101" cy="5540047"/>
          </a:xfrm>
          <a:prstGeom prst="rect">
            <a:avLst/>
          </a:prstGeom>
        </p:spPr>
        <p:txBody>
          <a:bodyPr lIns="18288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2800" dirty="0">
                <a:gradFill>
                  <a:gsLst>
                    <a:gs pos="3165">
                      <a:schemeClr val="accent4"/>
                    </a:gs>
                    <a:gs pos="35000">
                      <a:schemeClr val="accent4"/>
                    </a:gs>
                  </a:gsLst>
                  <a:lin ang="5400000" scaled="0"/>
                </a:gradFill>
              </a:rPr>
              <a:t>Level 7 routing</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HTTP round robin</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Cookie based session affinity</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Multi-site hosting</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URL based routing</a:t>
            </a:r>
          </a:p>
          <a:p>
            <a:pPr marL="0" indent="0">
              <a:spcBef>
                <a:spcPts val="600"/>
              </a:spcBef>
              <a:spcAft>
                <a:spcPts val="600"/>
              </a:spcAft>
              <a:buNone/>
            </a:pPr>
            <a:r>
              <a:rPr lang="en-US" sz="2800" dirty="0">
                <a:gradFill>
                  <a:gsLst>
                    <a:gs pos="3165">
                      <a:schemeClr val="accent4"/>
                    </a:gs>
                    <a:gs pos="35000">
                      <a:schemeClr val="accent4"/>
                    </a:gs>
                  </a:gsLst>
                  <a:lin ang="5400000" scaled="0"/>
                </a:gradFill>
              </a:rPr>
              <a:t>Security</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SSL termination</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SSL Policy (protocol version and cipher)</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End to end SSL</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Web Application Firewall</a:t>
            </a:r>
          </a:p>
          <a:p>
            <a:pPr marL="0" indent="0">
              <a:spcBef>
                <a:spcPts val="600"/>
              </a:spcBef>
              <a:spcAft>
                <a:spcPts val="600"/>
              </a:spcAft>
              <a:buNone/>
            </a:pPr>
            <a:r>
              <a:rPr lang="en-US" sz="2800" dirty="0">
                <a:gradFill>
                  <a:gsLst>
                    <a:gs pos="3165">
                      <a:schemeClr val="accent4"/>
                    </a:gs>
                    <a:gs pos="35000">
                      <a:schemeClr val="accent4"/>
                    </a:gs>
                  </a:gsLst>
                  <a:lin ang="5400000" scaled="0"/>
                </a:gradFill>
              </a:rPr>
              <a:t>Diagnostics and probes</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Rich diagnostics including access and performance logs, WAF logs, backend health log</a:t>
            </a:r>
          </a:p>
          <a:p>
            <a:pPr marL="234950" lvl="1" indent="-23495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Custom health probes</a:t>
            </a:r>
          </a:p>
        </p:txBody>
      </p:sp>
      <p:cxnSp>
        <p:nvCxnSpPr>
          <p:cNvPr id="13" name="Straight Arrow Connector 11">
            <a:extLst>
              <a:ext uri="{FF2B5EF4-FFF2-40B4-BE49-F238E27FC236}">
                <a16:creationId xmlns:a16="http://schemas.microsoft.com/office/drawing/2014/main" id="{540BDA8B-C7ED-4E50-9562-F531DA10CC4A}"/>
              </a:ext>
            </a:extLst>
          </p:cNvPr>
          <p:cNvCxnSpPr>
            <a:cxnSpLocks/>
            <a:stCxn id="32" idx="3"/>
            <a:endCxn id="12" idx="1"/>
          </p:cNvCxnSpPr>
          <p:nvPr/>
        </p:nvCxnSpPr>
        <p:spPr>
          <a:xfrm>
            <a:off x="9531740" y="3636282"/>
            <a:ext cx="1505918" cy="1840505"/>
          </a:xfrm>
          <a:prstGeom prst="bentConnector3">
            <a:avLst>
              <a:gd name="adj1" fmla="val 50000"/>
            </a:avLst>
          </a:prstGeom>
          <a:solidFill>
            <a:schemeClr val="accent4">
              <a:lumMod val="50000"/>
            </a:schemeClr>
          </a:solidFill>
          <a:ln w="25400">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4" name="Freeform 27">
            <a:extLst>
              <a:ext uri="{FF2B5EF4-FFF2-40B4-BE49-F238E27FC236}">
                <a16:creationId xmlns:a16="http://schemas.microsoft.com/office/drawing/2014/main" id="{8A8D4EDD-32E1-4043-A7B3-1EC028357DCD}"/>
              </a:ext>
            </a:extLst>
          </p:cNvPr>
          <p:cNvSpPr>
            <a:spLocks noChangeAspect="1"/>
          </p:cNvSpPr>
          <p:nvPr/>
        </p:nvSpPr>
        <p:spPr bwMode="black">
          <a:xfrm>
            <a:off x="6654781" y="2769311"/>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cxnSp>
        <p:nvCxnSpPr>
          <p:cNvPr id="15" name="Straight Arrow Connector 14">
            <a:extLst>
              <a:ext uri="{FF2B5EF4-FFF2-40B4-BE49-F238E27FC236}">
                <a16:creationId xmlns:a16="http://schemas.microsoft.com/office/drawing/2014/main" id="{1FA61735-FE94-4185-A5C0-37E922DED231}"/>
              </a:ext>
            </a:extLst>
          </p:cNvPr>
          <p:cNvCxnSpPr/>
          <p:nvPr/>
        </p:nvCxnSpPr>
        <p:spPr>
          <a:xfrm>
            <a:off x="7410618" y="2974579"/>
            <a:ext cx="778699" cy="1719"/>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1575489-3BAA-4B5E-AE3E-5118AEA9465A}"/>
              </a:ext>
            </a:extLst>
          </p:cNvPr>
          <p:cNvSpPr/>
          <p:nvPr/>
        </p:nvSpPr>
        <p:spPr bwMode="auto">
          <a:xfrm>
            <a:off x="11037659" y="2825808"/>
            <a:ext cx="1070185" cy="1522014"/>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cxnSp>
        <p:nvCxnSpPr>
          <p:cNvPr id="17" name="Straight Arrow Connector 34">
            <a:extLst>
              <a:ext uri="{FF2B5EF4-FFF2-40B4-BE49-F238E27FC236}">
                <a16:creationId xmlns:a16="http://schemas.microsoft.com/office/drawing/2014/main" id="{DBE28D38-3221-43F1-B5E7-D7D4A253B2BD}"/>
              </a:ext>
            </a:extLst>
          </p:cNvPr>
          <p:cNvCxnSpPr>
            <a:cxnSpLocks/>
            <a:stCxn id="32" idx="3"/>
            <a:endCxn id="33" idx="1"/>
          </p:cNvCxnSpPr>
          <p:nvPr/>
        </p:nvCxnSpPr>
        <p:spPr>
          <a:xfrm flipV="1">
            <a:off x="9531740" y="2049840"/>
            <a:ext cx="1506279" cy="1586442"/>
          </a:xfrm>
          <a:prstGeom prst="bentConnector3">
            <a:avLst>
              <a:gd name="adj1" fmla="val 50000"/>
            </a:avLst>
          </a:prstGeom>
          <a:ln w="254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59324E3-32F0-495C-81DA-8A4A04D595EF}"/>
              </a:ext>
            </a:extLst>
          </p:cNvPr>
          <p:cNvSpPr txBox="1"/>
          <p:nvPr/>
        </p:nvSpPr>
        <p:spPr>
          <a:xfrm>
            <a:off x="9686933" y="1470956"/>
            <a:ext cx="1106392" cy="276999"/>
          </a:xfrm>
          <a:prstGeom prst="rect">
            <a:avLst/>
          </a:prstGeom>
          <a:noFill/>
        </p:spPr>
        <p:txBody>
          <a:bodyPr wrap="none" rtlCol="0">
            <a:spAutoFit/>
          </a:bodyPr>
          <a:lstStyle/>
          <a:p>
            <a:pPr algn="r" defTabSz="914224">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fabrikam.com</a:t>
            </a:r>
          </a:p>
        </p:txBody>
      </p:sp>
      <p:cxnSp>
        <p:nvCxnSpPr>
          <p:cNvPr id="19" name="Straight Arrow Connector 18">
            <a:extLst>
              <a:ext uri="{FF2B5EF4-FFF2-40B4-BE49-F238E27FC236}">
                <a16:creationId xmlns:a16="http://schemas.microsoft.com/office/drawing/2014/main" id="{04B97259-9B67-4C90-BD33-ECD3F879BC3C}"/>
              </a:ext>
            </a:extLst>
          </p:cNvPr>
          <p:cNvCxnSpPr>
            <a:cxnSpLocks/>
          </p:cNvCxnSpPr>
          <p:nvPr/>
        </p:nvCxnSpPr>
        <p:spPr>
          <a:xfrm flipV="1">
            <a:off x="10240129" y="3618618"/>
            <a:ext cx="797530" cy="14141"/>
          </a:xfrm>
          <a:prstGeom prst="straightConnector1">
            <a:avLst/>
          </a:prstGeom>
          <a:ln w="25400">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20" name="Rectangle 19">
            <a:extLst>
              <a:ext uri="{FF2B5EF4-FFF2-40B4-BE49-F238E27FC236}">
                <a16:creationId xmlns:a16="http://schemas.microsoft.com/office/drawing/2014/main" id="{B9FB3E80-3CB5-47C1-869C-02ACAD4A504C}"/>
              </a:ext>
            </a:extLst>
          </p:cNvPr>
          <p:cNvSpPr/>
          <p:nvPr/>
        </p:nvSpPr>
        <p:spPr>
          <a:xfrm>
            <a:off x="9435595" y="4825852"/>
            <a:ext cx="1426673" cy="276999"/>
          </a:xfrm>
          <a:prstGeom prst="rect">
            <a:avLst/>
          </a:prstGeom>
          <a:solidFill>
            <a:schemeClr val="tx1"/>
          </a:solidFill>
        </p:spPr>
        <p:txBody>
          <a:bodyPr wrap="none" lIns="0" rIns="0">
            <a:spAutoFit/>
          </a:bodyPr>
          <a:lstStyle/>
          <a:p>
            <a:pPr marR="0" lvl="0" indent="0" algn="r" defTabSz="914224" fontAlgn="base">
              <a:lnSpc>
                <a:spcPct val="100000"/>
              </a:lnSpc>
              <a:spcBef>
                <a:spcPct val="0"/>
              </a:spcBef>
              <a:spcAft>
                <a:spcPct val="0"/>
              </a:spcAft>
              <a:buClrTx/>
              <a:buSzTx/>
              <a:buFontTx/>
              <a:buNone/>
              <a:tabLs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contoso.com/video/*</a:t>
            </a:r>
          </a:p>
        </p:txBody>
      </p:sp>
      <p:sp>
        <p:nvSpPr>
          <p:cNvPr id="21" name="TextBox 20">
            <a:extLst>
              <a:ext uri="{FF2B5EF4-FFF2-40B4-BE49-F238E27FC236}">
                <a16:creationId xmlns:a16="http://schemas.microsoft.com/office/drawing/2014/main" id="{640E0822-98F3-4CEE-9972-9B658E7B3B98}"/>
              </a:ext>
            </a:extLst>
          </p:cNvPr>
          <p:cNvSpPr txBox="1"/>
          <p:nvPr/>
        </p:nvSpPr>
        <p:spPr>
          <a:xfrm>
            <a:off x="11037659" y="2863827"/>
            <a:ext cx="1070185" cy="276999"/>
          </a:xfrm>
          <a:prstGeom prst="rect">
            <a:avLst/>
          </a:prstGeom>
          <a:noFill/>
        </p:spPr>
        <p:txBody>
          <a:bodyPr wrap="square" rtlCol="0">
            <a:spAutoFit/>
          </a:bodyPr>
          <a:lstStyle/>
          <a:p>
            <a:pPr algn="ctr" defTabSz="914224">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Videos</a:t>
            </a:r>
          </a:p>
        </p:txBody>
      </p:sp>
      <p:sp>
        <p:nvSpPr>
          <p:cNvPr id="23" name="Rectangle 22">
            <a:extLst>
              <a:ext uri="{FF2B5EF4-FFF2-40B4-BE49-F238E27FC236}">
                <a16:creationId xmlns:a16="http://schemas.microsoft.com/office/drawing/2014/main" id="{EFD7E8B3-6BAD-4059-B169-200649927146}"/>
              </a:ext>
            </a:extLst>
          </p:cNvPr>
          <p:cNvSpPr/>
          <p:nvPr/>
        </p:nvSpPr>
        <p:spPr>
          <a:xfrm>
            <a:off x="9068173" y="5555817"/>
            <a:ext cx="1725152" cy="276999"/>
          </a:xfrm>
          <a:prstGeom prst="rect">
            <a:avLst/>
          </a:prstGeom>
        </p:spPr>
        <p:txBody>
          <a:bodyPr wrap="none">
            <a:spAutoFit/>
          </a:bodyPr>
          <a:lstStyle/>
          <a:p>
            <a:pPr marR="0" lvl="0" indent="0" algn="r" defTabSz="914224" fontAlgn="base">
              <a:lnSpc>
                <a:spcPct val="100000"/>
              </a:lnSpc>
              <a:spcBef>
                <a:spcPct val="0"/>
              </a:spcBef>
              <a:spcAft>
                <a:spcPct val="0"/>
              </a:spcAft>
              <a:buClrTx/>
              <a:buSzTx/>
              <a:buFontTx/>
              <a:buNone/>
              <a:tabLs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contoso.com/images/*</a:t>
            </a:r>
          </a:p>
        </p:txBody>
      </p:sp>
      <p:sp>
        <p:nvSpPr>
          <p:cNvPr id="24" name="Freeform 27">
            <a:extLst>
              <a:ext uri="{FF2B5EF4-FFF2-40B4-BE49-F238E27FC236}">
                <a16:creationId xmlns:a16="http://schemas.microsoft.com/office/drawing/2014/main" id="{CFA9C029-DC1D-4CC4-9543-D65041236DC5}"/>
              </a:ext>
            </a:extLst>
          </p:cNvPr>
          <p:cNvSpPr>
            <a:spLocks noChangeAspect="1"/>
          </p:cNvSpPr>
          <p:nvPr/>
        </p:nvSpPr>
        <p:spPr bwMode="black">
          <a:xfrm>
            <a:off x="6687969" y="4025610"/>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cxnSp>
        <p:nvCxnSpPr>
          <p:cNvPr id="25" name="Straight Arrow Connector 24">
            <a:extLst>
              <a:ext uri="{FF2B5EF4-FFF2-40B4-BE49-F238E27FC236}">
                <a16:creationId xmlns:a16="http://schemas.microsoft.com/office/drawing/2014/main" id="{F71799EC-AB3A-4DEE-B8E4-926B9822409E}"/>
              </a:ext>
            </a:extLst>
          </p:cNvPr>
          <p:cNvCxnSpPr/>
          <p:nvPr/>
        </p:nvCxnSpPr>
        <p:spPr>
          <a:xfrm>
            <a:off x="7414386" y="4229664"/>
            <a:ext cx="778698" cy="874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FE9B434-F8C2-4CE0-B075-8B833FA73BF7}"/>
              </a:ext>
            </a:extLst>
          </p:cNvPr>
          <p:cNvSpPr txBox="1"/>
          <p:nvPr/>
        </p:nvSpPr>
        <p:spPr>
          <a:xfrm>
            <a:off x="6633501" y="4397599"/>
            <a:ext cx="1791904" cy="480131"/>
          </a:xfrm>
          <a:prstGeom prst="rect">
            <a:avLst/>
          </a:prstGeom>
        </p:spPr>
        <p:txBody>
          <a:bodyPr wrap="square" lIns="182880" tIns="146304" rIns="182880" bIns="146304" rtlCol="0">
            <a:spAutoFit/>
          </a:bodyPr>
          <a:lstStyle/>
          <a:p>
            <a:pPr algn="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fabrikam.com</a:t>
            </a:r>
          </a:p>
        </p:txBody>
      </p:sp>
      <p:pic>
        <p:nvPicPr>
          <p:cNvPr id="27" name="Picture 26">
            <a:extLst>
              <a:ext uri="{FF2B5EF4-FFF2-40B4-BE49-F238E27FC236}">
                <a16:creationId xmlns:a16="http://schemas.microsoft.com/office/drawing/2014/main" id="{90F280BE-D8B5-4362-843C-1F83CB0910B3}"/>
              </a:ext>
            </a:extLst>
          </p:cNvPr>
          <p:cNvPicPr>
            <a:picLocks noChangeAspect="1"/>
          </p:cNvPicPr>
          <p:nvPr/>
        </p:nvPicPr>
        <p:blipFill>
          <a:blip r:embed="rId3"/>
          <a:stretch>
            <a:fillRect/>
          </a:stretch>
        </p:blipFill>
        <p:spPr>
          <a:xfrm>
            <a:off x="11389871" y="3284359"/>
            <a:ext cx="365760" cy="365760"/>
          </a:xfrm>
          <a:prstGeom prst="rect">
            <a:avLst/>
          </a:prstGeom>
        </p:spPr>
      </p:pic>
      <p:pic>
        <p:nvPicPr>
          <p:cNvPr id="28" name="Picture 27">
            <a:extLst>
              <a:ext uri="{FF2B5EF4-FFF2-40B4-BE49-F238E27FC236}">
                <a16:creationId xmlns:a16="http://schemas.microsoft.com/office/drawing/2014/main" id="{35BBF41E-0BBF-4613-ABB6-15F0DD758E14}"/>
              </a:ext>
            </a:extLst>
          </p:cNvPr>
          <p:cNvPicPr>
            <a:picLocks noChangeAspect="1"/>
          </p:cNvPicPr>
          <p:nvPr/>
        </p:nvPicPr>
        <p:blipFill>
          <a:blip r:embed="rId3"/>
          <a:stretch>
            <a:fillRect/>
          </a:stretch>
        </p:blipFill>
        <p:spPr>
          <a:xfrm>
            <a:off x="11389871" y="3846545"/>
            <a:ext cx="365760" cy="365760"/>
          </a:xfrm>
          <a:prstGeom prst="rect">
            <a:avLst/>
          </a:prstGeom>
        </p:spPr>
      </p:pic>
      <p:sp>
        <p:nvSpPr>
          <p:cNvPr id="12" name="Rectangle 11">
            <a:extLst>
              <a:ext uri="{FF2B5EF4-FFF2-40B4-BE49-F238E27FC236}">
                <a16:creationId xmlns:a16="http://schemas.microsoft.com/office/drawing/2014/main" id="{5AF5BCA0-3A4A-4088-BA43-8456FA432668}"/>
              </a:ext>
            </a:extLst>
          </p:cNvPr>
          <p:cNvSpPr/>
          <p:nvPr/>
        </p:nvSpPr>
        <p:spPr bwMode="auto">
          <a:xfrm>
            <a:off x="11037658" y="4461410"/>
            <a:ext cx="1070185" cy="2030753"/>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sp>
        <p:nvSpPr>
          <p:cNvPr id="22" name="TextBox 21">
            <a:extLst>
              <a:ext uri="{FF2B5EF4-FFF2-40B4-BE49-F238E27FC236}">
                <a16:creationId xmlns:a16="http://schemas.microsoft.com/office/drawing/2014/main" id="{8A36405A-C834-4977-A4F0-8F4F47DC30CA}"/>
              </a:ext>
            </a:extLst>
          </p:cNvPr>
          <p:cNvSpPr txBox="1"/>
          <p:nvPr/>
        </p:nvSpPr>
        <p:spPr>
          <a:xfrm>
            <a:off x="11005766" y="4482597"/>
            <a:ext cx="1107368" cy="276999"/>
          </a:xfrm>
          <a:prstGeom prst="rect">
            <a:avLst/>
          </a:prstGeom>
          <a:noFill/>
        </p:spPr>
        <p:txBody>
          <a:bodyPr wrap="square" rtlCol="0">
            <a:spAutoFit/>
          </a:bodyPr>
          <a:lstStyle/>
          <a:p>
            <a:pPr marR="0" lvl="0" indent="0" algn="ctr" defTabSz="914224" fontAlgn="auto">
              <a:lnSpc>
                <a:spcPct val="100000"/>
              </a:lnSpc>
              <a:spcBef>
                <a:spcPts val="0"/>
              </a:spcBef>
              <a:spcAft>
                <a:spcPts val="0"/>
              </a:spcAft>
              <a:buClrTx/>
              <a:buSzTx/>
              <a:buFontTx/>
              <a:buNone/>
              <a:tabLst/>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Images</a:t>
            </a:r>
          </a:p>
        </p:txBody>
      </p:sp>
      <p:pic>
        <p:nvPicPr>
          <p:cNvPr id="29" name="Picture 28">
            <a:extLst>
              <a:ext uri="{FF2B5EF4-FFF2-40B4-BE49-F238E27FC236}">
                <a16:creationId xmlns:a16="http://schemas.microsoft.com/office/drawing/2014/main" id="{DE63D4DE-1481-433C-8909-FA781871DEE3}"/>
              </a:ext>
            </a:extLst>
          </p:cNvPr>
          <p:cNvPicPr>
            <a:picLocks noChangeAspect="1"/>
          </p:cNvPicPr>
          <p:nvPr/>
        </p:nvPicPr>
        <p:blipFill>
          <a:blip r:embed="rId3"/>
          <a:stretch>
            <a:fillRect/>
          </a:stretch>
        </p:blipFill>
        <p:spPr>
          <a:xfrm>
            <a:off x="11393222" y="4856853"/>
            <a:ext cx="365760" cy="365760"/>
          </a:xfrm>
          <a:prstGeom prst="rect">
            <a:avLst/>
          </a:prstGeom>
        </p:spPr>
      </p:pic>
      <p:pic>
        <p:nvPicPr>
          <p:cNvPr id="30" name="Picture 29">
            <a:extLst>
              <a:ext uri="{FF2B5EF4-FFF2-40B4-BE49-F238E27FC236}">
                <a16:creationId xmlns:a16="http://schemas.microsoft.com/office/drawing/2014/main" id="{599C2F7C-4B94-4B48-8FA4-F6252BF7101E}"/>
              </a:ext>
            </a:extLst>
          </p:cNvPr>
          <p:cNvPicPr>
            <a:picLocks noChangeAspect="1"/>
          </p:cNvPicPr>
          <p:nvPr/>
        </p:nvPicPr>
        <p:blipFill>
          <a:blip r:embed="rId3"/>
          <a:stretch>
            <a:fillRect/>
          </a:stretch>
        </p:blipFill>
        <p:spPr>
          <a:xfrm>
            <a:off x="11393222" y="5385960"/>
            <a:ext cx="365760" cy="365760"/>
          </a:xfrm>
          <a:prstGeom prst="rect">
            <a:avLst/>
          </a:prstGeom>
        </p:spPr>
      </p:pic>
      <p:pic>
        <p:nvPicPr>
          <p:cNvPr id="31" name="Picture 30">
            <a:extLst>
              <a:ext uri="{FF2B5EF4-FFF2-40B4-BE49-F238E27FC236}">
                <a16:creationId xmlns:a16="http://schemas.microsoft.com/office/drawing/2014/main" id="{955E3089-69FB-4BA3-BACB-3E70AC3B9C35}"/>
              </a:ext>
            </a:extLst>
          </p:cNvPr>
          <p:cNvPicPr>
            <a:picLocks noChangeAspect="1"/>
          </p:cNvPicPr>
          <p:nvPr/>
        </p:nvPicPr>
        <p:blipFill>
          <a:blip r:embed="rId3"/>
          <a:stretch>
            <a:fillRect/>
          </a:stretch>
        </p:blipFill>
        <p:spPr>
          <a:xfrm>
            <a:off x="11393222" y="5915066"/>
            <a:ext cx="365760" cy="365760"/>
          </a:xfrm>
          <a:prstGeom prst="rect">
            <a:avLst/>
          </a:prstGeom>
        </p:spPr>
      </p:pic>
      <p:sp>
        <p:nvSpPr>
          <p:cNvPr id="11" name="TextBox 10">
            <a:extLst>
              <a:ext uri="{FF2B5EF4-FFF2-40B4-BE49-F238E27FC236}">
                <a16:creationId xmlns:a16="http://schemas.microsoft.com/office/drawing/2014/main" id="{853EAB91-3629-4628-9320-C67CBD653932}"/>
              </a:ext>
            </a:extLst>
          </p:cNvPr>
          <p:cNvSpPr txBox="1"/>
          <p:nvPr/>
        </p:nvSpPr>
        <p:spPr>
          <a:xfrm>
            <a:off x="6633501" y="3034736"/>
            <a:ext cx="1791904" cy="480131"/>
          </a:xfrm>
          <a:prstGeom prst="rect">
            <a:avLst/>
          </a:prstGeom>
        </p:spPr>
        <p:txBody>
          <a:bodyPr wrap="square" lIns="182880" tIns="146304" rIns="182880" bIns="146304" rtlCol="0">
            <a:spAutoFit/>
          </a:bodyPr>
          <a:lstStyle/>
          <a:p>
            <a:pPr algn="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a:t>
            </a:r>
          </a:p>
        </p:txBody>
      </p:sp>
      <p:sp>
        <p:nvSpPr>
          <p:cNvPr id="33" name="Rectangle 32">
            <a:extLst>
              <a:ext uri="{FF2B5EF4-FFF2-40B4-BE49-F238E27FC236}">
                <a16:creationId xmlns:a16="http://schemas.microsoft.com/office/drawing/2014/main" id="{2933422F-F922-4310-AC74-F7800880D0A8}"/>
              </a:ext>
            </a:extLst>
          </p:cNvPr>
          <p:cNvSpPr/>
          <p:nvPr/>
        </p:nvSpPr>
        <p:spPr bwMode="auto">
          <a:xfrm>
            <a:off x="11038019" y="1470956"/>
            <a:ext cx="1069465" cy="1157767"/>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chemeClr val="tx1"/>
              </a:solidFill>
              <a:effectLst/>
              <a:uLnTx/>
              <a:uFillTx/>
              <a:latin typeface="+mn-lt"/>
              <a:ea typeface="+mn-ea"/>
              <a:cs typeface="+mn-cs"/>
            </a:endParaRPr>
          </a:p>
        </p:txBody>
      </p:sp>
      <p:pic>
        <p:nvPicPr>
          <p:cNvPr id="37" name="Picture 36">
            <a:extLst>
              <a:ext uri="{FF2B5EF4-FFF2-40B4-BE49-F238E27FC236}">
                <a16:creationId xmlns:a16="http://schemas.microsoft.com/office/drawing/2014/main" id="{33C54290-2E8E-4DAB-BEBD-3AAE2F16ED1C}"/>
              </a:ext>
            </a:extLst>
          </p:cNvPr>
          <p:cNvPicPr>
            <a:picLocks noChangeAspect="1"/>
          </p:cNvPicPr>
          <p:nvPr/>
        </p:nvPicPr>
        <p:blipFill>
          <a:blip r:embed="rId3"/>
          <a:stretch>
            <a:fillRect/>
          </a:stretch>
        </p:blipFill>
        <p:spPr>
          <a:xfrm>
            <a:off x="11389871" y="2150184"/>
            <a:ext cx="365760" cy="365760"/>
          </a:xfrm>
          <a:prstGeom prst="rect">
            <a:avLst/>
          </a:prstGeom>
        </p:spPr>
      </p:pic>
      <p:pic>
        <p:nvPicPr>
          <p:cNvPr id="38" name="Picture 37">
            <a:extLst>
              <a:ext uri="{FF2B5EF4-FFF2-40B4-BE49-F238E27FC236}">
                <a16:creationId xmlns:a16="http://schemas.microsoft.com/office/drawing/2014/main" id="{68E16C3A-53F7-4BBA-8CDD-9FC1C3DEF062}"/>
              </a:ext>
            </a:extLst>
          </p:cNvPr>
          <p:cNvPicPr>
            <a:picLocks noChangeAspect="1"/>
          </p:cNvPicPr>
          <p:nvPr/>
        </p:nvPicPr>
        <p:blipFill>
          <a:blip r:embed="rId3"/>
          <a:stretch>
            <a:fillRect/>
          </a:stretch>
        </p:blipFill>
        <p:spPr>
          <a:xfrm>
            <a:off x="11389871" y="1655184"/>
            <a:ext cx="365760" cy="365760"/>
          </a:xfrm>
          <a:prstGeom prst="rect">
            <a:avLst/>
          </a:prstGeom>
        </p:spPr>
      </p:pic>
      <p:sp>
        <p:nvSpPr>
          <p:cNvPr id="32" name="Rectangle 31">
            <a:extLst>
              <a:ext uri="{FF2B5EF4-FFF2-40B4-BE49-F238E27FC236}">
                <a16:creationId xmlns:a16="http://schemas.microsoft.com/office/drawing/2014/main" id="{D8C3FEFA-3E93-4E15-8DF3-B513500D420B}"/>
              </a:ext>
            </a:extLst>
          </p:cNvPr>
          <p:cNvSpPr/>
          <p:nvPr/>
        </p:nvSpPr>
        <p:spPr bwMode="auto">
          <a:xfrm>
            <a:off x="8368474" y="2620905"/>
            <a:ext cx="1163266" cy="2030753"/>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sp>
        <p:nvSpPr>
          <p:cNvPr id="36" name="TextBox 35">
            <a:extLst>
              <a:ext uri="{FF2B5EF4-FFF2-40B4-BE49-F238E27FC236}">
                <a16:creationId xmlns:a16="http://schemas.microsoft.com/office/drawing/2014/main" id="{A70175F1-98A5-4097-A6FF-F0A75623E54B}"/>
              </a:ext>
            </a:extLst>
          </p:cNvPr>
          <p:cNvSpPr txBox="1"/>
          <p:nvPr/>
        </p:nvSpPr>
        <p:spPr>
          <a:xfrm>
            <a:off x="8430356" y="2725315"/>
            <a:ext cx="1162533" cy="461665"/>
          </a:xfrm>
          <a:prstGeom prst="rect">
            <a:avLst/>
          </a:prstGeom>
          <a:noFill/>
        </p:spPr>
        <p:txBody>
          <a:bodyPr wrap="square" rtlCol="0">
            <a:spAutoFit/>
          </a:bodyPr>
          <a:lstStyle/>
          <a:p>
            <a:pPr algn="ctr" defTabSz="914224">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Application Gateway</a:t>
            </a:r>
          </a:p>
        </p:txBody>
      </p:sp>
      <p:sp>
        <p:nvSpPr>
          <p:cNvPr id="3" name="Isosceles Triangle 2">
            <a:extLst>
              <a:ext uri="{FF2B5EF4-FFF2-40B4-BE49-F238E27FC236}">
                <a16:creationId xmlns:a16="http://schemas.microsoft.com/office/drawing/2014/main" id="{7398EA5D-BF22-404C-A29D-158C34B6A7A0}"/>
              </a:ext>
            </a:extLst>
          </p:cNvPr>
          <p:cNvSpPr/>
          <p:nvPr/>
        </p:nvSpPr>
        <p:spPr bwMode="auto">
          <a:xfrm rot="2709730">
            <a:off x="10514867" y="-2371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E97300C1-D993-4B0D-9338-6CA9601B68E1}"/>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a:extLst>
              <a:ext uri="{FF2B5EF4-FFF2-40B4-BE49-F238E27FC236}">
                <a16:creationId xmlns:a16="http://schemas.microsoft.com/office/drawing/2014/main" id="{4420254D-057C-4C69-8931-021180E8E09F}"/>
              </a:ext>
            </a:extLst>
          </p:cNvPr>
          <p:cNvSpPr txBox="1"/>
          <p:nvPr/>
        </p:nvSpPr>
        <p:spPr>
          <a:xfrm rot="2697948">
            <a:off x="10618257" y="504519"/>
            <a:ext cx="1910651"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OVERVIEW</a:t>
            </a:r>
          </a:p>
        </p:txBody>
      </p:sp>
      <p:sp>
        <p:nvSpPr>
          <p:cNvPr id="40" name="Freeform 5">
            <a:extLst>
              <a:ext uri="{FF2B5EF4-FFF2-40B4-BE49-F238E27FC236}">
                <a16:creationId xmlns:a16="http://schemas.microsoft.com/office/drawing/2014/main" id="{834A6D80-DED1-4091-90E8-EE978B7E616C}"/>
              </a:ext>
            </a:extLst>
          </p:cNvPr>
          <p:cNvSpPr>
            <a:spLocks noEditPoints="1"/>
          </p:cNvSpPr>
          <p:nvPr/>
        </p:nvSpPr>
        <p:spPr bwMode="auto">
          <a:xfrm>
            <a:off x="8430793" y="3447831"/>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35591168"/>
      </p:ext>
    </p:extLst>
  </p:cSld>
  <p:clrMapOvr>
    <a:masterClrMapping/>
  </p:clrMapOvr>
  <p:transition>
    <p:fade/>
  </p:transition>
</p:sld>
</file>

<file path=ppt/slides/slide26.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9733BB06-AB86-430C-8C5B-12CB5D983386}"/>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normAutofit/>
          </a:bodyPr>
          <a:lstStyle/>
          <a:p>
            <a:r>
              <a:rPr lang="en-US" sz="4488" dirty="0">
                <a:solidFill>
                  <a:schemeClr val="tx1"/>
                </a:solidFill>
              </a:rPr>
              <a:t>Enhanced connectivity </a:t>
            </a:r>
          </a:p>
        </p:txBody>
      </p:sp>
      <p:sp>
        <p:nvSpPr>
          <p:cNvPr id="3" name="Cloud 2"/>
          <p:cNvSpPr/>
          <p:nvPr/>
        </p:nvSpPr>
        <p:spPr>
          <a:xfrm>
            <a:off x="10602068" y="4771315"/>
            <a:ext cx="1510397" cy="867711"/>
          </a:xfrm>
          <a:prstGeom prst="cloud">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p>
            <a:pPr algn="ctr" defTabSz="914224" fontAlgn="base">
              <a:spcBef>
                <a:spcPct val="0"/>
              </a:spcBef>
              <a:spcAft>
                <a:spcPct val="0"/>
              </a:spcAft>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On-</a:t>
            </a:r>
            <a:r>
              <a:rPr lang="en-US" sz="1200" kern="0" dirty="0" err="1">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oremise</a:t>
            </a: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 VM</a:t>
            </a:r>
          </a:p>
        </p:txBody>
      </p:sp>
      <p:cxnSp>
        <p:nvCxnSpPr>
          <p:cNvPr id="26" name="Straight Arrow Connector 25"/>
          <p:cNvCxnSpPr>
            <a:cxnSpLocks/>
            <a:endCxn id="14" idx="1"/>
          </p:cNvCxnSpPr>
          <p:nvPr/>
        </p:nvCxnSpPr>
        <p:spPr>
          <a:xfrm flipV="1">
            <a:off x="9605453" y="3084122"/>
            <a:ext cx="1018660" cy="751302"/>
          </a:xfrm>
          <a:prstGeom prst="straightConnector1">
            <a:avLst/>
          </a:prstGeom>
          <a:ln w="41275">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a:cxnSpLocks/>
            <a:endCxn id="13" idx="1"/>
          </p:cNvCxnSpPr>
          <p:nvPr/>
        </p:nvCxnSpPr>
        <p:spPr>
          <a:xfrm>
            <a:off x="8121641" y="2948989"/>
            <a:ext cx="1154019" cy="135133"/>
          </a:xfrm>
          <a:prstGeom prst="straightConnector1">
            <a:avLst/>
          </a:prstGeom>
          <a:ln w="41275">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p:cNvCxnSpPr>
            <a:cxnSpLocks/>
            <a:endCxn id="28" idx="1"/>
          </p:cNvCxnSpPr>
          <p:nvPr/>
        </p:nvCxnSpPr>
        <p:spPr>
          <a:xfrm>
            <a:off x="6701353" y="1996523"/>
            <a:ext cx="1022184" cy="1087599"/>
          </a:xfrm>
          <a:prstGeom prst="straightConnector1">
            <a:avLst/>
          </a:prstGeom>
          <a:ln w="28575">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66" name="TextBox 65"/>
          <p:cNvSpPr txBox="1"/>
          <p:nvPr/>
        </p:nvSpPr>
        <p:spPr>
          <a:xfrm>
            <a:off x="242310" y="1515144"/>
            <a:ext cx="5680016" cy="5426101"/>
          </a:xfrm>
          <a:prstGeom prst="rect">
            <a:avLst/>
          </a:prstGeom>
          <a:noFill/>
        </p:spPr>
        <p:txBody>
          <a:bodyPr wrap="none" lIns="182880" tIns="146304" rIns="182880" bIns="146304" rtlCol="0">
            <a:spAutoFit/>
          </a:bodyPr>
          <a:lstStyle/>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Round robin HTTP load distribution</a:t>
            </a:r>
          </a:p>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Backend choices </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VMs via NICs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Internal IP </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External Public IP</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VMSS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Azure Web Apps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Containers</a:t>
            </a:r>
          </a:p>
          <a:p>
            <a:pPr marL="0" lvl="1">
              <a:lnSpc>
                <a:spcPct val="90000"/>
              </a:lnSpc>
              <a:spcBef>
                <a:spcPct val="20000"/>
              </a:spcBef>
              <a:buSzPct val="90000"/>
            </a:pPr>
            <a:endPar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endParaRPr>
          </a:p>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Connectivity Options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VMs in same </a:t>
            </a:r>
            <a:r>
              <a:rPr lang="en-US" sz="1600" dirty="0" err="1">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VNet</a:t>
            </a:r>
            <a:endPar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endParaRP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VMs across connected </a:t>
            </a:r>
            <a:r>
              <a:rPr lang="en-US" sz="1600" dirty="0" err="1">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VNets</a:t>
            </a:r>
            <a:endPar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endParaRP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Cloud services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Hybrid connectivity to on premises VMs</a:t>
            </a:r>
          </a:p>
          <a:p>
            <a:pPr marL="234950" lvl="1" indent="-234950">
              <a:lnSpc>
                <a:spcPct val="90000"/>
              </a:lnSpc>
              <a:spcBef>
                <a:spcPct val="20000"/>
              </a:spcBef>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External servers</a:t>
            </a:r>
          </a:p>
          <a:p>
            <a:pPr>
              <a:lnSpc>
                <a:spcPct val="90000"/>
              </a:lnSpc>
              <a:spcAft>
                <a:spcPts val="600"/>
              </a:spcAft>
            </a:pPr>
            <a:endParaRPr lang="en-US" sz="2400" dirty="0"/>
          </a:p>
        </p:txBody>
      </p:sp>
      <p:sp>
        <p:nvSpPr>
          <p:cNvPr id="38" name="globe_2">
            <a:extLst>
              <a:ext uri="{FF2B5EF4-FFF2-40B4-BE49-F238E27FC236}">
                <a16:creationId xmlns:a16="http://schemas.microsoft.com/office/drawing/2014/main" id="{B9D60438-F4BE-40BE-8F2F-9D9C83A7D8EE}"/>
              </a:ext>
            </a:extLst>
          </p:cNvPr>
          <p:cNvSpPr>
            <a:spLocks noChangeAspect="1" noEditPoints="1"/>
          </p:cNvSpPr>
          <p:nvPr/>
        </p:nvSpPr>
        <p:spPr bwMode="auto">
          <a:xfrm>
            <a:off x="9029199" y="614822"/>
            <a:ext cx="481935" cy="481935"/>
          </a:xfrm>
          <a:custGeom>
            <a:avLst/>
            <a:gdLst>
              <a:gd name="T0" fmla="*/ 0 w 335"/>
              <a:gd name="T1" fmla="*/ 168 h 335"/>
              <a:gd name="T2" fmla="*/ 168 w 335"/>
              <a:gd name="T3" fmla="*/ 0 h 335"/>
              <a:gd name="T4" fmla="*/ 335 w 335"/>
              <a:gd name="T5" fmla="*/ 168 h 335"/>
              <a:gd name="T6" fmla="*/ 168 w 335"/>
              <a:gd name="T7" fmla="*/ 335 h 335"/>
              <a:gd name="T8" fmla="*/ 0 w 335"/>
              <a:gd name="T9" fmla="*/ 168 h 335"/>
              <a:gd name="T10" fmla="*/ 168 w 335"/>
              <a:gd name="T11" fmla="*/ 335 h 335"/>
              <a:gd name="T12" fmla="*/ 253 w 335"/>
              <a:gd name="T13" fmla="*/ 168 h 335"/>
              <a:gd name="T14" fmla="*/ 168 w 335"/>
              <a:gd name="T15" fmla="*/ 0 h 335"/>
              <a:gd name="T16" fmla="*/ 82 w 335"/>
              <a:gd name="T17" fmla="*/ 168 h 335"/>
              <a:gd name="T18" fmla="*/ 168 w 335"/>
              <a:gd name="T19" fmla="*/ 335 h 335"/>
              <a:gd name="T20" fmla="*/ 8 w 335"/>
              <a:gd name="T21" fmla="*/ 116 h 335"/>
              <a:gd name="T22" fmla="*/ 327 w 335"/>
              <a:gd name="T23" fmla="*/ 116 h 335"/>
              <a:gd name="T24" fmla="*/ 9 w 335"/>
              <a:gd name="T25" fmla="*/ 221 h 335"/>
              <a:gd name="T26" fmla="*/ 326 w 335"/>
              <a:gd name="T27" fmla="*/ 22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335">
                <a:moveTo>
                  <a:pt x="0" y="168"/>
                </a:moveTo>
                <a:cubicBezTo>
                  <a:pt x="0" y="75"/>
                  <a:pt x="75" y="0"/>
                  <a:pt x="168" y="0"/>
                </a:cubicBezTo>
                <a:cubicBezTo>
                  <a:pt x="260" y="0"/>
                  <a:pt x="335" y="75"/>
                  <a:pt x="335" y="168"/>
                </a:cubicBezTo>
                <a:cubicBezTo>
                  <a:pt x="335" y="260"/>
                  <a:pt x="260" y="335"/>
                  <a:pt x="168" y="335"/>
                </a:cubicBezTo>
                <a:cubicBezTo>
                  <a:pt x="75" y="335"/>
                  <a:pt x="0" y="260"/>
                  <a:pt x="0" y="168"/>
                </a:cubicBezTo>
                <a:close/>
                <a:moveTo>
                  <a:pt x="168" y="335"/>
                </a:moveTo>
                <a:cubicBezTo>
                  <a:pt x="215" y="335"/>
                  <a:pt x="253" y="260"/>
                  <a:pt x="253" y="168"/>
                </a:cubicBezTo>
                <a:cubicBezTo>
                  <a:pt x="253" y="75"/>
                  <a:pt x="215" y="0"/>
                  <a:pt x="168" y="0"/>
                </a:cubicBezTo>
                <a:cubicBezTo>
                  <a:pt x="120" y="0"/>
                  <a:pt x="82" y="75"/>
                  <a:pt x="82" y="168"/>
                </a:cubicBezTo>
                <a:cubicBezTo>
                  <a:pt x="82" y="260"/>
                  <a:pt x="120" y="335"/>
                  <a:pt x="168" y="335"/>
                </a:cubicBezTo>
                <a:close/>
                <a:moveTo>
                  <a:pt x="8" y="116"/>
                </a:moveTo>
                <a:cubicBezTo>
                  <a:pt x="327" y="116"/>
                  <a:pt x="327" y="116"/>
                  <a:pt x="327" y="116"/>
                </a:cubicBezTo>
                <a:moveTo>
                  <a:pt x="9" y="221"/>
                </a:moveTo>
                <a:cubicBezTo>
                  <a:pt x="326" y="221"/>
                  <a:pt x="326" y="221"/>
                  <a:pt x="326" y="221"/>
                </a:cubicBezTo>
              </a:path>
            </a:pathLst>
          </a:custGeom>
          <a:noFill/>
          <a:ln w="25400"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gradFill>
                <a:gsLst>
                  <a:gs pos="0">
                    <a:srgbClr val="505050"/>
                  </a:gs>
                  <a:gs pos="100000">
                    <a:srgbClr val="505050"/>
                  </a:gs>
                </a:gsLst>
              </a:gradFill>
              <a:effectLst/>
              <a:uLnTx/>
              <a:uFillTx/>
              <a:latin typeface="Segoe UI Semilight"/>
              <a:ea typeface="+mn-ea"/>
              <a:cs typeface="+mn-cs"/>
            </a:endParaRPr>
          </a:p>
        </p:txBody>
      </p:sp>
      <p:sp>
        <p:nvSpPr>
          <p:cNvPr id="40" name="TextBox 39">
            <a:extLst>
              <a:ext uri="{FF2B5EF4-FFF2-40B4-BE49-F238E27FC236}">
                <a16:creationId xmlns:a16="http://schemas.microsoft.com/office/drawing/2014/main" id="{EAA7CCAA-FF9A-44F3-A7FC-836565E679A5}"/>
              </a:ext>
            </a:extLst>
          </p:cNvPr>
          <p:cNvSpPr txBox="1"/>
          <p:nvPr/>
        </p:nvSpPr>
        <p:spPr>
          <a:xfrm>
            <a:off x="9792768" y="717289"/>
            <a:ext cx="622286" cy="276999"/>
          </a:xfrm>
          <a:prstGeom prst="rect">
            <a:avLst/>
          </a:prstGeom>
          <a:noFill/>
        </p:spPr>
        <p:txBody>
          <a:bodyPr wrap="none" rtlCol="0">
            <a:spAutoFit/>
          </a:bodyPr>
          <a:lstStyle/>
          <a:p>
            <a:pPr algn="r" defTabSz="914224">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HTTPS</a:t>
            </a:r>
          </a:p>
        </p:txBody>
      </p:sp>
      <p:sp>
        <p:nvSpPr>
          <p:cNvPr id="41" name="Rectangle 40">
            <a:extLst>
              <a:ext uri="{FF2B5EF4-FFF2-40B4-BE49-F238E27FC236}">
                <a16:creationId xmlns:a16="http://schemas.microsoft.com/office/drawing/2014/main" id="{106C1A4F-EC2B-4BC9-AFD6-EF16AB4D6D3B}"/>
              </a:ext>
            </a:extLst>
          </p:cNvPr>
          <p:cNvSpPr/>
          <p:nvPr/>
        </p:nvSpPr>
        <p:spPr bwMode="auto">
          <a:xfrm>
            <a:off x="6561057" y="1563474"/>
            <a:ext cx="5418218" cy="2030753"/>
          </a:xfrm>
          <a:prstGeom prst="rect">
            <a:avLst/>
          </a:prstGeom>
          <a:solidFill>
            <a:schemeClr val="tx1">
              <a:lumMod val="95000"/>
            </a:schemeClr>
          </a:solidFill>
          <a:ln w="28575">
            <a:solidFill>
              <a:schemeClr val="accent5"/>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182880" rIns="0" bIns="47558" numCol="1" rtlCol="0" anchor="t"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VNET 1</a:t>
            </a:r>
          </a:p>
        </p:txBody>
      </p:sp>
      <p:cxnSp>
        <p:nvCxnSpPr>
          <p:cNvPr id="24" name="Straight Arrow Connector 23">
            <a:extLst>
              <a:ext uri="{FF2B5EF4-FFF2-40B4-BE49-F238E27FC236}">
                <a16:creationId xmlns:a16="http://schemas.microsoft.com/office/drawing/2014/main" id="{87B5611D-8C30-4747-9A41-38F69C53A435}"/>
              </a:ext>
            </a:extLst>
          </p:cNvPr>
          <p:cNvCxnSpPr>
            <a:endCxn id="41" idx="0"/>
          </p:cNvCxnSpPr>
          <p:nvPr/>
        </p:nvCxnSpPr>
        <p:spPr>
          <a:xfrm>
            <a:off x="9254359" y="1229710"/>
            <a:ext cx="0" cy="425669"/>
          </a:xfrm>
          <a:prstGeom prst="straightConnector1">
            <a:avLst/>
          </a:prstGeom>
          <a:ln w="25400">
            <a:solidFill>
              <a:schemeClr val="bg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8" name="Oval 17"/>
          <p:cNvSpPr/>
          <p:nvPr/>
        </p:nvSpPr>
        <p:spPr bwMode="auto">
          <a:xfrm>
            <a:off x="6745233" y="2703428"/>
            <a:ext cx="731520" cy="731520"/>
          </a:xfrm>
          <a:prstGeom prst="ellipse">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Cloud Service</a:t>
            </a:r>
          </a:p>
        </p:txBody>
      </p:sp>
      <p:sp>
        <p:nvSpPr>
          <p:cNvPr id="14" name="Rectangle 13"/>
          <p:cNvSpPr/>
          <p:nvPr/>
        </p:nvSpPr>
        <p:spPr bwMode="auto">
          <a:xfrm>
            <a:off x="10624113" y="2855522"/>
            <a:ext cx="1097280" cy="457200"/>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VM1</a:t>
            </a:r>
          </a:p>
          <a:p>
            <a:pPr algn="ctr" defTabSz="914224" fontAlgn="base">
              <a:spcBef>
                <a:spcPct val="0"/>
              </a:spcBef>
              <a:spcAft>
                <a:spcPct val="0"/>
              </a:spcAft>
            </a:pPr>
            <a:endPar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37" name="TextBox 36"/>
          <p:cNvSpPr txBox="1"/>
          <p:nvPr/>
        </p:nvSpPr>
        <p:spPr>
          <a:xfrm>
            <a:off x="9792768" y="1824671"/>
            <a:ext cx="1152981" cy="461665"/>
          </a:xfrm>
          <a:prstGeom prst="rect">
            <a:avLst/>
          </a:prstGeom>
          <a:noFill/>
        </p:spPr>
        <p:txBody>
          <a:bodyPr wrap="square" rtlCol="0">
            <a:spAutoFit/>
          </a:bodyPr>
          <a:lstStyle/>
          <a:p>
            <a:pPr marR="0" lvl="0" indent="0" algn="ctr" defTabSz="914224" fontAlgn="base">
              <a:lnSpc>
                <a:spcPct val="100000"/>
              </a:lnSpc>
              <a:spcBef>
                <a:spcPct val="0"/>
              </a:spcBef>
              <a:spcAft>
                <a:spcPct val="0"/>
              </a:spcAft>
              <a:buClrTx/>
              <a:buSzTx/>
              <a:buFontTx/>
              <a:buNone/>
              <a:tabLst/>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Application Gateway</a:t>
            </a:r>
          </a:p>
        </p:txBody>
      </p:sp>
      <p:sp>
        <p:nvSpPr>
          <p:cNvPr id="44" name="Oval 43">
            <a:extLst>
              <a:ext uri="{FF2B5EF4-FFF2-40B4-BE49-F238E27FC236}">
                <a16:creationId xmlns:a16="http://schemas.microsoft.com/office/drawing/2014/main" id="{4C4F7024-E2BA-4ED9-A739-2E852AFB3475}"/>
              </a:ext>
            </a:extLst>
          </p:cNvPr>
          <p:cNvSpPr/>
          <p:nvPr/>
        </p:nvSpPr>
        <p:spPr bwMode="auto">
          <a:xfrm>
            <a:off x="6659136" y="4823926"/>
            <a:ext cx="903714" cy="910124"/>
          </a:xfrm>
          <a:prstGeom prst="ellipse">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Cloud Service</a:t>
            </a:r>
          </a:p>
        </p:txBody>
      </p:sp>
      <p:cxnSp>
        <p:nvCxnSpPr>
          <p:cNvPr id="34" name="Connector: Elbow 33">
            <a:extLst>
              <a:ext uri="{FF2B5EF4-FFF2-40B4-BE49-F238E27FC236}">
                <a16:creationId xmlns:a16="http://schemas.microsoft.com/office/drawing/2014/main" id="{71C5471B-6D17-4D28-A00C-6A19DD348881}"/>
              </a:ext>
            </a:extLst>
          </p:cNvPr>
          <p:cNvCxnSpPr/>
          <p:nvPr/>
        </p:nvCxnSpPr>
        <p:spPr>
          <a:xfrm rot="10800000" flipV="1">
            <a:off x="8245070" y="2383942"/>
            <a:ext cx="546283" cy="442077"/>
          </a:xfrm>
          <a:prstGeom prst="bentConnector2">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69FCA21A-9790-4E89-BAB1-A97A3AAC8BE0}"/>
              </a:ext>
            </a:extLst>
          </p:cNvPr>
          <p:cNvCxnSpPr>
            <a:endCxn id="14" idx="0"/>
          </p:cNvCxnSpPr>
          <p:nvPr/>
        </p:nvCxnSpPr>
        <p:spPr>
          <a:xfrm>
            <a:off x="9675877" y="2383942"/>
            <a:ext cx="1496876" cy="471580"/>
          </a:xfrm>
          <a:prstGeom prst="bentConnector2">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45BFBFA2-0388-4F98-A8D7-9775756B7EDE}"/>
              </a:ext>
            </a:extLst>
          </p:cNvPr>
          <p:cNvCxnSpPr>
            <a:cxnSpLocks/>
          </p:cNvCxnSpPr>
          <p:nvPr/>
        </p:nvCxnSpPr>
        <p:spPr>
          <a:xfrm>
            <a:off x="9178230" y="3882980"/>
            <a:ext cx="2185693" cy="965503"/>
          </a:xfrm>
          <a:prstGeom prst="bentConnector2">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5A541316-5C81-4E52-A3B2-C7D74E74BB12}"/>
              </a:ext>
            </a:extLst>
          </p:cNvPr>
          <p:cNvCxnSpPr>
            <a:cxnSpLocks/>
          </p:cNvCxnSpPr>
          <p:nvPr/>
        </p:nvCxnSpPr>
        <p:spPr>
          <a:xfrm rot="10800000" flipV="1">
            <a:off x="7081577" y="3891152"/>
            <a:ext cx="2094304" cy="887070"/>
          </a:xfrm>
          <a:prstGeom prst="bentConnector3">
            <a:avLst>
              <a:gd name="adj1" fmla="val 99811"/>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bwMode="auto">
          <a:xfrm>
            <a:off x="7723537" y="2855522"/>
            <a:ext cx="1097280" cy="457200"/>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VM3</a:t>
            </a:r>
          </a:p>
          <a:p>
            <a:pPr algn="ctr" defTabSz="914224" fontAlgn="base">
              <a:spcBef>
                <a:spcPct val="0"/>
              </a:spcBef>
              <a:spcAft>
                <a:spcPct val="0"/>
              </a:spcAft>
            </a:pPr>
            <a:endPar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13" name="Rectangle 12"/>
          <p:cNvSpPr/>
          <p:nvPr/>
        </p:nvSpPr>
        <p:spPr bwMode="auto">
          <a:xfrm>
            <a:off x="9275660" y="2855522"/>
            <a:ext cx="1097280" cy="457200"/>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VM2</a:t>
            </a:r>
          </a:p>
          <a:p>
            <a:pPr algn="ctr" defTabSz="914224" fontAlgn="base">
              <a:spcBef>
                <a:spcPct val="0"/>
              </a:spcBef>
              <a:spcAft>
                <a:spcPct val="0"/>
              </a:spcAft>
            </a:pPr>
            <a:endPar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46" name="Rectangle 45">
            <a:extLst>
              <a:ext uri="{FF2B5EF4-FFF2-40B4-BE49-F238E27FC236}">
                <a16:creationId xmlns:a16="http://schemas.microsoft.com/office/drawing/2014/main" id="{636613A5-56FB-49AA-A418-DEBD2834E83C}"/>
              </a:ext>
            </a:extLst>
          </p:cNvPr>
          <p:cNvSpPr/>
          <p:nvPr/>
        </p:nvSpPr>
        <p:spPr bwMode="auto">
          <a:xfrm>
            <a:off x="8150681" y="4469637"/>
            <a:ext cx="2046287" cy="1296213"/>
          </a:xfrm>
          <a:prstGeom prst="rect">
            <a:avLst/>
          </a:prstGeom>
          <a:solidFill>
            <a:schemeClr val="tx1">
              <a:lumMod val="95000"/>
            </a:schemeClr>
          </a:solidFill>
          <a:ln w="28575">
            <a:solidFill>
              <a:schemeClr val="accent5"/>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182880" rIns="0" bIns="47558" numCol="1" rtlCol="0" anchor="t"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VNET 2</a:t>
            </a:r>
          </a:p>
          <a:p>
            <a:pPr algn="ctr" defTabSz="914224" fontAlgn="base">
              <a:spcBef>
                <a:spcPct val="0"/>
              </a:spcBef>
              <a:spcAft>
                <a:spcPct val="0"/>
              </a:spcAft>
            </a:pPr>
            <a:endPar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47" name="Rectangle 46">
            <a:extLst>
              <a:ext uri="{FF2B5EF4-FFF2-40B4-BE49-F238E27FC236}">
                <a16:creationId xmlns:a16="http://schemas.microsoft.com/office/drawing/2014/main" id="{A4B64899-1F29-430A-A8B6-CD0D21E7B1C7}"/>
              </a:ext>
            </a:extLst>
          </p:cNvPr>
          <p:cNvSpPr/>
          <p:nvPr/>
        </p:nvSpPr>
        <p:spPr bwMode="auto">
          <a:xfrm>
            <a:off x="8607787" y="5021894"/>
            <a:ext cx="1097280" cy="457200"/>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VM4</a:t>
            </a:r>
          </a:p>
          <a:p>
            <a:pPr algn="ctr" defTabSz="914224" fontAlgn="base">
              <a:spcBef>
                <a:spcPct val="0"/>
              </a:spcBef>
              <a:spcAft>
                <a:spcPct val="0"/>
              </a:spcAft>
            </a:pPr>
            <a:endPar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31" name="Freeform 5">
            <a:extLst>
              <a:ext uri="{FF2B5EF4-FFF2-40B4-BE49-F238E27FC236}">
                <a16:creationId xmlns:a16="http://schemas.microsoft.com/office/drawing/2014/main" id="{834A6D80-DED1-4091-90E8-EE978B7E616C}"/>
              </a:ext>
            </a:extLst>
          </p:cNvPr>
          <p:cNvSpPr>
            <a:spLocks noEditPoints="1"/>
          </p:cNvSpPr>
          <p:nvPr/>
        </p:nvSpPr>
        <p:spPr bwMode="auto">
          <a:xfrm>
            <a:off x="8820817" y="1945396"/>
            <a:ext cx="825596" cy="86809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0" name="Straight Arrow Connector 9"/>
          <p:cNvCxnSpPr/>
          <p:nvPr/>
        </p:nvCxnSpPr>
        <p:spPr>
          <a:xfrm flipV="1">
            <a:off x="8397025" y="3882980"/>
            <a:ext cx="0" cy="590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33">
            <a:extLst>
              <a:ext uri="{FF2B5EF4-FFF2-40B4-BE49-F238E27FC236}">
                <a16:creationId xmlns:a16="http://schemas.microsoft.com/office/drawing/2014/main" id="{71C5471B-6D17-4D28-A00C-6A19DD348881}"/>
              </a:ext>
            </a:extLst>
          </p:cNvPr>
          <p:cNvCxnSpPr/>
          <p:nvPr/>
        </p:nvCxnSpPr>
        <p:spPr>
          <a:xfrm rot="16200000" flipH="1">
            <a:off x="9600862" y="2612403"/>
            <a:ext cx="479716" cy="1844"/>
          </a:xfrm>
          <a:prstGeom prst="bentConnector3">
            <a:avLst>
              <a:gd name="adj1" fmla="val 50000"/>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49" name="Connector: Elbow 33">
            <a:extLst>
              <a:ext uri="{FF2B5EF4-FFF2-40B4-BE49-F238E27FC236}">
                <a16:creationId xmlns:a16="http://schemas.microsoft.com/office/drawing/2014/main" id="{71C5471B-6D17-4D28-A00C-6A19DD348881}"/>
              </a:ext>
            </a:extLst>
          </p:cNvPr>
          <p:cNvCxnSpPr/>
          <p:nvPr/>
        </p:nvCxnSpPr>
        <p:spPr>
          <a:xfrm rot="16200000" flipH="1">
            <a:off x="8937113" y="4115338"/>
            <a:ext cx="479716" cy="1844"/>
          </a:xfrm>
          <a:prstGeom prst="bentConnector3">
            <a:avLst>
              <a:gd name="adj1" fmla="val 50000"/>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32" name="Connector: Elbow 33">
            <a:extLst>
              <a:ext uri="{FF2B5EF4-FFF2-40B4-BE49-F238E27FC236}">
                <a16:creationId xmlns:a16="http://schemas.microsoft.com/office/drawing/2014/main" id="{71C5471B-6D17-4D28-A00C-6A19DD348881}"/>
              </a:ext>
            </a:extLst>
          </p:cNvPr>
          <p:cNvCxnSpPr>
            <a:endCxn id="18" idx="0"/>
          </p:cNvCxnSpPr>
          <p:nvPr/>
        </p:nvCxnSpPr>
        <p:spPr>
          <a:xfrm rot="10800000" flipV="1">
            <a:off x="7110994" y="2390812"/>
            <a:ext cx="1118035" cy="312616"/>
          </a:xfrm>
          <a:prstGeom prst="bentConnector2">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33" name="Connector: Elbow 33">
            <a:extLst>
              <a:ext uri="{FF2B5EF4-FFF2-40B4-BE49-F238E27FC236}">
                <a16:creationId xmlns:a16="http://schemas.microsoft.com/office/drawing/2014/main" id="{71C5471B-6D17-4D28-A00C-6A19DD348881}"/>
              </a:ext>
            </a:extLst>
          </p:cNvPr>
          <p:cNvCxnSpPr/>
          <p:nvPr/>
        </p:nvCxnSpPr>
        <p:spPr>
          <a:xfrm rot="16200000" flipH="1">
            <a:off x="8932127" y="3635622"/>
            <a:ext cx="479716" cy="1844"/>
          </a:xfrm>
          <a:prstGeom prst="bentConnector3">
            <a:avLst>
              <a:gd name="adj1" fmla="val -123162"/>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32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545C41E2-4F9C-4CFA-9DB9-C0F800FF2BA0}"/>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a:xfrm>
            <a:off x="274639" y="295274"/>
            <a:ext cx="5156539" cy="917575"/>
          </a:xfrm>
        </p:spPr>
        <p:txBody>
          <a:bodyPr/>
          <a:lstStyle/>
          <a:p>
            <a:r>
              <a:rPr lang="en-US" dirty="0">
                <a:solidFill>
                  <a:schemeClr val="tx1"/>
                </a:solidFill>
              </a:rPr>
              <a:t>SSL management</a:t>
            </a:r>
          </a:p>
        </p:txBody>
      </p:sp>
      <p:cxnSp>
        <p:nvCxnSpPr>
          <p:cNvPr id="5" name="Straight Arrow Connector 4"/>
          <p:cNvCxnSpPr>
            <a:cxnSpLocks/>
            <a:stCxn id="12" idx="3"/>
            <a:endCxn id="40" idx="1"/>
          </p:cNvCxnSpPr>
          <p:nvPr/>
        </p:nvCxnSpPr>
        <p:spPr>
          <a:xfrm flipV="1">
            <a:off x="9841038" y="2414419"/>
            <a:ext cx="973361" cy="861850"/>
          </a:xfrm>
          <a:prstGeom prst="straightConnector1">
            <a:avLst/>
          </a:prstGeom>
          <a:ln w="3175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p:cNvCxnSpPr>
          <p:nvPr/>
        </p:nvCxnSpPr>
        <p:spPr>
          <a:xfrm>
            <a:off x="7150100" y="3568700"/>
            <a:ext cx="1035021" cy="10277"/>
          </a:xfrm>
          <a:prstGeom prst="straightConnector1">
            <a:avLst/>
          </a:prstGeom>
          <a:ln w="3175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rot="19083543">
            <a:off x="9780976" y="2433194"/>
            <a:ext cx="894647" cy="495248"/>
          </a:xfrm>
          <a:prstGeom prst="rect">
            <a:avLst/>
          </a:prstGeom>
          <a:noFill/>
        </p:spPr>
        <p:txBody>
          <a:bodyPr wrap="none" lIns="186521" tIns="149217" rIns="186521" bIns="149217" rtlCol="0">
            <a:spAutoFit/>
          </a:bodyPr>
          <a:lstStyle/>
          <a:p>
            <a:pPr>
              <a:lnSpc>
                <a:spcPct val="90000"/>
              </a:lnSpc>
              <a:spcAft>
                <a:spcPts val="600"/>
              </a:spcAft>
            </a:pPr>
            <a:r>
              <a:rPr lang="en-US" sz="14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HTTPS</a:t>
            </a:r>
          </a:p>
        </p:txBody>
      </p:sp>
      <p:cxnSp>
        <p:nvCxnSpPr>
          <p:cNvPr id="35" name="Straight Arrow Connector 34"/>
          <p:cNvCxnSpPr>
            <a:cxnSpLocks/>
            <a:endCxn id="44" idx="1"/>
          </p:cNvCxnSpPr>
          <p:nvPr/>
        </p:nvCxnSpPr>
        <p:spPr>
          <a:xfrm>
            <a:off x="9871313" y="3360601"/>
            <a:ext cx="983405" cy="1628668"/>
          </a:xfrm>
          <a:prstGeom prst="straightConnector1">
            <a:avLst/>
          </a:prstGeom>
          <a:ln w="3175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rot="3196877">
            <a:off x="10027496" y="3698425"/>
            <a:ext cx="798467" cy="495248"/>
          </a:xfrm>
          <a:prstGeom prst="rect">
            <a:avLst/>
          </a:prstGeom>
          <a:noFill/>
        </p:spPr>
        <p:txBody>
          <a:bodyPr wrap="none" lIns="186521" tIns="149217" rIns="186521" bIns="149217" rtlCol="0">
            <a:spAutoFit/>
          </a:bodyPr>
          <a:lstStyle/>
          <a:p>
            <a:pPr>
              <a:lnSpc>
                <a:spcPct val="90000"/>
              </a:lnSpc>
              <a:spcAft>
                <a:spcPts val="600"/>
              </a:spcAft>
            </a:pPr>
            <a:r>
              <a:rPr lang="en-US" sz="14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a:t>
            </a:r>
          </a:p>
        </p:txBody>
      </p:sp>
      <p:sp>
        <p:nvSpPr>
          <p:cNvPr id="38" name="TextBox 37"/>
          <p:cNvSpPr txBox="1"/>
          <p:nvPr/>
        </p:nvSpPr>
        <p:spPr>
          <a:xfrm>
            <a:off x="6928630" y="2998404"/>
            <a:ext cx="1293346" cy="467548"/>
          </a:xfrm>
          <a:prstGeom prst="rect">
            <a:avLst/>
          </a:prstGeom>
          <a:noFill/>
        </p:spPr>
        <p:txBody>
          <a:bodyPr wrap="none" lIns="186521" tIns="149217" rIns="186521" bIns="149217" rtlCol="0">
            <a:spAutoFit/>
          </a:bodyPr>
          <a:lstStyle/>
          <a:p>
            <a:pPr>
              <a:lnSpc>
                <a:spcPct val="90000"/>
              </a:lnSpc>
              <a:spcAft>
                <a:spcPts val="600"/>
              </a:spcAft>
            </a:pPr>
            <a:r>
              <a:rPr lang="en-US" sz="12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HTTPS TLS1.1</a:t>
            </a:r>
          </a:p>
        </p:txBody>
      </p:sp>
      <p:sp>
        <p:nvSpPr>
          <p:cNvPr id="39" name="TextBox 38"/>
          <p:cNvSpPr txBox="1"/>
          <p:nvPr/>
        </p:nvSpPr>
        <p:spPr>
          <a:xfrm>
            <a:off x="6973482" y="3857574"/>
            <a:ext cx="1203643" cy="470882"/>
          </a:xfrm>
          <a:prstGeom prst="rect">
            <a:avLst/>
          </a:prstGeom>
        </p:spPr>
        <p:txBody>
          <a:bodyPr wrap="none" lIns="186521" tIns="149217" rIns="186521" bIns="149217" rtlCol="0">
            <a:spAutoFit/>
          </a:bodyPr>
          <a:lstStyle/>
          <a:p>
            <a:pPr>
              <a:lnSpc>
                <a:spcPct val="90000"/>
              </a:lnSpc>
              <a:spcAft>
                <a:spcPts val="600"/>
              </a:spcAft>
            </a:pPr>
            <a:r>
              <a:rPr lang="en-US" sz="12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HTTPS sslv3</a:t>
            </a:r>
          </a:p>
        </p:txBody>
      </p:sp>
      <p:sp>
        <p:nvSpPr>
          <p:cNvPr id="40" name="Rectangle 39"/>
          <p:cNvSpPr/>
          <p:nvPr/>
        </p:nvSpPr>
        <p:spPr bwMode="auto">
          <a:xfrm>
            <a:off x="10814399" y="1294896"/>
            <a:ext cx="1334809" cy="2239045"/>
          </a:xfrm>
          <a:prstGeom prst="rect">
            <a:avLst/>
          </a:prstGeom>
          <a:solidFill>
            <a:schemeClr val="tx1">
              <a:lumMod val="95000"/>
            </a:schemeClr>
          </a:solidFill>
          <a:ln w="28575">
            <a:solidFill>
              <a:schemeClr val="accent5"/>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endParaRPr lang="en-US" sz="1200" kern="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41" name="Rectangle 40"/>
          <p:cNvSpPr/>
          <p:nvPr/>
        </p:nvSpPr>
        <p:spPr bwMode="auto">
          <a:xfrm>
            <a:off x="11088051" y="2820106"/>
            <a:ext cx="851757" cy="540495"/>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VM2</a:t>
            </a:r>
          </a:p>
        </p:txBody>
      </p:sp>
      <p:sp>
        <p:nvSpPr>
          <p:cNvPr id="42" name="Rectangle 41"/>
          <p:cNvSpPr/>
          <p:nvPr/>
        </p:nvSpPr>
        <p:spPr bwMode="auto">
          <a:xfrm>
            <a:off x="11088051" y="2101038"/>
            <a:ext cx="851757" cy="540495"/>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VM1</a:t>
            </a:r>
          </a:p>
        </p:txBody>
      </p:sp>
      <p:sp>
        <p:nvSpPr>
          <p:cNvPr id="43" name="TextBox 42"/>
          <p:cNvSpPr txBox="1"/>
          <p:nvPr/>
        </p:nvSpPr>
        <p:spPr>
          <a:xfrm>
            <a:off x="10817087" y="1310120"/>
            <a:ext cx="1408257" cy="523220"/>
          </a:xfrm>
          <a:prstGeom prst="rect">
            <a:avLst/>
          </a:prstGeom>
          <a:noFill/>
        </p:spPr>
        <p:txBody>
          <a:bodyPr wrap="square" rtlCol="0">
            <a:spAutoFit/>
          </a:bodyPr>
          <a:lstStyle/>
          <a:p>
            <a:pPr algn="ctr" defTabSz="914224" fontAlgn="base">
              <a:spcBef>
                <a:spcPct val="0"/>
              </a:spcBef>
              <a:spcAft>
                <a:spcPct val="0"/>
              </a:spcAft>
            </a:pP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Backend </a:t>
            </a:r>
            <a:b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b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Pool 1 </a:t>
            </a:r>
          </a:p>
        </p:txBody>
      </p:sp>
      <p:sp>
        <p:nvSpPr>
          <p:cNvPr id="44" name="Rectangle 43"/>
          <p:cNvSpPr/>
          <p:nvPr/>
        </p:nvSpPr>
        <p:spPr bwMode="auto">
          <a:xfrm>
            <a:off x="10854718" y="3869746"/>
            <a:ext cx="1334809" cy="2239045"/>
          </a:xfrm>
          <a:prstGeom prst="rect">
            <a:avLst/>
          </a:prstGeom>
          <a:solidFill>
            <a:schemeClr val="tx1">
              <a:lumMod val="95000"/>
            </a:schemeClr>
          </a:solidFill>
          <a:ln w="28575">
            <a:solidFill>
              <a:schemeClr val="accent5"/>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endParaRPr lang="en-US" sz="1200" kern="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45" name="Rectangle 44"/>
          <p:cNvSpPr/>
          <p:nvPr/>
        </p:nvSpPr>
        <p:spPr bwMode="auto">
          <a:xfrm>
            <a:off x="11128370" y="5394956"/>
            <a:ext cx="851757" cy="540495"/>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VM4</a:t>
            </a:r>
          </a:p>
        </p:txBody>
      </p:sp>
      <p:sp>
        <p:nvSpPr>
          <p:cNvPr id="46" name="Rectangle 45"/>
          <p:cNvSpPr/>
          <p:nvPr/>
        </p:nvSpPr>
        <p:spPr bwMode="auto">
          <a:xfrm>
            <a:off x="11128370" y="4675888"/>
            <a:ext cx="851757" cy="540495"/>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VM3</a:t>
            </a:r>
          </a:p>
        </p:txBody>
      </p:sp>
      <p:sp>
        <p:nvSpPr>
          <p:cNvPr id="47" name="TextBox 46"/>
          <p:cNvSpPr txBox="1"/>
          <p:nvPr/>
        </p:nvSpPr>
        <p:spPr>
          <a:xfrm>
            <a:off x="10857406" y="3884970"/>
            <a:ext cx="1408257" cy="523220"/>
          </a:xfrm>
          <a:prstGeom prst="rect">
            <a:avLst/>
          </a:prstGeom>
          <a:noFill/>
        </p:spPr>
        <p:txBody>
          <a:bodyPr wrap="square" rtlCol="0">
            <a:spAutoFit/>
          </a:bodyPr>
          <a:lstStyle/>
          <a:p>
            <a:pPr algn="ctr" defTabSz="914224" fontAlgn="base">
              <a:spcBef>
                <a:spcPct val="0"/>
              </a:spcBef>
              <a:spcAft>
                <a:spcPct val="0"/>
              </a:spcAft>
            </a:pP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Backend </a:t>
            </a:r>
            <a:b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b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Pool 2 </a:t>
            </a:r>
          </a:p>
        </p:txBody>
      </p:sp>
      <p:sp>
        <p:nvSpPr>
          <p:cNvPr id="55" name="TextBox 54"/>
          <p:cNvSpPr txBox="1"/>
          <p:nvPr/>
        </p:nvSpPr>
        <p:spPr>
          <a:xfrm>
            <a:off x="6928630" y="1946300"/>
            <a:ext cx="1293346" cy="467548"/>
          </a:xfrm>
          <a:prstGeom prst="rect">
            <a:avLst/>
          </a:prstGeom>
          <a:noFill/>
        </p:spPr>
        <p:txBody>
          <a:bodyPr wrap="none" lIns="186521" tIns="149217" rIns="186521" bIns="149217" rtlCol="0">
            <a:spAutoFit/>
          </a:bodyPr>
          <a:lstStyle/>
          <a:p>
            <a:pPr>
              <a:lnSpc>
                <a:spcPct val="90000"/>
              </a:lnSpc>
              <a:spcAft>
                <a:spcPts val="600"/>
              </a:spcAft>
            </a:pPr>
            <a:r>
              <a:rPr lang="en-US" sz="12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HTTPS TLS1.0</a:t>
            </a:r>
          </a:p>
        </p:txBody>
      </p:sp>
      <p:cxnSp>
        <p:nvCxnSpPr>
          <p:cNvPr id="117" name="Connector: Elbow 116"/>
          <p:cNvCxnSpPr>
            <a:cxnSpLocks/>
            <a:stCxn id="12" idx="0"/>
          </p:cNvCxnSpPr>
          <p:nvPr/>
        </p:nvCxnSpPr>
        <p:spPr>
          <a:xfrm rot="5400000" flipH="1" flipV="1">
            <a:off x="9062074" y="1374489"/>
            <a:ext cx="550068" cy="648056"/>
          </a:xfrm>
          <a:prstGeom prst="bentConnector2">
            <a:avLst/>
          </a:prstGeom>
          <a:ln w="25400">
            <a:solidFill>
              <a:schemeClr val="bg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18" name="Connector: Elbow 117"/>
          <p:cNvCxnSpPr>
            <a:endCxn id="42" idx="1"/>
          </p:cNvCxnSpPr>
          <p:nvPr/>
        </p:nvCxnSpPr>
        <p:spPr>
          <a:xfrm>
            <a:off x="9763247" y="1416481"/>
            <a:ext cx="1324804" cy="954805"/>
          </a:xfrm>
          <a:prstGeom prst="bentConnector3">
            <a:avLst>
              <a:gd name="adj1" fmla="val 50000"/>
            </a:avLst>
          </a:prstGeom>
          <a:ln w="25400">
            <a:solidFill>
              <a:schemeClr val="bg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9084141" y="301549"/>
            <a:ext cx="1356397" cy="572464"/>
          </a:xfrm>
          <a:prstGeom prst="rect">
            <a:avLst/>
          </a:prstGeom>
          <a:noFill/>
        </p:spPr>
        <p:txBody>
          <a:bodyPr wrap="none" lIns="182880" tIns="146304" rIns="182880" bIns="146304" rtlCol="0">
            <a:spAutoFit/>
          </a:bodyPr>
          <a:lstStyle/>
          <a:p>
            <a:pPr>
              <a:lnSpc>
                <a:spcPct val="90000"/>
              </a:lnSpc>
              <a:spcAft>
                <a:spcPts val="600"/>
              </a:spcAft>
            </a:pPr>
            <a:r>
              <a:rPr lang="en-US" sz="200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Whitelist</a:t>
            </a:r>
          </a:p>
        </p:txBody>
      </p:sp>
      <p:sp>
        <p:nvSpPr>
          <p:cNvPr id="122" name="TextBox 121"/>
          <p:cNvSpPr txBox="1"/>
          <p:nvPr/>
        </p:nvSpPr>
        <p:spPr>
          <a:xfrm>
            <a:off x="281290" y="1571730"/>
            <a:ext cx="5156540" cy="5389168"/>
          </a:xfrm>
          <a:prstGeom prst="rect">
            <a:avLst/>
          </a:prstGeom>
          <a:noFill/>
        </p:spPr>
        <p:txBody>
          <a:bodyPr wrap="none" lIns="182880" tIns="146304" rIns="182880" bIns="146304" rtlCol="0">
            <a:spAutoFit/>
          </a:bodyPr>
          <a:lstStyle/>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SSL termination</a:t>
            </a:r>
            <a:br>
              <a:rPr lang="en-US" sz="2800" dirty="0">
                <a:gradFill>
                  <a:gsLst>
                    <a:gs pos="3165">
                      <a:schemeClr val="accent4"/>
                    </a:gs>
                    <a:gs pos="35000">
                      <a:schemeClr val="accent4"/>
                    </a:gs>
                  </a:gsLst>
                  <a:lin ang="5400000" scaled="0"/>
                </a:gradFill>
                <a:latin typeface="+mj-lt"/>
              </a:rPr>
            </a:br>
            <a:r>
              <a:rPr lang="en-US" sz="2800" dirty="0">
                <a:gradFill>
                  <a:gsLst>
                    <a:gs pos="3165">
                      <a:schemeClr val="accent4"/>
                    </a:gs>
                    <a:gs pos="35000">
                      <a:schemeClr val="accent4"/>
                    </a:gs>
                  </a:gsLst>
                  <a:lin ang="5400000" scaled="0"/>
                </a:gradFill>
                <a:latin typeface="+mj-lt"/>
              </a:rPr>
              <a:t>Increased web farm productivity</a:t>
            </a:r>
          </a:p>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Central SSL management</a:t>
            </a:r>
          </a:p>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User configurable SSL policy</a:t>
            </a:r>
          </a:p>
          <a:p>
            <a:pPr marL="234950" lvl="1" indent="-234950">
              <a:lnSpc>
                <a:spcPct val="90000"/>
              </a:lnSpc>
              <a:spcBef>
                <a:spcPct val="20000"/>
              </a:spcBef>
              <a:spcAft>
                <a:spcPts val="600"/>
              </a:spcAft>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Allow/block SSL protocols</a:t>
            </a:r>
          </a:p>
          <a:p>
            <a:pPr marL="234950" lvl="1" indent="-234950">
              <a:lnSpc>
                <a:spcPct val="90000"/>
              </a:lnSpc>
              <a:spcBef>
                <a:spcPct val="20000"/>
              </a:spcBef>
              <a:spcAft>
                <a:spcPts val="600"/>
              </a:spcAft>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Ciphers and priority</a:t>
            </a:r>
          </a:p>
          <a:p>
            <a:pPr marL="234950" lvl="1" indent="-234950">
              <a:lnSpc>
                <a:spcPct val="90000"/>
              </a:lnSpc>
              <a:spcBef>
                <a:spcPct val="20000"/>
              </a:spcBef>
              <a:spcAft>
                <a:spcPts val="600"/>
              </a:spcAft>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SSL probes</a:t>
            </a:r>
            <a:endParaRPr lang="en-US" sz="2400" dirty="0"/>
          </a:p>
          <a:p>
            <a:pPr>
              <a:lnSpc>
                <a:spcPct val="90000"/>
              </a:lnSpc>
              <a:spcBef>
                <a:spcPts val="600"/>
              </a:spcBef>
              <a:spcAft>
                <a:spcPts val="600"/>
              </a:spcAft>
              <a:buSzPct val="90000"/>
            </a:pPr>
            <a:r>
              <a:rPr lang="en-US" sz="2800" dirty="0">
                <a:gradFill>
                  <a:gsLst>
                    <a:gs pos="3165">
                      <a:schemeClr val="accent4"/>
                    </a:gs>
                    <a:gs pos="35000">
                      <a:schemeClr val="accent4"/>
                    </a:gs>
                  </a:gsLst>
                  <a:lin ang="5400000" scaled="0"/>
                </a:gradFill>
                <a:latin typeface="+mj-lt"/>
              </a:rPr>
              <a:t>End to end SSL encryption</a:t>
            </a:r>
          </a:p>
          <a:p>
            <a:pPr marL="234950" lvl="1" indent="-234950">
              <a:lnSpc>
                <a:spcPct val="90000"/>
              </a:lnSpc>
              <a:spcBef>
                <a:spcPct val="20000"/>
              </a:spcBef>
              <a:spcAft>
                <a:spcPts val="600"/>
              </a:spcAft>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Secure backend communication</a:t>
            </a:r>
          </a:p>
          <a:p>
            <a:pPr marL="234950" lvl="1" indent="-234950">
              <a:lnSpc>
                <a:spcPct val="90000"/>
              </a:lnSpc>
              <a:spcBef>
                <a:spcPct val="20000"/>
              </a:spcBef>
              <a:spcAft>
                <a:spcPts val="600"/>
              </a:spcAft>
              <a:buSzPct val="90000"/>
              <a:buFont typeface="Arial" panose="020B0604020202020204" pitchFamily="34" charset="0"/>
              <a:buChar char="•"/>
            </a:pPr>
            <a:r>
              <a:rPr lang="en-US" sz="1600"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Enable whitelisting </a:t>
            </a:r>
          </a:p>
          <a:p>
            <a:pPr lvl="1">
              <a:lnSpc>
                <a:spcPct val="90000"/>
              </a:lnSpc>
              <a:spcAft>
                <a:spcPts val="600"/>
              </a:spcAft>
            </a:pPr>
            <a:endParaRPr lang="en-US" sz="2400" dirty="0"/>
          </a:p>
          <a:p>
            <a:pPr>
              <a:lnSpc>
                <a:spcPct val="90000"/>
              </a:lnSpc>
              <a:spcAft>
                <a:spcPts val="600"/>
              </a:spcAft>
            </a:pPr>
            <a:endParaRPr lang="en-US" sz="2400" dirty="0"/>
          </a:p>
        </p:txBody>
      </p:sp>
      <p:sp>
        <p:nvSpPr>
          <p:cNvPr id="12" name="Rounded Rectangle 29"/>
          <p:cNvSpPr/>
          <p:nvPr/>
        </p:nvSpPr>
        <p:spPr>
          <a:xfrm>
            <a:off x="8185121" y="1973551"/>
            <a:ext cx="1655917" cy="2605435"/>
          </a:xfrm>
          <a:prstGeom prst="roundRect">
            <a:avLst>
              <a:gd name="adj" fmla="val 0"/>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182880" rIns="0" bIns="47565" numCol="1" rtlCol="0" anchor="t"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Application</a:t>
            </a:r>
            <a:b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b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Gateway</a:t>
            </a:r>
          </a:p>
        </p:txBody>
      </p:sp>
      <p:sp>
        <p:nvSpPr>
          <p:cNvPr id="57" name="Ribbon2_F19B">
            <a:extLst>
              <a:ext uri="{FF2B5EF4-FFF2-40B4-BE49-F238E27FC236}">
                <a16:creationId xmlns:a16="http://schemas.microsoft.com/office/drawing/2014/main" id="{AD850B7F-BA04-403F-B82D-208F24307482}"/>
              </a:ext>
            </a:extLst>
          </p:cNvPr>
          <p:cNvSpPr>
            <a:spLocks noChangeAspect="1" noEditPoints="1"/>
          </p:cNvSpPr>
          <p:nvPr/>
        </p:nvSpPr>
        <p:spPr bwMode="auto">
          <a:xfrm>
            <a:off x="8846068" y="3828867"/>
            <a:ext cx="327942" cy="459300"/>
          </a:xfrm>
          <a:custGeom>
            <a:avLst/>
            <a:gdLst>
              <a:gd name="T0" fmla="*/ 1621 w 2495"/>
              <a:gd name="T1" fmla="*/ 1247 h 3493"/>
              <a:gd name="T2" fmla="*/ 1247 w 2495"/>
              <a:gd name="T3" fmla="*/ 1621 h 3493"/>
              <a:gd name="T4" fmla="*/ 873 w 2495"/>
              <a:gd name="T5" fmla="*/ 1247 h 3493"/>
              <a:gd name="T6" fmla="*/ 1247 w 2495"/>
              <a:gd name="T7" fmla="*/ 873 h 3493"/>
              <a:gd name="T8" fmla="*/ 1621 w 2495"/>
              <a:gd name="T9" fmla="*/ 1247 h 3493"/>
              <a:gd name="T10" fmla="*/ 2495 w 2495"/>
              <a:gd name="T11" fmla="*/ 1247 h 3493"/>
              <a:gd name="T12" fmla="*/ 2120 w 2495"/>
              <a:gd name="T13" fmla="*/ 873 h 3493"/>
              <a:gd name="T14" fmla="*/ 2120 w 2495"/>
              <a:gd name="T15" fmla="*/ 374 h 3493"/>
              <a:gd name="T16" fmla="*/ 1621 w 2495"/>
              <a:gd name="T17" fmla="*/ 374 h 3493"/>
              <a:gd name="T18" fmla="*/ 1247 w 2495"/>
              <a:gd name="T19" fmla="*/ 0 h 3493"/>
              <a:gd name="T20" fmla="*/ 873 w 2495"/>
              <a:gd name="T21" fmla="*/ 374 h 3493"/>
              <a:gd name="T22" fmla="*/ 374 w 2495"/>
              <a:gd name="T23" fmla="*/ 374 h 3493"/>
              <a:gd name="T24" fmla="*/ 374 w 2495"/>
              <a:gd name="T25" fmla="*/ 873 h 3493"/>
              <a:gd name="T26" fmla="*/ 0 w 2495"/>
              <a:gd name="T27" fmla="*/ 1247 h 3493"/>
              <a:gd name="T28" fmla="*/ 374 w 2495"/>
              <a:gd name="T29" fmla="*/ 1621 h 3493"/>
              <a:gd name="T30" fmla="*/ 374 w 2495"/>
              <a:gd name="T31" fmla="*/ 2120 h 3493"/>
              <a:gd name="T32" fmla="*/ 873 w 2495"/>
              <a:gd name="T33" fmla="*/ 2120 h 3493"/>
              <a:gd name="T34" fmla="*/ 1247 w 2495"/>
              <a:gd name="T35" fmla="*/ 2495 h 3493"/>
              <a:gd name="T36" fmla="*/ 1621 w 2495"/>
              <a:gd name="T37" fmla="*/ 2120 h 3493"/>
              <a:gd name="T38" fmla="*/ 2120 w 2495"/>
              <a:gd name="T39" fmla="*/ 2120 h 3493"/>
              <a:gd name="T40" fmla="*/ 2120 w 2495"/>
              <a:gd name="T41" fmla="*/ 1621 h 3493"/>
              <a:gd name="T42" fmla="*/ 2495 w 2495"/>
              <a:gd name="T43" fmla="*/ 1247 h 3493"/>
              <a:gd name="T44" fmla="*/ 1247 w 2495"/>
              <a:gd name="T45" fmla="*/ 2495 h 3493"/>
              <a:gd name="T46" fmla="*/ 1497 w 2495"/>
              <a:gd name="T47" fmla="*/ 3493 h 3493"/>
              <a:gd name="T48" fmla="*/ 2245 w 2495"/>
              <a:gd name="T49" fmla="*/ 3243 h 3493"/>
              <a:gd name="T50" fmla="*/ 1964 w 2495"/>
              <a:gd name="T51" fmla="*/ 2120 h 3493"/>
              <a:gd name="T52" fmla="*/ 530 w 2495"/>
              <a:gd name="T53" fmla="*/ 2120 h 3493"/>
              <a:gd name="T54" fmla="*/ 249 w 2495"/>
              <a:gd name="T55" fmla="*/ 3243 h 3493"/>
              <a:gd name="T56" fmla="*/ 998 w 2495"/>
              <a:gd name="T57" fmla="*/ 3493 h 3493"/>
              <a:gd name="T58" fmla="*/ 1247 w 2495"/>
              <a:gd name="T59" fmla="*/ 2495 h 3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95" h="3493">
                <a:moveTo>
                  <a:pt x="1621" y="1247"/>
                </a:moveTo>
                <a:cubicBezTo>
                  <a:pt x="1621" y="1454"/>
                  <a:pt x="1454" y="1621"/>
                  <a:pt x="1247" y="1621"/>
                </a:cubicBezTo>
                <a:cubicBezTo>
                  <a:pt x="1040" y="1621"/>
                  <a:pt x="873" y="1454"/>
                  <a:pt x="873" y="1247"/>
                </a:cubicBezTo>
                <a:cubicBezTo>
                  <a:pt x="873" y="1040"/>
                  <a:pt x="1040" y="873"/>
                  <a:pt x="1247" y="873"/>
                </a:cubicBezTo>
                <a:cubicBezTo>
                  <a:pt x="1454" y="873"/>
                  <a:pt x="1621" y="1040"/>
                  <a:pt x="1621" y="1247"/>
                </a:cubicBezTo>
                <a:close/>
                <a:moveTo>
                  <a:pt x="2495" y="1247"/>
                </a:moveTo>
                <a:cubicBezTo>
                  <a:pt x="2120" y="873"/>
                  <a:pt x="2120" y="873"/>
                  <a:pt x="2120" y="873"/>
                </a:cubicBezTo>
                <a:cubicBezTo>
                  <a:pt x="2120" y="374"/>
                  <a:pt x="2120" y="374"/>
                  <a:pt x="2120" y="374"/>
                </a:cubicBezTo>
                <a:cubicBezTo>
                  <a:pt x="1621" y="374"/>
                  <a:pt x="1621" y="374"/>
                  <a:pt x="1621" y="374"/>
                </a:cubicBezTo>
                <a:cubicBezTo>
                  <a:pt x="1247" y="0"/>
                  <a:pt x="1247" y="0"/>
                  <a:pt x="1247" y="0"/>
                </a:cubicBezTo>
                <a:cubicBezTo>
                  <a:pt x="873" y="374"/>
                  <a:pt x="873" y="374"/>
                  <a:pt x="873" y="374"/>
                </a:cubicBezTo>
                <a:cubicBezTo>
                  <a:pt x="374" y="374"/>
                  <a:pt x="374" y="374"/>
                  <a:pt x="374" y="374"/>
                </a:cubicBezTo>
                <a:cubicBezTo>
                  <a:pt x="374" y="873"/>
                  <a:pt x="374" y="873"/>
                  <a:pt x="374" y="873"/>
                </a:cubicBezTo>
                <a:cubicBezTo>
                  <a:pt x="0" y="1247"/>
                  <a:pt x="0" y="1247"/>
                  <a:pt x="0" y="1247"/>
                </a:cubicBezTo>
                <a:cubicBezTo>
                  <a:pt x="374" y="1621"/>
                  <a:pt x="374" y="1621"/>
                  <a:pt x="374" y="1621"/>
                </a:cubicBezTo>
                <a:cubicBezTo>
                  <a:pt x="374" y="2120"/>
                  <a:pt x="374" y="2120"/>
                  <a:pt x="374" y="2120"/>
                </a:cubicBezTo>
                <a:cubicBezTo>
                  <a:pt x="873" y="2120"/>
                  <a:pt x="873" y="2120"/>
                  <a:pt x="873" y="2120"/>
                </a:cubicBezTo>
                <a:cubicBezTo>
                  <a:pt x="1247" y="2495"/>
                  <a:pt x="1247" y="2495"/>
                  <a:pt x="1247" y="2495"/>
                </a:cubicBezTo>
                <a:cubicBezTo>
                  <a:pt x="1621" y="2120"/>
                  <a:pt x="1621" y="2120"/>
                  <a:pt x="1621" y="2120"/>
                </a:cubicBezTo>
                <a:cubicBezTo>
                  <a:pt x="2120" y="2120"/>
                  <a:pt x="2120" y="2120"/>
                  <a:pt x="2120" y="2120"/>
                </a:cubicBezTo>
                <a:cubicBezTo>
                  <a:pt x="2120" y="1621"/>
                  <a:pt x="2120" y="1621"/>
                  <a:pt x="2120" y="1621"/>
                </a:cubicBezTo>
                <a:lnTo>
                  <a:pt x="2495" y="1247"/>
                </a:lnTo>
                <a:close/>
                <a:moveTo>
                  <a:pt x="1247" y="2495"/>
                </a:moveTo>
                <a:cubicBezTo>
                  <a:pt x="1497" y="3493"/>
                  <a:pt x="1497" y="3493"/>
                  <a:pt x="1497" y="3493"/>
                </a:cubicBezTo>
                <a:cubicBezTo>
                  <a:pt x="2245" y="3243"/>
                  <a:pt x="2245" y="3243"/>
                  <a:pt x="2245" y="3243"/>
                </a:cubicBezTo>
                <a:cubicBezTo>
                  <a:pt x="1964" y="2120"/>
                  <a:pt x="1964" y="2120"/>
                  <a:pt x="1964" y="2120"/>
                </a:cubicBezTo>
                <a:moveTo>
                  <a:pt x="530" y="2120"/>
                </a:moveTo>
                <a:cubicBezTo>
                  <a:pt x="249" y="3243"/>
                  <a:pt x="249" y="3243"/>
                  <a:pt x="249" y="3243"/>
                </a:cubicBezTo>
                <a:cubicBezTo>
                  <a:pt x="998" y="3493"/>
                  <a:pt x="998" y="3493"/>
                  <a:pt x="998" y="3493"/>
                </a:cubicBezTo>
                <a:cubicBezTo>
                  <a:pt x="1247" y="2495"/>
                  <a:pt x="1247" y="2495"/>
                  <a:pt x="1247" y="2495"/>
                </a:cubicBezTo>
              </a:path>
            </a:pathLst>
          </a:custGeom>
          <a:noFill/>
          <a:ln w="25400" cap="sq">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Ribbon2_F19B">
            <a:extLst>
              <a:ext uri="{FF2B5EF4-FFF2-40B4-BE49-F238E27FC236}">
                <a16:creationId xmlns:a16="http://schemas.microsoft.com/office/drawing/2014/main" id="{89016258-1925-4517-9C41-628F8BEF198C}"/>
              </a:ext>
            </a:extLst>
          </p:cNvPr>
          <p:cNvSpPr>
            <a:spLocks noChangeAspect="1" noEditPoints="1"/>
          </p:cNvSpPr>
          <p:nvPr/>
        </p:nvSpPr>
        <p:spPr bwMode="auto">
          <a:xfrm>
            <a:off x="9569004" y="824369"/>
            <a:ext cx="327942" cy="459300"/>
          </a:xfrm>
          <a:custGeom>
            <a:avLst/>
            <a:gdLst>
              <a:gd name="T0" fmla="*/ 1621 w 2495"/>
              <a:gd name="T1" fmla="*/ 1247 h 3493"/>
              <a:gd name="T2" fmla="*/ 1247 w 2495"/>
              <a:gd name="T3" fmla="*/ 1621 h 3493"/>
              <a:gd name="T4" fmla="*/ 873 w 2495"/>
              <a:gd name="T5" fmla="*/ 1247 h 3493"/>
              <a:gd name="T6" fmla="*/ 1247 w 2495"/>
              <a:gd name="T7" fmla="*/ 873 h 3493"/>
              <a:gd name="T8" fmla="*/ 1621 w 2495"/>
              <a:gd name="T9" fmla="*/ 1247 h 3493"/>
              <a:gd name="T10" fmla="*/ 2495 w 2495"/>
              <a:gd name="T11" fmla="*/ 1247 h 3493"/>
              <a:gd name="T12" fmla="*/ 2120 w 2495"/>
              <a:gd name="T13" fmla="*/ 873 h 3493"/>
              <a:gd name="T14" fmla="*/ 2120 w 2495"/>
              <a:gd name="T15" fmla="*/ 374 h 3493"/>
              <a:gd name="T16" fmla="*/ 1621 w 2495"/>
              <a:gd name="T17" fmla="*/ 374 h 3493"/>
              <a:gd name="T18" fmla="*/ 1247 w 2495"/>
              <a:gd name="T19" fmla="*/ 0 h 3493"/>
              <a:gd name="T20" fmla="*/ 873 w 2495"/>
              <a:gd name="T21" fmla="*/ 374 h 3493"/>
              <a:gd name="T22" fmla="*/ 374 w 2495"/>
              <a:gd name="T23" fmla="*/ 374 h 3493"/>
              <a:gd name="T24" fmla="*/ 374 w 2495"/>
              <a:gd name="T25" fmla="*/ 873 h 3493"/>
              <a:gd name="T26" fmla="*/ 0 w 2495"/>
              <a:gd name="T27" fmla="*/ 1247 h 3493"/>
              <a:gd name="T28" fmla="*/ 374 w 2495"/>
              <a:gd name="T29" fmla="*/ 1621 h 3493"/>
              <a:gd name="T30" fmla="*/ 374 w 2495"/>
              <a:gd name="T31" fmla="*/ 2120 h 3493"/>
              <a:gd name="T32" fmla="*/ 873 w 2495"/>
              <a:gd name="T33" fmla="*/ 2120 h 3493"/>
              <a:gd name="T34" fmla="*/ 1247 w 2495"/>
              <a:gd name="T35" fmla="*/ 2495 h 3493"/>
              <a:gd name="T36" fmla="*/ 1621 w 2495"/>
              <a:gd name="T37" fmla="*/ 2120 h 3493"/>
              <a:gd name="T38" fmla="*/ 2120 w 2495"/>
              <a:gd name="T39" fmla="*/ 2120 h 3493"/>
              <a:gd name="T40" fmla="*/ 2120 w 2495"/>
              <a:gd name="T41" fmla="*/ 1621 h 3493"/>
              <a:gd name="T42" fmla="*/ 2495 w 2495"/>
              <a:gd name="T43" fmla="*/ 1247 h 3493"/>
              <a:gd name="T44" fmla="*/ 1247 w 2495"/>
              <a:gd name="T45" fmla="*/ 2495 h 3493"/>
              <a:gd name="T46" fmla="*/ 1497 w 2495"/>
              <a:gd name="T47" fmla="*/ 3493 h 3493"/>
              <a:gd name="T48" fmla="*/ 2245 w 2495"/>
              <a:gd name="T49" fmla="*/ 3243 h 3493"/>
              <a:gd name="T50" fmla="*/ 1964 w 2495"/>
              <a:gd name="T51" fmla="*/ 2120 h 3493"/>
              <a:gd name="T52" fmla="*/ 530 w 2495"/>
              <a:gd name="T53" fmla="*/ 2120 h 3493"/>
              <a:gd name="T54" fmla="*/ 249 w 2495"/>
              <a:gd name="T55" fmla="*/ 3243 h 3493"/>
              <a:gd name="T56" fmla="*/ 998 w 2495"/>
              <a:gd name="T57" fmla="*/ 3493 h 3493"/>
              <a:gd name="T58" fmla="*/ 1247 w 2495"/>
              <a:gd name="T59" fmla="*/ 2495 h 3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95" h="3493">
                <a:moveTo>
                  <a:pt x="1621" y="1247"/>
                </a:moveTo>
                <a:cubicBezTo>
                  <a:pt x="1621" y="1454"/>
                  <a:pt x="1454" y="1621"/>
                  <a:pt x="1247" y="1621"/>
                </a:cubicBezTo>
                <a:cubicBezTo>
                  <a:pt x="1040" y="1621"/>
                  <a:pt x="873" y="1454"/>
                  <a:pt x="873" y="1247"/>
                </a:cubicBezTo>
                <a:cubicBezTo>
                  <a:pt x="873" y="1040"/>
                  <a:pt x="1040" y="873"/>
                  <a:pt x="1247" y="873"/>
                </a:cubicBezTo>
                <a:cubicBezTo>
                  <a:pt x="1454" y="873"/>
                  <a:pt x="1621" y="1040"/>
                  <a:pt x="1621" y="1247"/>
                </a:cubicBezTo>
                <a:close/>
                <a:moveTo>
                  <a:pt x="2495" y="1247"/>
                </a:moveTo>
                <a:cubicBezTo>
                  <a:pt x="2120" y="873"/>
                  <a:pt x="2120" y="873"/>
                  <a:pt x="2120" y="873"/>
                </a:cubicBezTo>
                <a:cubicBezTo>
                  <a:pt x="2120" y="374"/>
                  <a:pt x="2120" y="374"/>
                  <a:pt x="2120" y="374"/>
                </a:cubicBezTo>
                <a:cubicBezTo>
                  <a:pt x="1621" y="374"/>
                  <a:pt x="1621" y="374"/>
                  <a:pt x="1621" y="374"/>
                </a:cubicBezTo>
                <a:cubicBezTo>
                  <a:pt x="1247" y="0"/>
                  <a:pt x="1247" y="0"/>
                  <a:pt x="1247" y="0"/>
                </a:cubicBezTo>
                <a:cubicBezTo>
                  <a:pt x="873" y="374"/>
                  <a:pt x="873" y="374"/>
                  <a:pt x="873" y="374"/>
                </a:cubicBezTo>
                <a:cubicBezTo>
                  <a:pt x="374" y="374"/>
                  <a:pt x="374" y="374"/>
                  <a:pt x="374" y="374"/>
                </a:cubicBezTo>
                <a:cubicBezTo>
                  <a:pt x="374" y="873"/>
                  <a:pt x="374" y="873"/>
                  <a:pt x="374" y="873"/>
                </a:cubicBezTo>
                <a:cubicBezTo>
                  <a:pt x="0" y="1247"/>
                  <a:pt x="0" y="1247"/>
                  <a:pt x="0" y="1247"/>
                </a:cubicBezTo>
                <a:cubicBezTo>
                  <a:pt x="374" y="1621"/>
                  <a:pt x="374" y="1621"/>
                  <a:pt x="374" y="1621"/>
                </a:cubicBezTo>
                <a:cubicBezTo>
                  <a:pt x="374" y="2120"/>
                  <a:pt x="374" y="2120"/>
                  <a:pt x="374" y="2120"/>
                </a:cubicBezTo>
                <a:cubicBezTo>
                  <a:pt x="873" y="2120"/>
                  <a:pt x="873" y="2120"/>
                  <a:pt x="873" y="2120"/>
                </a:cubicBezTo>
                <a:cubicBezTo>
                  <a:pt x="1247" y="2495"/>
                  <a:pt x="1247" y="2495"/>
                  <a:pt x="1247" y="2495"/>
                </a:cubicBezTo>
                <a:cubicBezTo>
                  <a:pt x="1621" y="2120"/>
                  <a:pt x="1621" y="2120"/>
                  <a:pt x="1621" y="2120"/>
                </a:cubicBezTo>
                <a:cubicBezTo>
                  <a:pt x="2120" y="2120"/>
                  <a:pt x="2120" y="2120"/>
                  <a:pt x="2120" y="2120"/>
                </a:cubicBezTo>
                <a:cubicBezTo>
                  <a:pt x="2120" y="1621"/>
                  <a:pt x="2120" y="1621"/>
                  <a:pt x="2120" y="1621"/>
                </a:cubicBezTo>
                <a:lnTo>
                  <a:pt x="2495" y="1247"/>
                </a:lnTo>
                <a:close/>
                <a:moveTo>
                  <a:pt x="1247" y="2495"/>
                </a:moveTo>
                <a:cubicBezTo>
                  <a:pt x="1497" y="3493"/>
                  <a:pt x="1497" y="3493"/>
                  <a:pt x="1497" y="3493"/>
                </a:cubicBezTo>
                <a:cubicBezTo>
                  <a:pt x="2245" y="3243"/>
                  <a:pt x="2245" y="3243"/>
                  <a:pt x="2245" y="3243"/>
                </a:cubicBezTo>
                <a:cubicBezTo>
                  <a:pt x="1964" y="2120"/>
                  <a:pt x="1964" y="2120"/>
                  <a:pt x="1964" y="2120"/>
                </a:cubicBezTo>
                <a:moveTo>
                  <a:pt x="530" y="2120"/>
                </a:moveTo>
                <a:cubicBezTo>
                  <a:pt x="249" y="3243"/>
                  <a:pt x="249" y="3243"/>
                  <a:pt x="249" y="3243"/>
                </a:cubicBezTo>
                <a:cubicBezTo>
                  <a:pt x="998" y="3493"/>
                  <a:pt x="998" y="3493"/>
                  <a:pt x="998" y="3493"/>
                </a:cubicBezTo>
                <a:cubicBezTo>
                  <a:pt x="1247" y="2495"/>
                  <a:pt x="1247" y="2495"/>
                  <a:pt x="1247" y="2495"/>
                </a:cubicBezTo>
              </a:path>
            </a:pathLst>
          </a:custGeom>
          <a:noFill/>
          <a:ln w="25400" cap="sq">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67" name="Straight Arrow Connector 66">
            <a:extLst>
              <a:ext uri="{FF2B5EF4-FFF2-40B4-BE49-F238E27FC236}">
                <a16:creationId xmlns:a16="http://schemas.microsoft.com/office/drawing/2014/main" id="{0F2F98F6-148F-496E-B80F-B279CB635E8C}"/>
              </a:ext>
            </a:extLst>
          </p:cNvPr>
          <p:cNvCxnSpPr>
            <a:cxnSpLocks/>
          </p:cNvCxnSpPr>
          <p:nvPr/>
        </p:nvCxnSpPr>
        <p:spPr>
          <a:xfrm flipV="1">
            <a:off x="7162800" y="2533948"/>
            <a:ext cx="1051350" cy="6052"/>
          </a:xfrm>
          <a:prstGeom prst="straightConnector1">
            <a:avLst/>
          </a:prstGeom>
          <a:ln w="31750">
            <a:solidFill>
              <a:schemeClr val="bg2"/>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2C5D1AD2-079C-4300-83AB-28E07AE7543B}"/>
              </a:ext>
            </a:extLst>
          </p:cNvPr>
          <p:cNvCxnSpPr>
            <a:cxnSpLocks/>
          </p:cNvCxnSpPr>
          <p:nvPr/>
        </p:nvCxnSpPr>
        <p:spPr>
          <a:xfrm flipV="1">
            <a:off x="7124700" y="4391777"/>
            <a:ext cx="1031392" cy="2423"/>
          </a:xfrm>
          <a:prstGeom prst="straightConnector1">
            <a:avLst/>
          </a:prstGeom>
          <a:ln w="31750">
            <a:solidFill>
              <a:schemeClr val="bg2"/>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7273370" y="1890446"/>
            <a:ext cx="816249" cy="1200329"/>
          </a:xfrm>
          <a:prstGeom prst="rect">
            <a:avLst/>
          </a:prstGeom>
        </p:spPr>
        <p:txBody>
          <a:bodyPr wrap="none">
            <a:spAutoFit/>
          </a:bodyPr>
          <a:lstStyle/>
          <a:p>
            <a:r>
              <a:rPr lang="en-US" sz="7200" dirty="0">
                <a:gradFill>
                  <a:gsLst>
                    <a:gs pos="3797">
                      <a:schemeClr val="bg1"/>
                    </a:gs>
                    <a:gs pos="13000">
                      <a:schemeClr val="bg1"/>
                    </a:gs>
                  </a:gsLst>
                  <a:lin ang="5400000" scaled="0"/>
                </a:gradFill>
              </a:rPr>
              <a:t>×</a:t>
            </a:r>
          </a:p>
        </p:txBody>
      </p:sp>
      <p:sp>
        <p:nvSpPr>
          <p:cNvPr id="50" name="Rectangle 49"/>
          <p:cNvSpPr/>
          <p:nvPr/>
        </p:nvSpPr>
        <p:spPr>
          <a:xfrm>
            <a:off x="7313658" y="3784667"/>
            <a:ext cx="615553" cy="1107996"/>
          </a:xfrm>
          <a:prstGeom prst="rect">
            <a:avLst/>
          </a:prstGeom>
        </p:spPr>
        <p:txBody>
          <a:bodyPr wrap="none" lIns="0" tIns="0" rIns="0" bIns="0">
            <a:spAutoFit/>
          </a:bodyPr>
          <a:lstStyle/>
          <a:p>
            <a:r>
              <a:rPr lang="en-US" sz="7200" dirty="0">
                <a:gradFill>
                  <a:gsLst>
                    <a:gs pos="3797">
                      <a:schemeClr val="bg1"/>
                    </a:gs>
                    <a:gs pos="13000">
                      <a:schemeClr val="bg1"/>
                    </a:gs>
                  </a:gsLst>
                  <a:lin ang="5400000" scaled="0"/>
                </a:gradFill>
              </a:rPr>
              <a:t>×</a:t>
            </a:r>
          </a:p>
        </p:txBody>
      </p:sp>
      <p:sp>
        <p:nvSpPr>
          <p:cNvPr id="71" name="Freeform 27">
            <a:extLst>
              <a:ext uri="{FF2B5EF4-FFF2-40B4-BE49-F238E27FC236}">
                <a16:creationId xmlns:a16="http://schemas.microsoft.com/office/drawing/2014/main" id="{72D2C42E-3D4D-46E7-BA10-0CFA7FFE397F}"/>
              </a:ext>
            </a:extLst>
          </p:cNvPr>
          <p:cNvSpPr>
            <a:spLocks noChangeAspect="1"/>
          </p:cNvSpPr>
          <p:nvPr/>
        </p:nvSpPr>
        <p:spPr bwMode="black">
          <a:xfrm>
            <a:off x="6466096" y="2348397"/>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sp>
        <p:nvSpPr>
          <p:cNvPr id="72" name="Freeform 27">
            <a:extLst>
              <a:ext uri="{FF2B5EF4-FFF2-40B4-BE49-F238E27FC236}">
                <a16:creationId xmlns:a16="http://schemas.microsoft.com/office/drawing/2014/main" id="{E7954149-1B8D-4A71-A0AF-4BC20BEF5B07}"/>
              </a:ext>
            </a:extLst>
          </p:cNvPr>
          <p:cNvSpPr>
            <a:spLocks noChangeAspect="1"/>
          </p:cNvSpPr>
          <p:nvPr/>
        </p:nvSpPr>
        <p:spPr bwMode="black">
          <a:xfrm>
            <a:off x="6466096" y="3348068"/>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sp>
        <p:nvSpPr>
          <p:cNvPr id="73" name="Freeform 27">
            <a:extLst>
              <a:ext uri="{FF2B5EF4-FFF2-40B4-BE49-F238E27FC236}">
                <a16:creationId xmlns:a16="http://schemas.microsoft.com/office/drawing/2014/main" id="{6A6F002A-648F-4028-8D10-DBA1A050E7D7}"/>
              </a:ext>
            </a:extLst>
          </p:cNvPr>
          <p:cNvSpPr>
            <a:spLocks noChangeAspect="1"/>
          </p:cNvSpPr>
          <p:nvPr/>
        </p:nvSpPr>
        <p:spPr bwMode="black">
          <a:xfrm>
            <a:off x="6453396" y="4208039"/>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sp>
        <p:nvSpPr>
          <p:cNvPr id="37" name="Freeform 5">
            <a:extLst>
              <a:ext uri="{FF2B5EF4-FFF2-40B4-BE49-F238E27FC236}">
                <a16:creationId xmlns:a16="http://schemas.microsoft.com/office/drawing/2014/main" id="{834A6D80-DED1-4091-90E8-EE978B7E616C}"/>
              </a:ext>
            </a:extLst>
          </p:cNvPr>
          <p:cNvSpPr>
            <a:spLocks noEditPoints="1"/>
          </p:cNvSpPr>
          <p:nvPr/>
        </p:nvSpPr>
        <p:spPr bwMode="auto">
          <a:xfrm>
            <a:off x="8503737" y="2775050"/>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63597767"/>
      </p:ext>
    </p:extLst>
  </p:cSld>
  <p:clrMapOvr>
    <a:masterClrMapping/>
  </p:clrMapOvr>
  <p:transition>
    <p:fade/>
  </p:transition>
</p:sld>
</file>

<file path=ppt/slides/slide28.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51CCE7FD-FAFD-4497-8DFD-88521A7C971F}"/>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a:xfrm>
            <a:off x="274639" y="296863"/>
            <a:ext cx="5486400" cy="976663"/>
          </a:xfrm>
        </p:spPr>
        <p:txBody>
          <a:bodyPr>
            <a:normAutofit fontScale="90000"/>
          </a:bodyPr>
          <a:lstStyle/>
          <a:p>
            <a:r>
              <a:rPr lang="en-US" sz="4488" dirty="0">
                <a:solidFill>
                  <a:schemeClr val="tx1"/>
                </a:solidFill>
              </a:rPr>
              <a:t>URL routing and </a:t>
            </a:r>
            <a:br>
              <a:rPr lang="en-US" sz="4488" dirty="0">
                <a:solidFill>
                  <a:schemeClr val="tx1"/>
                </a:solidFill>
              </a:rPr>
            </a:br>
            <a:r>
              <a:rPr lang="en-US" sz="4488" dirty="0">
                <a:solidFill>
                  <a:schemeClr val="tx1"/>
                </a:solidFill>
              </a:rPr>
              <a:t>multi-site support</a:t>
            </a:r>
          </a:p>
        </p:txBody>
      </p:sp>
      <p:sp>
        <p:nvSpPr>
          <p:cNvPr id="13" name="Rectangle 12"/>
          <p:cNvSpPr/>
          <p:nvPr/>
        </p:nvSpPr>
        <p:spPr>
          <a:xfrm>
            <a:off x="339170" y="2150184"/>
            <a:ext cx="5269849" cy="3330142"/>
          </a:xfrm>
          <a:prstGeom prst="rect">
            <a:avLst/>
          </a:prstGeom>
        </p:spPr>
        <p:txBody>
          <a:bodyPr wrap="square">
            <a:spAutoFit/>
          </a:bodyPr>
          <a:lstStyle/>
          <a:p>
            <a:pPr>
              <a:lnSpc>
                <a:spcPct val="90000"/>
              </a:lnSpc>
              <a:spcBef>
                <a:spcPts val="600"/>
              </a:spcBef>
              <a:spcAft>
                <a:spcPts val="600"/>
              </a:spcAft>
              <a:buSzPct val="90000"/>
            </a:pPr>
            <a:r>
              <a:rPr lang="en-US" sz="3200" dirty="0">
                <a:gradFill>
                  <a:gsLst>
                    <a:gs pos="3165">
                      <a:schemeClr val="accent4"/>
                    </a:gs>
                    <a:gs pos="35000">
                      <a:schemeClr val="accent4"/>
                    </a:gs>
                  </a:gsLst>
                  <a:lin ang="5400000" scaled="0"/>
                </a:gradFill>
                <a:latin typeface="+mj-lt"/>
              </a:rPr>
              <a:t>URL based routing</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Backend pool selection based on request path</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Configure up to 20 backend pools</a:t>
            </a:r>
          </a:p>
          <a:p>
            <a:pPr>
              <a:lnSpc>
                <a:spcPct val="90000"/>
              </a:lnSpc>
              <a:spcBef>
                <a:spcPts val="600"/>
              </a:spcBef>
              <a:spcAft>
                <a:spcPts val="600"/>
              </a:spcAft>
              <a:buSzPct val="90000"/>
            </a:pPr>
            <a:endParaRPr lang="en-US" sz="3200" dirty="0">
              <a:gradFill>
                <a:gsLst>
                  <a:gs pos="3165">
                    <a:schemeClr val="accent4"/>
                  </a:gs>
                  <a:gs pos="35000">
                    <a:schemeClr val="accent4"/>
                  </a:gs>
                </a:gsLst>
                <a:lin ang="5400000" scaled="0"/>
              </a:gradFill>
              <a:latin typeface="+mj-lt"/>
            </a:endParaRPr>
          </a:p>
          <a:p>
            <a:pPr>
              <a:lnSpc>
                <a:spcPct val="90000"/>
              </a:lnSpc>
              <a:spcBef>
                <a:spcPts val="600"/>
              </a:spcBef>
              <a:spcAft>
                <a:spcPts val="600"/>
              </a:spcAft>
              <a:buSzPct val="90000"/>
            </a:pPr>
            <a:r>
              <a:rPr lang="en-US" sz="3200" dirty="0">
                <a:gradFill>
                  <a:gsLst>
                    <a:gs pos="3165">
                      <a:schemeClr val="accent4"/>
                    </a:gs>
                    <a:gs pos="35000">
                      <a:schemeClr val="accent4"/>
                    </a:gs>
                  </a:gsLst>
                  <a:lin ang="5400000" scaled="0"/>
                </a:gradFill>
                <a:latin typeface="+mj-lt"/>
              </a:rPr>
              <a:t>Multi site support</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Pack up to 20 different domains or subdomains</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Each domain to its own backend pool</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SSL offload via Server Name Indication (SNI) </a:t>
            </a:r>
          </a:p>
        </p:txBody>
      </p:sp>
      <p:cxnSp>
        <p:nvCxnSpPr>
          <p:cNvPr id="34" name="Straight Arrow Connector 11">
            <a:extLst>
              <a:ext uri="{FF2B5EF4-FFF2-40B4-BE49-F238E27FC236}">
                <a16:creationId xmlns:a16="http://schemas.microsoft.com/office/drawing/2014/main" id="{7892BD9C-8ACF-4DF7-9AEB-444750B91DA9}"/>
              </a:ext>
            </a:extLst>
          </p:cNvPr>
          <p:cNvCxnSpPr>
            <a:cxnSpLocks/>
            <a:stCxn id="85" idx="3"/>
            <a:endCxn id="75" idx="1"/>
          </p:cNvCxnSpPr>
          <p:nvPr/>
        </p:nvCxnSpPr>
        <p:spPr>
          <a:xfrm>
            <a:off x="9597439" y="3598767"/>
            <a:ext cx="1440219" cy="1878020"/>
          </a:xfrm>
          <a:prstGeom prst="bentConnector3">
            <a:avLst>
              <a:gd name="adj1" fmla="val 50000"/>
            </a:avLst>
          </a:prstGeom>
          <a:solidFill>
            <a:schemeClr val="accent4">
              <a:lumMod val="50000"/>
            </a:schemeClr>
          </a:solidFill>
          <a:ln w="25400">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35" name="Freeform 27">
            <a:extLst>
              <a:ext uri="{FF2B5EF4-FFF2-40B4-BE49-F238E27FC236}">
                <a16:creationId xmlns:a16="http://schemas.microsoft.com/office/drawing/2014/main" id="{85A4D8FA-14E7-46FB-82C6-6773C7A14685}"/>
              </a:ext>
            </a:extLst>
          </p:cNvPr>
          <p:cNvSpPr>
            <a:spLocks noChangeAspect="1"/>
          </p:cNvSpPr>
          <p:nvPr/>
        </p:nvSpPr>
        <p:spPr bwMode="black">
          <a:xfrm>
            <a:off x="6654781" y="2769311"/>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cxnSp>
        <p:nvCxnSpPr>
          <p:cNvPr id="37" name="Straight Arrow Connector 36">
            <a:extLst>
              <a:ext uri="{FF2B5EF4-FFF2-40B4-BE49-F238E27FC236}">
                <a16:creationId xmlns:a16="http://schemas.microsoft.com/office/drawing/2014/main" id="{E8EAEBE1-F808-4D77-A3A0-883C503D2D87}"/>
              </a:ext>
            </a:extLst>
          </p:cNvPr>
          <p:cNvCxnSpPr/>
          <p:nvPr/>
        </p:nvCxnSpPr>
        <p:spPr>
          <a:xfrm>
            <a:off x="7410618" y="2974579"/>
            <a:ext cx="778699" cy="1719"/>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697EDB2-9075-4A5A-B7AE-B69EFEEE504A}"/>
              </a:ext>
            </a:extLst>
          </p:cNvPr>
          <p:cNvSpPr/>
          <p:nvPr/>
        </p:nvSpPr>
        <p:spPr bwMode="auto">
          <a:xfrm>
            <a:off x="11037659" y="2825808"/>
            <a:ext cx="1070185" cy="1522014"/>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cxnSp>
        <p:nvCxnSpPr>
          <p:cNvPr id="40" name="Straight Arrow Connector 34">
            <a:extLst>
              <a:ext uri="{FF2B5EF4-FFF2-40B4-BE49-F238E27FC236}">
                <a16:creationId xmlns:a16="http://schemas.microsoft.com/office/drawing/2014/main" id="{1A9C22A7-7202-4371-8FD0-C6B819587BE7}"/>
              </a:ext>
            </a:extLst>
          </p:cNvPr>
          <p:cNvCxnSpPr>
            <a:cxnSpLocks/>
          </p:cNvCxnSpPr>
          <p:nvPr/>
        </p:nvCxnSpPr>
        <p:spPr>
          <a:xfrm flipV="1">
            <a:off x="9597079" y="2040751"/>
            <a:ext cx="1440580" cy="1548927"/>
          </a:xfrm>
          <a:prstGeom prst="bentConnector3">
            <a:avLst>
              <a:gd name="adj1" fmla="val 50000"/>
            </a:avLst>
          </a:prstGeom>
          <a:ln w="254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2E20835-5C5C-475A-BD16-8A65B7F49A7E}"/>
              </a:ext>
            </a:extLst>
          </p:cNvPr>
          <p:cNvSpPr txBox="1"/>
          <p:nvPr/>
        </p:nvSpPr>
        <p:spPr>
          <a:xfrm>
            <a:off x="9686933" y="1470956"/>
            <a:ext cx="1106392" cy="276999"/>
          </a:xfrm>
          <a:prstGeom prst="rect">
            <a:avLst/>
          </a:prstGeom>
          <a:noFill/>
        </p:spPr>
        <p:txBody>
          <a:bodyPr wrap="none" rtlCol="0">
            <a:spAutoFit/>
          </a:bodyPr>
          <a:lstStyle/>
          <a:p>
            <a:pPr algn="r" defTabSz="914224">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fabrikam.com</a:t>
            </a:r>
          </a:p>
        </p:txBody>
      </p:sp>
      <p:cxnSp>
        <p:nvCxnSpPr>
          <p:cNvPr id="42" name="Straight Arrow Connector 41">
            <a:extLst>
              <a:ext uri="{FF2B5EF4-FFF2-40B4-BE49-F238E27FC236}">
                <a16:creationId xmlns:a16="http://schemas.microsoft.com/office/drawing/2014/main" id="{7E1B4CF4-D580-442A-BDB1-69C344668525}"/>
              </a:ext>
            </a:extLst>
          </p:cNvPr>
          <p:cNvCxnSpPr>
            <a:cxnSpLocks/>
            <a:endCxn id="38" idx="1"/>
          </p:cNvCxnSpPr>
          <p:nvPr/>
        </p:nvCxnSpPr>
        <p:spPr>
          <a:xfrm>
            <a:off x="9970264" y="3586815"/>
            <a:ext cx="1067395" cy="0"/>
          </a:xfrm>
          <a:prstGeom prst="straightConnector1">
            <a:avLst/>
          </a:prstGeom>
          <a:ln w="25400">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45" name="Rectangle 44">
            <a:extLst>
              <a:ext uri="{FF2B5EF4-FFF2-40B4-BE49-F238E27FC236}">
                <a16:creationId xmlns:a16="http://schemas.microsoft.com/office/drawing/2014/main" id="{5FB7E40A-FC49-4403-9214-508AFFDC76DF}"/>
              </a:ext>
            </a:extLst>
          </p:cNvPr>
          <p:cNvSpPr/>
          <p:nvPr/>
        </p:nvSpPr>
        <p:spPr>
          <a:xfrm>
            <a:off x="9435595" y="4825852"/>
            <a:ext cx="1426673" cy="276999"/>
          </a:xfrm>
          <a:prstGeom prst="rect">
            <a:avLst/>
          </a:prstGeom>
          <a:solidFill>
            <a:schemeClr val="tx1"/>
          </a:solidFill>
        </p:spPr>
        <p:txBody>
          <a:bodyPr wrap="none" lIns="0" rIns="0">
            <a:spAutoFit/>
          </a:bodyPr>
          <a:lstStyle/>
          <a:p>
            <a:pPr marR="0" lvl="0" indent="0" algn="r" defTabSz="914224" fontAlgn="base">
              <a:lnSpc>
                <a:spcPct val="100000"/>
              </a:lnSpc>
              <a:spcBef>
                <a:spcPct val="0"/>
              </a:spcBef>
              <a:spcAft>
                <a:spcPct val="0"/>
              </a:spcAft>
              <a:buClrTx/>
              <a:buSzTx/>
              <a:buFontTx/>
              <a:buNone/>
              <a:tabLs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contoso.com/video/*</a:t>
            </a:r>
          </a:p>
        </p:txBody>
      </p:sp>
      <p:sp>
        <p:nvSpPr>
          <p:cNvPr id="47" name="TextBox 46">
            <a:extLst>
              <a:ext uri="{FF2B5EF4-FFF2-40B4-BE49-F238E27FC236}">
                <a16:creationId xmlns:a16="http://schemas.microsoft.com/office/drawing/2014/main" id="{1FF7EDE2-070D-4128-AC9D-C1F8CADAB3D7}"/>
              </a:ext>
            </a:extLst>
          </p:cNvPr>
          <p:cNvSpPr txBox="1"/>
          <p:nvPr/>
        </p:nvSpPr>
        <p:spPr>
          <a:xfrm>
            <a:off x="11037659" y="2863827"/>
            <a:ext cx="1070185" cy="276999"/>
          </a:xfrm>
          <a:prstGeom prst="rect">
            <a:avLst/>
          </a:prstGeom>
          <a:noFill/>
        </p:spPr>
        <p:txBody>
          <a:bodyPr wrap="square" rtlCol="0">
            <a:spAutoFit/>
          </a:bodyPr>
          <a:lstStyle/>
          <a:p>
            <a:pPr algn="ctr" defTabSz="914224">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Videos</a:t>
            </a:r>
          </a:p>
        </p:txBody>
      </p:sp>
      <p:sp>
        <p:nvSpPr>
          <p:cNvPr id="49" name="Rectangle 48">
            <a:extLst>
              <a:ext uri="{FF2B5EF4-FFF2-40B4-BE49-F238E27FC236}">
                <a16:creationId xmlns:a16="http://schemas.microsoft.com/office/drawing/2014/main" id="{EAA85F01-04DF-4D01-96CA-CBC36A8AFF90}"/>
              </a:ext>
            </a:extLst>
          </p:cNvPr>
          <p:cNvSpPr/>
          <p:nvPr/>
        </p:nvSpPr>
        <p:spPr>
          <a:xfrm>
            <a:off x="9068173" y="5555817"/>
            <a:ext cx="1725152" cy="276999"/>
          </a:xfrm>
          <a:prstGeom prst="rect">
            <a:avLst/>
          </a:prstGeom>
        </p:spPr>
        <p:txBody>
          <a:bodyPr wrap="none">
            <a:spAutoFit/>
          </a:bodyPr>
          <a:lstStyle/>
          <a:p>
            <a:pPr marR="0" lvl="0" indent="0" algn="r" defTabSz="914224" fontAlgn="base">
              <a:lnSpc>
                <a:spcPct val="100000"/>
              </a:lnSpc>
              <a:spcBef>
                <a:spcPct val="0"/>
              </a:spcBef>
              <a:spcAft>
                <a:spcPct val="0"/>
              </a:spcAft>
              <a:buClrTx/>
              <a:buSzTx/>
              <a:buFontTx/>
              <a:buNone/>
              <a:tabLs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contoso.com/images/*</a:t>
            </a:r>
          </a:p>
        </p:txBody>
      </p:sp>
      <p:sp>
        <p:nvSpPr>
          <p:cNvPr id="70" name="Freeform 27">
            <a:extLst>
              <a:ext uri="{FF2B5EF4-FFF2-40B4-BE49-F238E27FC236}">
                <a16:creationId xmlns:a16="http://schemas.microsoft.com/office/drawing/2014/main" id="{EEDEAA2C-0DCA-456A-AD47-9D7BB19BBA91}"/>
              </a:ext>
            </a:extLst>
          </p:cNvPr>
          <p:cNvSpPr>
            <a:spLocks noChangeAspect="1"/>
          </p:cNvSpPr>
          <p:nvPr/>
        </p:nvSpPr>
        <p:spPr bwMode="black">
          <a:xfrm>
            <a:off x="6687969" y="4025610"/>
            <a:ext cx="541158" cy="450371"/>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cxnSp>
        <p:nvCxnSpPr>
          <p:cNvPr id="71" name="Straight Arrow Connector 70">
            <a:extLst>
              <a:ext uri="{FF2B5EF4-FFF2-40B4-BE49-F238E27FC236}">
                <a16:creationId xmlns:a16="http://schemas.microsoft.com/office/drawing/2014/main" id="{B5AD336C-23B3-4E6E-AB8E-A2508792B25A}"/>
              </a:ext>
            </a:extLst>
          </p:cNvPr>
          <p:cNvCxnSpPr/>
          <p:nvPr/>
        </p:nvCxnSpPr>
        <p:spPr>
          <a:xfrm>
            <a:off x="7414386" y="4229664"/>
            <a:ext cx="778698" cy="874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6946D56E-31AD-4DD3-BABF-1CBDAB2F61A2}"/>
              </a:ext>
            </a:extLst>
          </p:cNvPr>
          <p:cNvSpPr txBox="1"/>
          <p:nvPr/>
        </p:nvSpPr>
        <p:spPr>
          <a:xfrm>
            <a:off x="6633501" y="4397599"/>
            <a:ext cx="1791904" cy="480131"/>
          </a:xfrm>
          <a:prstGeom prst="rect">
            <a:avLst/>
          </a:prstGeom>
        </p:spPr>
        <p:txBody>
          <a:bodyPr wrap="square" lIns="182880" tIns="146304" rIns="182880" bIns="146304" rtlCol="0">
            <a:spAutoFit/>
          </a:bodyPr>
          <a:lstStyle/>
          <a:p>
            <a:pPr algn="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fabrikam.com</a:t>
            </a:r>
          </a:p>
        </p:txBody>
      </p:sp>
      <p:pic>
        <p:nvPicPr>
          <p:cNvPr id="73" name="Picture 72">
            <a:extLst>
              <a:ext uri="{FF2B5EF4-FFF2-40B4-BE49-F238E27FC236}">
                <a16:creationId xmlns:a16="http://schemas.microsoft.com/office/drawing/2014/main" id="{D321EEF3-4057-4BBB-87FB-0F62F862D2BA}"/>
              </a:ext>
            </a:extLst>
          </p:cNvPr>
          <p:cNvPicPr>
            <a:picLocks noChangeAspect="1"/>
          </p:cNvPicPr>
          <p:nvPr/>
        </p:nvPicPr>
        <p:blipFill>
          <a:blip r:embed="rId3"/>
          <a:stretch>
            <a:fillRect/>
          </a:stretch>
        </p:blipFill>
        <p:spPr>
          <a:xfrm>
            <a:off x="11389871" y="3284359"/>
            <a:ext cx="365760" cy="365760"/>
          </a:xfrm>
          <a:prstGeom prst="rect">
            <a:avLst/>
          </a:prstGeom>
        </p:spPr>
      </p:pic>
      <p:pic>
        <p:nvPicPr>
          <p:cNvPr id="74" name="Picture 73">
            <a:extLst>
              <a:ext uri="{FF2B5EF4-FFF2-40B4-BE49-F238E27FC236}">
                <a16:creationId xmlns:a16="http://schemas.microsoft.com/office/drawing/2014/main" id="{DF0E2932-7F65-4FB5-BE92-C0418753FFA0}"/>
              </a:ext>
            </a:extLst>
          </p:cNvPr>
          <p:cNvPicPr>
            <a:picLocks noChangeAspect="1"/>
          </p:cNvPicPr>
          <p:nvPr/>
        </p:nvPicPr>
        <p:blipFill>
          <a:blip r:embed="rId3"/>
          <a:stretch>
            <a:fillRect/>
          </a:stretch>
        </p:blipFill>
        <p:spPr>
          <a:xfrm>
            <a:off x="11389871" y="3846545"/>
            <a:ext cx="365760" cy="365760"/>
          </a:xfrm>
          <a:prstGeom prst="rect">
            <a:avLst/>
          </a:prstGeom>
        </p:spPr>
      </p:pic>
      <p:sp>
        <p:nvSpPr>
          <p:cNvPr id="75" name="Rectangle 74">
            <a:extLst>
              <a:ext uri="{FF2B5EF4-FFF2-40B4-BE49-F238E27FC236}">
                <a16:creationId xmlns:a16="http://schemas.microsoft.com/office/drawing/2014/main" id="{046CEBD4-76FC-43DC-9DA7-315EC3324F52}"/>
              </a:ext>
            </a:extLst>
          </p:cNvPr>
          <p:cNvSpPr/>
          <p:nvPr/>
        </p:nvSpPr>
        <p:spPr bwMode="auto">
          <a:xfrm>
            <a:off x="11037658" y="4461410"/>
            <a:ext cx="1070185" cy="2030753"/>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sp>
        <p:nvSpPr>
          <p:cNvPr id="76" name="TextBox 75">
            <a:extLst>
              <a:ext uri="{FF2B5EF4-FFF2-40B4-BE49-F238E27FC236}">
                <a16:creationId xmlns:a16="http://schemas.microsoft.com/office/drawing/2014/main" id="{6DBB147B-14AF-46A9-8FD8-B5F6C78B4485}"/>
              </a:ext>
            </a:extLst>
          </p:cNvPr>
          <p:cNvSpPr txBox="1"/>
          <p:nvPr/>
        </p:nvSpPr>
        <p:spPr>
          <a:xfrm>
            <a:off x="11005766" y="4482597"/>
            <a:ext cx="1107368" cy="276999"/>
          </a:xfrm>
          <a:prstGeom prst="rect">
            <a:avLst/>
          </a:prstGeom>
          <a:noFill/>
        </p:spPr>
        <p:txBody>
          <a:bodyPr wrap="square" rtlCol="0">
            <a:spAutoFit/>
          </a:bodyPr>
          <a:lstStyle/>
          <a:p>
            <a:pPr marR="0" lvl="0" indent="0" algn="ctr" defTabSz="914224" fontAlgn="auto">
              <a:lnSpc>
                <a:spcPct val="100000"/>
              </a:lnSpc>
              <a:spcBef>
                <a:spcPts val="0"/>
              </a:spcBef>
              <a:spcAft>
                <a:spcPts val="0"/>
              </a:spcAft>
              <a:buClrTx/>
              <a:buSzTx/>
              <a:buFontTx/>
              <a:buNone/>
              <a:tabLst/>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Images</a:t>
            </a:r>
          </a:p>
        </p:txBody>
      </p:sp>
      <p:pic>
        <p:nvPicPr>
          <p:cNvPr id="77" name="Picture 76">
            <a:extLst>
              <a:ext uri="{FF2B5EF4-FFF2-40B4-BE49-F238E27FC236}">
                <a16:creationId xmlns:a16="http://schemas.microsoft.com/office/drawing/2014/main" id="{520AD475-32CF-42D0-9333-21244DDFDCF9}"/>
              </a:ext>
            </a:extLst>
          </p:cNvPr>
          <p:cNvPicPr>
            <a:picLocks noChangeAspect="1"/>
          </p:cNvPicPr>
          <p:nvPr/>
        </p:nvPicPr>
        <p:blipFill>
          <a:blip r:embed="rId3"/>
          <a:stretch>
            <a:fillRect/>
          </a:stretch>
        </p:blipFill>
        <p:spPr>
          <a:xfrm>
            <a:off x="11393222" y="4856853"/>
            <a:ext cx="365760" cy="365760"/>
          </a:xfrm>
          <a:prstGeom prst="rect">
            <a:avLst/>
          </a:prstGeom>
        </p:spPr>
      </p:pic>
      <p:pic>
        <p:nvPicPr>
          <p:cNvPr id="78" name="Picture 77">
            <a:extLst>
              <a:ext uri="{FF2B5EF4-FFF2-40B4-BE49-F238E27FC236}">
                <a16:creationId xmlns:a16="http://schemas.microsoft.com/office/drawing/2014/main" id="{F5FC6BFE-77C3-4A6A-A60E-C988D338CB83}"/>
              </a:ext>
            </a:extLst>
          </p:cNvPr>
          <p:cNvPicPr>
            <a:picLocks noChangeAspect="1"/>
          </p:cNvPicPr>
          <p:nvPr/>
        </p:nvPicPr>
        <p:blipFill>
          <a:blip r:embed="rId3"/>
          <a:stretch>
            <a:fillRect/>
          </a:stretch>
        </p:blipFill>
        <p:spPr>
          <a:xfrm>
            <a:off x="11393222" y="5385960"/>
            <a:ext cx="365760" cy="365760"/>
          </a:xfrm>
          <a:prstGeom prst="rect">
            <a:avLst/>
          </a:prstGeom>
        </p:spPr>
      </p:pic>
      <p:pic>
        <p:nvPicPr>
          <p:cNvPr id="79" name="Picture 78">
            <a:extLst>
              <a:ext uri="{FF2B5EF4-FFF2-40B4-BE49-F238E27FC236}">
                <a16:creationId xmlns:a16="http://schemas.microsoft.com/office/drawing/2014/main" id="{6E2E6CE0-02D6-4516-8391-AE465B8FE9B4}"/>
              </a:ext>
            </a:extLst>
          </p:cNvPr>
          <p:cNvPicPr>
            <a:picLocks noChangeAspect="1"/>
          </p:cNvPicPr>
          <p:nvPr/>
        </p:nvPicPr>
        <p:blipFill>
          <a:blip r:embed="rId3"/>
          <a:stretch>
            <a:fillRect/>
          </a:stretch>
        </p:blipFill>
        <p:spPr>
          <a:xfrm>
            <a:off x="11393222" y="5915066"/>
            <a:ext cx="365760" cy="365760"/>
          </a:xfrm>
          <a:prstGeom prst="rect">
            <a:avLst/>
          </a:prstGeom>
        </p:spPr>
      </p:pic>
      <p:sp>
        <p:nvSpPr>
          <p:cNvPr id="80" name="TextBox 79">
            <a:extLst>
              <a:ext uri="{FF2B5EF4-FFF2-40B4-BE49-F238E27FC236}">
                <a16:creationId xmlns:a16="http://schemas.microsoft.com/office/drawing/2014/main" id="{F4260234-BBC5-442F-A673-BB68455F08F3}"/>
              </a:ext>
            </a:extLst>
          </p:cNvPr>
          <p:cNvSpPr txBox="1"/>
          <p:nvPr/>
        </p:nvSpPr>
        <p:spPr>
          <a:xfrm>
            <a:off x="6633501" y="3034736"/>
            <a:ext cx="1791904" cy="480131"/>
          </a:xfrm>
          <a:prstGeom prst="rect">
            <a:avLst/>
          </a:prstGeom>
        </p:spPr>
        <p:txBody>
          <a:bodyPr wrap="square" lIns="182880" tIns="146304" rIns="182880" bIns="146304" rtlCol="0">
            <a:spAutoFit/>
          </a:bodyPr>
          <a:lstStyle/>
          <a:p>
            <a:pPr algn="r" defTabSz="914224" fontAlgn="base">
              <a:spcBef>
                <a:spcPct val="0"/>
              </a:spcBef>
              <a:spcAft>
                <a:spcPct val="0"/>
              </a:spcAft>
              <a:defRPr/>
            </a:pPr>
            <a:r>
              <a:rPr lang="en-US" sz="12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contoso.com</a:t>
            </a:r>
          </a:p>
        </p:txBody>
      </p:sp>
      <p:sp>
        <p:nvSpPr>
          <p:cNvPr id="81" name="Rectangle 80">
            <a:extLst>
              <a:ext uri="{FF2B5EF4-FFF2-40B4-BE49-F238E27FC236}">
                <a16:creationId xmlns:a16="http://schemas.microsoft.com/office/drawing/2014/main" id="{E9F6BDED-E329-447B-BCA9-26F4545FBFB2}"/>
              </a:ext>
            </a:extLst>
          </p:cNvPr>
          <p:cNvSpPr/>
          <p:nvPr/>
        </p:nvSpPr>
        <p:spPr bwMode="auto">
          <a:xfrm>
            <a:off x="11038019" y="1470956"/>
            <a:ext cx="1069465" cy="1157767"/>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chemeClr val="tx1"/>
              </a:solidFill>
              <a:effectLst/>
              <a:uLnTx/>
              <a:uFillTx/>
              <a:latin typeface="+mn-lt"/>
              <a:ea typeface="+mn-ea"/>
              <a:cs typeface="+mn-cs"/>
            </a:endParaRPr>
          </a:p>
        </p:txBody>
      </p:sp>
      <p:pic>
        <p:nvPicPr>
          <p:cNvPr id="82" name="Picture 81">
            <a:extLst>
              <a:ext uri="{FF2B5EF4-FFF2-40B4-BE49-F238E27FC236}">
                <a16:creationId xmlns:a16="http://schemas.microsoft.com/office/drawing/2014/main" id="{753AC2CD-6F2A-416D-BD4A-895D4B506682}"/>
              </a:ext>
            </a:extLst>
          </p:cNvPr>
          <p:cNvPicPr>
            <a:picLocks noChangeAspect="1"/>
          </p:cNvPicPr>
          <p:nvPr/>
        </p:nvPicPr>
        <p:blipFill>
          <a:blip r:embed="rId3"/>
          <a:stretch>
            <a:fillRect/>
          </a:stretch>
        </p:blipFill>
        <p:spPr>
          <a:xfrm>
            <a:off x="11389871" y="2150184"/>
            <a:ext cx="365760" cy="365760"/>
          </a:xfrm>
          <a:prstGeom prst="rect">
            <a:avLst/>
          </a:prstGeom>
        </p:spPr>
      </p:pic>
      <p:pic>
        <p:nvPicPr>
          <p:cNvPr id="83" name="Picture 82">
            <a:extLst>
              <a:ext uri="{FF2B5EF4-FFF2-40B4-BE49-F238E27FC236}">
                <a16:creationId xmlns:a16="http://schemas.microsoft.com/office/drawing/2014/main" id="{144B874D-4225-4F47-89FC-38A2B426B749}"/>
              </a:ext>
            </a:extLst>
          </p:cNvPr>
          <p:cNvPicPr>
            <a:picLocks noChangeAspect="1"/>
          </p:cNvPicPr>
          <p:nvPr/>
        </p:nvPicPr>
        <p:blipFill>
          <a:blip r:embed="rId3"/>
          <a:stretch>
            <a:fillRect/>
          </a:stretch>
        </p:blipFill>
        <p:spPr>
          <a:xfrm>
            <a:off x="11389871" y="1655184"/>
            <a:ext cx="365760" cy="365760"/>
          </a:xfrm>
          <a:prstGeom prst="rect">
            <a:avLst/>
          </a:prstGeom>
        </p:spPr>
      </p:pic>
      <p:sp>
        <p:nvSpPr>
          <p:cNvPr id="85" name="Rectangle 84">
            <a:extLst>
              <a:ext uri="{FF2B5EF4-FFF2-40B4-BE49-F238E27FC236}">
                <a16:creationId xmlns:a16="http://schemas.microsoft.com/office/drawing/2014/main" id="{0F50CEFB-67D6-4A8C-9603-E320406FD3D9}"/>
              </a:ext>
            </a:extLst>
          </p:cNvPr>
          <p:cNvSpPr/>
          <p:nvPr/>
        </p:nvSpPr>
        <p:spPr bwMode="auto">
          <a:xfrm>
            <a:off x="8434173" y="2583390"/>
            <a:ext cx="1163266" cy="2030753"/>
          </a:xfrm>
          <a:prstGeom prst="rect">
            <a:avLst/>
          </a:prstGeom>
          <a:solidFill>
            <a:schemeClr val="accent5"/>
          </a:solidFill>
          <a:ln w="28575">
            <a:solidFill>
              <a:schemeClr val="accent5">
                <a:lumMod val="90000"/>
              </a:schemeClr>
            </a:solidFill>
            <a:prstDash val="sysDash"/>
            <a:headEnd type="none" w="med" len="med"/>
            <a:tailEnd type="none" w="med" len="med"/>
          </a:ln>
          <a:sp3d>
            <a:bevelT/>
          </a:sp3d>
        </p:spPr>
        <p:style>
          <a:lnRef idx="2">
            <a:schemeClr val="accent1">
              <a:shade val="50000"/>
            </a:schemeClr>
          </a:lnRef>
          <a:fillRef idx="1">
            <a:schemeClr val="accent1"/>
          </a:fillRef>
          <a:effectRef idx="0">
            <a:schemeClr val="accent1"/>
          </a:effectRef>
          <a:fontRef idx="minor">
            <a:schemeClr val="lt1"/>
          </a:fontRef>
        </p:style>
        <p:txBody>
          <a:bodyPr vert="horz" wrap="square" lIns="0" tIns="47558" rIns="0" bIns="47558"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0846" fontAlgn="base">
              <a:spcBef>
                <a:spcPct val="0"/>
              </a:spcBef>
              <a:spcAft>
                <a:spcPct val="0"/>
              </a:spcAft>
            </a:pPr>
            <a:endParaRPr lang="en-US" sz="2040">
              <a:solidFill>
                <a:schemeClr val="tx1"/>
              </a:solidFill>
            </a:endParaRPr>
          </a:p>
        </p:txBody>
      </p:sp>
      <p:sp>
        <p:nvSpPr>
          <p:cNvPr id="86" name="TextBox 85">
            <a:extLst>
              <a:ext uri="{FF2B5EF4-FFF2-40B4-BE49-F238E27FC236}">
                <a16:creationId xmlns:a16="http://schemas.microsoft.com/office/drawing/2014/main" id="{73A19DEE-E8C6-449E-9672-F8222FDDA2E6}"/>
              </a:ext>
            </a:extLst>
          </p:cNvPr>
          <p:cNvSpPr txBox="1"/>
          <p:nvPr/>
        </p:nvSpPr>
        <p:spPr>
          <a:xfrm>
            <a:off x="8430356" y="2725315"/>
            <a:ext cx="1162533" cy="461665"/>
          </a:xfrm>
          <a:prstGeom prst="rect">
            <a:avLst/>
          </a:prstGeom>
          <a:noFill/>
        </p:spPr>
        <p:txBody>
          <a:bodyPr wrap="square" rtlCol="0">
            <a:spAutoFit/>
          </a:bodyPr>
          <a:lstStyle/>
          <a:p>
            <a:pPr algn="ctr" defTabSz="914224">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Application Gateway</a:t>
            </a:r>
          </a:p>
        </p:txBody>
      </p:sp>
      <p:sp>
        <p:nvSpPr>
          <p:cNvPr id="33" name="Freeform 5">
            <a:extLst>
              <a:ext uri="{FF2B5EF4-FFF2-40B4-BE49-F238E27FC236}">
                <a16:creationId xmlns:a16="http://schemas.microsoft.com/office/drawing/2014/main" id="{834A6D80-DED1-4091-90E8-EE978B7E616C}"/>
              </a:ext>
            </a:extLst>
          </p:cNvPr>
          <p:cNvSpPr>
            <a:spLocks noEditPoints="1"/>
          </p:cNvSpPr>
          <p:nvPr/>
        </p:nvSpPr>
        <p:spPr bwMode="auto">
          <a:xfrm>
            <a:off x="8532333" y="3467239"/>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102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7E196D-3CEA-4740-9D91-661ADA355F7A}"/>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a:solidFill>
                  <a:schemeClr val="tx1"/>
                </a:solidFill>
              </a:rPr>
              <a:t>Diagnostics</a:t>
            </a:r>
          </a:p>
        </p:txBody>
      </p:sp>
      <p:sp>
        <p:nvSpPr>
          <p:cNvPr id="3" name="Content Placeholder 2"/>
          <p:cNvSpPr>
            <a:spLocks noGrp="1"/>
          </p:cNvSpPr>
          <p:nvPr>
            <p:ph idx="4294967295"/>
          </p:nvPr>
        </p:nvSpPr>
        <p:spPr>
          <a:xfrm>
            <a:off x="274320" y="1443834"/>
            <a:ext cx="5706282" cy="5152180"/>
          </a:xfrm>
        </p:spPr>
        <p:txBody>
          <a:bodyPr/>
          <a:lstStyle/>
          <a:p>
            <a:pPr>
              <a:spcBef>
                <a:spcPts val="600"/>
              </a:spcBef>
            </a:pPr>
            <a:r>
              <a:rPr lang="en-US" sz="24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Integrated with Azure Monitor </a:t>
            </a:r>
          </a:p>
          <a:p>
            <a:pPr>
              <a:spcBef>
                <a:spcPts val="600"/>
              </a:spcBef>
            </a:pPr>
            <a:r>
              <a:rPr lang="en-US" sz="24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Access logs </a:t>
            </a:r>
          </a:p>
          <a:p>
            <a:pPr lvl="1">
              <a:spcBef>
                <a:spcPts val="600"/>
              </a:spcBef>
            </a:pP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Logs each request/response</a:t>
            </a:r>
          </a:p>
          <a:p>
            <a:pPr lvl="1">
              <a:spcBef>
                <a:spcPts val="600"/>
              </a:spcBef>
            </a:pP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Log frequency every 5 mins</a:t>
            </a:r>
          </a:p>
          <a:p>
            <a:pPr>
              <a:spcBef>
                <a:spcPts val="600"/>
              </a:spcBef>
            </a:pPr>
            <a:r>
              <a:rPr lang="en-US" sz="24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Performance logs</a:t>
            </a:r>
          </a:p>
          <a:p>
            <a:pPr lvl="1">
              <a:spcBef>
                <a:spcPts val="600"/>
              </a:spcBef>
            </a:pP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Logs gateway instance data</a:t>
            </a:r>
          </a:p>
          <a:p>
            <a:pPr lvl="1">
              <a:spcBef>
                <a:spcPts val="600"/>
              </a:spcBef>
            </a:pP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Log frequency every 1 min</a:t>
            </a:r>
          </a:p>
          <a:p>
            <a:pPr>
              <a:spcBef>
                <a:spcPts val="600"/>
              </a:spcBef>
            </a:pPr>
            <a:r>
              <a:rPr lang="en-US" sz="24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WAF logs</a:t>
            </a:r>
          </a:p>
          <a:p>
            <a:pPr>
              <a:spcBef>
                <a:spcPts val="600"/>
              </a:spcBef>
            </a:pPr>
            <a:r>
              <a:rPr lang="en-US" sz="24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Metrics data</a:t>
            </a:r>
          </a:p>
          <a:p>
            <a:pPr lvl="1">
              <a:spcBef>
                <a:spcPts val="600"/>
              </a:spcBef>
            </a:pP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Alerts</a:t>
            </a:r>
          </a:p>
          <a:p>
            <a:pPr lvl="1">
              <a:spcBef>
                <a:spcPts val="600"/>
              </a:spcBef>
            </a:pPr>
            <a:r>
              <a:rPr lang="en-US" sz="2000" dirty="0" err="1">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Webjobs</a:t>
            </a:r>
            <a:r>
              <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 </a:t>
            </a:r>
          </a:p>
          <a:p>
            <a:pPr>
              <a:spcBef>
                <a:spcPts val="600"/>
              </a:spcBef>
            </a:pPr>
            <a:r>
              <a:rPr lang="en-US" sz="32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rPr>
              <a:t>Backend health logs</a:t>
            </a:r>
          </a:p>
          <a:p>
            <a:pPr lvl="1">
              <a:spcBef>
                <a:spcPts val="600"/>
              </a:spcBef>
            </a:pPr>
            <a:endParaRPr lang="en-US" sz="2000" dirty="0">
              <a:gradFill>
                <a:gsLst>
                  <a:gs pos="39241">
                    <a:schemeClr val="tx1"/>
                  </a:gs>
                  <a:gs pos="51000">
                    <a:schemeClr val="tx1"/>
                  </a:gs>
                </a:gsLst>
                <a:lin ang="5400000" scaled="0"/>
              </a:gradFill>
              <a:latin typeface="Segoe UI" panose="020B0502040204020203" pitchFamily="34" charset="0"/>
              <a:cs typeface="Segoe UI" panose="020B0502040204020203" pitchFamily="34" charset="0"/>
            </a:endParaRPr>
          </a:p>
        </p:txBody>
      </p:sp>
      <p:sp>
        <p:nvSpPr>
          <p:cNvPr id="4" name="Rectangle 3"/>
          <p:cNvSpPr/>
          <p:nvPr/>
        </p:nvSpPr>
        <p:spPr>
          <a:xfrm>
            <a:off x="6499505" y="4247068"/>
            <a:ext cx="5647765" cy="2031325"/>
          </a:xfrm>
          <a:prstGeom prst="rect">
            <a:avLst/>
          </a:prstGeom>
          <a:solidFill>
            <a:schemeClr val="accent5"/>
          </a:solidFill>
        </p:spPr>
        <p:txBody>
          <a:bodyPr wrap="square">
            <a:spAutoFit/>
          </a:bodyPr>
          <a:lstStyle/>
          <a:p>
            <a:r>
              <a:rPr lang="en" sz="1400" b="1">
                <a:gradFill>
                  <a:gsLst>
                    <a:gs pos="88608">
                      <a:schemeClr val="bg1"/>
                    </a:gs>
                    <a:gs pos="75316">
                      <a:schemeClr val="bg1"/>
                    </a:gs>
                  </a:gsLst>
                  <a:lin ang="5400000" scaled="0"/>
                </a:gradFill>
                <a:latin typeface="Calibri" panose="020F0502020204030204" pitchFamily="34" charset="0"/>
              </a:rPr>
              <a:t>  {</a:t>
            </a:r>
          </a:p>
          <a:p>
            <a:r>
              <a:rPr lang="en-US" sz="1400" b="1">
                <a:gradFill>
                  <a:gsLst>
                    <a:gs pos="88608">
                      <a:schemeClr val="bg1"/>
                    </a:gs>
                    <a:gs pos="75316">
                      <a:schemeClr val="bg1"/>
                    </a:gs>
                  </a:gsLst>
                  <a:lin ang="5400000" scaled="0"/>
                </a:gradFill>
                <a:latin typeface="Calibri" panose="020F0502020204030204" pitchFamily="34" charset="0"/>
              </a:rPr>
              <a:t>        "instanceId":"ApplicationGatewayRole_IN_1",</a:t>
            </a:r>
          </a:p>
          <a:p>
            <a:r>
              <a:rPr lang="en-US" sz="1400" b="1">
                <a:gradFill>
                  <a:gsLst>
                    <a:gs pos="88608">
                      <a:schemeClr val="bg1"/>
                    </a:gs>
                    <a:gs pos="75316">
                      <a:schemeClr val="bg1"/>
                    </a:gs>
                  </a:gsLst>
                  <a:lin ang="5400000" scaled="0"/>
                </a:gradFill>
                <a:latin typeface="Calibri" panose="020F0502020204030204" pitchFamily="34" charset="0"/>
              </a:rPr>
              <a:t>        "healthyHostCount":"4",</a:t>
            </a:r>
          </a:p>
          <a:p>
            <a:r>
              <a:rPr lang="en-US" sz="1400" b="1">
                <a:gradFill>
                  <a:gsLst>
                    <a:gs pos="88608">
                      <a:schemeClr val="bg1"/>
                    </a:gs>
                    <a:gs pos="75316">
                      <a:schemeClr val="bg1"/>
                    </a:gs>
                  </a:gsLst>
                  <a:lin ang="5400000" scaled="0"/>
                </a:gradFill>
                <a:latin typeface="Calibri" panose="020F0502020204030204" pitchFamily="34" charset="0"/>
              </a:rPr>
              <a:t>        "unHealthyHostCount":"0",</a:t>
            </a:r>
          </a:p>
          <a:p>
            <a:r>
              <a:rPr lang="en-US" sz="1400" b="1">
                <a:gradFill>
                  <a:gsLst>
                    <a:gs pos="88608">
                      <a:schemeClr val="bg1"/>
                    </a:gs>
                    <a:gs pos="75316">
                      <a:schemeClr val="bg1"/>
                    </a:gs>
                  </a:gsLst>
                  <a:lin ang="5400000" scaled="0"/>
                </a:gradFill>
                <a:latin typeface="Calibri" panose="020F0502020204030204" pitchFamily="34" charset="0"/>
              </a:rPr>
              <a:t>        "requestCount":"185",</a:t>
            </a:r>
          </a:p>
          <a:p>
            <a:r>
              <a:rPr lang="en-US" sz="1400" b="1">
                <a:gradFill>
                  <a:gsLst>
                    <a:gs pos="88608">
                      <a:schemeClr val="bg1"/>
                    </a:gs>
                    <a:gs pos="75316">
                      <a:schemeClr val="bg1"/>
                    </a:gs>
                  </a:gsLst>
                  <a:lin ang="5400000" scaled="0"/>
                </a:gradFill>
                <a:latin typeface="Calibri" panose="020F0502020204030204" pitchFamily="34" charset="0"/>
              </a:rPr>
              <a:t>        "latency":"0",</a:t>
            </a:r>
          </a:p>
          <a:p>
            <a:r>
              <a:rPr lang="en-US" sz="1400" b="1">
                <a:gradFill>
                  <a:gsLst>
                    <a:gs pos="88608">
                      <a:schemeClr val="bg1"/>
                    </a:gs>
                    <a:gs pos="75316">
                      <a:schemeClr val="bg1"/>
                    </a:gs>
                  </a:gsLst>
                  <a:lin ang="5400000" scaled="0"/>
                </a:gradFill>
                <a:latin typeface="Calibri" panose="020F0502020204030204" pitchFamily="34" charset="0"/>
              </a:rPr>
              <a:t>        "failedRequestCount":"0",</a:t>
            </a:r>
          </a:p>
          <a:p>
            <a:r>
              <a:rPr lang="en-US" sz="1400" b="1">
                <a:gradFill>
                  <a:gsLst>
                    <a:gs pos="88608">
                      <a:schemeClr val="bg1"/>
                    </a:gs>
                    <a:gs pos="75316">
                      <a:schemeClr val="bg1"/>
                    </a:gs>
                  </a:gsLst>
                  <a:lin ang="5400000" scaled="0"/>
                </a:gradFill>
                <a:latin typeface="Calibri" panose="020F0502020204030204" pitchFamily="34" charset="0"/>
              </a:rPr>
              <a:t>        "throughput":"119427"</a:t>
            </a:r>
          </a:p>
          <a:p>
            <a:r>
              <a:rPr lang="en" sz="1400" b="1">
                <a:gradFill>
                  <a:gsLst>
                    <a:gs pos="88608">
                      <a:schemeClr val="bg1"/>
                    </a:gs>
                    <a:gs pos="75316">
                      <a:schemeClr val="bg1"/>
                    </a:gs>
                  </a:gsLst>
                  <a:lin ang="5400000" scaled="0"/>
                </a:gradFill>
                <a:latin typeface="Calibri" panose="020F0502020204030204" pitchFamily="34" charset="0"/>
              </a:rPr>
              <a:t>    }</a:t>
            </a:r>
          </a:p>
        </p:txBody>
      </p:sp>
      <p:sp>
        <p:nvSpPr>
          <p:cNvPr id="5" name="Rectangle 4"/>
          <p:cNvSpPr/>
          <p:nvPr/>
        </p:nvSpPr>
        <p:spPr>
          <a:xfrm>
            <a:off x="6499871" y="639797"/>
            <a:ext cx="5647033" cy="3323987"/>
          </a:xfrm>
          <a:prstGeom prst="rect">
            <a:avLst/>
          </a:prstGeom>
          <a:solidFill>
            <a:schemeClr val="accent5"/>
          </a:solidFill>
        </p:spPr>
        <p:txBody>
          <a:bodyPr wrap="square">
            <a:spAutoFit/>
          </a:bodyPr>
          <a:lstStyle/>
          <a:p>
            <a:r>
              <a:rPr lang="en" sz="1400" b="1" dirty="0">
                <a:gradFill>
                  <a:gsLst>
                    <a:gs pos="88608">
                      <a:schemeClr val="bg1"/>
                    </a:gs>
                    <a:gs pos="75316">
                      <a:schemeClr val="bg1"/>
                    </a:gs>
                  </a:gsLst>
                  <a:lin ang="5400000" scaled="0"/>
                </a:gradFill>
                <a:latin typeface="Calibri" panose="020F0502020204030204" pitchFamily="34" charset="0"/>
              </a:rPr>
              <a:t>  {</a:t>
            </a:r>
          </a:p>
          <a:p>
            <a:r>
              <a:rPr lang="en-US" sz="1400" b="1" dirty="0">
                <a:gradFill>
                  <a:gsLst>
                    <a:gs pos="88608">
                      <a:schemeClr val="bg1"/>
                    </a:gs>
                    <a:gs pos="75316">
                      <a:schemeClr val="bg1"/>
                    </a:gs>
                  </a:gsLst>
                  <a:lin ang="5400000" scaled="0"/>
                </a:gradFill>
                <a:latin typeface="Calibri" panose="020F0502020204030204" pitchFamily="34" charset="0"/>
              </a:rPr>
              <a:t>        "instanceId":"ApplicationGatewayRole_IN_0",</a:t>
            </a:r>
          </a:p>
          <a:p>
            <a:r>
              <a:rPr lang="en-US" sz="1400" b="1" dirty="0">
                <a:gradFill>
                  <a:gsLst>
                    <a:gs pos="88608">
                      <a:schemeClr val="bg1"/>
                    </a:gs>
                    <a:gs pos="75316">
                      <a:schemeClr val="bg1"/>
                    </a:gs>
                  </a:gsLst>
                  <a:lin ang="5400000" scaled="0"/>
                </a:gradFill>
                <a:latin typeface="Calibri" panose="020F0502020204030204" pitchFamily="34" charset="0"/>
              </a:rPr>
              <a:t>        "clientIP":"37.186.113.170",</a:t>
            </a:r>
          </a:p>
          <a:p>
            <a:r>
              <a:rPr lang="en-US" sz="1400" b="1" dirty="0">
                <a:gradFill>
                  <a:gsLst>
                    <a:gs pos="88608">
                      <a:schemeClr val="bg1"/>
                    </a:gs>
                    <a:gs pos="75316">
                      <a:schemeClr val="bg1"/>
                    </a:gs>
                  </a:gsLst>
                  <a:lin ang="5400000" scaled="0"/>
                </a:gradFill>
                <a:latin typeface="Calibri" panose="020F0502020204030204" pitchFamily="34" charset="0"/>
              </a:rPr>
              <a:t>        "clientPort":"12345",</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httpMethod</a:t>
            </a:r>
            <a:r>
              <a:rPr lang="en-US" sz="1400" b="1" dirty="0">
                <a:gradFill>
                  <a:gsLst>
                    <a:gs pos="88608">
                      <a:schemeClr val="bg1"/>
                    </a:gs>
                    <a:gs pos="75316">
                      <a:schemeClr val="bg1"/>
                    </a:gs>
                  </a:gsLst>
                  <a:lin ang="5400000" scaled="0"/>
                </a:gradFill>
                <a:latin typeface="Calibri" panose="020F0502020204030204" pitchFamily="34" charset="0"/>
              </a:rPr>
              <a:t>":"HEAD",</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requestUri</a:t>
            </a:r>
            <a:r>
              <a:rPr lang="en-US" sz="1400" b="1" dirty="0">
                <a:gradFill>
                  <a:gsLst>
                    <a:gs pos="88608">
                      <a:schemeClr val="bg1"/>
                    </a:gs>
                    <a:gs pos="75316">
                      <a:schemeClr val="bg1"/>
                    </a:gs>
                  </a:gsLst>
                  <a:lin ang="5400000" scaled="0"/>
                </a:gradFill>
                <a:latin typeface="Calibri" panose="020F0502020204030204" pitchFamily="34" charset="0"/>
              </a:rPr>
              <a:t>":"/</a:t>
            </a:r>
            <a:r>
              <a:rPr lang="en-US" sz="1400" b="1" dirty="0" err="1">
                <a:gradFill>
                  <a:gsLst>
                    <a:gs pos="88608">
                      <a:schemeClr val="bg1"/>
                    </a:gs>
                    <a:gs pos="75316">
                      <a:schemeClr val="bg1"/>
                    </a:gs>
                  </a:gsLst>
                  <a:lin ang="5400000" scaled="0"/>
                </a:gradFill>
                <a:latin typeface="Calibri" panose="020F0502020204030204" pitchFamily="34" charset="0"/>
              </a:rPr>
              <a:t>xyz</a:t>
            </a:r>
            <a:r>
              <a:rPr lang="en-US" sz="1400" b="1" dirty="0">
                <a:gradFill>
                  <a:gsLst>
                    <a:gs pos="88608">
                      <a:schemeClr val="bg1"/>
                    </a:gs>
                    <a:gs pos="75316">
                      <a:schemeClr val="bg1"/>
                    </a:gs>
                  </a:gsLst>
                  <a:lin ang="5400000" scaled="0"/>
                </a:gradFill>
                <a:latin typeface="Calibri" panose="020F0502020204030204" pitchFamily="34" charset="0"/>
              </a:rPr>
              <a:t>/portal",</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requestQuery</a:t>
            </a:r>
            <a:r>
              <a:rPr lang="en-US" sz="1400" b="1" dirty="0">
                <a:gradFill>
                  <a:gsLst>
                    <a:gs pos="88608">
                      <a:schemeClr val="bg1"/>
                    </a:gs>
                    <a:gs pos="75316">
                      <a:schemeClr val="bg1"/>
                    </a:gs>
                  </a:gsLst>
                  <a:lin ang="5400000" scaled="0"/>
                </a:gradFill>
                <a:latin typeface="Calibri" panose="020F0502020204030204" pitchFamily="34" charset="0"/>
              </a:rPr>
              <a:t>":"",</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userAgent</a:t>
            </a:r>
            <a:r>
              <a:rPr lang="en-US" sz="1400" b="1" dirty="0">
                <a:gradFill>
                  <a:gsLst>
                    <a:gs pos="88608">
                      <a:schemeClr val="bg1"/>
                    </a:gs>
                    <a:gs pos="75316">
                      <a:schemeClr val="bg1"/>
                    </a:gs>
                  </a:gsLst>
                  <a:lin ang="5400000" scaled="0"/>
                </a:gradFill>
                <a:latin typeface="Calibri" panose="020F0502020204030204" pitchFamily="34" charset="0"/>
              </a:rPr>
              <a:t>":"-",</a:t>
            </a:r>
          </a:p>
          <a:p>
            <a:r>
              <a:rPr lang="en-US" sz="1400" b="1" dirty="0">
                <a:gradFill>
                  <a:gsLst>
                    <a:gs pos="88608">
                      <a:schemeClr val="bg1"/>
                    </a:gs>
                    <a:gs pos="75316">
                      <a:schemeClr val="bg1"/>
                    </a:gs>
                  </a:gsLst>
                  <a:lin ang="5400000" scaled="0"/>
                </a:gradFill>
                <a:latin typeface="Calibri" panose="020F0502020204030204" pitchFamily="34" charset="0"/>
              </a:rPr>
              <a:t>        "httpStatus":"200",</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httpVersion</a:t>
            </a:r>
            <a:r>
              <a:rPr lang="en-US" sz="1400" b="1" dirty="0">
                <a:gradFill>
                  <a:gsLst>
                    <a:gs pos="88608">
                      <a:schemeClr val="bg1"/>
                    </a:gs>
                    <a:gs pos="75316">
                      <a:schemeClr val="bg1"/>
                    </a:gs>
                  </a:gsLst>
                  <a:lin ang="5400000" scaled="0"/>
                </a:gradFill>
                <a:latin typeface="Calibri" panose="020F0502020204030204" pitchFamily="34" charset="0"/>
              </a:rPr>
              <a:t>":"HTTP/1.0",</a:t>
            </a:r>
          </a:p>
          <a:p>
            <a:r>
              <a:rPr lang="en-US" sz="1400" b="1" dirty="0">
                <a:gradFill>
                  <a:gsLst>
                    <a:gs pos="88608">
                      <a:schemeClr val="bg1"/>
                    </a:gs>
                    <a:gs pos="75316">
                      <a:schemeClr val="bg1"/>
                    </a:gs>
                  </a:gsLst>
                  <a:lin ang="5400000" scaled="0"/>
                </a:gradFill>
                <a:latin typeface="Calibri" panose="020F0502020204030204" pitchFamily="34" charset="0"/>
              </a:rPr>
              <a:t>        "receivedBytes":"27",</a:t>
            </a:r>
          </a:p>
          <a:p>
            <a:r>
              <a:rPr lang="en-US" sz="1400" b="1" dirty="0">
                <a:gradFill>
                  <a:gsLst>
                    <a:gs pos="88608">
                      <a:schemeClr val="bg1"/>
                    </a:gs>
                    <a:gs pos="75316">
                      <a:schemeClr val="bg1"/>
                    </a:gs>
                  </a:gsLst>
                  <a:lin ang="5400000" scaled="0"/>
                </a:gradFill>
                <a:latin typeface="Calibri" panose="020F0502020204030204" pitchFamily="34" charset="0"/>
              </a:rPr>
              <a:t>        "sentBytes":"202",</a:t>
            </a:r>
          </a:p>
          <a:p>
            <a:r>
              <a:rPr lang="en-US" sz="1400" b="1" dirty="0">
                <a:gradFill>
                  <a:gsLst>
                    <a:gs pos="88608">
                      <a:schemeClr val="bg1"/>
                    </a:gs>
                    <a:gs pos="75316">
                      <a:schemeClr val="bg1"/>
                    </a:gs>
                  </a:gsLst>
                  <a:lin ang="5400000" scaled="0"/>
                </a:gradFill>
                <a:latin typeface="Calibri" panose="020F0502020204030204" pitchFamily="34" charset="0"/>
              </a:rPr>
              <a:t>        "timeTaken":"359",</a:t>
            </a:r>
          </a:p>
          <a:p>
            <a:r>
              <a:rPr lang="en-US" sz="1400" b="1" dirty="0">
                <a:gradFill>
                  <a:gsLst>
                    <a:gs pos="88608">
                      <a:schemeClr val="bg1"/>
                    </a:gs>
                    <a:gs pos="75316">
                      <a:schemeClr val="bg1"/>
                    </a:gs>
                  </a:gsLst>
                  <a:lin ang="5400000" scaled="0"/>
                </a:gradFill>
                <a:latin typeface="Calibri" panose="020F0502020204030204" pitchFamily="34" charset="0"/>
              </a:rPr>
              <a:t>        "</a:t>
            </a:r>
            <a:r>
              <a:rPr lang="en-US" sz="1400" b="1" dirty="0" err="1">
                <a:gradFill>
                  <a:gsLst>
                    <a:gs pos="88608">
                      <a:schemeClr val="bg1"/>
                    </a:gs>
                    <a:gs pos="75316">
                      <a:schemeClr val="bg1"/>
                    </a:gs>
                  </a:gsLst>
                  <a:lin ang="5400000" scaled="0"/>
                </a:gradFill>
                <a:latin typeface="Calibri" panose="020F0502020204030204" pitchFamily="34" charset="0"/>
              </a:rPr>
              <a:t>sslEnabled</a:t>
            </a:r>
            <a:r>
              <a:rPr lang="en-US" sz="1400" b="1" dirty="0">
                <a:gradFill>
                  <a:gsLst>
                    <a:gs pos="88608">
                      <a:schemeClr val="bg1"/>
                    </a:gs>
                    <a:gs pos="75316">
                      <a:schemeClr val="bg1"/>
                    </a:gs>
                  </a:gsLst>
                  <a:lin ang="5400000" scaled="0"/>
                </a:gradFill>
                <a:latin typeface="Calibri" panose="020F0502020204030204" pitchFamily="34" charset="0"/>
              </a:rPr>
              <a:t>":"off"</a:t>
            </a:r>
          </a:p>
          <a:p>
            <a:r>
              <a:rPr lang="en" sz="1400" b="1" dirty="0">
                <a:gradFill>
                  <a:gsLst>
                    <a:gs pos="88608">
                      <a:schemeClr val="bg1"/>
                    </a:gs>
                    <a:gs pos="75316">
                      <a:schemeClr val="bg1"/>
                    </a:gs>
                  </a:gsLst>
                  <a:lin ang="5400000" scaled="0"/>
                </a:gradFill>
                <a:latin typeface="Calibri" panose="020F0502020204030204" pitchFamily="34" charset="0"/>
              </a:rPr>
              <a:t>    }</a:t>
            </a:r>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547" t="13345" r="44011" b="50045"/>
          <a:stretch/>
        </p:blipFill>
        <p:spPr>
          <a:xfrm>
            <a:off x="6493887" y="4175611"/>
            <a:ext cx="5653017" cy="2174237"/>
          </a:xfrm>
          <a:prstGeom prst="rect">
            <a:avLst/>
          </a:prstGeom>
        </p:spPr>
      </p:pic>
      <p:pic>
        <p:nvPicPr>
          <p:cNvPr id="9" name="Picture 8"/>
          <p:cNvPicPr>
            <a:picLocks noChangeAspect="1"/>
          </p:cNvPicPr>
          <p:nvPr/>
        </p:nvPicPr>
        <p:blipFill>
          <a:blip r:embed="rId4"/>
          <a:stretch>
            <a:fillRect/>
          </a:stretch>
        </p:blipFill>
        <p:spPr>
          <a:xfrm>
            <a:off x="6491547" y="583944"/>
            <a:ext cx="5655357" cy="3435692"/>
          </a:xfrm>
          <a:prstGeom prst="rect">
            <a:avLst/>
          </a:prstGeom>
        </p:spPr>
      </p:pic>
    </p:spTree>
    <p:extLst>
      <p:ext uri="{BB962C8B-B14F-4D97-AF65-F5344CB8AC3E}">
        <p14:creationId xmlns:p14="http://schemas.microsoft.com/office/powerpoint/2010/main" val="3139638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08FB263-C1EB-4332-AD88-53DE7B5FBFF1}"/>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4E0947D1-B036-4646-A987-EA7906E0BBFD}"/>
              </a:ext>
            </a:extLst>
          </p:cNvPr>
          <p:cNvSpPr>
            <a:spLocks noGrp="1"/>
          </p:cNvSpPr>
          <p:nvPr>
            <p:ph type="body" sz="quarter" idx="10"/>
          </p:nvPr>
        </p:nvSpPr>
        <p:spPr>
          <a:xfrm>
            <a:off x="274639" y="603921"/>
            <a:ext cx="5673658" cy="5893921"/>
          </a:xfrm>
        </p:spPr>
        <p:txBody>
          <a:bodyPr/>
          <a:lstStyle/>
          <a:p>
            <a:pPr>
              <a:spcBef>
                <a:spcPts val="600"/>
              </a:spcBef>
              <a:spcAft>
                <a:spcPts val="600"/>
              </a:spcAft>
            </a:pPr>
            <a:r>
              <a:rPr lang="en-US" dirty="0">
                <a:gradFill>
                  <a:gsLst>
                    <a:gs pos="3165">
                      <a:schemeClr val="accent4"/>
                    </a:gs>
                    <a:gs pos="35000">
                      <a:schemeClr val="accent4"/>
                    </a:gs>
                  </a:gsLst>
                  <a:lin ang="5400000" scaled="0"/>
                </a:gradFill>
              </a:rPr>
              <a:t>Configurable SSL policy</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Control both protocol version and cipher</a:t>
            </a:r>
            <a:endParaRPr lang="en-US" sz="2000" dirty="0"/>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Harden security at gateway</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Compliance</a:t>
            </a:r>
          </a:p>
          <a:p>
            <a:pPr>
              <a:spcBef>
                <a:spcPts val="600"/>
              </a:spcBef>
              <a:spcAft>
                <a:spcPts val="600"/>
              </a:spcAft>
            </a:pPr>
            <a:endParaRPr lang="en-US" dirty="0">
              <a:gradFill>
                <a:gsLst>
                  <a:gs pos="3165">
                    <a:schemeClr val="accent4"/>
                  </a:gs>
                  <a:gs pos="35000">
                    <a:schemeClr val="accent4"/>
                  </a:gs>
                </a:gsLst>
                <a:lin ang="5400000" scaled="0"/>
              </a:gradFill>
            </a:endParaRPr>
          </a:p>
          <a:p>
            <a:pPr>
              <a:spcBef>
                <a:spcPts val="600"/>
              </a:spcBef>
              <a:spcAft>
                <a:spcPts val="600"/>
              </a:spcAft>
            </a:pPr>
            <a:r>
              <a:rPr lang="en-US" dirty="0">
                <a:gradFill>
                  <a:gsLst>
                    <a:gs pos="3165">
                      <a:schemeClr val="accent4"/>
                    </a:gs>
                    <a:gs pos="35000">
                      <a:schemeClr val="accent4"/>
                    </a:gs>
                  </a:gsLst>
                  <a:lin ang="5400000" scaled="0"/>
                </a:gradFill>
              </a:rPr>
              <a:t>Preconfigured policy</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AppGwSslPolicy20170401S </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AppGwSslPolicy20170401 </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AppGwSslPolicy20150501 </a:t>
            </a:r>
            <a:endParaRPr lang="en-US" sz="2000" dirty="0"/>
          </a:p>
          <a:p>
            <a:pPr>
              <a:spcBef>
                <a:spcPts val="600"/>
              </a:spcBef>
              <a:spcAft>
                <a:spcPts val="600"/>
              </a:spcAft>
            </a:pPr>
            <a:endParaRPr lang="en-US" dirty="0">
              <a:gradFill>
                <a:gsLst>
                  <a:gs pos="3165">
                    <a:schemeClr val="accent4"/>
                  </a:gs>
                  <a:gs pos="35000">
                    <a:schemeClr val="accent4"/>
                  </a:gs>
                </a:gsLst>
                <a:lin ang="5400000" scaled="0"/>
              </a:gradFill>
            </a:endParaRPr>
          </a:p>
          <a:p>
            <a:pPr>
              <a:spcBef>
                <a:spcPts val="600"/>
              </a:spcBef>
              <a:spcAft>
                <a:spcPts val="600"/>
              </a:spcAft>
            </a:pPr>
            <a:r>
              <a:rPr lang="en-US" dirty="0">
                <a:gradFill>
                  <a:gsLst>
                    <a:gs pos="3165">
                      <a:schemeClr val="accent4"/>
                    </a:gs>
                    <a:gs pos="35000">
                      <a:schemeClr val="accent4"/>
                    </a:gs>
                  </a:gsLst>
                  <a:lin ang="5400000" scaled="0"/>
                </a:gradFill>
              </a:rPr>
              <a:t>Custom SSL policy</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Specify </a:t>
            </a:r>
            <a:r>
              <a:rPr lang="en-US" sz="2000" dirty="0" err="1">
                <a:latin typeface="Segoe UI" panose="020B0502040204020203" pitchFamily="34" charset="0"/>
                <a:cs typeface="Segoe UI" panose="020B0502040204020203" pitchFamily="34" charset="0"/>
              </a:rPr>
              <a:t>minProtocolVersion</a:t>
            </a:r>
            <a:endParaRPr lang="en-US" sz="2000" dirty="0">
              <a:latin typeface="Segoe UI" panose="020B0502040204020203" pitchFamily="34" charset="0"/>
              <a:cs typeface="Segoe UI" panose="020B0502040204020203" pitchFamily="34" charset="0"/>
            </a:endParaRP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Specify cipher suites and priority order</a:t>
            </a:r>
          </a:p>
        </p:txBody>
      </p:sp>
      <p:sp>
        <p:nvSpPr>
          <p:cNvPr id="2" name="Title 16">
            <a:extLst>
              <a:ext uri="{FF2B5EF4-FFF2-40B4-BE49-F238E27FC236}">
                <a16:creationId xmlns:a16="http://schemas.microsoft.com/office/drawing/2014/main" id="{28A38CCE-0609-4EF4-8BAB-9C239C059CB4}"/>
              </a:ext>
            </a:extLst>
          </p:cNvPr>
          <p:cNvSpPr txBox="1">
            <a:spLocks/>
          </p:cNvSpPr>
          <p:nvPr/>
        </p:nvSpPr>
        <p:spPr>
          <a:xfrm>
            <a:off x="274639" y="295274"/>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bg1"/>
                    </a:gs>
                    <a:gs pos="100000">
                      <a:schemeClr val="bg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endParaRPr kumimoji="0" lang="en-US" sz="4800" b="0" i="0" u="none" strike="noStrike" kern="1200" cap="none" spc="-102" normalizeH="0" baseline="0" noProof="0">
              <a:ln w="3175">
                <a:noFill/>
              </a:ln>
              <a:gradFill>
                <a:gsLst>
                  <a:gs pos="1250">
                    <a:srgbClr val="FFFFFF"/>
                  </a:gs>
                  <a:gs pos="100000">
                    <a:srgbClr val="FFFFFF"/>
                  </a:gs>
                </a:gsLst>
                <a:lin ang="5400000" scaled="0"/>
              </a:gradFill>
              <a:effectLst/>
              <a:uLnTx/>
              <a:uFillTx/>
              <a:latin typeface="Segoe UI Light"/>
              <a:ea typeface="+mn-ea"/>
              <a:cs typeface="Segoe UI" pitchFamily="34" charset="0"/>
            </a:endParaRPr>
          </a:p>
        </p:txBody>
      </p:sp>
      <p:grpSp>
        <p:nvGrpSpPr>
          <p:cNvPr id="6" name="Group 5">
            <a:extLst>
              <a:ext uri="{FF2B5EF4-FFF2-40B4-BE49-F238E27FC236}">
                <a16:creationId xmlns:a16="http://schemas.microsoft.com/office/drawing/2014/main" id="{A31CB043-D1FF-4653-A713-CFF82EA2BB36}"/>
              </a:ext>
            </a:extLst>
          </p:cNvPr>
          <p:cNvGrpSpPr/>
          <p:nvPr/>
        </p:nvGrpSpPr>
        <p:grpSpPr>
          <a:xfrm>
            <a:off x="6580187" y="3307168"/>
            <a:ext cx="5486400" cy="2745367"/>
            <a:chOff x="6675437" y="3807336"/>
            <a:chExt cx="5486400" cy="2745367"/>
          </a:xfrm>
        </p:grpSpPr>
        <p:sp>
          <p:nvSpPr>
            <p:cNvPr id="148" name="TextBox 147">
              <a:extLst>
                <a:ext uri="{FF2B5EF4-FFF2-40B4-BE49-F238E27FC236}">
                  <a16:creationId xmlns:a16="http://schemas.microsoft.com/office/drawing/2014/main" id="{D8DEAE8C-2743-47A7-9F14-3B47ADEB95A6}"/>
                </a:ext>
              </a:extLst>
            </p:cNvPr>
            <p:cNvSpPr txBox="1"/>
            <p:nvPr/>
          </p:nvSpPr>
          <p:spPr>
            <a:xfrm>
              <a:off x="6675437" y="3807336"/>
              <a:ext cx="5486400" cy="2745367"/>
            </a:xfrm>
            <a:prstGeom prst="rect">
              <a:avLst/>
            </a:prstGeom>
            <a:solidFill>
              <a:schemeClr val="tx1">
                <a:lumMod val="95000"/>
              </a:schemeClr>
            </a:solidFill>
          </p:spPr>
          <p:txBody>
            <a:bodyPr wrap="square" lIns="1828800" tIns="146304" rIns="182880" bIns="146304" rtlCol="0">
              <a:spAutoFit/>
            </a:bodyPr>
            <a:lstStyle/>
            <a:p>
              <a:pPr>
                <a:lnSpc>
                  <a:spcPct val="90000"/>
                </a:lnSpc>
                <a:spcAft>
                  <a:spcPts val="600"/>
                </a:spcAft>
              </a:pPr>
              <a:r>
                <a:rPr lang="en-US" dirty="0">
                  <a:gradFill>
                    <a:gsLst>
                      <a:gs pos="0">
                        <a:schemeClr val="bg2"/>
                      </a:gs>
                      <a:gs pos="100000">
                        <a:schemeClr val="bg2"/>
                      </a:gs>
                    </a:gsLst>
                    <a:lin ang="5400000" scaled="0"/>
                  </a:gradFill>
                  <a:latin typeface="Segoe UI Semibold" panose="020B0702040204020203" pitchFamily="34" charset="0"/>
                  <a:cs typeface="Segoe UI Semibold" panose="020B0702040204020203" pitchFamily="34" charset="0"/>
                </a:rPr>
                <a:t>SSL policy: custom</a:t>
              </a:r>
            </a:p>
            <a:p>
              <a:r>
                <a:rPr lang="en-US" sz="1200" dirty="0">
                  <a:gradFill>
                    <a:gsLst>
                      <a:gs pos="0">
                        <a:schemeClr val="bg1"/>
                      </a:gs>
                      <a:gs pos="100000">
                        <a:schemeClr val="bg1"/>
                      </a:gs>
                    </a:gsLst>
                    <a:lin ang="5400000" scaled="0"/>
                  </a:gradFill>
                </a:rPr>
                <a:t>Name: CustomPolicy1</a:t>
              </a:r>
            </a:p>
            <a:p>
              <a:r>
                <a:rPr lang="en-US" sz="1200" dirty="0" err="1">
                  <a:gradFill>
                    <a:gsLst>
                      <a:gs pos="0">
                        <a:schemeClr val="bg1"/>
                      </a:gs>
                      <a:gs pos="100000">
                        <a:schemeClr val="bg1"/>
                      </a:gs>
                    </a:gsLst>
                    <a:lin ang="5400000" scaled="0"/>
                  </a:gradFill>
                </a:rPr>
                <a:t>MinProtocolVersion</a:t>
              </a:r>
              <a:r>
                <a:rPr lang="en-US" sz="1200" dirty="0">
                  <a:gradFill>
                    <a:gsLst>
                      <a:gs pos="0">
                        <a:schemeClr val="bg1"/>
                      </a:gs>
                      <a:gs pos="100000">
                        <a:schemeClr val="bg1"/>
                      </a:gs>
                    </a:gsLst>
                    <a:lin ang="5400000" scaled="0"/>
                  </a:gradFill>
                </a:rPr>
                <a:t>: TLSv1_0</a:t>
              </a:r>
            </a:p>
            <a:p>
              <a:r>
                <a:rPr lang="en-US" sz="1200" dirty="0" err="1">
                  <a:gradFill>
                    <a:gsLst>
                      <a:gs pos="0">
                        <a:schemeClr val="bg1"/>
                      </a:gs>
                      <a:gs pos="100000">
                        <a:schemeClr val="bg1"/>
                      </a:gs>
                    </a:gsLst>
                    <a:lin ang="5400000" scaled="0"/>
                  </a:gradFill>
                </a:rPr>
                <a:t>CipherSuites</a:t>
              </a:r>
              <a:r>
                <a:rPr lang="en-US" sz="1200" dirty="0">
                  <a:gradFill>
                    <a:gsLst>
                      <a:gs pos="0">
                        <a:schemeClr val="bg1"/>
                      </a:gs>
                      <a:gs pos="100000">
                        <a:schemeClr val="bg1"/>
                      </a:gs>
                    </a:gsLst>
                    <a:lin ang="5400000" scaled="0"/>
                  </a:gradFill>
                </a:rPr>
                <a:t>:</a:t>
              </a:r>
            </a:p>
            <a:p>
              <a:r>
                <a:rPr lang="en-US" sz="1200" dirty="0">
                  <a:gradFill>
                    <a:gsLst>
                      <a:gs pos="0">
                        <a:schemeClr val="bg1"/>
                      </a:gs>
                      <a:gs pos="100000">
                        <a:schemeClr val="bg1"/>
                      </a:gs>
                    </a:gsLst>
                    <a:lin ang="5400000" scaled="0"/>
                  </a:gradFill>
                </a:rPr>
                <a:t>    TLS_RSA_WITH_AES_256_GCM_SHA384</a:t>
              </a:r>
            </a:p>
            <a:p>
              <a:r>
                <a:rPr lang="en-US" sz="1200" dirty="0">
                  <a:gradFill>
                    <a:gsLst>
                      <a:gs pos="0">
                        <a:schemeClr val="bg1"/>
                      </a:gs>
                      <a:gs pos="100000">
                        <a:schemeClr val="bg1"/>
                      </a:gs>
                    </a:gsLst>
                    <a:lin ang="5400000" scaled="0"/>
                  </a:gradFill>
                </a:rPr>
                <a:t>    TLS_RSA_WITH_AES_128_GCM_SHA256</a:t>
              </a:r>
            </a:p>
            <a:p>
              <a:r>
                <a:rPr lang="en-US" sz="1200" dirty="0">
                  <a:gradFill>
                    <a:gsLst>
                      <a:gs pos="0">
                        <a:schemeClr val="bg1"/>
                      </a:gs>
                      <a:gs pos="100000">
                        <a:schemeClr val="bg1"/>
                      </a:gs>
                    </a:gsLst>
                    <a:lin ang="5400000" scaled="0"/>
                  </a:gradFill>
                </a:rPr>
                <a:t>    TLS_RSA_WITH_AES_256_CBC_SHA256</a:t>
              </a:r>
            </a:p>
            <a:p>
              <a:r>
                <a:rPr lang="en-US" sz="1200" dirty="0">
                  <a:gradFill>
                    <a:gsLst>
                      <a:gs pos="0">
                        <a:schemeClr val="bg1"/>
                      </a:gs>
                      <a:gs pos="100000">
                        <a:schemeClr val="bg1"/>
                      </a:gs>
                    </a:gsLst>
                    <a:lin ang="5400000" scaled="0"/>
                  </a:gradFill>
                </a:rPr>
                <a:t>    TLS_RSA_WITH_AES_128_CBC_SHA256</a:t>
              </a:r>
            </a:p>
            <a:p>
              <a:r>
                <a:rPr lang="en-US" sz="1200" dirty="0">
                  <a:gradFill>
                    <a:gsLst>
                      <a:gs pos="0">
                        <a:schemeClr val="bg1"/>
                      </a:gs>
                      <a:gs pos="100000">
                        <a:schemeClr val="bg1"/>
                      </a:gs>
                    </a:gsLst>
                    <a:lin ang="5400000" scaled="0"/>
                  </a:gradFill>
                </a:rPr>
                <a:t>    TLS_RSA_WITH_AES_256_CBC_SHA</a:t>
              </a:r>
            </a:p>
            <a:p>
              <a:r>
                <a:rPr lang="en-US" sz="1200" dirty="0">
                  <a:gradFill>
                    <a:gsLst>
                      <a:gs pos="0">
                        <a:schemeClr val="bg1"/>
                      </a:gs>
                      <a:gs pos="100000">
                        <a:schemeClr val="bg1"/>
                      </a:gs>
                    </a:gsLst>
                    <a:lin ang="5400000" scaled="0"/>
                  </a:gradFill>
                </a:rPr>
                <a:t>    TLS_RSA_WITH_AES_128_CBC_SHA</a:t>
              </a:r>
            </a:p>
            <a:p>
              <a:r>
                <a:rPr lang="en-US" sz="1200" dirty="0">
                  <a:gradFill>
                    <a:gsLst>
                      <a:gs pos="0">
                        <a:schemeClr val="bg1"/>
                      </a:gs>
                      <a:gs pos="100000">
                        <a:schemeClr val="bg1"/>
                      </a:gs>
                    </a:gsLst>
                    <a:lin ang="5400000" scaled="0"/>
                  </a:gradFill>
                </a:rPr>
                <a:t>    ……</a:t>
              </a:r>
            </a:p>
            <a:p>
              <a:r>
                <a:rPr lang="en-US" sz="1200" dirty="0">
                  <a:gradFill>
                    <a:gsLst>
                      <a:gs pos="0">
                        <a:schemeClr val="bg1"/>
                      </a:gs>
                      <a:gs pos="100000">
                        <a:schemeClr val="bg1"/>
                      </a:gs>
                    </a:gsLst>
                    <a:lin ang="5400000" scaled="0"/>
                  </a:gradFill>
                </a:rPr>
                <a:t>    ……</a:t>
              </a:r>
            </a:p>
          </p:txBody>
        </p:sp>
        <p:sp>
          <p:nvSpPr>
            <p:cNvPr id="13" name="Freeform 5">
              <a:extLst>
                <a:ext uri="{FF2B5EF4-FFF2-40B4-BE49-F238E27FC236}">
                  <a16:creationId xmlns:a16="http://schemas.microsoft.com/office/drawing/2014/main" id="{CDDBF64F-E33C-474C-96A8-62083B734C55}"/>
                </a:ext>
              </a:extLst>
            </p:cNvPr>
            <p:cNvSpPr>
              <a:spLocks noEditPoints="1"/>
            </p:cNvSpPr>
            <p:nvPr/>
          </p:nvSpPr>
          <p:spPr bwMode="auto">
            <a:xfrm>
              <a:off x="6877505" y="4468884"/>
              <a:ext cx="1424666" cy="1422270"/>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7" name="TextBox 146">
            <a:extLst>
              <a:ext uri="{FF2B5EF4-FFF2-40B4-BE49-F238E27FC236}">
                <a16:creationId xmlns:a16="http://schemas.microsoft.com/office/drawing/2014/main" id="{CDBA126E-F937-4DAE-98B1-3BFF10F29940}"/>
              </a:ext>
            </a:extLst>
          </p:cNvPr>
          <p:cNvSpPr txBox="1"/>
          <p:nvPr/>
        </p:nvSpPr>
        <p:spPr>
          <a:xfrm>
            <a:off x="6580188" y="941989"/>
            <a:ext cx="5486398" cy="2283702"/>
          </a:xfrm>
          <a:prstGeom prst="rect">
            <a:avLst/>
          </a:prstGeom>
          <a:solidFill>
            <a:schemeClr val="tx1">
              <a:lumMod val="95000"/>
            </a:schemeClr>
          </a:solidFill>
        </p:spPr>
        <p:txBody>
          <a:bodyPr wrap="square" lIns="1828800" tIns="146304" rIns="182880" bIns="146304" rtlCol="0">
            <a:spAutoFit/>
          </a:bodyPr>
          <a:lstStyle/>
          <a:p>
            <a:pPr>
              <a:lnSpc>
                <a:spcPct val="90000"/>
              </a:lnSpc>
              <a:spcAft>
                <a:spcPts val="600"/>
              </a:spcAft>
            </a:pPr>
            <a:r>
              <a:rPr lang="en-US">
                <a:gradFill>
                  <a:gsLst>
                    <a:gs pos="0">
                      <a:schemeClr val="bg2"/>
                    </a:gs>
                    <a:gs pos="100000">
                      <a:schemeClr val="bg2"/>
                    </a:gs>
                  </a:gsLst>
                  <a:lin ang="5400000" scaled="0"/>
                </a:gradFill>
                <a:latin typeface="Segoe UI Semibold" panose="020B0702040204020203" pitchFamily="34" charset="0"/>
                <a:cs typeface="Segoe UI Semibold" panose="020B0702040204020203" pitchFamily="34" charset="0"/>
              </a:rPr>
              <a:t>SSL policy: preconfigured</a:t>
            </a:r>
          </a:p>
          <a:p>
            <a:r>
              <a:rPr lang="en-US" sz="1200">
                <a:gradFill>
                  <a:gsLst>
                    <a:gs pos="0">
                      <a:schemeClr val="bg1"/>
                    </a:gs>
                    <a:gs pos="100000">
                      <a:schemeClr val="bg1"/>
                    </a:gs>
                  </a:gsLst>
                  <a:lin ang="5400000" scaled="0"/>
                </a:gradFill>
              </a:rPr>
              <a:t>Name: AppGwSslPolicy20170401S</a:t>
            </a:r>
          </a:p>
          <a:p>
            <a:r>
              <a:rPr lang="en-US" sz="1200" err="1">
                <a:gradFill>
                  <a:gsLst>
                    <a:gs pos="0">
                      <a:schemeClr val="bg1"/>
                    </a:gs>
                    <a:gs pos="100000">
                      <a:schemeClr val="bg1"/>
                    </a:gs>
                  </a:gsLst>
                  <a:lin ang="5400000" scaled="0"/>
                </a:gradFill>
              </a:rPr>
              <a:t>MinProtocolVersion</a:t>
            </a:r>
            <a:r>
              <a:rPr lang="en-US" sz="1200">
                <a:gradFill>
                  <a:gsLst>
                    <a:gs pos="0">
                      <a:schemeClr val="bg1"/>
                    </a:gs>
                    <a:gs pos="100000">
                      <a:schemeClr val="bg1"/>
                    </a:gs>
                  </a:gsLst>
                  <a:lin ang="5400000" scaled="0"/>
                </a:gradFill>
              </a:rPr>
              <a:t>: TLSv1_2</a:t>
            </a:r>
          </a:p>
          <a:p>
            <a:r>
              <a:rPr lang="en-US" sz="1200" err="1">
                <a:gradFill>
                  <a:gsLst>
                    <a:gs pos="0">
                      <a:schemeClr val="bg1"/>
                    </a:gs>
                    <a:gs pos="100000">
                      <a:schemeClr val="bg1"/>
                    </a:gs>
                  </a:gsLst>
                  <a:lin ang="5400000" scaled="0"/>
                </a:gradFill>
              </a:rPr>
              <a:t>CipherSuites</a:t>
            </a:r>
            <a:r>
              <a:rPr lang="en-US" sz="1200">
                <a:gradFill>
                  <a:gsLst>
                    <a:gs pos="0">
                      <a:schemeClr val="bg1"/>
                    </a:gs>
                    <a:gs pos="100000">
                      <a:schemeClr val="bg1"/>
                    </a:gs>
                  </a:gsLst>
                  <a:lin ang="5400000" scaled="0"/>
                </a:gradFill>
              </a:rPr>
              <a:t>:</a:t>
            </a:r>
          </a:p>
          <a:p>
            <a:r>
              <a:rPr lang="en-US" sz="1200">
                <a:gradFill>
                  <a:gsLst>
                    <a:gs pos="0">
                      <a:schemeClr val="bg1"/>
                    </a:gs>
                    <a:gs pos="100000">
                      <a:schemeClr val="bg1"/>
                    </a:gs>
                  </a:gsLst>
                  <a:lin ang="5400000" scaled="0"/>
                </a:gradFill>
              </a:rPr>
              <a:t>    TLS_ECDHE_ECDSA_WITH_AES_128_GCM_SHA256</a:t>
            </a:r>
          </a:p>
          <a:p>
            <a:r>
              <a:rPr lang="en-US" sz="1200">
                <a:gradFill>
                  <a:gsLst>
                    <a:gs pos="0">
                      <a:schemeClr val="bg1"/>
                    </a:gs>
                    <a:gs pos="100000">
                      <a:schemeClr val="bg1"/>
                    </a:gs>
                  </a:gsLst>
                  <a:lin ang="5400000" scaled="0"/>
                </a:gradFill>
              </a:rPr>
              <a:t>    TLS_ECDHE_ECDSA_WITH_AES_256_GCM_SHA384</a:t>
            </a:r>
          </a:p>
          <a:p>
            <a:r>
              <a:rPr lang="en-US" sz="1200">
                <a:gradFill>
                  <a:gsLst>
                    <a:gs pos="0">
                      <a:schemeClr val="bg1"/>
                    </a:gs>
                    <a:gs pos="100000">
                      <a:schemeClr val="bg1"/>
                    </a:gs>
                  </a:gsLst>
                  <a:lin ang="5400000" scaled="0"/>
                </a:gradFill>
              </a:rPr>
              <a:t>    TLS_ECDHE_ECDSA_WITH_AES_128_CBC_SHA</a:t>
            </a:r>
          </a:p>
          <a:p>
            <a:r>
              <a:rPr lang="en-US" sz="1200">
                <a:gradFill>
                  <a:gsLst>
                    <a:gs pos="0">
                      <a:schemeClr val="bg1"/>
                    </a:gs>
                    <a:gs pos="100000">
                      <a:schemeClr val="bg1"/>
                    </a:gs>
                  </a:gsLst>
                  <a:lin ang="5400000" scaled="0"/>
                </a:gradFill>
              </a:rPr>
              <a:t>    TLS_ECDHE_ECDSA_WITH_AES_256_CBC_SHA</a:t>
            </a:r>
          </a:p>
          <a:p>
            <a:r>
              <a:rPr lang="en-US" sz="1200">
                <a:gradFill>
                  <a:gsLst>
                    <a:gs pos="0">
                      <a:schemeClr val="bg1"/>
                    </a:gs>
                    <a:gs pos="100000">
                      <a:schemeClr val="bg1"/>
                    </a:gs>
                  </a:gsLst>
                  <a:lin ang="5400000" scaled="0"/>
                </a:gradFill>
              </a:rPr>
              <a:t>    ……</a:t>
            </a:r>
          </a:p>
          <a:p>
            <a:r>
              <a:rPr lang="en-US" sz="1200">
                <a:gradFill>
                  <a:gsLst>
                    <a:gs pos="0">
                      <a:schemeClr val="bg1"/>
                    </a:gs>
                    <a:gs pos="100000">
                      <a:schemeClr val="bg1"/>
                    </a:gs>
                  </a:gsLst>
                  <a:lin ang="5400000" scaled="0"/>
                </a:gradFill>
              </a:rPr>
              <a:t>    ……</a:t>
            </a:r>
          </a:p>
        </p:txBody>
      </p:sp>
      <p:sp>
        <p:nvSpPr>
          <p:cNvPr id="14" name="Freeform 5">
            <a:extLst>
              <a:ext uri="{FF2B5EF4-FFF2-40B4-BE49-F238E27FC236}">
                <a16:creationId xmlns:a16="http://schemas.microsoft.com/office/drawing/2014/main" id="{37154D7C-1D9F-4581-AFE4-C60D6BB5F9E7}"/>
              </a:ext>
            </a:extLst>
          </p:cNvPr>
          <p:cNvSpPr>
            <a:spLocks noEditPoints="1"/>
          </p:cNvSpPr>
          <p:nvPr/>
        </p:nvSpPr>
        <p:spPr bwMode="auto">
          <a:xfrm>
            <a:off x="6782255" y="1372705"/>
            <a:ext cx="1424666" cy="1422270"/>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Isosceles Triangle 11">
            <a:extLst>
              <a:ext uri="{FF2B5EF4-FFF2-40B4-BE49-F238E27FC236}">
                <a16:creationId xmlns:a16="http://schemas.microsoft.com/office/drawing/2014/main" id="{6F44ADDA-DF22-441B-8D26-7E3BF0662A29}"/>
              </a:ext>
            </a:extLst>
          </p:cNvPr>
          <p:cNvSpPr/>
          <p:nvPr/>
        </p:nvSpPr>
        <p:spPr bwMode="auto">
          <a:xfrm rot="2709730">
            <a:off x="10514868" y="-1990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5" name="Isosceles Triangle 14">
            <a:extLst>
              <a:ext uri="{FF2B5EF4-FFF2-40B4-BE49-F238E27FC236}">
                <a16:creationId xmlns:a16="http://schemas.microsoft.com/office/drawing/2014/main" id="{C6846256-B463-475C-BA56-3D160F56AE6B}"/>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6" name="TextBox 15">
            <a:extLst>
              <a:ext uri="{FF2B5EF4-FFF2-40B4-BE49-F238E27FC236}">
                <a16:creationId xmlns:a16="http://schemas.microsoft.com/office/drawing/2014/main" id="{E8D07F08-394F-4E1A-A58A-80FFF33F2FE7}"/>
              </a:ext>
            </a:extLst>
          </p:cNvPr>
          <p:cNvSpPr txBox="1"/>
          <p:nvPr/>
        </p:nvSpPr>
        <p:spPr>
          <a:xfrm rot="2697948">
            <a:off x="11037856" y="504519"/>
            <a:ext cx="1071447"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NEW</a:t>
            </a:r>
          </a:p>
        </p:txBody>
      </p:sp>
    </p:spTree>
    <p:extLst>
      <p:ext uri="{BB962C8B-B14F-4D97-AF65-F5344CB8AC3E}">
        <p14:creationId xmlns:p14="http://schemas.microsoft.com/office/powerpoint/2010/main" val="481326541"/>
      </p:ext>
    </p:extLst>
  </p:cSld>
  <p:clrMapOvr>
    <a:masterClrMapping/>
  </p:clrMapOvr>
  <p:transition>
    <p:fade/>
  </p:transition>
</p:sld>
</file>

<file path=ppt/slides/slide31.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AF66182-0C33-429E-A105-6526C9E4F7C5}"/>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6">
            <a:extLst>
              <a:ext uri="{FF2B5EF4-FFF2-40B4-BE49-F238E27FC236}">
                <a16:creationId xmlns:a16="http://schemas.microsoft.com/office/drawing/2014/main" id="{28A38CCE-0609-4EF4-8BAB-9C239C059CB4}"/>
              </a:ext>
            </a:extLst>
          </p:cNvPr>
          <p:cNvSpPr txBox="1">
            <a:spLocks/>
          </p:cNvSpPr>
          <p:nvPr/>
        </p:nvSpPr>
        <p:spPr>
          <a:xfrm>
            <a:off x="274639" y="295274"/>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bg1"/>
                    </a:gs>
                    <a:gs pos="100000">
                      <a:schemeClr val="bg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endParaRPr kumimoji="0" lang="en-US" sz="4800" b="0" i="0" u="none" strike="noStrike" kern="1200" cap="none" spc="-102" normalizeH="0" baseline="0" noProof="0">
              <a:ln w="3175">
                <a:noFill/>
              </a:ln>
              <a:gradFill>
                <a:gsLst>
                  <a:gs pos="1250">
                    <a:srgbClr val="FFFFFF"/>
                  </a:gs>
                  <a:gs pos="100000">
                    <a:srgbClr val="FFFFFF"/>
                  </a:gs>
                </a:gsLst>
                <a:lin ang="5400000" scaled="0"/>
              </a:gradFill>
              <a:effectLst/>
              <a:uLnTx/>
              <a:uFillTx/>
              <a:latin typeface="Segoe UI Light"/>
              <a:ea typeface="+mn-ea"/>
              <a:cs typeface="Segoe UI" pitchFamily="34" charset="0"/>
            </a:endParaRPr>
          </a:p>
        </p:txBody>
      </p:sp>
      <p:sp>
        <p:nvSpPr>
          <p:cNvPr id="149" name="Title 148"/>
          <p:cNvSpPr>
            <a:spLocks noGrp="1"/>
          </p:cNvSpPr>
          <p:nvPr>
            <p:ph type="title"/>
          </p:nvPr>
        </p:nvSpPr>
        <p:spPr>
          <a:xfrm>
            <a:off x="274639" y="295274"/>
            <a:ext cx="5590438" cy="917575"/>
          </a:xfrm>
        </p:spPr>
        <p:txBody>
          <a:bodyPr/>
          <a:lstStyle/>
          <a:p>
            <a:r>
              <a:rPr lang="en-US" dirty="0"/>
              <a:t>Application Gateway redirection</a:t>
            </a:r>
          </a:p>
        </p:txBody>
      </p:sp>
      <p:sp>
        <p:nvSpPr>
          <p:cNvPr id="6" name="Text Placeholder 5">
            <a:extLst>
              <a:ext uri="{FF2B5EF4-FFF2-40B4-BE49-F238E27FC236}">
                <a16:creationId xmlns:a16="http://schemas.microsoft.com/office/drawing/2014/main" id="{62FE8BF4-6BBE-4919-9DF6-8968F030C425}"/>
              </a:ext>
            </a:extLst>
          </p:cNvPr>
          <p:cNvSpPr>
            <a:spLocks noGrp="1"/>
          </p:cNvSpPr>
          <p:nvPr>
            <p:ph type="body" sz="quarter" idx="10"/>
          </p:nvPr>
        </p:nvSpPr>
        <p:spPr>
          <a:xfrm>
            <a:off x="274639" y="2063553"/>
            <a:ext cx="5655038" cy="4158061"/>
          </a:xfrm>
        </p:spPr>
        <p:txBody>
          <a:bodyPr/>
          <a:lstStyle/>
          <a:p>
            <a:pPr>
              <a:spcBef>
                <a:spcPts val="600"/>
              </a:spcBef>
              <a:spcAft>
                <a:spcPts val="600"/>
              </a:spcAft>
            </a:pPr>
            <a:r>
              <a:rPr lang="en-US" dirty="0">
                <a:gradFill>
                  <a:gsLst>
                    <a:gs pos="3165">
                      <a:schemeClr val="accent4"/>
                    </a:gs>
                    <a:gs pos="35000">
                      <a:schemeClr val="accent4"/>
                    </a:gs>
                  </a:gsLst>
                  <a:lin ang="5400000" scaled="0"/>
                </a:gradFill>
              </a:rPr>
              <a:t>Redirect HTTP to HTTPS</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Backend pool redirection no longer required</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Global redirection for whole site</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Redirect on a specific site path</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Integrated with URL Path Maps</a:t>
            </a:r>
            <a:endParaRPr lang="en-US" sz="2000" dirty="0"/>
          </a:p>
          <a:p>
            <a:pPr>
              <a:spcBef>
                <a:spcPts val="600"/>
              </a:spcBef>
              <a:spcAft>
                <a:spcPts val="600"/>
              </a:spcAft>
            </a:pPr>
            <a:r>
              <a:rPr lang="en-US" dirty="0">
                <a:gradFill>
                  <a:gsLst>
                    <a:gs pos="3165">
                      <a:schemeClr val="accent4"/>
                    </a:gs>
                    <a:gs pos="35000">
                      <a:schemeClr val="accent4"/>
                    </a:gs>
                  </a:gsLst>
                  <a:lin ang="5400000" scaled="0"/>
                </a:gradFill>
              </a:rPr>
              <a:t>Redirect Listener to listener</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.com to .org redirection</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One sub domain to another </a:t>
            </a:r>
            <a:br>
              <a:rPr lang="en-US" sz="2000" dirty="0">
                <a:latin typeface="Segoe UI" panose="020B0502040204020203" pitchFamily="34" charset="0"/>
                <a:cs typeface="Segoe UI" panose="020B0502040204020203" pitchFamily="34" charset="0"/>
              </a:rPr>
            </a:br>
            <a:r>
              <a:rPr lang="en-US" sz="2000" dirty="0">
                <a:latin typeface="Segoe UI" panose="020B0502040204020203" pitchFamily="34" charset="0"/>
                <a:cs typeface="Segoe UI" panose="020B0502040204020203" pitchFamily="34" charset="0"/>
              </a:rPr>
              <a:t>subdomain redirection</a:t>
            </a:r>
            <a:endParaRPr lang="en-US" sz="2000" dirty="0"/>
          </a:p>
          <a:p>
            <a:pPr>
              <a:spcBef>
                <a:spcPts val="600"/>
              </a:spcBef>
              <a:spcAft>
                <a:spcPts val="600"/>
              </a:spcAft>
            </a:pPr>
            <a:r>
              <a:rPr lang="en-US" dirty="0">
                <a:gradFill>
                  <a:gsLst>
                    <a:gs pos="3165">
                      <a:schemeClr val="accent4"/>
                    </a:gs>
                    <a:gs pos="35000">
                      <a:schemeClr val="accent4"/>
                    </a:gs>
                  </a:gsLst>
                  <a:lin ang="5400000" scaled="0"/>
                </a:gradFill>
              </a:rPr>
              <a:t>Redirect to external site</a:t>
            </a:r>
            <a:endParaRPr lang="en-US" sz="2000" dirty="0"/>
          </a:p>
        </p:txBody>
      </p:sp>
      <p:sp>
        <p:nvSpPr>
          <p:cNvPr id="27" name="people_12">
            <a:extLst>
              <a:ext uri="{FF2B5EF4-FFF2-40B4-BE49-F238E27FC236}">
                <a16:creationId xmlns:a16="http://schemas.microsoft.com/office/drawing/2014/main" id="{93A07D4A-F586-474A-9B29-CFC6A24B02E4}"/>
              </a:ext>
            </a:extLst>
          </p:cNvPr>
          <p:cNvSpPr>
            <a:spLocks noChangeAspect="1" noEditPoints="1"/>
          </p:cNvSpPr>
          <p:nvPr/>
        </p:nvSpPr>
        <p:spPr bwMode="auto">
          <a:xfrm>
            <a:off x="6861071" y="3329976"/>
            <a:ext cx="852167" cy="727048"/>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nvGrpSpPr>
          <p:cNvPr id="29" name="Group 28">
            <a:extLst>
              <a:ext uri="{FF2B5EF4-FFF2-40B4-BE49-F238E27FC236}">
                <a16:creationId xmlns:a16="http://schemas.microsoft.com/office/drawing/2014/main" id="{43ABA49B-B14D-451C-8E75-AC53545763AD}"/>
              </a:ext>
            </a:extLst>
          </p:cNvPr>
          <p:cNvGrpSpPr/>
          <p:nvPr/>
        </p:nvGrpSpPr>
        <p:grpSpPr>
          <a:xfrm>
            <a:off x="10117339" y="2303557"/>
            <a:ext cx="1710697" cy="2779886"/>
            <a:chOff x="7589838" y="2887662"/>
            <a:chExt cx="1219199" cy="1981201"/>
          </a:xfrm>
        </p:grpSpPr>
        <p:sp>
          <p:nvSpPr>
            <p:cNvPr id="30" name="Rectangle 29">
              <a:extLst>
                <a:ext uri="{FF2B5EF4-FFF2-40B4-BE49-F238E27FC236}">
                  <a16:creationId xmlns:a16="http://schemas.microsoft.com/office/drawing/2014/main" id="{280C5EE3-8868-4F60-BE04-24DF37116109}"/>
                </a:ext>
              </a:extLst>
            </p:cNvPr>
            <p:cNvSpPr/>
            <p:nvPr/>
          </p:nvSpPr>
          <p:spPr bwMode="auto">
            <a:xfrm>
              <a:off x="7589838" y="2887662"/>
              <a:ext cx="1219199" cy="1981201"/>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4049">
                <a:defRPr/>
              </a:pPr>
              <a:r>
                <a:rPr lang="en-US"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t>App</a:t>
              </a:r>
              <a:br>
                <a:rPr lang="en-US"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br>
              <a:r>
                <a:rPr lang="en-US"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t>Gateway</a:t>
              </a:r>
            </a:p>
          </p:txBody>
        </p:sp>
        <p:sp>
          <p:nvSpPr>
            <p:cNvPr id="31" name="Freeform 5">
              <a:extLst>
                <a:ext uri="{FF2B5EF4-FFF2-40B4-BE49-F238E27FC236}">
                  <a16:creationId xmlns:a16="http://schemas.microsoft.com/office/drawing/2014/main" id="{37D5B208-54D9-42C6-8128-71B2FC3838F1}"/>
                </a:ext>
              </a:extLst>
            </p:cNvPr>
            <p:cNvSpPr>
              <a:spLocks noEditPoints="1"/>
            </p:cNvSpPr>
            <p:nvPr/>
          </p:nvSpPr>
          <p:spPr bwMode="auto">
            <a:xfrm>
              <a:off x="7727156" y="3706627"/>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35" name="TextBox 34">
            <a:extLst>
              <a:ext uri="{FF2B5EF4-FFF2-40B4-BE49-F238E27FC236}">
                <a16:creationId xmlns:a16="http://schemas.microsoft.com/office/drawing/2014/main" id="{A455A710-EAA2-4A67-92E7-04B01566AE3E}"/>
              </a:ext>
            </a:extLst>
          </p:cNvPr>
          <p:cNvSpPr txBox="1"/>
          <p:nvPr/>
        </p:nvSpPr>
        <p:spPr>
          <a:xfrm>
            <a:off x="7799269" y="2679322"/>
            <a:ext cx="2232039" cy="307777"/>
          </a:xfrm>
          <a:prstGeom prst="rect">
            <a:avLst/>
          </a:prstGeom>
          <a:noFill/>
        </p:spPr>
        <p:txBody>
          <a:bodyPr wrap="square" rtlCol="0">
            <a:spAutoFit/>
          </a:bodyPr>
          <a:lstStyle/>
          <a:p>
            <a:pPr algn="ctr" defTabSz="914049">
              <a:defRPr/>
            </a:pPr>
            <a:r>
              <a:rPr lang="en-US" sz="1400"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t>HTTP</a:t>
            </a:r>
          </a:p>
        </p:txBody>
      </p:sp>
      <p:cxnSp>
        <p:nvCxnSpPr>
          <p:cNvPr id="33" name="Straight Arrow Connector 32">
            <a:extLst>
              <a:ext uri="{FF2B5EF4-FFF2-40B4-BE49-F238E27FC236}">
                <a16:creationId xmlns:a16="http://schemas.microsoft.com/office/drawing/2014/main" id="{FE1639E1-397A-41E3-906C-109C03864CCC}"/>
              </a:ext>
            </a:extLst>
          </p:cNvPr>
          <p:cNvCxnSpPr>
            <a:cxnSpLocks/>
          </p:cNvCxnSpPr>
          <p:nvPr/>
        </p:nvCxnSpPr>
        <p:spPr>
          <a:xfrm>
            <a:off x="8033677" y="2656261"/>
            <a:ext cx="1763223" cy="1"/>
          </a:xfrm>
          <a:prstGeom prst="straightConnector1">
            <a:avLst/>
          </a:prstGeom>
          <a:ln w="22225">
            <a:solidFill>
              <a:schemeClr val="bg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AB4122B-03B0-4B6A-B6D0-1A05BE05C964}"/>
              </a:ext>
            </a:extLst>
          </p:cNvPr>
          <p:cNvCxnSpPr>
            <a:cxnSpLocks/>
          </p:cNvCxnSpPr>
          <p:nvPr/>
        </p:nvCxnSpPr>
        <p:spPr>
          <a:xfrm>
            <a:off x="8033677" y="3702371"/>
            <a:ext cx="1763223" cy="1"/>
          </a:xfrm>
          <a:prstGeom prst="straightConnector1">
            <a:avLst/>
          </a:prstGeom>
          <a:ln w="22225">
            <a:solidFill>
              <a:schemeClr val="bg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8D4F0D-88F8-42BF-A246-25777F074672}"/>
              </a:ext>
            </a:extLst>
          </p:cNvPr>
          <p:cNvCxnSpPr>
            <a:cxnSpLocks/>
          </p:cNvCxnSpPr>
          <p:nvPr/>
        </p:nvCxnSpPr>
        <p:spPr>
          <a:xfrm>
            <a:off x="8033677" y="4730738"/>
            <a:ext cx="1763223" cy="1"/>
          </a:xfrm>
          <a:prstGeom prst="straightConnector1">
            <a:avLst/>
          </a:prstGeom>
          <a:ln w="22225">
            <a:solidFill>
              <a:schemeClr val="accent4"/>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2E6BFD6-B9C8-4585-AF58-E901B2CFDCDD}"/>
              </a:ext>
            </a:extLst>
          </p:cNvPr>
          <p:cNvSpPr txBox="1"/>
          <p:nvPr/>
        </p:nvSpPr>
        <p:spPr>
          <a:xfrm>
            <a:off x="7799269" y="3720155"/>
            <a:ext cx="2232039" cy="307777"/>
          </a:xfrm>
          <a:prstGeom prst="rect">
            <a:avLst/>
          </a:prstGeom>
          <a:noFill/>
        </p:spPr>
        <p:txBody>
          <a:bodyPr wrap="square" rtlCol="0">
            <a:spAutoFit/>
          </a:bodyPr>
          <a:lstStyle/>
          <a:p>
            <a:pPr marR="0" indent="0" algn="ctr" defTabSz="914049" fontAlgn="auto">
              <a:lnSpc>
                <a:spcPct val="100000"/>
              </a:lnSpc>
              <a:spcBef>
                <a:spcPts val="0"/>
              </a:spcBef>
              <a:spcAft>
                <a:spcPts val="0"/>
              </a:spcAft>
              <a:buClrTx/>
              <a:buSzTx/>
              <a:buFontTx/>
              <a:buNone/>
              <a:tabLst/>
              <a:defRPr/>
            </a:pPr>
            <a:r>
              <a:rPr lang="en-US" sz="1400"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t>301 redirect</a:t>
            </a:r>
          </a:p>
        </p:txBody>
      </p:sp>
      <p:sp>
        <p:nvSpPr>
          <p:cNvPr id="39" name="TextBox 38">
            <a:extLst>
              <a:ext uri="{FF2B5EF4-FFF2-40B4-BE49-F238E27FC236}">
                <a16:creationId xmlns:a16="http://schemas.microsoft.com/office/drawing/2014/main" id="{3B9B3EDD-A426-4114-9A38-A0489B99EB53}"/>
              </a:ext>
            </a:extLst>
          </p:cNvPr>
          <p:cNvSpPr txBox="1"/>
          <p:nvPr/>
        </p:nvSpPr>
        <p:spPr>
          <a:xfrm>
            <a:off x="7799269" y="4760988"/>
            <a:ext cx="2232039" cy="307777"/>
          </a:xfrm>
          <a:prstGeom prst="rect">
            <a:avLst/>
          </a:prstGeom>
          <a:noFill/>
        </p:spPr>
        <p:txBody>
          <a:bodyPr wrap="square" rtlCol="0">
            <a:spAutoFit/>
          </a:bodyPr>
          <a:lstStyle/>
          <a:p>
            <a:pPr algn="ctr" defTabSz="914049">
              <a:defRPr/>
            </a:pPr>
            <a:r>
              <a:rPr lang="en-US" sz="1400" b="1" kern="0" dirty="0">
                <a:gradFill>
                  <a:gsLst>
                    <a:gs pos="7595">
                      <a:schemeClr val="bg1"/>
                    </a:gs>
                    <a:gs pos="26000">
                      <a:schemeClr val="bg1"/>
                    </a:gs>
                  </a:gsLst>
                  <a:lin ang="5400000" scaled="0"/>
                </a:gradFill>
                <a:latin typeface="Segoe UI" panose="020B0502040204020203" pitchFamily="34" charset="0"/>
                <a:cs typeface="Segoe UI" panose="020B0502040204020203" pitchFamily="34" charset="0"/>
              </a:rPr>
              <a:t>HTTPS</a:t>
            </a:r>
          </a:p>
        </p:txBody>
      </p:sp>
      <p:sp>
        <p:nvSpPr>
          <p:cNvPr id="40" name="Lock">
            <a:extLst>
              <a:ext uri="{FF2B5EF4-FFF2-40B4-BE49-F238E27FC236}">
                <a16:creationId xmlns:a16="http://schemas.microsoft.com/office/drawing/2014/main" id="{A05C4699-3225-49A1-B403-5A7681C55D9F}"/>
              </a:ext>
            </a:extLst>
          </p:cNvPr>
          <p:cNvSpPr>
            <a:spLocks noChangeAspect="1" noEditPoints="1"/>
          </p:cNvSpPr>
          <p:nvPr/>
        </p:nvSpPr>
        <p:spPr bwMode="auto">
          <a:xfrm>
            <a:off x="8803810" y="4312352"/>
            <a:ext cx="210982" cy="294878"/>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 name="T18" fmla="*/ 46 w 239"/>
              <a:gd name="T19" fmla="*/ 15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cubicBezTo>
                  <a:pt x="46" y="157"/>
                  <a:pt x="46" y="157"/>
                  <a:pt x="46" y="157"/>
                </a:cubicBezTo>
              </a:path>
            </a:pathLst>
          </a:custGeom>
          <a:noFill/>
          <a:ln w="19050" cap="sq">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ock_2">
            <a:extLst>
              <a:ext uri="{FF2B5EF4-FFF2-40B4-BE49-F238E27FC236}">
                <a16:creationId xmlns:a16="http://schemas.microsoft.com/office/drawing/2014/main" id="{5E3DC6AE-1167-449B-BF00-C2AABBB0E542}"/>
              </a:ext>
            </a:extLst>
          </p:cNvPr>
          <p:cNvSpPr>
            <a:spLocks noChangeAspect="1" noEditPoints="1"/>
          </p:cNvSpPr>
          <p:nvPr/>
        </p:nvSpPr>
        <p:spPr bwMode="auto">
          <a:xfrm>
            <a:off x="8815787" y="2214486"/>
            <a:ext cx="210982" cy="294878"/>
          </a:xfrm>
          <a:custGeom>
            <a:avLst/>
            <a:gdLst>
              <a:gd name="T0" fmla="*/ 239 w 239"/>
              <a:gd name="T1" fmla="*/ 335 h 335"/>
              <a:gd name="T2" fmla="*/ 0 w 239"/>
              <a:gd name="T3" fmla="*/ 335 h 335"/>
              <a:gd name="T4" fmla="*/ 0 w 239"/>
              <a:gd name="T5" fmla="*/ 157 h 335"/>
              <a:gd name="T6" fmla="*/ 239 w 239"/>
              <a:gd name="T7" fmla="*/ 157 h 335"/>
              <a:gd name="T8" fmla="*/ 239 w 239"/>
              <a:gd name="T9" fmla="*/ 335 h 335"/>
              <a:gd name="T10" fmla="*/ 196 w 239"/>
              <a:gd name="T11" fmla="*/ 157 h 335"/>
              <a:gd name="T12" fmla="*/ 196 w 239"/>
              <a:gd name="T13" fmla="*/ 75 h 335"/>
              <a:gd name="T14" fmla="*/ 121 w 239"/>
              <a:gd name="T15" fmla="*/ 0 h 335"/>
              <a:gd name="T16" fmla="*/ 46 w 239"/>
              <a:gd name="T17" fmla="*/ 7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335">
                <a:moveTo>
                  <a:pt x="239" y="335"/>
                </a:moveTo>
                <a:cubicBezTo>
                  <a:pt x="0" y="335"/>
                  <a:pt x="0" y="335"/>
                  <a:pt x="0" y="335"/>
                </a:cubicBezTo>
                <a:cubicBezTo>
                  <a:pt x="0" y="157"/>
                  <a:pt x="0" y="157"/>
                  <a:pt x="0" y="157"/>
                </a:cubicBezTo>
                <a:cubicBezTo>
                  <a:pt x="239" y="157"/>
                  <a:pt x="239" y="157"/>
                  <a:pt x="239" y="157"/>
                </a:cubicBezTo>
                <a:lnTo>
                  <a:pt x="239" y="335"/>
                </a:lnTo>
                <a:close/>
                <a:moveTo>
                  <a:pt x="196" y="157"/>
                </a:moveTo>
                <a:cubicBezTo>
                  <a:pt x="196" y="75"/>
                  <a:pt x="196" y="75"/>
                  <a:pt x="196" y="75"/>
                </a:cubicBezTo>
                <a:cubicBezTo>
                  <a:pt x="196" y="34"/>
                  <a:pt x="163" y="0"/>
                  <a:pt x="121" y="0"/>
                </a:cubicBezTo>
                <a:cubicBezTo>
                  <a:pt x="79" y="0"/>
                  <a:pt x="46" y="34"/>
                  <a:pt x="46" y="75"/>
                </a:cubicBezTo>
              </a:path>
            </a:pathLst>
          </a:custGeom>
          <a:noFill/>
          <a:ln w="19050" cap="sq">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illegal">
            <a:extLst>
              <a:ext uri="{FF2B5EF4-FFF2-40B4-BE49-F238E27FC236}">
                <a16:creationId xmlns:a16="http://schemas.microsoft.com/office/drawing/2014/main" id="{79158F8E-3D31-437D-823C-3AB8FF6F1AD6}"/>
              </a:ext>
            </a:extLst>
          </p:cNvPr>
          <p:cNvSpPr>
            <a:spLocks noChangeAspect="1" noEditPoints="1"/>
          </p:cNvSpPr>
          <p:nvPr/>
        </p:nvSpPr>
        <p:spPr bwMode="auto">
          <a:xfrm>
            <a:off x="8797014" y="3353348"/>
            <a:ext cx="236550" cy="235902"/>
          </a:xfrm>
          <a:custGeom>
            <a:avLst/>
            <a:gdLst>
              <a:gd name="T0" fmla="*/ 265 w 265"/>
              <a:gd name="T1" fmla="*/ 133 h 265"/>
              <a:gd name="T2" fmla="*/ 132 w 265"/>
              <a:gd name="T3" fmla="*/ 265 h 265"/>
              <a:gd name="T4" fmla="*/ 0 w 265"/>
              <a:gd name="T5" fmla="*/ 133 h 265"/>
              <a:gd name="T6" fmla="*/ 132 w 265"/>
              <a:gd name="T7" fmla="*/ 0 h 265"/>
              <a:gd name="T8" fmla="*/ 265 w 265"/>
              <a:gd name="T9" fmla="*/ 133 h 265"/>
              <a:gd name="T10" fmla="*/ 226 w 265"/>
              <a:gd name="T11" fmla="*/ 227 h 265"/>
              <a:gd name="T12" fmla="*/ 39 w 265"/>
              <a:gd name="T13" fmla="*/ 39 h 265"/>
            </a:gdLst>
            <a:ahLst/>
            <a:cxnLst>
              <a:cxn ang="0">
                <a:pos x="T0" y="T1"/>
              </a:cxn>
              <a:cxn ang="0">
                <a:pos x="T2" y="T3"/>
              </a:cxn>
              <a:cxn ang="0">
                <a:pos x="T4" y="T5"/>
              </a:cxn>
              <a:cxn ang="0">
                <a:pos x="T6" y="T7"/>
              </a:cxn>
              <a:cxn ang="0">
                <a:pos x="T8" y="T9"/>
              </a:cxn>
              <a:cxn ang="0">
                <a:pos x="T10" y="T11"/>
              </a:cxn>
              <a:cxn ang="0">
                <a:pos x="T12" y="T13"/>
              </a:cxn>
            </a:cxnLst>
            <a:rect l="0" t="0" r="r" b="b"/>
            <a:pathLst>
              <a:path w="265" h="265">
                <a:moveTo>
                  <a:pt x="265" y="133"/>
                </a:moveTo>
                <a:cubicBezTo>
                  <a:pt x="265" y="206"/>
                  <a:pt x="205" y="265"/>
                  <a:pt x="132" y="265"/>
                </a:cubicBezTo>
                <a:cubicBezTo>
                  <a:pt x="59" y="265"/>
                  <a:pt x="0" y="206"/>
                  <a:pt x="0" y="133"/>
                </a:cubicBezTo>
                <a:cubicBezTo>
                  <a:pt x="0" y="60"/>
                  <a:pt x="59" y="0"/>
                  <a:pt x="132" y="0"/>
                </a:cubicBezTo>
                <a:cubicBezTo>
                  <a:pt x="205" y="0"/>
                  <a:pt x="265" y="60"/>
                  <a:pt x="265" y="133"/>
                </a:cubicBezTo>
                <a:close/>
                <a:moveTo>
                  <a:pt x="226" y="227"/>
                </a:moveTo>
                <a:cubicBezTo>
                  <a:pt x="39" y="39"/>
                  <a:pt x="39" y="39"/>
                  <a:pt x="39" y="39"/>
                </a:cubicBezTo>
              </a:path>
            </a:pathLst>
          </a:custGeom>
          <a:noFill/>
          <a:ln w="19050" cap="sq">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Isosceles Triangle 18">
            <a:extLst>
              <a:ext uri="{FF2B5EF4-FFF2-40B4-BE49-F238E27FC236}">
                <a16:creationId xmlns:a16="http://schemas.microsoft.com/office/drawing/2014/main" id="{37CEB10C-6C7F-4D77-91C8-656F6CC519D3}"/>
              </a:ext>
            </a:extLst>
          </p:cNvPr>
          <p:cNvSpPr/>
          <p:nvPr/>
        </p:nvSpPr>
        <p:spPr bwMode="auto">
          <a:xfrm rot="2709730">
            <a:off x="10514868" y="-1990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0" name="Isosceles Triangle 19">
            <a:extLst>
              <a:ext uri="{FF2B5EF4-FFF2-40B4-BE49-F238E27FC236}">
                <a16:creationId xmlns:a16="http://schemas.microsoft.com/office/drawing/2014/main" id="{0CA2C053-5B76-402A-88DF-6EDA64F4DCA0}"/>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1" name="TextBox 20">
            <a:extLst>
              <a:ext uri="{FF2B5EF4-FFF2-40B4-BE49-F238E27FC236}">
                <a16:creationId xmlns:a16="http://schemas.microsoft.com/office/drawing/2014/main" id="{7018DAAB-F70D-4228-A4FC-2AB6F8C79E71}"/>
              </a:ext>
            </a:extLst>
          </p:cNvPr>
          <p:cNvSpPr txBox="1"/>
          <p:nvPr/>
        </p:nvSpPr>
        <p:spPr>
          <a:xfrm rot="2697948">
            <a:off x="11037856" y="504519"/>
            <a:ext cx="1071447"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NEW</a:t>
            </a:r>
          </a:p>
        </p:txBody>
      </p:sp>
    </p:spTree>
    <p:extLst>
      <p:ext uri="{BB962C8B-B14F-4D97-AF65-F5344CB8AC3E}">
        <p14:creationId xmlns:p14="http://schemas.microsoft.com/office/powerpoint/2010/main" val="404998394"/>
      </p:ext>
    </p:extLst>
  </p:cSld>
  <p:clrMapOvr>
    <a:masterClrMapping/>
  </p:clrMapOvr>
  <p:transition>
    <p:fade/>
  </p:transition>
</p:sld>
</file>

<file path=ppt/slides/slide32.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A963E23-18F0-407D-AFD2-0E6D4B33BE80}"/>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6">
            <a:extLst>
              <a:ext uri="{FF2B5EF4-FFF2-40B4-BE49-F238E27FC236}">
                <a16:creationId xmlns:a16="http://schemas.microsoft.com/office/drawing/2014/main" id="{28A38CCE-0609-4EF4-8BAB-9C239C059CB4}"/>
              </a:ext>
            </a:extLst>
          </p:cNvPr>
          <p:cNvSpPr txBox="1">
            <a:spLocks/>
          </p:cNvSpPr>
          <p:nvPr/>
        </p:nvSpPr>
        <p:spPr>
          <a:xfrm>
            <a:off x="274639" y="295274"/>
            <a:ext cx="11889564" cy="917575"/>
          </a:xfrm>
          <a:prstGeom prst="rect">
            <a:avLst/>
          </a:prstGeom>
        </p:spPr>
        <p:txBody>
          <a:bodyPr vert="horz" wrap="square" lIns="146304" tIns="91440" rIns="146304" bIns="91440" rtlCol="0" anchor="t">
            <a:noAutofit/>
          </a:bodyPr>
          <a:lstStyle>
            <a:lvl1pPr algn="l" defTabSz="932742" rtl="0" eaLnBrk="1" latinLnBrk="0" hangingPunct="1">
              <a:lnSpc>
                <a:spcPct val="90000"/>
              </a:lnSpc>
              <a:spcBef>
                <a:spcPct val="0"/>
              </a:spcBef>
              <a:buNone/>
              <a:defRPr lang="en-US" sz="4800" b="0" kern="1200" cap="none" spc="-102" baseline="0">
                <a:ln w="3175">
                  <a:noFill/>
                </a:ln>
                <a:gradFill>
                  <a:gsLst>
                    <a:gs pos="1250">
                      <a:schemeClr val="bg1"/>
                    </a:gs>
                    <a:gs pos="100000">
                      <a:schemeClr val="bg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endParaRPr kumimoji="0" lang="en-US" sz="4800" b="0" i="0" u="none" strike="noStrike" kern="1200" cap="none" spc="-102" normalizeH="0" baseline="0" noProof="0">
              <a:ln w="3175">
                <a:noFill/>
              </a:ln>
              <a:gradFill>
                <a:gsLst>
                  <a:gs pos="1250">
                    <a:srgbClr val="FFFFFF"/>
                  </a:gs>
                  <a:gs pos="100000">
                    <a:srgbClr val="FFFFFF"/>
                  </a:gs>
                </a:gsLst>
                <a:lin ang="5400000" scaled="0"/>
              </a:gradFill>
              <a:effectLst/>
              <a:uLnTx/>
              <a:uFillTx/>
              <a:latin typeface="Segoe UI Light"/>
              <a:ea typeface="+mn-ea"/>
              <a:cs typeface="Segoe UI" pitchFamily="34" charset="0"/>
            </a:endParaRPr>
          </a:p>
        </p:txBody>
      </p:sp>
      <p:sp>
        <p:nvSpPr>
          <p:cNvPr id="149" name="Title 148"/>
          <p:cNvSpPr>
            <a:spLocks noGrp="1"/>
          </p:cNvSpPr>
          <p:nvPr>
            <p:ph type="title"/>
          </p:nvPr>
        </p:nvSpPr>
        <p:spPr>
          <a:xfrm>
            <a:off x="274639" y="295274"/>
            <a:ext cx="5673657" cy="917575"/>
          </a:xfrm>
        </p:spPr>
        <p:txBody>
          <a:bodyPr/>
          <a:lstStyle/>
          <a:p>
            <a:r>
              <a:rPr lang="en-US" dirty="0"/>
              <a:t>Multi-tenant </a:t>
            </a:r>
            <a:br>
              <a:rPr lang="en-US" dirty="0"/>
            </a:br>
            <a:r>
              <a:rPr lang="en-US" dirty="0"/>
              <a:t>backend support</a:t>
            </a:r>
          </a:p>
        </p:txBody>
      </p:sp>
      <p:sp>
        <p:nvSpPr>
          <p:cNvPr id="6" name="Text Placeholder 5">
            <a:extLst>
              <a:ext uri="{FF2B5EF4-FFF2-40B4-BE49-F238E27FC236}">
                <a16:creationId xmlns:a16="http://schemas.microsoft.com/office/drawing/2014/main" id="{10213FCF-7DA6-427F-BE0B-DFB746AD6064}"/>
              </a:ext>
            </a:extLst>
          </p:cNvPr>
          <p:cNvSpPr>
            <a:spLocks noGrp="1"/>
          </p:cNvSpPr>
          <p:nvPr>
            <p:ph type="body" sz="quarter" idx="10"/>
          </p:nvPr>
        </p:nvSpPr>
        <p:spPr>
          <a:xfrm>
            <a:off x="274639" y="2175863"/>
            <a:ext cx="5486399" cy="3437864"/>
          </a:xfrm>
        </p:spPr>
        <p:txBody>
          <a:bodyPr/>
          <a:lstStyle/>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Supports Web App as backend </a:t>
            </a:r>
            <a:b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b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for WAF and Standard </a:t>
            </a:r>
            <a:r>
              <a:rPr lang="en-US" sz="2000" dirty="0" err="1">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AppGw</a:t>
            </a:r>
            <a:endPar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endParaRPr>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Supports public facing Web App deployments and App Service Environment (ASE)</a:t>
            </a:r>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Two modes offered to override </a:t>
            </a:r>
            <a:b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b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backend host header</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Pick host name from FQDN</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User supplied host name</a:t>
            </a:r>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Both SSL offload and </a:t>
            </a:r>
            <a:b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b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end-to-end SSL supported</a:t>
            </a:r>
          </a:p>
        </p:txBody>
      </p:sp>
      <p:grpSp>
        <p:nvGrpSpPr>
          <p:cNvPr id="22" name="Group 21">
            <a:extLst>
              <a:ext uri="{FF2B5EF4-FFF2-40B4-BE49-F238E27FC236}">
                <a16:creationId xmlns:a16="http://schemas.microsoft.com/office/drawing/2014/main" id="{D0AA8021-CDCD-4AAF-9BD1-EB6B9AEA4769}"/>
              </a:ext>
            </a:extLst>
          </p:cNvPr>
          <p:cNvGrpSpPr/>
          <p:nvPr/>
        </p:nvGrpSpPr>
        <p:grpSpPr>
          <a:xfrm>
            <a:off x="8506062" y="2352675"/>
            <a:ext cx="1464482" cy="2379784"/>
            <a:chOff x="7589838" y="2887662"/>
            <a:chExt cx="1219199" cy="1981201"/>
          </a:xfrm>
        </p:grpSpPr>
        <p:sp>
          <p:nvSpPr>
            <p:cNvPr id="23" name="Rectangle 22">
              <a:extLst>
                <a:ext uri="{FF2B5EF4-FFF2-40B4-BE49-F238E27FC236}">
                  <a16:creationId xmlns:a16="http://schemas.microsoft.com/office/drawing/2014/main" id="{6A90D4D0-F271-4542-8D3D-B859D96E95F4}"/>
                </a:ext>
              </a:extLst>
            </p:cNvPr>
            <p:cNvSpPr/>
            <p:nvPr/>
          </p:nvSpPr>
          <p:spPr bwMode="auto">
            <a:xfrm>
              <a:off x="7589838" y="2887662"/>
              <a:ext cx="1219199" cy="1981201"/>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b="1" dirty="0">
                  <a:gradFill>
                    <a:gsLst>
                      <a:gs pos="8228">
                        <a:schemeClr val="bg1"/>
                      </a:gs>
                      <a:gs pos="19000">
                        <a:schemeClr val="bg1"/>
                      </a:gs>
                    </a:gsLst>
                    <a:lin ang="5400000" scaled="0"/>
                  </a:gradFill>
                  <a:latin typeface="Segoe UI" panose="020B0502040204020203" pitchFamily="34" charset="0"/>
                  <a:ea typeface="Segoe UI" panose="020B0502040204020203" pitchFamily="34" charset="0"/>
                  <a:cs typeface="Segoe UI" panose="020B0502040204020203" pitchFamily="34" charset="0"/>
                </a:rPr>
                <a:t>App</a:t>
              </a:r>
              <a:br>
                <a:rPr lang="en-US" b="1" dirty="0">
                  <a:gradFill>
                    <a:gsLst>
                      <a:gs pos="8228">
                        <a:schemeClr val="bg1"/>
                      </a:gs>
                      <a:gs pos="19000">
                        <a:schemeClr val="bg1"/>
                      </a:gs>
                    </a:gsLst>
                    <a:lin ang="5400000" scaled="0"/>
                  </a:gradFill>
                  <a:latin typeface="Segoe UI" panose="020B0502040204020203" pitchFamily="34" charset="0"/>
                  <a:ea typeface="Segoe UI" panose="020B0502040204020203" pitchFamily="34" charset="0"/>
                  <a:cs typeface="Segoe UI" panose="020B0502040204020203" pitchFamily="34" charset="0"/>
                </a:rPr>
              </a:br>
              <a:r>
                <a:rPr lang="en-US" b="1" dirty="0">
                  <a:gradFill>
                    <a:gsLst>
                      <a:gs pos="8228">
                        <a:schemeClr val="bg1"/>
                      </a:gs>
                      <a:gs pos="19000">
                        <a:schemeClr val="bg1"/>
                      </a:gs>
                    </a:gsLst>
                    <a:lin ang="5400000" scaled="0"/>
                  </a:gradFill>
                  <a:latin typeface="Segoe UI" panose="020B0502040204020203" pitchFamily="34" charset="0"/>
                  <a:ea typeface="Segoe UI" panose="020B0502040204020203" pitchFamily="34" charset="0"/>
                  <a:cs typeface="Segoe UI" panose="020B0502040204020203" pitchFamily="34" charset="0"/>
                </a:rPr>
                <a:t>Gateway</a:t>
              </a:r>
            </a:p>
          </p:txBody>
        </p:sp>
        <p:sp>
          <p:nvSpPr>
            <p:cNvPr id="24" name="Freeform 5">
              <a:extLst>
                <a:ext uri="{FF2B5EF4-FFF2-40B4-BE49-F238E27FC236}">
                  <a16:creationId xmlns:a16="http://schemas.microsoft.com/office/drawing/2014/main" id="{ADD6C990-D7C0-41A8-A992-3543C00E2020}"/>
                </a:ext>
              </a:extLst>
            </p:cNvPr>
            <p:cNvSpPr>
              <a:spLocks noEditPoints="1"/>
            </p:cNvSpPr>
            <p:nvPr/>
          </p:nvSpPr>
          <p:spPr bwMode="auto">
            <a:xfrm>
              <a:off x="7727156" y="3706627"/>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7" name="Group 6">
            <a:extLst>
              <a:ext uri="{FF2B5EF4-FFF2-40B4-BE49-F238E27FC236}">
                <a16:creationId xmlns:a16="http://schemas.microsoft.com/office/drawing/2014/main" id="{B3655513-F55D-4F1A-B607-7B839D03397E}"/>
              </a:ext>
            </a:extLst>
          </p:cNvPr>
          <p:cNvGrpSpPr/>
          <p:nvPr/>
        </p:nvGrpSpPr>
        <p:grpSpPr>
          <a:xfrm>
            <a:off x="6825233" y="3613918"/>
            <a:ext cx="1567651" cy="316482"/>
            <a:chOff x="7958445" y="3556768"/>
            <a:chExt cx="2232039" cy="316482"/>
          </a:xfrm>
        </p:grpSpPr>
        <p:cxnSp>
          <p:nvCxnSpPr>
            <p:cNvPr id="31" name="Straight Arrow Connector 30">
              <a:extLst>
                <a:ext uri="{FF2B5EF4-FFF2-40B4-BE49-F238E27FC236}">
                  <a16:creationId xmlns:a16="http://schemas.microsoft.com/office/drawing/2014/main" id="{1322FC76-04F0-44FB-9A27-62CFC15171BD}"/>
                </a:ext>
              </a:extLst>
            </p:cNvPr>
            <p:cNvCxnSpPr>
              <a:cxnSpLocks/>
            </p:cNvCxnSpPr>
            <p:nvPr/>
          </p:nvCxnSpPr>
          <p:spPr>
            <a:xfrm>
              <a:off x="8192853" y="3556768"/>
              <a:ext cx="1763223" cy="1"/>
            </a:xfrm>
            <a:prstGeom prst="straightConnector1">
              <a:avLst/>
            </a:prstGeom>
            <a:ln w="25400">
              <a:solidFill>
                <a:schemeClr val="accent4"/>
              </a:solidFill>
              <a:headEnd type="arrow"/>
              <a:tailEnd type="arrow" w="med" len="s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C437980-5B8C-4423-84F1-326CC4A3ED7D}"/>
                </a:ext>
              </a:extLst>
            </p:cNvPr>
            <p:cNvSpPr txBox="1"/>
            <p:nvPr/>
          </p:nvSpPr>
          <p:spPr>
            <a:xfrm>
              <a:off x="7958445" y="3587018"/>
              <a:ext cx="2232039" cy="286232"/>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400" b="1" dirty="0" err="1">
                  <a:gradFill>
                    <a:gsLst>
                      <a:gs pos="8228">
                        <a:schemeClr val="bg1"/>
                      </a:gs>
                      <a:gs pos="19000">
                        <a:schemeClr val="bg1"/>
                      </a:gs>
                    </a:gsLst>
                    <a:lin ang="5400000" scaled="0"/>
                  </a:gradFill>
                  <a:latin typeface="Segoe UI" panose="020B0502040204020203" pitchFamily="34" charset="0"/>
                  <a:cs typeface="Segoe UI" panose="020B0502040204020203" pitchFamily="34" charset="0"/>
                </a:rPr>
                <a:t>Host:contoso</a:t>
              </a:r>
              <a:endParaRPr lang="en-US" sz="1400" b="1" dirty="0">
                <a:gradFill>
                  <a:gsLst>
                    <a:gs pos="8228">
                      <a:schemeClr val="bg1"/>
                    </a:gs>
                    <a:gs pos="19000">
                      <a:schemeClr val="bg1"/>
                    </a:gs>
                  </a:gsLst>
                  <a:lin ang="5400000" scaled="0"/>
                </a:gradFill>
                <a:latin typeface="Segoe UI" panose="020B0502040204020203" pitchFamily="34" charset="0"/>
                <a:cs typeface="Segoe UI" panose="020B0502040204020203" pitchFamily="34" charset="0"/>
              </a:endParaRPr>
            </a:p>
          </p:txBody>
        </p:sp>
      </p:grpSp>
      <p:sp>
        <p:nvSpPr>
          <p:cNvPr id="50" name="TextBox 49">
            <a:extLst>
              <a:ext uri="{FF2B5EF4-FFF2-40B4-BE49-F238E27FC236}">
                <a16:creationId xmlns:a16="http://schemas.microsoft.com/office/drawing/2014/main" id="{FF35DE2B-7119-44CF-8B25-9A7719041C62}"/>
              </a:ext>
            </a:extLst>
          </p:cNvPr>
          <p:cNvSpPr txBox="1"/>
          <p:nvPr/>
        </p:nvSpPr>
        <p:spPr>
          <a:xfrm>
            <a:off x="10789753" y="2775316"/>
            <a:ext cx="1567651" cy="286232"/>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400" b="1" dirty="0">
                <a:gradFill>
                  <a:gsLst>
                    <a:gs pos="8228">
                      <a:schemeClr val="bg1"/>
                    </a:gs>
                    <a:gs pos="19000">
                      <a:schemeClr val="bg1"/>
                    </a:gs>
                  </a:gsLst>
                  <a:lin ang="5400000" scaled="0"/>
                </a:gradFill>
                <a:latin typeface="Segoe UI" panose="020B0502040204020203" pitchFamily="34" charset="0"/>
                <a:cs typeface="Segoe UI" panose="020B0502040204020203" pitchFamily="34" charset="0"/>
              </a:rPr>
              <a:t>Host:contoso11</a:t>
            </a:r>
          </a:p>
        </p:txBody>
      </p:sp>
      <p:sp>
        <p:nvSpPr>
          <p:cNvPr id="51" name="TextBox 50">
            <a:extLst>
              <a:ext uri="{FF2B5EF4-FFF2-40B4-BE49-F238E27FC236}">
                <a16:creationId xmlns:a16="http://schemas.microsoft.com/office/drawing/2014/main" id="{FB22427B-6A93-4FD9-B1F5-932D9B0540DE}"/>
              </a:ext>
            </a:extLst>
          </p:cNvPr>
          <p:cNvSpPr txBox="1"/>
          <p:nvPr/>
        </p:nvSpPr>
        <p:spPr>
          <a:xfrm>
            <a:off x="10699690" y="4877614"/>
            <a:ext cx="1567651" cy="286232"/>
          </a:xfrm>
          <a:prstGeom prst="rect">
            <a:avLst/>
          </a:prstGeom>
          <a:noFill/>
        </p:spPr>
        <p:txBody>
          <a:bodyPr wrap="square" rtlCol="0">
            <a:spAutoFit/>
          </a:bodyPr>
          <a:lstStyle/>
          <a:p>
            <a:pPr marR="0" indent="0" algn="ctr" defTabSz="932472" fontAlgn="base">
              <a:lnSpc>
                <a:spcPct val="90000"/>
              </a:lnSpc>
              <a:spcBef>
                <a:spcPct val="0"/>
              </a:spcBef>
              <a:spcAft>
                <a:spcPct val="0"/>
              </a:spcAft>
              <a:buClrTx/>
              <a:buSzTx/>
              <a:buFontTx/>
              <a:buNone/>
              <a:tabLst/>
              <a:defRPr/>
            </a:pPr>
            <a:r>
              <a:rPr lang="en-US" sz="1400" b="1" dirty="0">
                <a:gradFill>
                  <a:gsLst>
                    <a:gs pos="8228">
                      <a:schemeClr val="bg1"/>
                    </a:gs>
                    <a:gs pos="19000">
                      <a:schemeClr val="bg1"/>
                    </a:gs>
                  </a:gsLst>
                  <a:lin ang="5400000" scaled="0"/>
                </a:gradFill>
                <a:latin typeface="Segoe UI" panose="020B0502040204020203" pitchFamily="34" charset="0"/>
                <a:cs typeface="Segoe UI" panose="020B0502040204020203" pitchFamily="34" charset="0"/>
              </a:rPr>
              <a:t>Host:contoso22</a:t>
            </a:r>
          </a:p>
        </p:txBody>
      </p:sp>
      <p:sp>
        <p:nvSpPr>
          <p:cNvPr id="28" name="Isosceles Triangle 27">
            <a:extLst>
              <a:ext uri="{FF2B5EF4-FFF2-40B4-BE49-F238E27FC236}">
                <a16:creationId xmlns:a16="http://schemas.microsoft.com/office/drawing/2014/main" id="{17A35ACD-C0BF-4F3D-AED2-E00494971452}"/>
              </a:ext>
            </a:extLst>
          </p:cNvPr>
          <p:cNvSpPr/>
          <p:nvPr/>
        </p:nvSpPr>
        <p:spPr bwMode="auto">
          <a:xfrm rot="2709730">
            <a:off x="10514868" y="-1990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3C4E50FD-DAC3-4846-A5DA-B7A577DCA255}"/>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0" name="TextBox 29">
            <a:extLst>
              <a:ext uri="{FF2B5EF4-FFF2-40B4-BE49-F238E27FC236}">
                <a16:creationId xmlns:a16="http://schemas.microsoft.com/office/drawing/2014/main" id="{91B764B2-DAD2-4C7B-BAB5-1A6EE50CC516}"/>
              </a:ext>
            </a:extLst>
          </p:cNvPr>
          <p:cNvSpPr txBox="1"/>
          <p:nvPr/>
        </p:nvSpPr>
        <p:spPr>
          <a:xfrm rot="2697948">
            <a:off x="11037856" y="504519"/>
            <a:ext cx="1071447"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NEW</a:t>
            </a:r>
          </a:p>
        </p:txBody>
      </p:sp>
      <p:sp>
        <p:nvSpPr>
          <p:cNvPr id="26" name="globe_2">
            <a:extLst>
              <a:ext uri="{FF2B5EF4-FFF2-40B4-BE49-F238E27FC236}">
                <a16:creationId xmlns:a16="http://schemas.microsoft.com/office/drawing/2014/main" id="{76FF711A-0B2D-407F-8D0D-1918335A1954}"/>
              </a:ext>
            </a:extLst>
          </p:cNvPr>
          <p:cNvSpPr>
            <a:spLocks noChangeAspect="1" noEditPoints="1"/>
          </p:cNvSpPr>
          <p:nvPr/>
        </p:nvSpPr>
        <p:spPr bwMode="auto">
          <a:xfrm>
            <a:off x="11151545" y="4152828"/>
            <a:ext cx="622298" cy="622298"/>
          </a:xfrm>
          <a:custGeom>
            <a:avLst/>
            <a:gdLst>
              <a:gd name="T0" fmla="*/ 0 w 335"/>
              <a:gd name="T1" fmla="*/ 168 h 335"/>
              <a:gd name="T2" fmla="*/ 168 w 335"/>
              <a:gd name="T3" fmla="*/ 0 h 335"/>
              <a:gd name="T4" fmla="*/ 335 w 335"/>
              <a:gd name="T5" fmla="*/ 168 h 335"/>
              <a:gd name="T6" fmla="*/ 168 w 335"/>
              <a:gd name="T7" fmla="*/ 335 h 335"/>
              <a:gd name="T8" fmla="*/ 0 w 335"/>
              <a:gd name="T9" fmla="*/ 168 h 335"/>
              <a:gd name="T10" fmla="*/ 168 w 335"/>
              <a:gd name="T11" fmla="*/ 335 h 335"/>
              <a:gd name="T12" fmla="*/ 253 w 335"/>
              <a:gd name="T13" fmla="*/ 168 h 335"/>
              <a:gd name="T14" fmla="*/ 168 w 335"/>
              <a:gd name="T15" fmla="*/ 0 h 335"/>
              <a:gd name="T16" fmla="*/ 82 w 335"/>
              <a:gd name="T17" fmla="*/ 168 h 335"/>
              <a:gd name="T18" fmla="*/ 168 w 335"/>
              <a:gd name="T19" fmla="*/ 335 h 335"/>
              <a:gd name="T20" fmla="*/ 8 w 335"/>
              <a:gd name="T21" fmla="*/ 116 h 335"/>
              <a:gd name="T22" fmla="*/ 327 w 335"/>
              <a:gd name="T23" fmla="*/ 116 h 335"/>
              <a:gd name="T24" fmla="*/ 9 w 335"/>
              <a:gd name="T25" fmla="*/ 221 h 335"/>
              <a:gd name="T26" fmla="*/ 326 w 335"/>
              <a:gd name="T27" fmla="*/ 22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335">
                <a:moveTo>
                  <a:pt x="0" y="168"/>
                </a:moveTo>
                <a:cubicBezTo>
                  <a:pt x="0" y="75"/>
                  <a:pt x="75" y="0"/>
                  <a:pt x="168" y="0"/>
                </a:cubicBezTo>
                <a:cubicBezTo>
                  <a:pt x="260" y="0"/>
                  <a:pt x="335" y="75"/>
                  <a:pt x="335" y="168"/>
                </a:cubicBezTo>
                <a:cubicBezTo>
                  <a:pt x="335" y="260"/>
                  <a:pt x="260" y="335"/>
                  <a:pt x="168" y="335"/>
                </a:cubicBezTo>
                <a:cubicBezTo>
                  <a:pt x="75" y="335"/>
                  <a:pt x="0" y="260"/>
                  <a:pt x="0" y="168"/>
                </a:cubicBezTo>
                <a:close/>
                <a:moveTo>
                  <a:pt x="168" y="335"/>
                </a:moveTo>
                <a:cubicBezTo>
                  <a:pt x="215" y="335"/>
                  <a:pt x="253" y="260"/>
                  <a:pt x="253" y="168"/>
                </a:cubicBezTo>
                <a:cubicBezTo>
                  <a:pt x="253" y="75"/>
                  <a:pt x="215" y="0"/>
                  <a:pt x="168" y="0"/>
                </a:cubicBezTo>
                <a:cubicBezTo>
                  <a:pt x="120" y="0"/>
                  <a:pt x="82" y="75"/>
                  <a:pt x="82" y="168"/>
                </a:cubicBezTo>
                <a:cubicBezTo>
                  <a:pt x="82" y="260"/>
                  <a:pt x="120" y="335"/>
                  <a:pt x="168" y="335"/>
                </a:cubicBezTo>
                <a:close/>
                <a:moveTo>
                  <a:pt x="8" y="116"/>
                </a:moveTo>
                <a:cubicBezTo>
                  <a:pt x="327" y="116"/>
                  <a:pt x="327" y="116"/>
                  <a:pt x="327" y="116"/>
                </a:cubicBezTo>
                <a:moveTo>
                  <a:pt x="9" y="221"/>
                </a:moveTo>
                <a:cubicBezTo>
                  <a:pt x="326" y="221"/>
                  <a:pt x="326" y="221"/>
                  <a:pt x="326" y="221"/>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gradFill>
            </a:endParaRPr>
          </a:p>
        </p:txBody>
      </p:sp>
      <p:sp>
        <p:nvSpPr>
          <p:cNvPr id="27" name="globe_2">
            <a:extLst>
              <a:ext uri="{FF2B5EF4-FFF2-40B4-BE49-F238E27FC236}">
                <a16:creationId xmlns:a16="http://schemas.microsoft.com/office/drawing/2014/main" id="{386CBD7C-99CD-465B-B814-9FB33EAB6EC1}"/>
              </a:ext>
            </a:extLst>
          </p:cNvPr>
          <p:cNvSpPr>
            <a:spLocks noChangeAspect="1" noEditPoints="1"/>
          </p:cNvSpPr>
          <p:nvPr/>
        </p:nvSpPr>
        <p:spPr bwMode="auto">
          <a:xfrm>
            <a:off x="11166056" y="2093243"/>
            <a:ext cx="622298" cy="622298"/>
          </a:xfrm>
          <a:custGeom>
            <a:avLst/>
            <a:gdLst>
              <a:gd name="T0" fmla="*/ 0 w 335"/>
              <a:gd name="T1" fmla="*/ 168 h 335"/>
              <a:gd name="T2" fmla="*/ 168 w 335"/>
              <a:gd name="T3" fmla="*/ 0 h 335"/>
              <a:gd name="T4" fmla="*/ 335 w 335"/>
              <a:gd name="T5" fmla="*/ 168 h 335"/>
              <a:gd name="T6" fmla="*/ 168 w 335"/>
              <a:gd name="T7" fmla="*/ 335 h 335"/>
              <a:gd name="T8" fmla="*/ 0 w 335"/>
              <a:gd name="T9" fmla="*/ 168 h 335"/>
              <a:gd name="T10" fmla="*/ 168 w 335"/>
              <a:gd name="T11" fmla="*/ 335 h 335"/>
              <a:gd name="T12" fmla="*/ 253 w 335"/>
              <a:gd name="T13" fmla="*/ 168 h 335"/>
              <a:gd name="T14" fmla="*/ 168 w 335"/>
              <a:gd name="T15" fmla="*/ 0 h 335"/>
              <a:gd name="T16" fmla="*/ 82 w 335"/>
              <a:gd name="T17" fmla="*/ 168 h 335"/>
              <a:gd name="T18" fmla="*/ 168 w 335"/>
              <a:gd name="T19" fmla="*/ 335 h 335"/>
              <a:gd name="T20" fmla="*/ 8 w 335"/>
              <a:gd name="T21" fmla="*/ 116 h 335"/>
              <a:gd name="T22" fmla="*/ 327 w 335"/>
              <a:gd name="T23" fmla="*/ 116 h 335"/>
              <a:gd name="T24" fmla="*/ 9 w 335"/>
              <a:gd name="T25" fmla="*/ 221 h 335"/>
              <a:gd name="T26" fmla="*/ 326 w 335"/>
              <a:gd name="T27" fmla="*/ 22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335">
                <a:moveTo>
                  <a:pt x="0" y="168"/>
                </a:moveTo>
                <a:cubicBezTo>
                  <a:pt x="0" y="75"/>
                  <a:pt x="75" y="0"/>
                  <a:pt x="168" y="0"/>
                </a:cubicBezTo>
                <a:cubicBezTo>
                  <a:pt x="260" y="0"/>
                  <a:pt x="335" y="75"/>
                  <a:pt x="335" y="168"/>
                </a:cubicBezTo>
                <a:cubicBezTo>
                  <a:pt x="335" y="260"/>
                  <a:pt x="260" y="335"/>
                  <a:pt x="168" y="335"/>
                </a:cubicBezTo>
                <a:cubicBezTo>
                  <a:pt x="75" y="335"/>
                  <a:pt x="0" y="260"/>
                  <a:pt x="0" y="168"/>
                </a:cubicBezTo>
                <a:close/>
                <a:moveTo>
                  <a:pt x="168" y="335"/>
                </a:moveTo>
                <a:cubicBezTo>
                  <a:pt x="215" y="335"/>
                  <a:pt x="253" y="260"/>
                  <a:pt x="253" y="168"/>
                </a:cubicBezTo>
                <a:cubicBezTo>
                  <a:pt x="253" y="75"/>
                  <a:pt x="215" y="0"/>
                  <a:pt x="168" y="0"/>
                </a:cubicBezTo>
                <a:cubicBezTo>
                  <a:pt x="120" y="0"/>
                  <a:pt x="82" y="75"/>
                  <a:pt x="82" y="168"/>
                </a:cubicBezTo>
                <a:cubicBezTo>
                  <a:pt x="82" y="260"/>
                  <a:pt x="120" y="335"/>
                  <a:pt x="168" y="335"/>
                </a:cubicBezTo>
                <a:close/>
                <a:moveTo>
                  <a:pt x="8" y="116"/>
                </a:moveTo>
                <a:cubicBezTo>
                  <a:pt x="327" y="116"/>
                  <a:pt x="327" y="116"/>
                  <a:pt x="327" y="116"/>
                </a:cubicBezTo>
                <a:moveTo>
                  <a:pt x="9" y="221"/>
                </a:moveTo>
                <a:cubicBezTo>
                  <a:pt x="326" y="221"/>
                  <a:pt x="326" y="221"/>
                  <a:pt x="326" y="221"/>
                </a:cubicBezTo>
              </a:path>
            </a:pathLst>
          </a:custGeom>
          <a:noFill/>
          <a:ln w="254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gradFill>
            </a:endParaRPr>
          </a:p>
        </p:txBody>
      </p:sp>
      <p:sp>
        <p:nvSpPr>
          <p:cNvPr id="32" name="people_12">
            <a:extLst>
              <a:ext uri="{FF2B5EF4-FFF2-40B4-BE49-F238E27FC236}">
                <a16:creationId xmlns:a16="http://schemas.microsoft.com/office/drawing/2014/main" id="{0A2D6C29-9691-49AE-AFD2-7C5E543A51B9}"/>
              </a:ext>
            </a:extLst>
          </p:cNvPr>
          <p:cNvSpPr>
            <a:spLocks noChangeAspect="1" noEditPoints="1"/>
          </p:cNvSpPr>
          <p:nvPr/>
        </p:nvSpPr>
        <p:spPr bwMode="auto">
          <a:xfrm>
            <a:off x="6414006" y="3462039"/>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54" name="Connector: Elbow 101">
            <a:extLst>
              <a:ext uri="{FF2B5EF4-FFF2-40B4-BE49-F238E27FC236}">
                <a16:creationId xmlns:a16="http://schemas.microsoft.com/office/drawing/2014/main" id="{31761B03-420A-47C0-B07E-7E808C753E90}"/>
              </a:ext>
            </a:extLst>
          </p:cNvPr>
          <p:cNvCxnSpPr>
            <a:cxnSpLocks/>
            <a:stCxn id="23" idx="3"/>
          </p:cNvCxnSpPr>
          <p:nvPr/>
        </p:nvCxnSpPr>
        <p:spPr>
          <a:xfrm flipV="1">
            <a:off x="9970544" y="2400282"/>
            <a:ext cx="1169689" cy="1142285"/>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5" name="Connector: Elbow 10">
            <a:extLst>
              <a:ext uri="{FF2B5EF4-FFF2-40B4-BE49-F238E27FC236}">
                <a16:creationId xmlns:a16="http://schemas.microsoft.com/office/drawing/2014/main" id="{BF65853D-C12F-4DAD-963B-D779F0069EC1}"/>
              </a:ext>
            </a:extLst>
          </p:cNvPr>
          <p:cNvCxnSpPr>
            <a:cxnSpLocks/>
            <a:stCxn id="23" idx="3"/>
          </p:cNvCxnSpPr>
          <p:nvPr/>
        </p:nvCxnSpPr>
        <p:spPr>
          <a:xfrm>
            <a:off x="9970544" y="3542567"/>
            <a:ext cx="1169690" cy="932885"/>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084538"/>
      </p:ext>
    </p:extLst>
  </p:cSld>
  <p:clrMapOvr>
    <a:masterClrMapping/>
  </p:clrMapOvr>
  <p:transition>
    <p:fade/>
  </p:transition>
</p:sld>
</file>

<file path=ppt/slides/slide33.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62834015-F919-47DB-8869-55E2542AD545}"/>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p:cNvSpPr/>
          <p:nvPr/>
        </p:nvSpPr>
        <p:spPr>
          <a:xfrm>
            <a:off x="307672" y="1988988"/>
            <a:ext cx="5725889" cy="4598182"/>
          </a:xfrm>
          <a:prstGeom prst="rect">
            <a:avLst/>
          </a:prstGeom>
        </p:spPr>
        <p:txBody>
          <a:bodyPr wrap="square" lIns="182880" tIns="146304" rIns="182880" bIns="146304">
            <a:spAutoFit/>
          </a:bodyPr>
          <a:lstStyle/>
          <a:p>
            <a:pPr>
              <a:lnSpc>
                <a:spcPct val="90000"/>
              </a:lnSpc>
              <a:spcBef>
                <a:spcPts val="600"/>
              </a:spcBef>
              <a:spcAft>
                <a:spcPts val="600"/>
              </a:spcAft>
              <a:buSzPct val="90000"/>
            </a:pPr>
            <a:r>
              <a:rPr lang="en-US" sz="3200" dirty="0">
                <a:gradFill>
                  <a:gsLst>
                    <a:gs pos="3165">
                      <a:schemeClr val="accent4"/>
                    </a:gs>
                    <a:gs pos="35000">
                      <a:schemeClr val="accent4"/>
                    </a:gs>
                  </a:gsLst>
                  <a:lin ang="5400000" scaled="0"/>
                </a:gradFill>
                <a:latin typeface="+mj-lt"/>
              </a:rPr>
              <a:t>Custom probes</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User defined probes</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Probe configured at Backend Settings </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Probing done at VM + port granularity</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Backend health report for VM health and routing decision</a:t>
            </a:r>
          </a:p>
          <a:p>
            <a:pPr marL="234950" lvl="1" indent="-2349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Control probe frequency, timeout, custom URI path, host header</a:t>
            </a:r>
          </a:p>
          <a:p>
            <a:pPr marL="234950" lvl="1" indent="-234950">
              <a:lnSpc>
                <a:spcPct val="90000"/>
              </a:lnSpc>
              <a:spcBef>
                <a:spcPct val="20000"/>
              </a:spcBef>
              <a:buSzPct val="90000"/>
              <a:buFont typeface="Arial" panose="020B0604020202020204" pitchFamily="34" charset="0"/>
              <a:buChar char="•"/>
            </a:pPr>
            <a:endPar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endParaRPr>
          </a:p>
          <a:p>
            <a:pPr marL="0" lvl="1">
              <a:lnSpc>
                <a:spcPct val="90000"/>
              </a:lnSpc>
              <a:spcBef>
                <a:spcPct val="20000"/>
              </a:spcBef>
              <a:buSzPct val="90000"/>
            </a:pPr>
            <a:r>
              <a:rPr lang="en-US" sz="3200" dirty="0">
                <a:gradFill>
                  <a:gsLst>
                    <a:gs pos="3165">
                      <a:schemeClr val="accent4"/>
                    </a:gs>
                    <a:gs pos="35000">
                      <a:schemeClr val="accent4"/>
                    </a:gs>
                  </a:gsLst>
                  <a:lin ang="5400000" scaled="0"/>
                </a:gradFill>
                <a:latin typeface="+mj-lt"/>
              </a:rPr>
              <a:t>Enhancements</a:t>
            </a:r>
          </a:p>
          <a:p>
            <a:pPr marL="285750" lvl="1" indent="-2857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Ability to define HTTP response code range</a:t>
            </a:r>
          </a:p>
          <a:p>
            <a:pPr marL="285750" lvl="1" indent="-285750">
              <a:lnSpc>
                <a:spcPct val="90000"/>
              </a:lnSpc>
              <a:spcBef>
                <a:spcPct val="20000"/>
              </a:spcBef>
              <a:buSzPct val="90000"/>
              <a:buFont typeface="Arial" panose="020B0604020202020204" pitchFamily="34" charset="0"/>
              <a:buChar char="•"/>
            </a:pPr>
            <a:r>
              <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rPr>
              <a:t>Ability to inspect response body</a:t>
            </a:r>
          </a:p>
          <a:p>
            <a:pPr marL="0" lvl="1">
              <a:lnSpc>
                <a:spcPct val="90000"/>
              </a:lnSpc>
              <a:spcBef>
                <a:spcPct val="20000"/>
              </a:spcBef>
              <a:buSzPct val="90000"/>
            </a:pPr>
            <a:endParaRPr lang="en-US" dirty="0">
              <a:gradFill>
                <a:gsLst>
                  <a:gs pos="39241">
                    <a:schemeClr val="tx1"/>
                  </a:gs>
                  <a:gs pos="30000">
                    <a:schemeClr val="tx1"/>
                  </a:gs>
                </a:gsLst>
                <a:lin ang="5400000" scaled="0"/>
              </a:gradFill>
              <a:latin typeface="Segoe UI" panose="020B0502040204020203" pitchFamily="34" charset="0"/>
              <a:cs typeface="Segoe UI" panose="020B0502040204020203" pitchFamily="34" charset="0"/>
            </a:endParaRPr>
          </a:p>
        </p:txBody>
      </p:sp>
      <p:sp>
        <p:nvSpPr>
          <p:cNvPr id="2" name="Title 1"/>
          <p:cNvSpPr>
            <a:spLocks noGrp="1"/>
          </p:cNvSpPr>
          <p:nvPr>
            <p:ph type="title"/>
          </p:nvPr>
        </p:nvSpPr>
        <p:spPr>
          <a:xfrm>
            <a:off x="274639" y="345909"/>
            <a:ext cx="5834766" cy="976663"/>
          </a:xfrm>
        </p:spPr>
        <p:txBody>
          <a:bodyPr>
            <a:noAutofit/>
          </a:bodyPr>
          <a:lstStyle/>
          <a:p>
            <a:r>
              <a:rPr lang="en-US" sz="4488" dirty="0">
                <a:solidFill>
                  <a:schemeClr val="tx1"/>
                </a:solidFill>
              </a:rPr>
              <a:t>Custom probes enhancements</a:t>
            </a:r>
          </a:p>
        </p:txBody>
      </p:sp>
      <p:cxnSp>
        <p:nvCxnSpPr>
          <p:cNvPr id="29" name="Straight Arrow Connector 28"/>
          <p:cNvCxnSpPr>
            <a:cxnSpLocks/>
          </p:cNvCxnSpPr>
          <p:nvPr/>
        </p:nvCxnSpPr>
        <p:spPr>
          <a:xfrm flipV="1">
            <a:off x="7097486" y="3409674"/>
            <a:ext cx="493342" cy="15097"/>
          </a:xfrm>
          <a:prstGeom prst="straightConnector1">
            <a:avLst/>
          </a:prstGeom>
          <a:ln w="31750">
            <a:solidFill>
              <a:schemeClr val="bg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bwMode="auto">
          <a:xfrm>
            <a:off x="10596250" y="2119617"/>
            <a:ext cx="1565588" cy="2650296"/>
          </a:xfrm>
          <a:prstGeom prst="rect">
            <a:avLst/>
          </a:prstGeom>
          <a:solidFill>
            <a:schemeClr val="tx1">
              <a:lumMod val="95000"/>
            </a:schemeClr>
          </a:solidFill>
          <a:ln w="28575">
            <a:solidFill>
              <a:schemeClr val="accent5"/>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endParaRPr lang="en-US" sz="1200" kern="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42" name="Rectangle 41"/>
          <p:cNvSpPr/>
          <p:nvPr/>
        </p:nvSpPr>
        <p:spPr>
          <a:xfrm rot="20059829">
            <a:off x="9282837" y="2816040"/>
            <a:ext cx="184730" cy="280718"/>
          </a:xfrm>
          <a:prstGeom prst="rect">
            <a:avLst/>
          </a:prstGeom>
        </p:spPr>
        <p:txBody>
          <a:bodyPr wrap="none">
            <a:spAutoFit/>
          </a:bodyPr>
          <a:lstStyle/>
          <a:p>
            <a:pPr algn="ctr" defTabSz="951028" fontAlgn="base">
              <a:spcBef>
                <a:spcPct val="0"/>
              </a:spcBef>
              <a:spcAft>
                <a:spcPct val="0"/>
              </a:spcAft>
            </a:pPr>
            <a:endParaRPr lang="en-US" sz="1224"/>
          </a:p>
        </p:txBody>
      </p:sp>
      <p:sp>
        <p:nvSpPr>
          <p:cNvPr id="45" name="TextBox 44"/>
          <p:cNvSpPr txBox="1"/>
          <p:nvPr/>
        </p:nvSpPr>
        <p:spPr>
          <a:xfrm>
            <a:off x="10593349" y="2290532"/>
            <a:ext cx="1532291" cy="307777"/>
          </a:xfrm>
          <a:prstGeom prst="rect">
            <a:avLst/>
          </a:prstGeom>
          <a:noFill/>
        </p:spPr>
        <p:txBody>
          <a:bodyPr wrap="square" rtlCol="0">
            <a:spAutoFit/>
          </a:bodyPr>
          <a:lstStyle/>
          <a:p>
            <a:pPr algn="ctr" defTabSz="914224" fontAlgn="base">
              <a:spcBef>
                <a:spcPct val="0"/>
              </a:spcBef>
              <a:spcAft>
                <a:spcPct val="0"/>
              </a:spcAft>
            </a:pPr>
            <a:r>
              <a:rPr lang="en-US" sz="14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Backend Pool</a:t>
            </a:r>
          </a:p>
        </p:txBody>
      </p:sp>
      <p:sp>
        <p:nvSpPr>
          <p:cNvPr id="33" name="Rectangle 32"/>
          <p:cNvSpPr/>
          <p:nvPr/>
        </p:nvSpPr>
        <p:spPr bwMode="auto">
          <a:xfrm>
            <a:off x="10864448" y="3863203"/>
            <a:ext cx="1036131" cy="529262"/>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VM2</a:t>
            </a:r>
          </a:p>
        </p:txBody>
      </p:sp>
      <p:sp>
        <p:nvSpPr>
          <p:cNvPr id="35" name="Rectangle 34"/>
          <p:cNvSpPr/>
          <p:nvPr/>
        </p:nvSpPr>
        <p:spPr bwMode="auto">
          <a:xfrm>
            <a:off x="10848272" y="3023572"/>
            <a:ext cx="1058595" cy="529262"/>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r>
              <a:rPr lang="en-US" sz="16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VM1</a:t>
            </a:r>
          </a:p>
        </p:txBody>
      </p:sp>
      <p:sp>
        <p:nvSpPr>
          <p:cNvPr id="15" name="TextBox 14"/>
          <p:cNvSpPr txBox="1"/>
          <p:nvPr/>
        </p:nvSpPr>
        <p:spPr>
          <a:xfrm rot="20940135">
            <a:off x="8768181" y="2820178"/>
            <a:ext cx="1430520" cy="489365"/>
          </a:xfrm>
          <a:prstGeom prst="rect">
            <a:avLst/>
          </a:prstGeom>
          <a:noFill/>
        </p:spPr>
        <p:txBody>
          <a:bodyPr wrap="none" lIns="182880" tIns="146304" rIns="182880" bIns="146304" rtlCol="0">
            <a:spAutoFit/>
          </a:bodyPr>
          <a:lstStyle/>
          <a:p>
            <a:pPr algn="ctr" defTabSz="914224" fontAlgn="base">
              <a:lnSpc>
                <a:spcPct val="90000"/>
              </a:lnSpc>
              <a:spcBef>
                <a:spcPct val="0"/>
              </a:spcBef>
              <a:spcAft>
                <a:spcPct val="0"/>
              </a:spcAft>
            </a:pPr>
            <a:r>
              <a:rPr lang="en-US" sz="14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service2:8080</a:t>
            </a:r>
          </a:p>
        </p:txBody>
      </p:sp>
      <p:sp>
        <p:nvSpPr>
          <p:cNvPr id="39" name="TextBox 38"/>
          <p:cNvSpPr txBox="1"/>
          <p:nvPr/>
        </p:nvSpPr>
        <p:spPr>
          <a:xfrm rot="469205">
            <a:off x="8641971" y="3521445"/>
            <a:ext cx="1430520" cy="489365"/>
          </a:xfrm>
          <a:prstGeom prst="rect">
            <a:avLst/>
          </a:prstGeom>
          <a:noFill/>
        </p:spPr>
        <p:txBody>
          <a:bodyPr wrap="none" lIns="182880" tIns="146304" rIns="182880" bIns="146304" rtlCol="0">
            <a:spAutoFit/>
          </a:bodyPr>
          <a:lstStyle/>
          <a:p>
            <a:pPr algn="ctr" defTabSz="914224" fontAlgn="base">
              <a:lnSpc>
                <a:spcPct val="90000"/>
              </a:lnSpc>
              <a:spcBef>
                <a:spcPct val="0"/>
              </a:spcBef>
              <a:spcAft>
                <a:spcPct val="0"/>
              </a:spcAft>
            </a:pPr>
            <a:r>
              <a:rPr lang="en-US" sz="14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service2:8080</a:t>
            </a:r>
          </a:p>
        </p:txBody>
      </p:sp>
      <p:sp>
        <p:nvSpPr>
          <p:cNvPr id="24" name="TextBox 23"/>
          <p:cNvSpPr txBox="1"/>
          <p:nvPr/>
        </p:nvSpPr>
        <p:spPr>
          <a:xfrm rot="526950">
            <a:off x="8964219" y="2319068"/>
            <a:ext cx="1238160" cy="489365"/>
          </a:xfrm>
          <a:prstGeom prst="rect">
            <a:avLst/>
          </a:prstGeom>
          <a:noFill/>
        </p:spPr>
        <p:txBody>
          <a:bodyPr wrap="none" lIns="182880" tIns="146304" rIns="182880" bIns="146304" rtlCol="0">
            <a:spAutoFit/>
          </a:bodyPr>
          <a:lstStyle/>
          <a:p>
            <a:pPr algn="ctr" defTabSz="914224" fontAlgn="base">
              <a:lnSpc>
                <a:spcPct val="90000"/>
              </a:lnSpc>
              <a:spcBef>
                <a:spcPct val="0"/>
              </a:spcBef>
              <a:spcAft>
                <a:spcPct val="0"/>
              </a:spcAft>
            </a:pPr>
            <a:r>
              <a:rPr lang="en-US" sz="14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service1:80</a:t>
            </a:r>
          </a:p>
        </p:txBody>
      </p:sp>
      <p:grpSp>
        <p:nvGrpSpPr>
          <p:cNvPr id="4" name="Group 3">
            <a:extLst>
              <a:ext uri="{FF2B5EF4-FFF2-40B4-BE49-F238E27FC236}">
                <a16:creationId xmlns:a16="http://schemas.microsoft.com/office/drawing/2014/main" id="{578638E9-F697-4E3B-8652-A0D7399C10F5}"/>
              </a:ext>
            </a:extLst>
          </p:cNvPr>
          <p:cNvGrpSpPr/>
          <p:nvPr/>
        </p:nvGrpSpPr>
        <p:grpSpPr>
          <a:xfrm>
            <a:off x="8809044" y="2631930"/>
            <a:ext cx="1805770" cy="1591369"/>
            <a:chOff x="8097763" y="2631930"/>
            <a:chExt cx="2373034" cy="1591369"/>
          </a:xfrm>
        </p:grpSpPr>
        <p:cxnSp>
          <p:nvCxnSpPr>
            <p:cNvPr id="38" name="Straight Arrow Connector 37"/>
            <p:cNvCxnSpPr>
              <a:cxnSpLocks/>
            </p:cNvCxnSpPr>
            <p:nvPr/>
          </p:nvCxnSpPr>
          <p:spPr>
            <a:xfrm flipV="1">
              <a:off x="8097763" y="2956398"/>
              <a:ext cx="2356859" cy="505040"/>
            </a:xfrm>
            <a:prstGeom prst="straightConnector1">
              <a:avLst/>
            </a:prstGeom>
            <a:ln w="31750">
              <a:solidFill>
                <a:schemeClr val="bg1"/>
              </a:solidFill>
              <a:tailEnd type="arrow" w="med" len="sm"/>
            </a:ln>
          </p:spPr>
          <p:style>
            <a:lnRef idx="3">
              <a:schemeClr val="dk1"/>
            </a:lnRef>
            <a:fillRef idx="0">
              <a:schemeClr val="dk1"/>
            </a:fillRef>
            <a:effectRef idx="2">
              <a:schemeClr val="dk1"/>
            </a:effectRef>
            <a:fontRef idx="minor">
              <a:schemeClr val="tx1"/>
            </a:fontRef>
          </p:style>
        </p:cxnSp>
        <p:cxnSp>
          <p:nvCxnSpPr>
            <p:cNvPr id="32" name="Straight Arrow Connector 31"/>
            <p:cNvCxnSpPr>
              <a:cxnSpLocks/>
            </p:cNvCxnSpPr>
            <p:nvPr/>
          </p:nvCxnSpPr>
          <p:spPr>
            <a:xfrm>
              <a:off x="8097763" y="3461438"/>
              <a:ext cx="2373034" cy="334591"/>
            </a:xfrm>
            <a:prstGeom prst="straightConnector1">
              <a:avLst/>
            </a:prstGeom>
            <a:ln w="31750">
              <a:solidFill>
                <a:schemeClr val="bg1"/>
              </a:solidFill>
              <a:tailEnd type="arrow" w="med" len="sm"/>
            </a:ln>
          </p:spPr>
          <p:style>
            <a:lnRef idx="3">
              <a:schemeClr val="dk1"/>
            </a:lnRef>
            <a:fillRef idx="0">
              <a:schemeClr val="dk1"/>
            </a:fillRef>
            <a:effectRef idx="2">
              <a:schemeClr val="dk1"/>
            </a:effectRef>
            <a:fontRef idx="minor">
              <a:schemeClr val="tx1"/>
            </a:fontRef>
          </p:style>
        </p:cxnSp>
        <p:cxnSp>
          <p:nvCxnSpPr>
            <p:cNvPr id="43" name="Straight Arrow Connector 42"/>
            <p:cNvCxnSpPr>
              <a:cxnSpLocks/>
            </p:cNvCxnSpPr>
            <p:nvPr/>
          </p:nvCxnSpPr>
          <p:spPr>
            <a:xfrm>
              <a:off x="8121222" y="2631930"/>
              <a:ext cx="2309942" cy="266318"/>
            </a:xfrm>
            <a:prstGeom prst="straightConnector1">
              <a:avLst/>
            </a:prstGeom>
            <a:ln w="31750">
              <a:solidFill>
                <a:schemeClr val="accent4"/>
              </a:solidFill>
              <a:tailEnd type="arrow" w="lg" len="sm"/>
            </a:ln>
          </p:spPr>
          <p:style>
            <a:lnRef idx="3">
              <a:schemeClr val="dk1"/>
            </a:lnRef>
            <a:fillRef idx="0">
              <a:schemeClr val="dk1"/>
            </a:fillRef>
            <a:effectRef idx="2">
              <a:schemeClr val="dk1"/>
            </a:effectRef>
            <a:fontRef idx="minor">
              <a:schemeClr val="tx1"/>
            </a:fontRef>
          </p:style>
        </p:cxnSp>
        <p:cxnSp>
          <p:nvCxnSpPr>
            <p:cNvPr id="44" name="Straight Arrow Connector 43"/>
            <p:cNvCxnSpPr>
              <a:cxnSpLocks/>
            </p:cNvCxnSpPr>
            <p:nvPr/>
          </p:nvCxnSpPr>
          <p:spPr>
            <a:xfrm flipV="1">
              <a:off x="8100394" y="3844702"/>
              <a:ext cx="2354229" cy="378597"/>
            </a:xfrm>
            <a:prstGeom prst="straightConnector1">
              <a:avLst/>
            </a:prstGeom>
            <a:ln w="31750">
              <a:solidFill>
                <a:schemeClr val="accent4"/>
              </a:solidFill>
              <a:tailEnd type="arrow" w="lg" len="sm"/>
            </a:ln>
          </p:spPr>
          <p:style>
            <a:lnRef idx="3">
              <a:schemeClr val="dk1"/>
            </a:lnRef>
            <a:fillRef idx="0">
              <a:schemeClr val="dk1"/>
            </a:fillRef>
            <a:effectRef idx="2">
              <a:schemeClr val="dk1"/>
            </a:effectRef>
            <a:fontRef idx="minor">
              <a:schemeClr val="tx1"/>
            </a:fontRef>
          </p:style>
        </p:cxnSp>
      </p:grpSp>
      <p:sp>
        <p:nvSpPr>
          <p:cNvPr id="46" name="TextBox 45"/>
          <p:cNvSpPr txBox="1"/>
          <p:nvPr/>
        </p:nvSpPr>
        <p:spPr>
          <a:xfrm rot="20947006">
            <a:off x="8756046" y="4087456"/>
            <a:ext cx="1930692" cy="489365"/>
          </a:xfrm>
          <a:prstGeom prst="rect">
            <a:avLst/>
          </a:prstGeom>
          <a:noFill/>
        </p:spPr>
        <p:txBody>
          <a:bodyPr wrap="square" lIns="182880" tIns="146304" rIns="182880" bIns="146304" rtlCol="0">
            <a:spAutoFit/>
          </a:bodyPr>
          <a:lstStyle/>
          <a:p>
            <a:pPr algn="ctr" defTabSz="914224" fontAlgn="base">
              <a:lnSpc>
                <a:spcPct val="90000"/>
              </a:lnSpc>
              <a:spcBef>
                <a:spcPct val="0"/>
              </a:spcBef>
              <a:spcAft>
                <a:spcPct val="0"/>
              </a:spcAft>
            </a:pPr>
            <a:r>
              <a:rPr lang="en-US" sz="1400"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service1:8080</a:t>
            </a:r>
          </a:p>
        </p:txBody>
      </p:sp>
      <p:sp>
        <p:nvSpPr>
          <p:cNvPr id="26" name="Rectangle 25">
            <a:extLst>
              <a:ext uri="{FF2B5EF4-FFF2-40B4-BE49-F238E27FC236}">
                <a16:creationId xmlns:a16="http://schemas.microsoft.com/office/drawing/2014/main" id="{2D6E680F-F059-4A03-B58F-1C489197E897}"/>
              </a:ext>
            </a:extLst>
          </p:cNvPr>
          <p:cNvSpPr/>
          <p:nvPr/>
        </p:nvSpPr>
        <p:spPr bwMode="auto">
          <a:xfrm>
            <a:off x="7641100" y="2452761"/>
            <a:ext cx="1163266" cy="2030753"/>
          </a:xfrm>
          <a:prstGeom prst="rect">
            <a:avLst/>
          </a:prstGeom>
          <a:solidFill>
            <a:schemeClr val="accent5"/>
          </a:solidFill>
          <a:ln w="28575">
            <a:solidFill>
              <a:schemeClr val="accent5">
                <a:lumMod val="90000"/>
              </a:schemeClr>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7565" rIns="0" bIns="47565" numCol="1" rtlCol="0" anchor="ctr" anchorCtr="0" compatLnSpc="1">
            <a:prstTxWarp prst="textNoShape">
              <a:avLst/>
            </a:prstTxWarp>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224" fontAlgn="base">
              <a:spcBef>
                <a:spcPct val="0"/>
              </a:spcBef>
              <a:spcAft>
                <a:spcPct val="0"/>
              </a:spcAft>
            </a:pPr>
            <a:endParaRPr lang="en-US" sz="1200" kern="0">
              <a:gradFill>
                <a:gsLst>
                  <a:gs pos="3797">
                    <a:schemeClr val="bg1"/>
                  </a:gs>
                  <a:gs pos="13000">
                    <a:schemeClr val="bg1"/>
                  </a:gs>
                </a:gsLst>
                <a:lin ang="5400000" scaled="0"/>
              </a:gra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14E537E2-EF92-4343-AE85-DC6B8B43B7DF}"/>
              </a:ext>
            </a:extLst>
          </p:cNvPr>
          <p:cNvSpPr txBox="1"/>
          <p:nvPr/>
        </p:nvSpPr>
        <p:spPr>
          <a:xfrm>
            <a:off x="7637283" y="2594686"/>
            <a:ext cx="1162533" cy="461665"/>
          </a:xfrm>
          <a:prstGeom prst="rect">
            <a:avLst/>
          </a:prstGeom>
          <a:noFill/>
        </p:spPr>
        <p:txBody>
          <a:bodyPr wrap="square" rtlCol="0">
            <a:spAutoFit/>
          </a:bodyPr>
          <a:lstStyle/>
          <a:p>
            <a:pPr algn="ctr" defTabSz="914224">
              <a:defRPr/>
            </a:pPr>
            <a:r>
              <a:rPr lang="en-US" sz="1200" b="1" kern="0" dirty="0">
                <a:gradFill>
                  <a:gsLst>
                    <a:gs pos="3797">
                      <a:schemeClr val="bg1"/>
                    </a:gs>
                    <a:gs pos="13000">
                      <a:schemeClr val="bg1"/>
                    </a:gs>
                  </a:gsLst>
                  <a:lin ang="5400000" scaled="0"/>
                </a:gradFill>
                <a:latin typeface="Segoe UI" panose="020B0502040204020203" pitchFamily="34" charset="0"/>
                <a:cs typeface="Segoe UI" panose="020B0502040204020203" pitchFamily="34" charset="0"/>
              </a:rPr>
              <a:t>Application Gateway</a:t>
            </a:r>
          </a:p>
        </p:txBody>
      </p:sp>
      <p:sp>
        <p:nvSpPr>
          <p:cNvPr id="31" name="Freeform 27">
            <a:extLst>
              <a:ext uri="{FF2B5EF4-FFF2-40B4-BE49-F238E27FC236}">
                <a16:creationId xmlns:a16="http://schemas.microsoft.com/office/drawing/2014/main" id="{48E39621-30A3-42A0-AC52-51D4F1A51479}"/>
              </a:ext>
            </a:extLst>
          </p:cNvPr>
          <p:cNvSpPr>
            <a:spLocks noChangeAspect="1"/>
          </p:cNvSpPr>
          <p:nvPr/>
        </p:nvSpPr>
        <p:spPr bwMode="black">
          <a:xfrm>
            <a:off x="6439125" y="3201442"/>
            <a:ext cx="495362" cy="412258"/>
          </a:xfrm>
          <a:custGeom>
            <a:avLst/>
            <a:gdLst/>
            <a:ahLst/>
            <a:cxnLst/>
            <a:rect l="l" t="t" r="r" b="b"/>
            <a:pathLst>
              <a:path w="4740335" h="4048081">
                <a:moveTo>
                  <a:pt x="3683614" y="1098549"/>
                </a:moveTo>
                <a:cubicBezTo>
                  <a:pt x="3683654" y="1098549"/>
                  <a:pt x="3689354" y="1098549"/>
                  <a:pt x="4502870" y="1098549"/>
                </a:cubicBezTo>
                <a:cubicBezTo>
                  <a:pt x="4633477" y="1098549"/>
                  <a:pt x="4740335" y="1205183"/>
                  <a:pt x="4740335" y="1335514"/>
                </a:cubicBezTo>
                <a:cubicBezTo>
                  <a:pt x="4740335" y="1335569"/>
                  <a:pt x="4740335" y="1343335"/>
                  <a:pt x="4740335" y="2449249"/>
                </a:cubicBezTo>
                <a:cubicBezTo>
                  <a:pt x="4740335" y="2579580"/>
                  <a:pt x="4633477" y="2686214"/>
                  <a:pt x="4502870" y="2686214"/>
                </a:cubicBezTo>
                <a:cubicBezTo>
                  <a:pt x="4502870" y="2686253"/>
                  <a:pt x="4502870" y="2691777"/>
                  <a:pt x="4502870" y="3480046"/>
                </a:cubicBezTo>
                <a:cubicBezTo>
                  <a:pt x="4502870" y="3610377"/>
                  <a:pt x="4396011" y="3717011"/>
                  <a:pt x="4265405" y="3717011"/>
                </a:cubicBezTo>
                <a:cubicBezTo>
                  <a:pt x="4265376" y="3717011"/>
                  <a:pt x="4262133" y="3717011"/>
                  <a:pt x="3909206" y="3717011"/>
                </a:cubicBezTo>
                <a:cubicBezTo>
                  <a:pt x="3790473" y="3717011"/>
                  <a:pt x="3683614" y="3610377"/>
                  <a:pt x="3683614" y="3480046"/>
                </a:cubicBezTo>
                <a:cubicBezTo>
                  <a:pt x="3683614" y="3480010"/>
                  <a:pt x="3683614" y="3474701"/>
                  <a:pt x="3683614" y="2686214"/>
                </a:cubicBezTo>
                <a:cubicBezTo>
                  <a:pt x="3553008" y="2686214"/>
                  <a:pt x="3446148" y="2579580"/>
                  <a:pt x="3446148" y="2449249"/>
                </a:cubicBezTo>
                <a:cubicBezTo>
                  <a:pt x="3446148" y="2449192"/>
                  <a:pt x="3446148" y="2441288"/>
                  <a:pt x="3446148" y="1335514"/>
                </a:cubicBezTo>
                <a:cubicBezTo>
                  <a:pt x="3446148" y="1205183"/>
                  <a:pt x="3553008" y="1098549"/>
                  <a:pt x="3683614" y="1098549"/>
                </a:cubicBezTo>
                <a:close/>
                <a:moveTo>
                  <a:pt x="236546" y="1098549"/>
                </a:moveTo>
                <a:cubicBezTo>
                  <a:pt x="236570" y="1098549"/>
                  <a:pt x="240947" y="1098549"/>
                  <a:pt x="1052628" y="1098549"/>
                </a:cubicBezTo>
                <a:cubicBezTo>
                  <a:pt x="1182728" y="1098549"/>
                  <a:pt x="1289174" y="1205183"/>
                  <a:pt x="1289174" y="1335514"/>
                </a:cubicBezTo>
                <a:cubicBezTo>
                  <a:pt x="1289174" y="1335532"/>
                  <a:pt x="1289174" y="1340039"/>
                  <a:pt x="1289174" y="2449249"/>
                </a:cubicBezTo>
                <a:cubicBezTo>
                  <a:pt x="1289174" y="2579580"/>
                  <a:pt x="1182728" y="2686214"/>
                  <a:pt x="1052628" y="2686214"/>
                </a:cubicBezTo>
                <a:cubicBezTo>
                  <a:pt x="1052628" y="2686235"/>
                  <a:pt x="1052628" y="2690268"/>
                  <a:pt x="1052628" y="3480046"/>
                </a:cubicBezTo>
                <a:cubicBezTo>
                  <a:pt x="1052628" y="3610377"/>
                  <a:pt x="946183" y="3717011"/>
                  <a:pt x="827910" y="3717011"/>
                </a:cubicBezTo>
                <a:cubicBezTo>
                  <a:pt x="827894" y="3717011"/>
                  <a:pt x="825508" y="3717011"/>
                  <a:pt x="473091" y="3717011"/>
                </a:cubicBezTo>
                <a:cubicBezTo>
                  <a:pt x="342991" y="3717011"/>
                  <a:pt x="236546" y="3610377"/>
                  <a:pt x="236546" y="3480046"/>
                </a:cubicBezTo>
                <a:cubicBezTo>
                  <a:pt x="236546" y="3480026"/>
                  <a:pt x="236546" y="3476021"/>
                  <a:pt x="236546" y="2686214"/>
                </a:cubicBezTo>
                <a:cubicBezTo>
                  <a:pt x="106446" y="2686214"/>
                  <a:pt x="0" y="2579580"/>
                  <a:pt x="0" y="2449249"/>
                </a:cubicBezTo>
                <a:cubicBezTo>
                  <a:pt x="0" y="2449230"/>
                  <a:pt x="0" y="2444630"/>
                  <a:pt x="0" y="1335514"/>
                </a:cubicBezTo>
                <a:cubicBezTo>
                  <a:pt x="0" y="1205183"/>
                  <a:pt x="106446" y="1098549"/>
                  <a:pt x="236546" y="1098549"/>
                </a:cubicBezTo>
                <a:close/>
                <a:moveTo>
                  <a:pt x="1895194" y="993211"/>
                </a:moveTo>
                <a:cubicBezTo>
                  <a:pt x="1895245" y="993211"/>
                  <a:pt x="1902161" y="993211"/>
                  <a:pt x="2845141" y="993211"/>
                </a:cubicBezTo>
                <a:cubicBezTo>
                  <a:pt x="2999507" y="993211"/>
                  <a:pt x="3130125" y="1123457"/>
                  <a:pt x="3130125" y="1277385"/>
                </a:cubicBezTo>
                <a:cubicBezTo>
                  <a:pt x="3130125" y="1277420"/>
                  <a:pt x="3130125" y="1284134"/>
                  <a:pt x="3130125" y="2568008"/>
                </a:cubicBezTo>
                <a:cubicBezTo>
                  <a:pt x="3130125" y="2721936"/>
                  <a:pt x="2999507" y="2852182"/>
                  <a:pt x="2845141" y="2852182"/>
                </a:cubicBezTo>
                <a:cubicBezTo>
                  <a:pt x="2845141" y="2852231"/>
                  <a:pt x="2845141" y="2858826"/>
                  <a:pt x="2845141" y="3763907"/>
                </a:cubicBezTo>
                <a:cubicBezTo>
                  <a:pt x="2845141" y="3917835"/>
                  <a:pt x="2726398" y="4048081"/>
                  <a:pt x="2572031" y="4048081"/>
                </a:cubicBezTo>
                <a:cubicBezTo>
                  <a:pt x="2571992" y="4048081"/>
                  <a:pt x="2568051" y="4048081"/>
                  <a:pt x="2168304" y="4048081"/>
                </a:cubicBezTo>
                <a:cubicBezTo>
                  <a:pt x="2013937" y="4048081"/>
                  <a:pt x="1895194" y="3917835"/>
                  <a:pt x="1895194" y="3763907"/>
                </a:cubicBezTo>
                <a:cubicBezTo>
                  <a:pt x="1895194" y="3763858"/>
                  <a:pt x="1895194" y="3757193"/>
                  <a:pt x="1895194" y="2852182"/>
                </a:cubicBezTo>
                <a:cubicBezTo>
                  <a:pt x="1740828" y="2852182"/>
                  <a:pt x="1610210" y="2721936"/>
                  <a:pt x="1610210" y="2568008"/>
                </a:cubicBezTo>
                <a:cubicBezTo>
                  <a:pt x="1610210" y="2567966"/>
                  <a:pt x="1610210" y="2560581"/>
                  <a:pt x="1610210" y="1277385"/>
                </a:cubicBezTo>
                <a:cubicBezTo>
                  <a:pt x="1610210" y="1123457"/>
                  <a:pt x="1740828" y="993211"/>
                  <a:pt x="1895194" y="993211"/>
                </a:cubicBezTo>
                <a:close/>
                <a:moveTo>
                  <a:pt x="4093246" y="245790"/>
                </a:moveTo>
                <a:cubicBezTo>
                  <a:pt x="4306565" y="245790"/>
                  <a:pt x="4479495" y="420965"/>
                  <a:pt x="4479495" y="637055"/>
                </a:cubicBezTo>
                <a:cubicBezTo>
                  <a:pt x="4479495" y="853145"/>
                  <a:pt x="4306565" y="1028320"/>
                  <a:pt x="4093246" y="1028320"/>
                </a:cubicBezTo>
                <a:cubicBezTo>
                  <a:pt x="3879927" y="1028320"/>
                  <a:pt x="3706997" y="853145"/>
                  <a:pt x="3706997" y="637055"/>
                </a:cubicBezTo>
                <a:cubicBezTo>
                  <a:pt x="3706997" y="420965"/>
                  <a:pt x="3879927" y="245790"/>
                  <a:pt x="4093246" y="245790"/>
                </a:cubicBezTo>
                <a:close/>
                <a:moveTo>
                  <a:pt x="644584" y="245790"/>
                </a:moveTo>
                <a:cubicBezTo>
                  <a:pt x="856519" y="245790"/>
                  <a:pt x="1028326" y="420965"/>
                  <a:pt x="1028326" y="637055"/>
                </a:cubicBezTo>
                <a:cubicBezTo>
                  <a:pt x="1028326" y="853145"/>
                  <a:pt x="856519" y="1028320"/>
                  <a:pt x="644584" y="1028320"/>
                </a:cubicBezTo>
                <a:cubicBezTo>
                  <a:pt x="432649" y="1028320"/>
                  <a:pt x="260842" y="853145"/>
                  <a:pt x="260842" y="637055"/>
                </a:cubicBezTo>
                <a:cubicBezTo>
                  <a:pt x="260842" y="420965"/>
                  <a:pt x="432649" y="245790"/>
                  <a:pt x="644584" y="245790"/>
                </a:cubicBezTo>
                <a:close/>
                <a:moveTo>
                  <a:pt x="2367657" y="0"/>
                </a:moveTo>
                <a:cubicBezTo>
                  <a:pt x="2616992" y="0"/>
                  <a:pt x="2819118" y="203249"/>
                  <a:pt x="2819118" y="453969"/>
                </a:cubicBezTo>
                <a:cubicBezTo>
                  <a:pt x="2819118" y="704689"/>
                  <a:pt x="2616992" y="907938"/>
                  <a:pt x="2367657" y="907938"/>
                </a:cubicBezTo>
                <a:cubicBezTo>
                  <a:pt x="2118322" y="907938"/>
                  <a:pt x="1916196" y="704689"/>
                  <a:pt x="1916196" y="453969"/>
                </a:cubicBezTo>
                <a:cubicBezTo>
                  <a:pt x="1916196" y="203249"/>
                  <a:pt x="2118322" y="0"/>
                  <a:pt x="2367657" y="0"/>
                </a:cubicBezTo>
                <a:close/>
              </a:path>
            </a:pathLst>
          </a:custGeom>
          <a:solidFill>
            <a:schemeClr val="accent4"/>
          </a:solidFill>
          <a:ln>
            <a:noFill/>
            <a:headEnd type="none" w="med" len="med"/>
            <a:tailEnd type="none" w="med" len="med"/>
          </a:ln>
          <a:effectLst/>
          <a:extLst/>
        </p:spPr>
        <p:style>
          <a:lnRef idx="1">
            <a:schemeClr val="accent2"/>
          </a:lnRef>
          <a:fillRef idx="3">
            <a:schemeClr val="accent2"/>
          </a:fillRef>
          <a:effectRef idx="2">
            <a:schemeClr val="accent2"/>
          </a:effectRef>
          <a:fontRef idx="minor">
            <a:schemeClr val="lt1"/>
          </a:fontRef>
        </p:style>
        <p:txBody>
          <a:bodyPr rot="0" spcFirstLastPara="0" vert="horz" wrap="square" lIns="186494" tIns="149196" rIns="186494" bIns="149196"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marL="0" marR="0" lvl="0" indent="0" algn="ctr" defTabSz="950846" rtl="0" eaLnBrk="1" fontAlgn="base" latinLnBrk="0" hangingPunct="1">
              <a:lnSpc>
                <a:spcPct val="90000"/>
              </a:lnSpc>
              <a:spcBef>
                <a:spcPct val="0"/>
              </a:spcBef>
              <a:spcAft>
                <a:spcPct val="0"/>
              </a:spcAft>
              <a:buClrTx/>
              <a:buSzTx/>
              <a:buFontTx/>
              <a:buNone/>
              <a:tabLst/>
              <a:defRPr/>
            </a:pPr>
            <a:endParaRPr kumimoji="0" lang="en-US" sz="2448" b="0" i="0" u="none" strike="noStrike" kern="1200" cap="none" spc="0" normalizeH="0" baseline="0" noProof="0">
              <a:ln>
                <a:noFill/>
              </a:ln>
              <a:solidFill>
                <a:schemeClr val="tx1"/>
              </a:solidFill>
              <a:effectLst/>
              <a:uLnTx/>
              <a:uFillTx/>
              <a:latin typeface="+mn-lt"/>
              <a:ea typeface="Segoe UI" pitchFamily="34" charset="0"/>
              <a:cs typeface="Segoe UI" pitchFamily="34" charset="0"/>
            </a:endParaRPr>
          </a:p>
        </p:txBody>
      </p:sp>
      <p:sp>
        <p:nvSpPr>
          <p:cNvPr id="28" name="Freeform 5">
            <a:extLst>
              <a:ext uri="{FF2B5EF4-FFF2-40B4-BE49-F238E27FC236}">
                <a16:creationId xmlns:a16="http://schemas.microsoft.com/office/drawing/2014/main" id="{834A6D80-DED1-4091-90E8-EE978B7E616C}"/>
              </a:ext>
            </a:extLst>
          </p:cNvPr>
          <p:cNvSpPr>
            <a:spLocks noEditPoints="1"/>
          </p:cNvSpPr>
          <p:nvPr/>
        </p:nvSpPr>
        <p:spPr bwMode="auto">
          <a:xfrm>
            <a:off x="7757512" y="3366106"/>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1636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32F8E79-18C5-41E1-A13F-72C29BBACF36}"/>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9" name="Group 8">
            <a:extLst>
              <a:ext uri="{FF2B5EF4-FFF2-40B4-BE49-F238E27FC236}">
                <a16:creationId xmlns:a16="http://schemas.microsoft.com/office/drawing/2014/main" id="{7A1E8AE8-6650-40CE-9637-48E417D6F8B3}"/>
              </a:ext>
            </a:extLst>
          </p:cNvPr>
          <p:cNvGrpSpPr/>
          <p:nvPr/>
        </p:nvGrpSpPr>
        <p:grpSpPr>
          <a:xfrm>
            <a:off x="11140233" y="1476995"/>
            <a:ext cx="1014981" cy="3921742"/>
            <a:chOff x="10941505" y="1948668"/>
            <a:chExt cx="1014981" cy="3921742"/>
          </a:xfrm>
        </p:grpSpPr>
        <p:grpSp>
          <p:nvGrpSpPr>
            <p:cNvPr id="77" name="Group 76">
              <a:extLst>
                <a:ext uri="{FF2B5EF4-FFF2-40B4-BE49-F238E27FC236}">
                  <a16:creationId xmlns:a16="http://schemas.microsoft.com/office/drawing/2014/main" id="{C5C2FCA2-8CC2-40CF-8546-716019F6D110}"/>
                </a:ext>
              </a:extLst>
            </p:cNvPr>
            <p:cNvGrpSpPr/>
            <p:nvPr/>
          </p:nvGrpSpPr>
          <p:grpSpPr>
            <a:xfrm>
              <a:off x="10941505" y="1948668"/>
              <a:ext cx="1014981" cy="1846571"/>
              <a:chOff x="10941505" y="1948668"/>
              <a:chExt cx="1014981" cy="1846571"/>
            </a:xfrm>
          </p:grpSpPr>
          <p:sp>
            <p:nvSpPr>
              <p:cNvPr id="78" name="Rectangle 77">
                <a:extLst>
                  <a:ext uri="{FF2B5EF4-FFF2-40B4-BE49-F238E27FC236}">
                    <a16:creationId xmlns:a16="http://schemas.microsoft.com/office/drawing/2014/main" id="{BC8BFE8C-1EFB-4ED5-B61B-45D7994BCA9A}"/>
                  </a:ext>
                </a:extLst>
              </p:cNvPr>
              <p:cNvSpPr/>
              <p:nvPr/>
            </p:nvSpPr>
            <p:spPr bwMode="auto">
              <a:xfrm>
                <a:off x="10941505" y="1948668"/>
                <a:ext cx="1014981" cy="1846571"/>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Site 1</a:t>
                </a:r>
              </a:p>
            </p:txBody>
          </p:sp>
          <p:grpSp>
            <p:nvGrpSpPr>
              <p:cNvPr id="79" name="Group 78">
                <a:extLst>
                  <a:ext uri="{FF2B5EF4-FFF2-40B4-BE49-F238E27FC236}">
                    <a16:creationId xmlns:a16="http://schemas.microsoft.com/office/drawing/2014/main" id="{76D5BEB1-FBD0-4EEE-B71D-475BC060A753}"/>
                  </a:ext>
                </a:extLst>
              </p:cNvPr>
              <p:cNvGrpSpPr/>
              <p:nvPr/>
            </p:nvGrpSpPr>
            <p:grpSpPr>
              <a:xfrm>
                <a:off x="11187019" y="2323392"/>
                <a:ext cx="548562" cy="1195732"/>
                <a:chOff x="11187019" y="2396288"/>
                <a:chExt cx="548562" cy="1195732"/>
              </a:xfrm>
            </p:grpSpPr>
            <p:pic>
              <p:nvPicPr>
                <p:cNvPr id="86" name="Picture 85">
                  <a:extLst>
                    <a:ext uri="{FF2B5EF4-FFF2-40B4-BE49-F238E27FC236}">
                      <a16:creationId xmlns:a16="http://schemas.microsoft.com/office/drawing/2014/main" id="{2AF880ED-8CBC-4CCD-8B93-833D8946DFBF}"/>
                    </a:ext>
                  </a:extLst>
                </p:cNvPr>
                <p:cNvPicPr>
                  <a:picLocks noChangeAspect="1"/>
                </p:cNvPicPr>
                <p:nvPr/>
              </p:nvPicPr>
              <p:blipFill>
                <a:blip r:embed="rId3"/>
                <a:stretch>
                  <a:fillRect/>
                </a:stretch>
              </p:blipFill>
              <p:spPr>
                <a:xfrm>
                  <a:off x="11187019" y="2396288"/>
                  <a:ext cx="548562" cy="548562"/>
                </a:xfrm>
                <a:prstGeom prst="rect">
                  <a:avLst/>
                </a:prstGeom>
              </p:spPr>
            </p:pic>
            <p:pic>
              <p:nvPicPr>
                <p:cNvPr id="83" name="Picture 82">
                  <a:extLst>
                    <a:ext uri="{FF2B5EF4-FFF2-40B4-BE49-F238E27FC236}">
                      <a16:creationId xmlns:a16="http://schemas.microsoft.com/office/drawing/2014/main" id="{FADB75FD-704C-4A51-8427-4B8A05C82EDB}"/>
                    </a:ext>
                  </a:extLst>
                </p:cNvPr>
                <p:cNvPicPr>
                  <a:picLocks noChangeAspect="1"/>
                </p:cNvPicPr>
                <p:nvPr/>
              </p:nvPicPr>
              <p:blipFill>
                <a:blip r:embed="rId3"/>
                <a:stretch>
                  <a:fillRect/>
                </a:stretch>
              </p:blipFill>
              <p:spPr>
                <a:xfrm>
                  <a:off x="11187019" y="3043458"/>
                  <a:ext cx="548562" cy="548562"/>
                </a:xfrm>
                <a:prstGeom prst="rect">
                  <a:avLst/>
                </a:prstGeom>
              </p:spPr>
            </p:pic>
          </p:grpSp>
        </p:grpSp>
        <p:grpSp>
          <p:nvGrpSpPr>
            <p:cNvPr id="110" name="Group 109">
              <a:extLst>
                <a:ext uri="{FF2B5EF4-FFF2-40B4-BE49-F238E27FC236}">
                  <a16:creationId xmlns:a16="http://schemas.microsoft.com/office/drawing/2014/main" id="{D60DBD4A-9D8B-486C-ABB4-877D95C659D1}"/>
                </a:ext>
              </a:extLst>
            </p:cNvPr>
            <p:cNvGrpSpPr/>
            <p:nvPr/>
          </p:nvGrpSpPr>
          <p:grpSpPr>
            <a:xfrm>
              <a:off x="10941506" y="4023839"/>
              <a:ext cx="1014980" cy="1846571"/>
              <a:chOff x="10941506" y="1948668"/>
              <a:chExt cx="1014980" cy="1846571"/>
            </a:xfrm>
          </p:grpSpPr>
          <p:sp>
            <p:nvSpPr>
              <p:cNvPr id="111" name="Rectangle 110">
                <a:extLst>
                  <a:ext uri="{FF2B5EF4-FFF2-40B4-BE49-F238E27FC236}">
                    <a16:creationId xmlns:a16="http://schemas.microsoft.com/office/drawing/2014/main" id="{7639DEE1-A71C-4119-A77E-F4572126EEF4}"/>
                  </a:ext>
                </a:extLst>
              </p:cNvPr>
              <p:cNvSpPr/>
              <p:nvPr/>
            </p:nvSpPr>
            <p:spPr bwMode="auto">
              <a:xfrm>
                <a:off x="10941506" y="1948668"/>
                <a:ext cx="1014980" cy="1846571"/>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b="1" dirty="0">
                    <a:gradFill>
                      <a:gsLst>
                        <a:gs pos="15190">
                          <a:schemeClr val="bg1"/>
                        </a:gs>
                        <a:gs pos="43000">
                          <a:schemeClr val="bg1"/>
                        </a:gs>
                      </a:gsLst>
                      <a:lin ang="5400000" scaled="0"/>
                    </a:gradFill>
                    <a:latin typeface="Segoe UI" panose="020B0502040204020203" pitchFamily="34" charset="0"/>
                    <a:ea typeface="Segoe UI" panose="020B0502040204020203" pitchFamily="34" charset="0"/>
                    <a:cs typeface="Segoe UI" panose="020B0502040204020203" pitchFamily="34" charset="0"/>
                  </a:rPr>
                  <a:t>Site 2</a:t>
                </a:r>
              </a:p>
            </p:txBody>
          </p:sp>
          <p:grpSp>
            <p:nvGrpSpPr>
              <p:cNvPr id="112" name="Group 111">
                <a:extLst>
                  <a:ext uri="{FF2B5EF4-FFF2-40B4-BE49-F238E27FC236}">
                    <a16:creationId xmlns:a16="http://schemas.microsoft.com/office/drawing/2014/main" id="{A679A258-5884-4EAD-A381-309EE43015D5}"/>
                  </a:ext>
                </a:extLst>
              </p:cNvPr>
              <p:cNvGrpSpPr/>
              <p:nvPr/>
            </p:nvGrpSpPr>
            <p:grpSpPr>
              <a:xfrm>
                <a:off x="11187019" y="2323392"/>
                <a:ext cx="548562" cy="1195732"/>
                <a:chOff x="11187019" y="2396288"/>
                <a:chExt cx="548562" cy="1195732"/>
              </a:xfrm>
            </p:grpSpPr>
            <p:pic>
              <p:nvPicPr>
                <p:cNvPr id="118" name="Picture 117">
                  <a:extLst>
                    <a:ext uri="{FF2B5EF4-FFF2-40B4-BE49-F238E27FC236}">
                      <a16:creationId xmlns:a16="http://schemas.microsoft.com/office/drawing/2014/main" id="{52987F2D-331E-4825-91EE-97EA33873760}"/>
                    </a:ext>
                  </a:extLst>
                </p:cNvPr>
                <p:cNvPicPr>
                  <a:picLocks noChangeAspect="1"/>
                </p:cNvPicPr>
                <p:nvPr/>
              </p:nvPicPr>
              <p:blipFill>
                <a:blip r:embed="rId3"/>
                <a:stretch>
                  <a:fillRect/>
                </a:stretch>
              </p:blipFill>
              <p:spPr>
                <a:xfrm>
                  <a:off x="11187019" y="2396288"/>
                  <a:ext cx="548562" cy="548562"/>
                </a:xfrm>
                <a:prstGeom prst="rect">
                  <a:avLst/>
                </a:prstGeom>
              </p:spPr>
            </p:pic>
            <p:pic>
              <p:nvPicPr>
                <p:cNvPr id="116" name="Picture 115">
                  <a:extLst>
                    <a:ext uri="{FF2B5EF4-FFF2-40B4-BE49-F238E27FC236}">
                      <a16:creationId xmlns:a16="http://schemas.microsoft.com/office/drawing/2014/main" id="{20D3F8C8-92FB-4D0D-817C-C9A410CD08F6}"/>
                    </a:ext>
                  </a:extLst>
                </p:cNvPr>
                <p:cNvPicPr>
                  <a:picLocks noChangeAspect="1"/>
                </p:cNvPicPr>
                <p:nvPr/>
              </p:nvPicPr>
              <p:blipFill>
                <a:blip r:embed="rId3"/>
                <a:stretch>
                  <a:fillRect/>
                </a:stretch>
              </p:blipFill>
              <p:spPr>
                <a:xfrm>
                  <a:off x="11187019" y="3043458"/>
                  <a:ext cx="548562" cy="548562"/>
                </a:xfrm>
                <a:prstGeom prst="rect">
                  <a:avLst/>
                </a:prstGeom>
              </p:spPr>
            </p:pic>
          </p:grpSp>
        </p:grpSp>
      </p:grpSp>
      <p:sp>
        <p:nvSpPr>
          <p:cNvPr id="2" name="Title 1"/>
          <p:cNvSpPr>
            <a:spLocks noGrp="1"/>
          </p:cNvSpPr>
          <p:nvPr>
            <p:ph type="title"/>
          </p:nvPr>
        </p:nvSpPr>
        <p:spPr>
          <a:xfrm>
            <a:off x="274639" y="295274"/>
            <a:ext cx="5732023" cy="917575"/>
          </a:xfrm>
        </p:spPr>
        <p:txBody>
          <a:bodyPr>
            <a:noAutofit/>
          </a:bodyPr>
          <a:lstStyle/>
          <a:p>
            <a:r>
              <a:rPr lang="en-US" dirty="0"/>
              <a:t>Web Application Firewall (WAF)</a:t>
            </a:r>
            <a:endParaRPr lang="en-US" dirty="0">
              <a:latin typeface="Segoe UI" panose="020B0502040204020203" pitchFamily="34" charset="0"/>
            </a:endParaRPr>
          </a:p>
        </p:txBody>
      </p:sp>
      <p:sp>
        <p:nvSpPr>
          <p:cNvPr id="8" name="Text Placeholder 7">
            <a:extLst>
              <a:ext uri="{FF2B5EF4-FFF2-40B4-BE49-F238E27FC236}">
                <a16:creationId xmlns:a16="http://schemas.microsoft.com/office/drawing/2014/main" id="{FCA8315C-CE7A-4674-90A7-518149DD98AC}"/>
              </a:ext>
            </a:extLst>
          </p:cNvPr>
          <p:cNvSpPr>
            <a:spLocks noGrp="1"/>
          </p:cNvSpPr>
          <p:nvPr>
            <p:ph type="body" sz="quarter" idx="10"/>
          </p:nvPr>
        </p:nvSpPr>
        <p:spPr>
          <a:xfrm>
            <a:off x="173183" y="2086193"/>
            <a:ext cx="5755856" cy="3813352"/>
          </a:xfrm>
        </p:spPr>
        <p:txBody>
          <a:bodyPr/>
          <a:lstStyle/>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Protect applications from web </a:t>
            </a:r>
            <a:b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b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based intrusions</a:t>
            </a:r>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Highly available, scalable, fully </a:t>
            </a:r>
            <a:b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b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platform managed</a:t>
            </a:r>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Built using popular ModSecurity Core Rule Set</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CRS 2.2.9</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CRS 3.0</a:t>
            </a:r>
            <a:endParaRPr lang="en-US" sz="1400" dirty="0"/>
          </a:p>
          <a:p>
            <a:pPr>
              <a:spcBef>
                <a:spcPts val="600"/>
              </a:spcBef>
              <a:spcAft>
                <a:spcPts val="600"/>
              </a:spcAft>
            </a:pPr>
            <a:r>
              <a:rPr lang="en-US" sz="2000" dirty="0">
                <a:gradFill>
                  <a:gsLst>
                    <a:gs pos="3165">
                      <a:schemeClr val="accent4"/>
                    </a:gs>
                    <a:gs pos="35000">
                      <a:schemeClr val="accent4"/>
                    </a:gs>
                  </a:gsLst>
                  <a:lin ang="5400000" scaled="0"/>
                </a:gradFill>
                <a:latin typeface="Segoe UI" panose="020B0502040204020203" pitchFamily="34" charset="0"/>
                <a:cs typeface="Segoe UI" panose="020B0502040204020203" pitchFamily="34" charset="0"/>
              </a:rPr>
              <a:t>Preconfigured rule set for baseline protection from OWASP top 10 vulnerabilities</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SQL Injection</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XSS attacks</a:t>
            </a:r>
          </a:p>
        </p:txBody>
      </p:sp>
      <p:sp>
        <p:nvSpPr>
          <p:cNvPr id="60" name="people_12">
            <a:extLst>
              <a:ext uri="{FF2B5EF4-FFF2-40B4-BE49-F238E27FC236}">
                <a16:creationId xmlns:a16="http://schemas.microsoft.com/office/drawing/2014/main" id="{16A4CDEB-4D26-460D-AC3A-0D55A673D1D3}"/>
              </a:ext>
            </a:extLst>
          </p:cNvPr>
          <p:cNvSpPr>
            <a:spLocks noChangeAspect="1" noEditPoints="1"/>
          </p:cNvSpPr>
          <p:nvPr/>
        </p:nvSpPr>
        <p:spPr bwMode="auto">
          <a:xfrm>
            <a:off x="6420250" y="2148044"/>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Rectangle 65">
            <a:extLst>
              <a:ext uri="{FF2B5EF4-FFF2-40B4-BE49-F238E27FC236}">
                <a16:creationId xmlns:a16="http://schemas.microsoft.com/office/drawing/2014/main" id="{36ABEAA8-CDAB-4D40-851D-4BA6A0119528}"/>
              </a:ext>
            </a:extLst>
          </p:cNvPr>
          <p:cNvSpPr/>
          <p:nvPr/>
        </p:nvSpPr>
        <p:spPr bwMode="auto">
          <a:xfrm>
            <a:off x="8398108" y="1744005"/>
            <a:ext cx="1219199" cy="3542210"/>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App</a:t>
            </a:r>
            <a:br>
              <a:rPr lang="en-US" sz="16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br>
            <a:r>
              <a:rPr lang="en-US" sz="16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Gateway</a:t>
            </a:r>
          </a:p>
        </p:txBody>
      </p:sp>
      <p:sp>
        <p:nvSpPr>
          <p:cNvPr id="67" name="Freeform 5">
            <a:extLst>
              <a:ext uri="{FF2B5EF4-FFF2-40B4-BE49-F238E27FC236}">
                <a16:creationId xmlns:a16="http://schemas.microsoft.com/office/drawing/2014/main" id="{834A6D80-DED1-4091-90E8-EE978B7E616C}"/>
              </a:ext>
            </a:extLst>
          </p:cNvPr>
          <p:cNvSpPr>
            <a:spLocks noEditPoints="1"/>
          </p:cNvSpPr>
          <p:nvPr/>
        </p:nvSpPr>
        <p:spPr bwMode="auto">
          <a:xfrm>
            <a:off x="8535426" y="3862764"/>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02" name="Connector: Elbow 101">
            <a:extLst>
              <a:ext uri="{FF2B5EF4-FFF2-40B4-BE49-F238E27FC236}">
                <a16:creationId xmlns:a16="http://schemas.microsoft.com/office/drawing/2014/main" id="{31761B03-420A-47C0-B07E-7E808C753E90}"/>
              </a:ext>
            </a:extLst>
          </p:cNvPr>
          <p:cNvCxnSpPr>
            <a:cxnSpLocks/>
            <a:stCxn id="66" idx="3"/>
            <a:endCxn id="78" idx="1"/>
          </p:cNvCxnSpPr>
          <p:nvPr/>
        </p:nvCxnSpPr>
        <p:spPr>
          <a:xfrm flipV="1">
            <a:off x="9617307" y="2400281"/>
            <a:ext cx="1522926" cy="1114829"/>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F8C02091-827B-46E1-B358-DD87807F3185}"/>
              </a:ext>
            </a:extLst>
          </p:cNvPr>
          <p:cNvSpPr txBox="1"/>
          <p:nvPr/>
        </p:nvSpPr>
        <p:spPr>
          <a:xfrm>
            <a:off x="9909984" y="1815350"/>
            <a:ext cx="983993" cy="480131"/>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4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Valid request</a:t>
            </a:r>
          </a:p>
        </p:txBody>
      </p:sp>
      <p:cxnSp>
        <p:nvCxnSpPr>
          <p:cNvPr id="11" name="Connector: Elbow 10">
            <a:extLst>
              <a:ext uri="{FF2B5EF4-FFF2-40B4-BE49-F238E27FC236}">
                <a16:creationId xmlns:a16="http://schemas.microsoft.com/office/drawing/2014/main" id="{BF65853D-C12F-4DAD-963B-D779F0069EC1}"/>
              </a:ext>
            </a:extLst>
          </p:cNvPr>
          <p:cNvCxnSpPr>
            <a:cxnSpLocks/>
            <a:stCxn id="66" idx="3"/>
            <a:endCxn id="111" idx="1"/>
          </p:cNvCxnSpPr>
          <p:nvPr/>
        </p:nvCxnSpPr>
        <p:spPr>
          <a:xfrm>
            <a:off x="9617307" y="3515110"/>
            <a:ext cx="1522927" cy="960342"/>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FDD3EBED-0B8B-4E9A-BA5E-F11BD7D38D4D}"/>
              </a:ext>
            </a:extLst>
          </p:cNvPr>
          <p:cNvSpPr txBox="1"/>
          <p:nvPr/>
        </p:nvSpPr>
        <p:spPr>
          <a:xfrm>
            <a:off x="9909984" y="4532677"/>
            <a:ext cx="983993" cy="480131"/>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4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Valid request</a:t>
            </a:r>
          </a:p>
        </p:txBody>
      </p:sp>
      <p:sp>
        <p:nvSpPr>
          <p:cNvPr id="120" name="TextBox 119">
            <a:extLst>
              <a:ext uri="{FF2B5EF4-FFF2-40B4-BE49-F238E27FC236}">
                <a16:creationId xmlns:a16="http://schemas.microsoft.com/office/drawing/2014/main" id="{407262B8-8BFF-4F8E-8CCB-A608C7E2F8AC}"/>
              </a:ext>
            </a:extLst>
          </p:cNvPr>
          <p:cNvSpPr txBox="1"/>
          <p:nvPr/>
        </p:nvSpPr>
        <p:spPr>
          <a:xfrm>
            <a:off x="8515711" y="4914213"/>
            <a:ext cx="983993" cy="286232"/>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4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L7 LB</a:t>
            </a:r>
          </a:p>
        </p:txBody>
      </p:sp>
      <p:sp>
        <p:nvSpPr>
          <p:cNvPr id="23" name="Freeform 5">
            <a:extLst>
              <a:ext uri="{FF2B5EF4-FFF2-40B4-BE49-F238E27FC236}">
                <a16:creationId xmlns:a16="http://schemas.microsoft.com/office/drawing/2014/main" id="{948A06C8-BFF4-46EF-A55B-DD4764694E19}"/>
              </a:ext>
            </a:extLst>
          </p:cNvPr>
          <p:cNvSpPr>
            <a:spLocks noEditPoints="1"/>
          </p:cNvSpPr>
          <p:nvPr/>
        </p:nvSpPr>
        <p:spPr bwMode="auto">
          <a:xfrm>
            <a:off x="8620247" y="2447101"/>
            <a:ext cx="806450" cy="711200"/>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TextBox 120">
            <a:extLst>
              <a:ext uri="{FF2B5EF4-FFF2-40B4-BE49-F238E27FC236}">
                <a16:creationId xmlns:a16="http://schemas.microsoft.com/office/drawing/2014/main" id="{3F006EE1-B30C-4DE0-A83B-810D0BBD7A52}"/>
              </a:ext>
            </a:extLst>
          </p:cNvPr>
          <p:cNvSpPr txBox="1"/>
          <p:nvPr/>
        </p:nvSpPr>
        <p:spPr>
          <a:xfrm>
            <a:off x="8515711" y="3429044"/>
            <a:ext cx="983993" cy="286232"/>
          </a:xfrm>
          <a:prstGeom prst="rect">
            <a:avLst/>
          </a:prstGeom>
          <a:noFill/>
        </p:spPr>
        <p:txBody>
          <a:bodyPr wrap="square" rtlCol="0">
            <a:spAutoFit/>
          </a:bodyPr>
          <a:lstStyle/>
          <a:p>
            <a:pPr lvl="0" algn="ctr" defTabSz="932472" fontAlgn="base">
              <a:lnSpc>
                <a:spcPct val="90000"/>
              </a:lnSpc>
              <a:spcBef>
                <a:spcPct val="0"/>
              </a:spcBef>
              <a:spcAft>
                <a:spcPct val="0"/>
              </a:spcAft>
              <a:defRPr/>
            </a:pPr>
            <a:r>
              <a:rPr lang="en-US" sz="14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WAF</a:t>
            </a:r>
          </a:p>
        </p:txBody>
      </p:sp>
      <p:cxnSp>
        <p:nvCxnSpPr>
          <p:cNvPr id="105" name="Straight Arrow Connector 104">
            <a:extLst>
              <a:ext uri="{FF2B5EF4-FFF2-40B4-BE49-F238E27FC236}">
                <a16:creationId xmlns:a16="http://schemas.microsoft.com/office/drawing/2014/main" id="{3CAFA565-9E8A-400B-8159-7714AA474AFE}"/>
              </a:ext>
            </a:extLst>
          </p:cNvPr>
          <p:cNvCxnSpPr>
            <a:cxnSpLocks/>
          </p:cNvCxnSpPr>
          <p:nvPr/>
        </p:nvCxnSpPr>
        <p:spPr>
          <a:xfrm>
            <a:off x="7022278" y="2310352"/>
            <a:ext cx="1219200" cy="0"/>
          </a:xfrm>
          <a:prstGeom prst="straightConnector1">
            <a:avLst/>
          </a:prstGeom>
          <a:ln w="25400">
            <a:solidFill>
              <a:schemeClr val="bg2"/>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F31CFF1E-15D2-40B9-9BE0-B82276EB1E63}"/>
              </a:ext>
            </a:extLst>
          </p:cNvPr>
          <p:cNvCxnSpPr>
            <a:cxnSpLocks/>
          </p:cNvCxnSpPr>
          <p:nvPr/>
        </p:nvCxnSpPr>
        <p:spPr>
          <a:xfrm>
            <a:off x="7022278" y="3515110"/>
            <a:ext cx="1219200" cy="0"/>
          </a:xfrm>
          <a:prstGeom prst="straightConnector1">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DB37D393-F94B-4A1C-BF3D-B724E07D890E}"/>
              </a:ext>
            </a:extLst>
          </p:cNvPr>
          <p:cNvCxnSpPr>
            <a:cxnSpLocks/>
          </p:cNvCxnSpPr>
          <p:nvPr/>
        </p:nvCxnSpPr>
        <p:spPr>
          <a:xfrm>
            <a:off x="7022278" y="4719868"/>
            <a:ext cx="1219200" cy="0"/>
          </a:xfrm>
          <a:prstGeom prst="straightConnector1">
            <a:avLst/>
          </a:prstGeom>
          <a:ln w="25400">
            <a:solidFill>
              <a:schemeClr val="bg2"/>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24" name="people_12">
            <a:extLst>
              <a:ext uri="{FF2B5EF4-FFF2-40B4-BE49-F238E27FC236}">
                <a16:creationId xmlns:a16="http://schemas.microsoft.com/office/drawing/2014/main" id="{74FB3A59-0A95-4FF6-A3C9-5C7FC03C7440}"/>
              </a:ext>
            </a:extLst>
          </p:cNvPr>
          <p:cNvSpPr>
            <a:spLocks noChangeAspect="1" noEditPoints="1"/>
          </p:cNvSpPr>
          <p:nvPr/>
        </p:nvSpPr>
        <p:spPr bwMode="auto">
          <a:xfrm>
            <a:off x="6420250" y="3351279"/>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people_12">
            <a:extLst>
              <a:ext uri="{FF2B5EF4-FFF2-40B4-BE49-F238E27FC236}">
                <a16:creationId xmlns:a16="http://schemas.microsoft.com/office/drawing/2014/main" id="{EC115B00-2317-4564-B6F4-54CCDBEA943B}"/>
              </a:ext>
            </a:extLst>
          </p:cNvPr>
          <p:cNvSpPr>
            <a:spLocks noChangeAspect="1" noEditPoints="1"/>
          </p:cNvSpPr>
          <p:nvPr/>
        </p:nvSpPr>
        <p:spPr bwMode="auto">
          <a:xfrm>
            <a:off x="6420250" y="4534804"/>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2540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TextBox 125">
            <a:extLst>
              <a:ext uri="{FF2B5EF4-FFF2-40B4-BE49-F238E27FC236}">
                <a16:creationId xmlns:a16="http://schemas.microsoft.com/office/drawing/2014/main" id="{8FC6B77A-5691-4BAC-84CA-601F53D9089C}"/>
              </a:ext>
            </a:extLst>
          </p:cNvPr>
          <p:cNvSpPr txBox="1"/>
          <p:nvPr/>
        </p:nvSpPr>
        <p:spPr>
          <a:xfrm>
            <a:off x="7045290" y="4823010"/>
            <a:ext cx="1173176" cy="258532"/>
          </a:xfrm>
          <a:prstGeom prst="rect">
            <a:avLst/>
          </a:prstGeom>
          <a:noFill/>
        </p:spPr>
        <p:txBody>
          <a:bodyPr wrap="square" rtlCol="0">
            <a:spAutoFit/>
          </a:bodyPr>
          <a:lstStyle/>
          <a:p>
            <a:pPr lvl="0" algn="ctr" defTabSz="932472" fontAlgn="base">
              <a:lnSpc>
                <a:spcPct val="90000"/>
              </a:lnSpc>
              <a:spcBef>
                <a:spcPct val="0"/>
              </a:spcBef>
              <a:spcAft>
                <a:spcPct val="0"/>
              </a:spcAft>
              <a:defRPr/>
            </a:pPr>
            <a:r>
              <a:rPr lang="en-US" sz="12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SQL injection</a:t>
            </a:r>
          </a:p>
        </p:txBody>
      </p:sp>
      <p:sp>
        <p:nvSpPr>
          <p:cNvPr id="127" name="TextBox 126">
            <a:extLst>
              <a:ext uri="{FF2B5EF4-FFF2-40B4-BE49-F238E27FC236}">
                <a16:creationId xmlns:a16="http://schemas.microsoft.com/office/drawing/2014/main" id="{41722B8F-A39A-4389-AD63-E55E624C4640}"/>
              </a:ext>
            </a:extLst>
          </p:cNvPr>
          <p:cNvSpPr txBox="1"/>
          <p:nvPr/>
        </p:nvSpPr>
        <p:spPr>
          <a:xfrm>
            <a:off x="7045290" y="3582932"/>
            <a:ext cx="1173176" cy="258532"/>
          </a:xfrm>
          <a:prstGeom prst="rect">
            <a:avLst/>
          </a:prstGeom>
          <a:noFill/>
        </p:spPr>
        <p:txBody>
          <a:bodyPr wrap="square" rtlCol="0">
            <a:spAutoFit/>
          </a:bodyPr>
          <a:lstStyle/>
          <a:p>
            <a:pPr algn="ctr" defTabSz="932472" fontAlgn="base">
              <a:lnSpc>
                <a:spcPct val="90000"/>
              </a:lnSpc>
              <a:spcBef>
                <a:spcPct val="0"/>
              </a:spcBef>
              <a:spcAft>
                <a:spcPct val="0"/>
              </a:spcAft>
              <a:defRPr/>
            </a:pPr>
            <a:r>
              <a:rPr lang="en-US" sz="12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Valid request</a:t>
            </a:r>
          </a:p>
        </p:txBody>
      </p:sp>
      <p:sp>
        <p:nvSpPr>
          <p:cNvPr id="128" name="TextBox 127">
            <a:extLst>
              <a:ext uri="{FF2B5EF4-FFF2-40B4-BE49-F238E27FC236}">
                <a16:creationId xmlns:a16="http://schemas.microsoft.com/office/drawing/2014/main" id="{9414E781-B862-4397-B856-49CA19FFB839}"/>
              </a:ext>
            </a:extLst>
          </p:cNvPr>
          <p:cNvSpPr txBox="1"/>
          <p:nvPr/>
        </p:nvSpPr>
        <p:spPr>
          <a:xfrm>
            <a:off x="7045290" y="2439799"/>
            <a:ext cx="1173176" cy="258532"/>
          </a:xfrm>
          <a:prstGeom prst="rect">
            <a:avLst/>
          </a:prstGeom>
          <a:noFill/>
        </p:spPr>
        <p:txBody>
          <a:bodyPr wrap="square" rtlCol="0">
            <a:spAutoFit/>
          </a:bodyPr>
          <a:lstStyle/>
          <a:p>
            <a:pPr lvl="0" algn="ctr" defTabSz="932472" fontAlgn="base">
              <a:lnSpc>
                <a:spcPct val="90000"/>
              </a:lnSpc>
              <a:spcBef>
                <a:spcPct val="0"/>
              </a:spcBef>
              <a:spcAft>
                <a:spcPct val="0"/>
              </a:spcAft>
              <a:defRPr/>
            </a:pPr>
            <a:r>
              <a:rPr lang="en-US" sz="1200" b="1" dirty="0">
                <a:gradFill>
                  <a:gsLst>
                    <a:gs pos="15190">
                      <a:schemeClr val="bg1"/>
                    </a:gs>
                    <a:gs pos="43000">
                      <a:schemeClr val="bg1"/>
                    </a:gs>
                  </a:gsLst>
                  <a:lin ang="5400000" scaled="0"/>
                </a:gradFill>
                <a:latin typeface="Segoe UI" panose="020B0502040204020203" pitchFamily="34" charset="0"/>
                <a:cs typeface="Segoe UI" panose="020B0502040204020203" pitchFamily="34" charset="0"/>
              </a:rPr>
              <a:t>XSS attack</a:t>
            </a:r>
          </a:p>
        </p:txBody>
      </p:sp>
      <p:sp>
        <p:nvSpPr>
          <p:cNvPr id="129" name="Cross 128">
            <a:extLst>
              <a:ext uri="{FF2B5EF4-FFF2-40B4-BE49-F238E27FC236}">
                <a16:creationId xmlns:a16="http://schemas.microsoft.com/office/drawing/2014/main" id="{553B63E9-4815-4097-9C31-B34FD859AE64}"/>
              </a:ext>
            </a:extLst>
          </p:cNvPr>
          <p:cNvSpPr/>
          <p:nvPr/>
        </p:nvSpPr>
        <p:spPr>
          <a:xfrm rot="2700000">
            <a:off x="7513869" y="4581689"/>
            <a:ext cx="270020" cy="270020"/>
          </a:xfrm>
          <a:prstGeom prst="plus">
            <a:avLst>
              <a:gd name="adj" fmla="val 39815"/>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E" sz="1836"/>
          </a:p>
        </p:txBody>
      </p:sp>
      <p:sp>
        <p:nvSpPr>
          <p:cNvPr id="130" name="Cross 129">
            <a:extLst>
              <a:ext uri="{FF2B5EF4-FFF2-40B4-BE49-F238E27FC236}">
                <a16:creationId xmlns:a16="http://schemas.microsoft.com/office/drawing/2014/main" id="{22570C49-FD39-4658-B531-EF270D263916}"/>
              </a:ext>
            </a:extLst>
          </p:cNvPr>
          <p:cNvSpPr/>
          <p:nvPr/>
        </p:nvSpPr>
        <p:spPr>
          <a:xfrm rot="2700000">
            <a:off x="7513869" y="2184823"/>
            <a:ext cx="270020" cy="270020"/>
          </a:xfrm>
          <a:prstGeom prst="plus">
            <a:avLst>
              <a:gd name="adj" fmla="val 39815"/>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E" sz="1836"/>
          </a:p>
        </p:txBody>
      </p:sp>
    </p:spTree>
    <p:extLst>
      <p:ext uri="{BB962C8B-B14F-4D97-AF65-F5344CB8AC3E}">
        <p14:creationId xmlns:p14="http://schemas.microsoft.com/office/powerpoint/2010/main" val="1252651454"/>
      </p:ext>
    </p:extLst>
  </p:cSld>
  <p:clrMapOvr>
    <a:masterClrMapping/>
  </p:clrMapOvr>
  <p:transition>
    <p:fade/>
  </p:transition>
</p:sld>
</file>

<file path=ppt/slides/slide3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5CF09B-8345-477D-86FA-EB053A44F5E7}"/>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a:xfrm>
            <a:off x="274639" y="295274"/>
            <a:ext cx="5668961" cy="917575"/>
          </a:xfrm>
        </p:spPr>
        <p:txBody>
          <a:bodyPr/>
          <a:lstStyle/>
          <a:p>
            <a:r>
              <a:rPr lang="en-US" dirty="0"/>
              <a:t>WAF preconfigured rules</a:t>
            </a:r>
          </a:p>
        </p:txBody>
      </p:sp>
      <p:sp>
        <p:nvSpPr>
          <p:cNvPr id="6" name="Text Placeholder 5">
            <a:extLst>
              <a:ext uri="{FF2B5EF4-FFF2-40B4-BE49-F238E27FC236}">
                <a16:creationId xmlns:a16="http://schemas.microsoft.com/office/drawing/2014/main" id="{9B4632FE-22F7-47E8-A3B6-6C0A77AE9CAD}"/>
              </a:ext>
            </a:extLst>
          </p:cNvPr>
          <p:cNvSpPr>
            <a:spLocks noGrp="1"/>
          </p:cNvSpPr>
          <p:nvPr>
            <p:ph type="body" sz="quarter" idx="10"/>
          </p:nvPr>
        </p:nvSpPr>
        <p:spPr>
          <a:xfrm>
            <a:off x="274639" y="2011363"/>
            <a:ext cx="3657600" cy="4567404"/>
          </a:xfrm>
        </p:spPr>
        <p:txBody>
          <a:bodyPr/>
          <a:lstStyle/>
          <a:p>
            <a:pPr>
              <a:spcBef>
                <a:spcPts val="600"/>
              </a:spcBef>
              <a:spcAft>
                <a:spcPts val="600"/>
              </a:spcAft>
            </a:pPr>
            <a:r>
              <a:rPr lang="en-US" dirty="0" err="1">
                <a:gradFill>
                  <a:gsLst>
                    <a:gs pos="3165">
                      <a:schemeClr val="accent4"/>
                    </a:gs>
                    <a:gs pos="35000">
                      <a:schemeClr val="accent4"/>
                    </a:gs>
                  </a:gsLst>
                  <a:lin ang="5400000" scaled="0"/>
                </a:gradFill>
              </a:rPr>
              <a:t>RuleSet</a:t>
            </a:r>
            <a:r>
              <a:rPr lang="en-US" dirty="0">
                <a:gradFill>
                  <a:gsLst>
                    <a:gs pos="3165">
                      <a:schemeClr val="accent4"/>
                    </a:gs>
                    <a:gs pos="35000">
                      <a:schemeClr val="accent4"/>
                    </a:gs>
                  </a:gsLst>
                  <a:lin ang="5400000" scaled="0"/>
                </a:gradFill>
              </a:rPr>
              <a:t> offered:</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CRS 2.2.9</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CRS 3.0</a:t>
            </a:r>
          </a:p>
          <a:p>
            <a:pPr>
              <a:spcBef>
                <a:spcPts val="600"/>
              </a:spcBef>
              <a:spcAft>
                <a:spcPts val="600"/>
              </a:spcAft>
            </a:pPr>
            <a:r>
              <a:rPr lang="en-US" dirty="0">
                <a:gradFill>
                  <a:gsLst>
                    <a:gs pos="3165">
                      <a:schemeClr val="accent4"/>
                    </a:gs>
                    <a:gs pos="35000">
                      <a:schemeClr val="accent4"/>
                    </a:gs>
                  </a:gsLst>
                  <a:lin ang="5400000" scaled="0"/>
                </a:gradFill>
              </a:rPr>
              <a:t>Protect from:</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SQL Injection</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Cross site scripting</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Protocol violations</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Generic attacks</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HTTP rate limiting</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Scanner detection</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Session fixation</a:t>
            </a:r>
          </a:p>
          <a:p>
            <a:pPr marL="231775" indent="-231775">
              <a:spcBef>
                <a:spcPts val="300"/>
              </a:spcBef>
              <a:buFont typeface="Arial" panose="020B0604020202020204" pitchFamily="34" charset="0"/>
              <a:buChar char="•"/>
            </a:pPr>
            <a:r>
              <a:rPr lang="en-US" sz="2000" dirty="0">
                <a:latin typeface="Segoe UI" panose="020B0502040204020203" pitchFamily="34" charset="0"/>
                <a:cs typeface="Segoe UI" panose="020B0502040204020203" pitchFamily="34" charset="0"/>
              </a:rPr>
              <a:t>LFI/RFI</a:t>
            </a:r>
          </a:p>
        </p:txBody>
      </p:sp>
      <p:pic>
        <p:nvPicPr>
          <p:cNvPr id="4" name="Picture 3">
            <a:extLst>
              <a:ext uri="{FF2B5EF4-FFF2-40B4-BE49-F238E27FC236}">
                <a16:creationId xmlns:a16="http://schemas.microsoft.com/office/drawing/2014/main" id="{1019A3C9-EDDF-4315-B803-794AFB1C0DBB}"/>
              </a:ext>
            </a:extLst>
          </p:cNvPr>
          <p:cNvPicPr>
            <a:picLocks noChangeAspect="1"/>
          </p:cNvPicPr>
          <p:nvPr/>
        </p:nvPicPr>
        <p:blipFill>
          <a:blip r:embed="rId3"/>
          <a:stretch>
            <a:fillRect/>
          </a:stretch>
        </p:blipFill>
        <p:spPr>
          <a:xfrm>
            <a:off x="6488794" y="1484327"/>
            <a:ext cx="5669187" cy="4025870"/>
          </a:xfrm>
          <a:prstGeom prst="rect">
            <a:avLst/>
          </a:prstGeom>
          <a:ln w="9525">
            <a:solidFill>
              <a:schemeClr val="accent5">
                <a:lumMod val="90000"/>
              </a:schemeClr>
            </a:solidFill>
          </a:ln>
        </p:spPr>
      </p:pic>
    </p:spTree>
    <p:extLst>
      <p:ext uri="{BB962C8B-B14F-4D97-AF65-F5344CB8AC3E}">
        <p14:creationId xmlns:p14="http://schemas.microsoft.com/office/powerpoint/2010/main" val="4103093136"/>
      </p:ext>
    </p:extLst>
  </p:cSld>
  <p:clrMapOvr>
    <a:masterClrMapping/>
  </p:clrMapOvr>
  <p:transition>
    <p:fade/>
  </p:transition>
</p:sld>
</file>

<file path=ppt/slides/slide36.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C2849-5085-4FDD-9F49-F0C7908D5F9F}"/>
              </a:ext>
            </a:extLst>
          </p:cNvPr>
          <p:cNvSpPr/>
          <p:nvPr/>
        </p:nvSpPr>
        <p:spPr bwMode="auto">
          <a:xfrm>
            <a:off x="0" y="3040063"/>
            <a:ext cx="12436475" cy="39544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normAutofit/>
          </a:bodyPr>
          <a:lstStyle/>
          <a:p>
            <a:r>
              <a:rPr lang="en-US"/>
              <a:t>WAF user configurable rules</a:t>
            </a:r>
          </a:p>
        </p:txBody>
      </p:sp>
      <p:sp>
        <p:nvSpPr>
          <p:cNvPr id="3" name="Text Placeholder 2">
            <a:extLst>
              <a:ext uri="{FF2B5EF4-FFF2-40B4-BE49-F238E27FC236}">
                <a16:creationId xmlns:a16="http://schemas.microsoft.com/office/drawing/2014/main" id="{717C3698-D656-454B-B63F-15C4FC73B263}"/>
              </a:ext>
            </a:extLst>
          </p:cNvPr>
          <p:cNvSpPr>
            <a:spLocks noGrp="1"/>
          </p:cNvSpPr>
          <p:nvPr>
            <p:ph type="body" sz="quarter" idx="10"/>
          </p:nvPr>
        </p:nvSpPr>
        <p:spPr>
          <a:xfrm>
            <a:off x="274639" y="1216394"/>
            <a:ext cx="6589314" cy="1766637"/>
          </a:xfrm>
        </p:spPr>
        <p:txBody>
          <a:bodyPr/>
          <a:lstStyle/>
          <a:p>
            <a:pPr>
              <a:spcBef>
                <a:spcPts val="1200"/>
              </a:spcBef>
            </a:pPr>
            <a:r>
              <a:rPr lang="en-US" sz="2800" dirty="0">
                <a:gradFill>
                  <a:gsLst>
                    <a:gs pos="10127">
                      <a:schemeClr val="accent4"/>
                    </a:gs>
                    <a:gs pos="28000">
                      <a:schemeClr val="accent4"/>
                    </a:gs>
                  </a:gsLst>
                  <a:lin ang="5400000" scaled="0"/>
                </a:gradFill>
              </a:rPr>
              <a:t>Rule configurability</a:t>
            </a:r>
          </a:p>
          <a:p>
            <a:pPr marL="228600" indent="-228600">
              <a:spcBef>
                <a:spcPts val="6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Prevention/Detection modes</a:t>
            </a:r>
            <a:endParaRPr lang="en-US" sz="2000" dirty="0">
              <a:latin typeface="Segoe UI" panose="020B0502040204020203" pitchFamily="34" charset="0"/>
              <a:cs typeface="Segoe UI" panose="020B0502040204020203" pitchFamily="34" charset="0"/>
            </a:endParaRPr>
          </a:p>
          <a:p>
            <a:pPr marL="228600" indent="-228600">
              <a:spcBef>
                <a:spcPts val="6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Change </a:t>
            </a:r>
            <a:r>
              <a:rPr lang="en-US" sz="1600" dirty="0" err="1">
                <a:latin typeface="Segoe UI" panose="020B0502040204020203" pitchFamily="34" charset="0"/>
                <a:cs typeface="Segoe UI" panose="020B0502040204020203" pitchFamily="34" charset="0"/>
              </a:rPr>
              <a:t>RuleSet</a:t>
            </a:r>
            <a:r>
              <a:rPr lang="en-US" sz="1600" dirty="0">
                <a:latin typeface="Segoe UI" panose="020B0502040204020203" pitchFamily="34" charset="0"/>
                <a:cs typeface="Segoe UI" panose="020B0502040204020203" pitchFamily="34" charset="0"/>
              </a:rPr>
              <a:t> CRS 2.2.9 or CRS 3.0</a:t>
            </a:r>
          </a:p>
          <a:p>
            <a:pPr marL="228600" indent="-228600">
              <a:spcBef>
                <a:spcPts val="6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Enable or Disable entire </a:t>
            </a:r>
            <a:r>
              <a:rPr lang="en-US" sz="1600" dirty="0" err="1">
                <a:latin typeface="Segoe UI" panose="020B0502040204020203" pitchFamily="34" charset="0"/>
                <a:cs typeface="Segoe UI" panose="020B0502040204020203" pitchFamily="34" charset="0"/>
              </a:rPr>
              <a:t>RuleGroups</a:t>
            </a:r>
            <a:endParaRPr lang="en-US" sz="1600" dirty="0">
              <a:latin typeface="Segoe UI" panose="020B0502040204020203" pitchFamily="34" charset="0"/>
              <a:cs typeface="Segoe UI" panose="020B0502040204020203" pitchFamily="34" charset="0"/>
            </a:endParaRPr>
          </a:p>
          <a:p>
            <a:pPr marL="228600" indent="-228600">
              <a:spcBef>
                <a:spcPts val="600"/>
              </a:spcBef>
              <a:buFont typeface="Arial" panose="020B0604020202020204" pitchFamily="34" charset="0"/>
              <a:buChar char="•"/>
            </a:pPr>
            <a:r>
              <a:rPr lang="en-US" sz="1600" dirty="0">
                <a:latin typeface="Segoe UI" panose="020B0502040204020203" pitchFamily="34" charset="0"/>
                <a:cs typeface="Segoe UI" panose="020B0502040204020203" pitchFamily="34" charset="0"/>
              </a:rPr>
              <a:t>Enable or Disable individual rules to eliminate false positives</a:t>
            </a:r>
          </a:p>
        </p:txBody>
      </p:sp>
      <p:sp>
        <p:nvSpPr>
          <p:cNvPr id="60" name="Freeform 5">
            <a:extLst>
              <a:ext uri="{FF2B5EF4-FFF2-40B4-BE49-F238E27FC236}">
                <a16:creationId xmlns:a16="http://schemas.microsoft.com/office/drawing/2014/main" id="{45CD200A-0B87-4A9F-82BE-4DA767F2D06F}"/>
              </a:ext>
            </a:extLst>
          </p:cNvPr>
          <p:cNvSpPr>
            <a:spLocks noEditPoints="1"/>
          </p:cNvSpPr>
          <p:nvPr/>
        </p:nvSpPr>
        <p:spPr bwMode="auto">
          <a:xfrm>
            <a:off x="665020" y="4331025"/>
            <a:ext cx="1254124" cy="1106000"/>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TextBox 60">
            <a:extLst>
              <a:ext uri="{FF2B5EF4-FFF2-40B4-BE49-F238E27FC236}">
                <a16:creationId xmlns:a16="http://schemas.microsoft.com/office/drawing/2014/main" id="{5896EE4F-D78D-4CDE-843A-1B1D34B8D0FA}"/>
              </a:ext>
            </a:extLst>
          </p:cNvPr>
          <p:cNvSpPr txBox="1"/>
          <p:nvPr/>
        </p:nvSpPr>
        <p:spPr>
          <a:xfrm>
            <a:off x="800085" y="5556695"/>
            <a:ext cx="983993" cy="369332"/>
          </a:xfrm>
          <a:prstGeom prst="rect">
            <a:avLst/>
          </a:prstGeom>
          <a:noFill/>
        </p:spPr>
        <p:txBody>
          <a:bodyPr wrap="square" rtlCol="0">
            <a:spAutoFit/>
          </a:bodyPr>
          <a:lstStyle/>
          <a:p>
            <a:pPr algn="ctr" defTabSz="914049">
              <a:defRPr/>
            </a:pPr>
            <a:r>
              <a:rPr lang="en-US" b="1" kern="0" dirty="0">
                <a:gradFill>
                  <a:gsLst>
                    <a:gs pos="6962">
                      <a:schemeClr val="bg1"/>
                    </a:gs>
                    <a:gs pos="36000">
                      <a:schemeClr val="bg1"/>
                    </a:gs>
                  </a:gsLst>
                  <a:lin ang="5400000" scaled="0"/>
                </a:gradFill>
                <a:latin typeface="Segoe UI" panose="020B0502040204020203" pitchFamily="34" charset="0"/>
                <a:cs typeface="Segoe UI" panose="020B0502040204020203" pitchFamily="34" charset="0"/>
              </a:rPr>
              <a:t>WAF</a:t>
            </a:r>
          </a:p>
        </p:txBody>
      </p:sp>
      <p:sp>
        <p:nvSpPr>
          <p:cNvPr id="4" name="Rectangle 3">
            <a:extLst>
              <a:ext uri="{FF2B5EF4-FFF2-40B4-BE49-F238E27FC236}">
                <a16:creationId xmlns:a16="http://schemas.microsoft.com/office/drawing/2014/main" id="{3EAFECA3-0EED-4729-BFA3-E95F43386B8A}"/>
              </a:ext>
            </a:extLst>
          </p:cNvPr>
          <p:cNvSpPr/>
          <p:nvPr/>
        </p:nvSpPr>
        <p:spPr bwMode="auto">
          <a:xfrm>
            <a:off x="2936234" y="3324852"/>
            <a:ext cx="2209800" cy="3190248"/>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4049" fontAlgn="base">
              <a:lnSpc>
                <a:spcPct val="90000"/>
              </a:lnSpc>
              <a:spcBef>
                <a:spcPct val="0"/>
              </a:spcBef>
              <a:spcAft>
                <a:spcPct val="0"/>
              </a:spcAft>
            </a:pPr>
            <a:r>
              <a:rPr lang="en-US" sz="2000" b="1" kern="0" err="1">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RuleSet</a:t>
            </a:r>
            <a:endParaRPr lang="en-US" sz="2000" b="1" kern="0">
              <a:gradFill>
                <a:gsLst>
                  <a:gs pos="12658">
                    <a:schemeClr val="bg1"/>
                  </a:gs>
                  <a:gs pos="24000">
                    <a:schemeClr val="bg1"/>
                  </a:gs>
                </a:gsLst>
                <a:lin ang="5400000" scaled="0"/>
              </a:gradFill>
              <a:latin typeface="Segoe UI" panose="020B0502040204020203" pitchFamily="34" charset="0"/>
              <a:cs typeface="Segoe UI" panose="020B0502040204020203" pitchFamily="34" charset="0"/>
            </a:endParaRPr>
          </a:p>
        </p:txBody>
      </p:sp>
      <p:sp>
        <p:nvSpPr>
          <p:cNvPr id="82" name="Rectangle 81">
            <a:extLst>
              <a:ext uri="{FF2B5EF4-FFF2-40B4-BE49-F238E27FC236}">
                <a16:creationId xmlns:a16="http://schemas.microsoft.com/office/drawing/2014/main" id="{8C4F08A2-5B9F-4424-8FC8-17F23A8EDF8B}"/>
              </a:ext>
            </a:extLst>
          </p:cNvPr>
          <p:cNvSpPr/>
          <p:nvPr/>
        </p:nvSpPr>
        <p:spPr bwMode="auto">
          <a:xfrm>
            <a:off x="6239181" y="3324852"/>
            <a:ext cx="2209800" cy="3190248"/>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4049" fontAlgn="base">
              <a:lnSpc>
                <a:spcPct val="90000"/>
              </a:lnSpc>
              <a:spcBef>
                <a:spcPct val="0"/>
              </a:spcBef>
              <a:spcAft>
                <a:spcPct val="0"/>
              </a:spcAft>
            </a:pPr>
            <a:r>
              <a:rPr lang="en-US" sz="2000" b="1" kern="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Rule group</a:t>
            </a:r>
          </a:p>
        </p:txBody>
      </p:sp>
      <p:sp>
        <p:nvSpPr>
          <p:cNvPr id="83" name="Rectangle 82">
            <a:extLst>
              <a:ext uri="{FF2B5EF4-FFF2-40B4-BE49-F238E27FC236}">
                <a16:creationId xmlns:a16="http://schemas.microsoft.com/office/drawing/2014/main" id="{B186263A-6125-461D-B7B8-438F8F031260}"/>
              </a:ext>
            </a:extLst>
          </p:cNvPr>
          <p:cNvSpPr/>
          <p:nvPr/>
        </p:nvSpPr>
        <p:spPr bwMode="auto">
          <a:xfrm>
            <a:off x="9542128" y="3324852"/>
            <a:ext cx="2209800" cy="3190248"/>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4049" fontAlgn="base">
              <a:lnSpc>
                <a:spcPct val="90000"/>
              </a:lnSpc>
              <a:spcBef>
                <a:spcPct val="0"/>
              </a:spcBef>
              <a:spcAft>
                <a:spcPct val="0"/>
              </a:spcAft>
            </a:pPr>
            <a:r>
              <a:rPr lang="en-US" sz="2000" b="1" kern="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Rule</a:t>
            </a:r>
          </a:p>
        </p:txBody>
      </p:sp>
      <p:sp>
        <p:nvSpPr>
          <p:cNvPr id="6" name="Rectangle 5">
            <a:extLst>
              <a:ext uri="{FF2B5EF4-FFF2-40B4-BE49-F238E27FC236}">
                <a16:creationId xmlns:a16="http://schemas.microsoft.com/office/drawing/2014/main" id="{8055CBA0-F2D9-4831-BFE1-DF204926EBE2}"/>
              </a:ext>
            </a:extLst>
          </p:cNvPr>
          <p:cNvSpPr/>
          <p:nvPr/>
        </p:nvSpPr>
        <p:spPr bwMode="auto">
          <a:xfrm>
            <a:off x="3173413" y="4363316"/>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CRS 2.2.9</a:t>
            </a:r>
          </a:p>
        </p:txBody>
      </p:sp>
      <p:sp>
        <p:nvSpPr>
          <p:cNvPr id="84" name="Rectangle 83">
            <a:extLst>
              <a:ext uri="{FF2B5EF4-FFF2-40B4-BE49-F238E27FC236}">
                <a16:creationId xmlns:a16="http://schemas.microsoft.com/office/drawing/2014/main" id="{F02E935F-5E90-49AB-8977-6B8BFF310DDC}"/>
              </a:ext>
            </a:extLst>
          </p:cNvPr>
          <p:cNvSpPr/>
          <p:nvPr/>
        </p:nvSpPr>
        <p:spPr bwMode="auto">
          <a:xfrm>
            <a:off x="3173413" y="5246239"/>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CRS 3.0</a:t>
            </a:r>
          </a:p>
        </p:txBody>
      </p:sp>
      <p:sp>
        <p:nvSpPr>
          <p:cNvPr id="85" name="Rectangle 84">
            <a:extLst>
              <a:ext uri="{FF2B5EF4-FFF2-40B4-BE49-F238E27FC236}">
                <a16:creationId xmlns:a16="http://schemas.microsoft.com/office/drawing/2014/main" id="{EF45C8BB-AAD3-4979-A354-3F5B3C4D7B5C}"/>
              </a:ext>
            </a:extLst>
          </p:cNvPr>
          <p:cNvSpPr/>
          <p:nvPr/>
        </p:nvSpPr>
        <p:spPr bwMode="auto">
          <a:xfrm>
            <a:off x="6476360" y="3963436"/>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XSS</a:t>
            </a:r>
          </a:p>
        </p:txBody>
      </p:sp>
      <p:sp>
        <p:nvSpPr>
          <p:cNvPr id="86" name="Rectangle 85">
            <a:extLst>
              <a:ext uri="{FF2B5EF4-FFF2-40B4-BE49-F238E27FC236}">
                <a16:creationId xmlns:a16="http://schemas.microsoft.com/office/drawing/2014/main" id="{CCF6997A-1427-46CC-9974-78BA76C35545}"/>
              </a:ext>
            </a:extLst>
          </p:cNvPr>
          <p:cNvSpPr/>
          <p:nvPr/>
        </p:nvSpPr>
        <p:spPr bwMode="auto">
          <a:xfrm>
            <a:off x="6476360" y="4560265"/>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SQL I</a:t>
            </a:r>
          </a:p>
        </p:txBody>
      </p:sp>
      <p:sp>
        <p:nvSpPr>
          <p:cNvPr id="89" name="Rectangle 88">
            <a:extLst>
              <a:ext uri="{FF2B5EF4-FFF2-40B4-BE49-F238E27FC236}">
                <a16:creationId xmlns:a16="http://schemas.microsoft.com/office/drawing/2014/main" id="{9C446C5C-DD62-4D0C-9DD0-1F3F49D369D6}"/>
              </a:ext>
            </a:extLst>
          </p:cNvPr>
          <p:cNvSpPr/>
          <p:nvPr/>
        </p:nvSpPr>
        <p:spPr bwMode="auto">
          <a:xfrm>
            <a:off x="6482094" y="5664468"/>
            <a:ext cx="1347850"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LFI</a:t>
            </a:r>
          </a:p>
        </p:txBody>
      </p:sp>
      <p:sp>
        <p:nvSpPr>
          <p:cNvPr id="88" name="Rectangle 87">
            <a:extLst>
              <a:ext uri="{FF2B5EF4-FFF2-40B4-BE49-F238E27FC236}">
                <a16:creationId xmlns:a16="http://schemas.microsoft.com/office/drawing/2014/main" id="{B1ADA3D5-06B3-4092-8DA0-B2F9E1D29BFC}"/>
              </a:ext>
            </a:extLst>
          </p:cNvPr>
          <p:cNvSpPr/>
          <p:nvPr/>
        </p:nvSpPr>
        <p:spPr bwMode="auto">
          <a:xfrm>
            <a:off x="6863953" y="5837083"/>
            <a:ext cx="1347850"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LFI</a:t>
            </a:r>
          </a:p>
        </p:txBody>
      </p:sp>
      <p:sp>
        <p:nvSpPr>
          <p:cNvPr id="68" name="TextBox 67">
            <a:extLst>
              <a:ext uri="{FF2B5EF4-FFF2-40B4-BE49-F238E27FC236}">
                <a16:creationId xmlns:a16="http://schemas.microsoft.com/office/drawing/2014/main" id="{49B76691-9B3D-42CE-A848-C66A3C458170}"/>
              </a:ext>
            </a:extLst>
          </p:cNvPr>
          <p:cNvSpPr txBox="1"/>
          <p:nvPr/>
        </p:nvSpPr>
        <p:spPr>
          <a:xfrm>
            <a:off x="6923773" y="5019153"/>
            <a:ext cx="840615" cy="734817"/>
          </a:xfrm>
          <a:prstGeom prst="rect">
            <a:avLst/>
          </a:prstGeom>
          <a:noFill/>
        </p:spPr>
        <p:txBody>
          <a:bodyPr wrap="none" lIns="182880" tIns="146304" rIns="182880" bIns="146304" rtlCol="0">
            <a:spAutoFit/>
          </a:bodyPr>
          <a:lstStyle/>
          <a:p>
            <a:pPr algn="ctr">
              <a:lnSpc>
                <a:spcPct val="30000"/>
              </a:lnSpc>
            </a:pPr>
            <a:r>
              <a:rPr lang="en-US" sz="4000" b="1">
                <a:gradFill>
                  <a:gsLst>
                    <a:gs pos="0">
                      <a:schemeClr val="bg1"/>
                    </a:gs>
                    <a:gs pos="100000">
                      <a:schemeClr val="bg1"/>
                    </a:gs>
                  </a:gsLst>
                  <a:lin ang="5400000" scaled="0"/>
                </a:gradFill>
              </a:rPr>
              <a:t>….</a:t>
            </a:r>
          </a:p>
          <a:p>
            <a:pPr algn="ctr">
              <a:lnSpc>
                <a:spcPct val="30000"/>
              </a:lnSpc>
            </a:pPr>
            <a:r>
              <a:rPr lang="en-US" sz="4000" b="1">
                <a:gradFill>
                  <a:gsLst>
                    <a:gs pos="0">
                      <a:schemeClr val="bg1"/>
                    </a:gs>
                    <a:gs pos="100000">
                      <a:schemeClr val="bg1"/>
                    </a:gs>
                  </a:gsLst>
                  <a:lin ang="5400000" scaled="0"/>
                </a:gradFill>
              </a:rPr>
              <a:t>….</a:t>
            </a:r>
          </a:p>
        </p:txBody>
      </p:sp>
      <p:sp>
        <p:nvSpPr>
          <p:cNvPr id="90" name="Rectangle 89">
            <a:extLst>
              <a:ext uri="{FF2B5EF4-FFF2-40B4-BE49-F238E27FC236}">
                <a16:creationId xmlns:a16="http://schemas.microsoft.com/office/drawing/2014/main" id="{FE834A04-0D5A-48C7-A0DD-299B9854AA67}"/>
              </a:ext>
            </a:extLst>
          </p:cNvPr>
          <p:cNvSpPr/>
          <p:nvPr/>
        </p:nvSpPr>
        <p:spPr bwMode="auto">
          <a:xfrm>
            <a:off x="9779307" y="3963436"/>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Rule 1</a:t>
            </a:r>
          </a:p>
        </p:txBody>
      </p:sp>
      <p:sp>
        <p:nvSpPr>
          <p:cNvPr id="91" name="Rectangle 90">
            <a:extLst>
              <a:ext uri="{FF2B5EF4-FFF2-40B4-BE49-F238E27FC236}">
                <a16:creationId xmlns:a16="http://schemas.microsoft.com/office/drawing/2014/main" id="{9F6ACF46-C88A-47BA-A172-B908B134E0D8}"/>
              </a:ext>
            </a:extLst>
          </p:cNvPr>
          <p:cNvSpPr/>
          <p:nvPr/>
        </p:nvSpPr>
        <p:spPr bwMode="auto">
          <a:xfrm>
            <a:off x="9779307" y="4560265"/>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Rule 2</a:t>
            </a:r>
          </a:p>
        </p:txBody>
      </p:sp>
      <p:sp>
        <p:nvSpPr>
          <p:cNvPr id="92" name="Rectangle 91">
            <a:extLst>
              <a:ext uri="{FF2B5EF4-FFF2-40B4-BE49-F238E27FC236}">
                <a16:creationId xmlns:a16="http://schemas.microsoft.com/office/drawing/2014/main" id="{D4C6C210-586F-4CF5-80D5-3193B1F6EF78}"/>
              </a:ext>
            </a:extLst>
          </p:cNvPr>
          <p:cNvSpPr/>
          <p:nvPr/>
        </p:nvSpPr>
        <p:spPr bwMode="auto">
          <a:xfrm>
            <a:off x="9779307" y="5837083"/>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a:gradFill>
                  <a:gsLst>
                    <a:gs pos="0">
                      <a:srgbClr val="FFFFFF"/>
                    </a:gs>
                    <a:gs pos="100000">
                      <a:srgbClr val="FFFFFF"/>
                    </a:gs>
                  </a:gsLst>
                  <a:lin ang="5400000" scaled="0"/>
                </a:gradFill>
                <a:latin typeface="Segoe UI" panose="020B0502040204020203" pitchFamily="34" charset="0"/>
                <a:cs typeface="Segoe UI" panose="020B0502040204020203" pitchFamily="34" charset="0"/>
              </a:rPr>
              <a:t>Rule n</a:t>
            </a:r>
          </a:p>
        </p:txBody>
      </p:sp>
      <p:sp>
        <p:nvSpPr>
          <p:cNvPr id="93" name="TextBox 92">
            <a:extLst>
              <a:ext uri="{FF2B5EF4-FFF2-40B4-BE49-F238E27FC236}">
                <a16:creationId xmlns:a16="http://schemas.microsoft.com/office/drawing/2014/main" id="{E6D57E4C-6C19-4B45-A8EF-EED92AF130B1}"/>
              </a:ext>
            </a:extLst>
          </p:cNvPr>
          <p:cNvSpPr txBox="1"/>
          <p:nvPr/>
        </p:nvSpPr>
        <p:spPr>
          <a:xfrm>
            <a:off x="10226720" y="5019153"/>
            <a:ext cx="840615" cy="734817"/>
          </a:xfrm>
          <a:prstGeom prst="rect">
            <a:avLst/>
          </a:prstGeom>
          <a:noFill/>
        </p:spPr>
        <p:txBody>
          <a:bodyPr wrap="none" lIns="182880" tIns="146304" rIns="182880" bIns="146304" rtlCol="0">
            <a:spAutoFit/>
          </a:bodyPr>
          <a:lstStyle/>
          <a:p>
            <a:pPr algn="ctr">
              <a:lnSpc>
                <a:spcPct val="30000"/>
              </a:lnSpc>
            </a:pPr>
            <a:r>
              <a:rPr lang="en-US" sz="4000" b="1">
                <a:gradFill>
                  <a:gsLst>
                    <a:gs pos="0">
                      <a:schemeClr val="bg1"/>
                    </a:gs>
                    <a:gs pos="100000">
                      <a:schemeClr val="bg1"/>
                    </a:gs>
                  </a:gsLst>
                  <a:lin ang="5400000" scaled="0"/>
                </a:gradFill>
              </a:rPr>
              <a:t>….</a:t>
            </a:r>
          </a:p>
          <a:p>
            <a:pPr algn="ctr">
              <a:lnSpc>
                <a:spcPct val="30000"/>
              </a:lnSpc>
            </a:pPr>
            <a:r>
              <a:rPr lang="en-US" sz="4000" b="1">
                <a:gradFill>
                  <a:gsLst>
                    <a:gs pos="0">
                      <a:schemeClr val="bg1"/>
                    </a:gs>
                    <a:gs pos="100000">
                      <a:schemeClr val="bg1"/>
                    </a:gs>
                  </a:gsLst>
                  <a:lin ang="5400000" scaled="0"/>
                </a:gradFill>
              </a:rPr>
              <a:t>….</a:t>
            </a:r>
          </a:p>
        </p:txBody>
      </p:sp>
      <p:grpSp>
        <p:nvGrpSpPr>
          <p:cNvPr id="97" name="Group 96">
            <a:extLst>
              <a:ext uri="{FF2B5EF4-FFF2-40B4-BE49-F238E27FC236}">
                <a16:creationId xmlns:a16="http://schemas.microsoft.com/office/drawing/2014/main" id="{3413EAD8-CD4B-4CE5-B29D-5E4EB379BEFA}"/>
              </a:ext>
            </a:extLst>
          </p:cNvPr>
          <p:cNvGrpSpPr/>
          <p:nvPr/>
        </p:nvGrpSpPr>
        <p:grpSpPr>
          <a:xfrm>
            <a:off x="4908856" y="4221969"/>
            <a:ext cx="1573238" cy="1701032"/>
            <a:chOff x="4908856" y="4221969"/>
            <a:chExt cx="1573238" cy="1701032"/>
          </a:xfrm>
        </p:grpSpPr>
        <p:cxnSp>
          <p:nvCxnSpPr>
            <p:cNvPr id="8" name="Connector: Elbow 7">
              <a:extLst>
                <a:ext uri="{FF2B5EF4-FFF2-40B4-BE49-F238E27FC236}">
                  <a16:creationId xmlns:a16="http://schemas.microsoft.com/office/drawing/2014/main" id="{FCDCCFA9-59E5-4F95-B957-0F577367B999}"/>
                </a:ext>
              </a:extLst>
            </p:cNvPr>
            <p:cNvCxnSpPr>
              <a:stCxn id="84" idx="3"/>
              <a:endCxn id="85" idx="1"/>
            </p:cNvCxnSpPr>
            <p:nvPr/>
          </p:nvCxnSpPr>
          <p:spPr>
            <a:xfrm flipV="1">
              <a:off x="4908856" y="4221969"/>
              <a:ext cx="1567504" cy="1282803"/>
            </a:xfrm>
            <a:prstGeom prst="bentConnector3">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E4B5E225-141B-4BA0-9EC5-11C9C8C820E6}"/>
                </a:ext>
              </a:extLst>
            </p:cNvPr>
            <p:cNvCxnSpPr>
              <a:stCxn id="84" idx="3"/>
              <a:endCxn id="86" idx="1"/>
            </p:cNvCxnSpPr>
            <p:nvPr/>
          </p:nvCxnSpPr>
          <p:spPr>
            <a:xfrm flipV="1">
              <a:off x="4908856" y="4818798"/>
              <a:ext cx="1567504" cy="685974"/>
            </a:xfrm>
            <a:prstGeom prst="bentConnector3">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896FBF47-B7A7-4C83-87A8-F6DE989FC07A}"/>
                </a:ext>
              </a:extLst>
            </p:cNvPr>
            <p:cNvCxnSpPr>
              <a:stCxn id="84" idx="3"/>
              <a:endCxn id="89" idx="1"/>
            </p:cNvCxnSpPr>
            <p:nvPr/>
          </p:nvCxnSpPr>
          <p:spPr>
            <a:xfrm>
              <a:off x="4908856" y="5504772"/>
              <a:ext cx="1573238" cy="418229"/>
            </a:xfrm>
            <a:prstGeom prst="bentConnector3">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96" name="Group 95">
            <a:extLst>
              <a:ext uri="{FF2B5EF4-FFF2-40B4-BE49-F238E27FC236}">
                <a16:creationId xmlns:a16="http://schemas.microsoft.com/office/drawing/2014/main" id="{9CF49FBA-526B-4A24-BFFE-9ECA203CA23B}"/>
              </a:ext>
            </a:extLst>
          </p:cNvPr>
          <p:cNvGrpSpPr/>
          <p:nvPr/>
        </p:nvGrpSpPr>
        <p:grpSpPr>
          <a:xfrm>
            <a:off x="8211803" y="4221969"/>
            <a:ext cx="1567504" cy="1873647"/>
            <a:chOff x="8211803" y="4221969"/>
            <a:chExt cx="1567504" cy="1873647"/>
          </a:xfrm>
        </p:grpSpPr>
        <p:cxnSp>
          <p:nvCxnSpPr>
            <p:cNvPr id="20" name="Connector: Elbow 19">
              <a:extLst>
                <a:ext uri="{FF2B5EF4-FFF2-40B4-BE49-F238E27FC236}">
                  <a16:creationId xmlns:a16="http://schemas.microsoft.com/office/drawing/2014/main" id="{41082DFE-D237-4ECA-B32E-9774B14E3E22}"/>
                </a:ext>
              </a:extLst>
            </p:cNvPr>
            <p:cNvCxnSpPr>
              <a:stCxn id="86" idx="3"/>
              <a:endCxn id="90" idx="1"/>
            </p:cNvCxnSpPr>
            <p:nvPr/>
          </p:nvCxnSpPr>
          <p:spPr>
            <a:xfrm flipV="1">
              <a:off x="8211803" y="4221969"/>
              <a:ext cx="1567504" cy="596829"/>
            </a:xfrm>
            <a:prstGeom prst="bentConnector3">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C5B636EB-4BC7-456A-A592-2EF77228C7BE}"/>
                </a:ext>
              </a:extLst>
            </p:cNvPr>
            <p:cNvCxnSpPr>
              <a:stCxn id="86" idx="3"/>
              <a:endCxn id="92" idx="1"/>
            </p:cNvCxnSpPr>
            <p:nvPr/>
          </p:nvCxnSpPr>
          <p:spPr>
            <a:xfrm>
              <a:off x="8211803" y="4818798"/>
              <a:ext cx="1567504" cy="1276818"/>
            </a:xfrm>
            <a:prstGeom prst="bentConnector3">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D743017-F9BA-4F0D-BB3C-6E5A29B9BCCA}"/>
                </a:ext>
              </a:extLst>
            </p:cNvPr>
            <p:cNvCxnSpPr>
              <a:stCxn id="86" idx="3"/>
              <a:endCxn id="91" idx="1"/>
            </p:cNvCxnSpPr>
            <p:nvPr/>
          </p:nvCxnSpPr>
          <p:spPr>
            <a:xfrm>
              <a:off x="8211803" y="4818798"/>
              <a:ext cx="1567504" cy="0"/>
            </a:xfrm>
            <a:prstGeom prst="straightConnector1">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a:extLst>
              <a:ext uri="{FF2B5EF4-FFF2-40B4-BE49-F238E27FC236}">
                <a16:creationId xmlns:a16="http://schemas.microsoft.com/office/drawing/2014/main" id="{4783BB3A-247D-48DA-8CE4-A003A29E6923}"/>
              </a:ext>
            </a:extLst>
          </p:cNvPr>
          <p:cNvCxnSpPr>
            <a:cxnSpLocks/>
            <a:endCxn id="4" idx="1"/>
          </p:cNvCxnSpPr>
          <p:nvPr/>
        </p:nvCxnSpPr>
        <p:spPr>
          <a:xfrm>
            <a:off x="1943123" y="4919976"/>
            <a:ext cx="993111" cy="0"/>
          </a:xfrm>
          <a:prstGeom prst="straightConnector1">
            <a:avLst/>
          </a:prstGeom>
          <a:ln w="28575">
            <a:solidFill>
              <a:schemeClr val="bg1"/>
            </a:solidFill>
            <a:headEnd type="none"/>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70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left)">
                                      <p:cBhvr>
                                        <p:cTn id="7" dur="500"/>
                                        <p:tgtEl>
                                          <p:spTgt spid="94"/>
                                        </p:tgtEl>
                                      </p:cBhvr>
                                    </p:animEffect>
                                  </p:childTnLst>
                                </p:cTn>
                              </p:par>
                              <p:par>
                                <p:cTn id="8" presetID="22" presetClass="entr" presetSubtype="8" fill="hold" nodeType="withEffect">
                                  <p:stCondLst>
                                    <p:cond delay="200"/>
                                  </p:stCondLst>
                                  <p:childTnLst>
                                    <p:set>
                                      <p:cBhvr>
                                        <p:cTn id="9" dur="1" fill="hold">
                                          <p:stCondLst>
                                            <p:cond delay="0"/>
                                          </p:stCondLst>
                                        </p:cTn>
                                        <p:tgtEl>
                                          <p:spTgt spid="97"/>
                                        </p:tgtEl>
                                        <p:attrNameLst>
                                          <p:attrName>style.visibility</p:attrName>
                                        </p:attrNameLst>
                                      </p:cBhvr>
                                      <p:to>
                                        <p:strVal val="visible"/>
                                      </p:to>
                                    </p:set>
                                    <p:animEffect transition="in" filter="wipe(left)">
                                      <p:cBhvr>
                                        <p:cTn id="10" dur="500"/>
                                        <p:tgtEl>
                                          <p:spTgt spid="97"/>
                                        </p:tgtEl>
                                      </p:cBhvr>
                                    </p:animEffect>
                                  </p:childTnLst>
                                </p:cTn>
                              </p:par>
                              <p:par>
                                <p:cTn id="11" presetID="22" presetClass="entr" presetSubtype="8" fill="hold" nodeType="withEffect">
                                  <p:stCondLst>
                                    <p:cond delay="400"/>
                                  </p:stCondLst>
                                  <p:childTnLst>
                                    <p:set>
                                      <p:cBhvr>
                                        <p:cTn id="12" dur="1" fill="hold">
                                          <p:stCondLst>
                                            <p:cond delay="0"/>
                                          </p:stCondLst>
                                        </p:cTn>
                                        <p:tgtEl>
                                          <p:spTgt spid="96"/>
                                        </p:tgtEl>
                                        <p:attrNameLst>
                                          <p:attrName>style.visibility</p:attrName>
                                        </p:attrNameLst>
                                      </p:cBhvr>
                                      <p:to>
                                        <p:strVal val="visible"/>
                                      </p:to>
                                    </p:set>
                                    <p:animEffect transition="in" filter="wipe(left)">
                                      <p:cBhvr>
                                        <p:cTn id="13"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0CF2DDAC-8CC3-43B5-A754-43EA5A9723C4}"/>
              </a:ext>
            </a:extLst>
          </p:cNvPr>
          <p:cNvSpPr>
            <a:spLocks noGrp="1"/>
          </p:cNvSpPr>
          <p:nvPr>
            <p:ph type="body" sz="quarter" idx="10"/>
          </p:nvPr>
        </p:nvSpPr>
        <p:spPr>
          <a:xfrm>
            <a:off x="271990" y="1679225"/>
            <a:ext cx="5876600" cy="4516621"/>
          </a:xfrm>
        </p:spPr>
        <p:txBody>
          <a:bodyPr/>
          <a:lstStyle/>
          <a:p>
            <a:pPr>
              <a:spcBef>
                <a:spcPts val="600"/>
              </a:spcBef>
              <a:spcAft>
                <a:spcPts val="600"/>
              </a:spcAft>
            </a:pPr>
            <a:r>
              <a:rPr lang="en-US" sz="3200" dirty="0">
                <a:gradFill>
                  <a:gsLst>
                    <a:gs pos="3165">
                      <a:schemeClr val="accent4"/>
                    </a:gs>
                    <a:gs pos="35000">
                      <a:schemeClr val="accent4"/>
                    </a:gs>
                  </a:gsLst>
                  <a:lin ang="5400000" scaled="0"/>
                </a:gradFill>
              </a:rPr>
              <a:t>Enable WAF log via Azure Monitor</a:t>
            </a:r>
          </a:p>
          <a:p>
            <a:pPr>
              <a:spcBef>
                <a:spcPts val="600"/>
              </a:spcBef>
              <a:spcAft>
                <a:spcPts val="600"/>
              </a:spcAft>
            </a:pPr>
            <a:r>
              <a:rPr lang="en-US" sz="3200" dirty="0">
                <a:gradFill>
                  <a:gsLst>
                    <a:gs pos="3165">
                      <a:schemeClr val="accent4"/>
                    </a:gs>
                    <a:gs pos="35000">
                      <a:schemeClr val="accent4"/>
                    </a:gs>
                  </a:gsLst>
                  <a:lin ang="5400000" scaled="0"/>
                </a:gradFill>
              </a:rPr>
              <a:t>Real time logs to monitor attacks</a:t>
            </a:r>
          </a:p>
          <a:p>
            <a:pPr>
              <a:spcBef>
                <a:spcPts val="600"/>
              </a:spcBef>
              <a:spcAft>
                <a:spcPts val="600"/>
              </a:spcAft>
            </a:pPr>
            <a:r>
              <a:rPr lang="en-US" sz="3200" dirty="0">
                <a:gradFill>
                  <a:gsLst>
                    <a:gs pos="3165">
                      <a:schemeClr val="accent4"/>
                    </a:gs>
                    <a:gs pos="35000">
                      <a:schemeClr val="accent4"/>
                    </a:gs>
                  </a:gsLst>
                  <a:lin ang="5400000" scaled="0"/>
                </a:gradFill>
              </a:rPr>
              <a:t>WAF logs integrated with:</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Customer storage account in JSON format</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Event Hub</a:t>
            </a:r>
          </a:p>
          <a:p>
            <a:pPr marL="231775" indent="-231775">
              <a:spcBef>
                <a:spcPts val="300"/>
              </a:spcBef>
              <a:buFont typeface="Arial" panose="020B0604020202020204" pitchFamily="34" charset="0"/>
              <a:buChar char="•"/>
            </a:pPr>
            <a:r>
              <a:rPr lang="en-US" sz="1800" dirty="0">
                <a:latin typeface="Segoe UI" panose="020B0502040204020203" pitchFamily="34" charset="0"/>
                <a:cs typeface="Segoe UI" panose="020B0502040204020203" pitchFamily="34" charset="0"/>
              </a:rPr>
              <a:t>OMS Log Analytics enabling search</a:t>
            </a:r>
            <a:endParaRPr lang="en-US" sz="2400" dirty="0">
              <a:gradFill>
                <a:gsLst>
                  <a:gs pos="0">
                    <a:schemeClr val="accent2"/>
                  </a:gs>
                  <a:gs pos="100000">
                    <a:schemeClr val="accent2"/>
                  </a:gs>
                </a:gsLst>
                <a:lin ang="5400000" scaled="0"/>
              </a:gradFill>
            </a:endParaRPr>
          </a:p>
          <a:p>
            <a:pPr>
              <a:spcBef>
                <a:spcPts val="600"/>
              </a:spcBef>
              <a:spcAft>
                <a:spcPts val="600"/>
              </a:spcAft>
            </a:pPr>
            <a:r>
              <a:rPr lang="en-US" sz="3200" dirty="0">
                <a:gradFill>
                  <a:gsLst>
                    <a:gs pos="3165">
                      <a:schemeClr val="accent4"/>
                    </a:gs>
                    <a:gs pos="35000">
                      <a:schemeClr val="accent4"/>
                    </a:gs>
                  </a:gsLst>
                  <a:lin ang="5400000" scaled="0"/>
                </a:gradFill>
              </a:rPr>
              <a:t>Azure Security Center Integration</a:t>
            </a:r>
          </a:p>
          <a:p>
            <a:endParaRPr lang="en-US" sz="1600" dirty="0"/>
          </a:p>
        </p:txBody>
      </p:sp>
      <p:sp>
        <p:nvSpPr>
          <p:cNvPr id="23" name="Rectangle 22">
            <a:extLst>
              <a:ext uri="{FF2B5EF4-FFF2-40B4-BE49-F238E27FC236}">
                <a16:creationId xmlns:a16="http://schemas.microsoft.com/office/drawing/2014/main" id="{A062DAEE-3157-448F-A242-EF4A0C20F3B4}"/>
              </a:ext>
            </a:extLst>
          </p:cNvPr>
          <p:cNvSpPr/>
          <p:nvPr/>
        </p:nvSpPr>
        <p:spPr bwMode="auto">
          <a:xfrm>
            <a:off x="6210300" y="-5574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a:t>Monitor intrusions</a:t>
            </a:r>
          </a:p>
        </p:txBody>
      </p:sp>
      <p:sp>
        <p:nvSpPr>
          <p:cNvPr id="9" name="Rectangle 8">
            <a:extLst>
              <a:ext uri="{FF2B5EF4-FFF2-40B4-BE49-F238E27FC236}">
                <a16:creationId xmlns:a16="http://schemas.microsoft.com/office/drawing/2014/main" id="{D132E34C-03CD-4EF6-B274-AC581DFF4BF1}"/>
              </a:ext>
            </a:extLst>
          </p:cNvPr>
          <p:cNvSpPr/>
          <p:nvPr/>
        </p:nvSpPr>
        <p:spPr bwMode="auto">
          <a:xfrm>
            <a:off x="10480882" y="1211263"/>
            <a:ext cx="1533112" cy="566241"/>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ea typeface="Segoe UI" panose="020B0502040204020203" pitchFamily="34" charset="0"/>
                <a:cs typeface="Segoe UI" panose="020B0502040204020203" pitchFamily="34" charset="0"/>
              </a:rPr>
              <a:t>Event Hub</a:t>
            </a:r>
          </a:p>
        </p:txBody>
      </p:sp>
      <p:sp>
        <p:nvSpPr>
          <p:cNvPr id="11" name="Rectangle 10">
            <a:extLst>
              <a:ext uri="{FF2B5EF4-FFF2-40B4-BE49-F238E27FC236}">
                <a16:creationId xmlns:a16="http://schemas.microsoft.com/office/drawing/2014/main" id="{1E0D437E-CB65-4934-8ACD-520F62F15487}"/>
              </a:ext>
            </a:extLst>
          </p:cNvPr>
          <p:cNvSpPr/>
          <p:nvPr/>
        </p:nvSpPr>
        <p:spPr bwMode="auto">
          <a:xfrm>
            <a:off x="10480882" y="1931283"/>
            <a:ext cx="1533112" cy="572516"/>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cs typeface="Segoe UI" panose="020B0502040204020203" pitchFamily="34" charset="0"/>
              </a:rPr>
              <a:t>Azure Storage</a:t>
            </a:r>
          </a:p>
        </p:txBody>
      </p:sp>
      <p:sp>
        <p:nvSpPr>
          <p:cNvPr id="12" name="Rectangle 11">
            <a:extLst>
              <a:ext uri="{FF2B5EF4-FFF2-40B4-BE49-F238E27FC236}">
                <a16:creationId xmlns:a16="http://schemas.microsoft.com/office/drawing/2014/main" id="{EF646FFF-005D-45B5-9CCB-7D4273DDDC47}"/>
              </a:ext>
            </a:extLst>
          </p:cNvPr>
          <p:cNvSpPr/>
          <p:nvPr/>
        </p:nvSpPr>
        <p:spPr bwMode="auto">
          <a:xfrm>
            <a:off x="10480882" y="2657578"/>
            <a:ext cx="1533112" cy="675282"/>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cs typeface="Segoe UI" panose="020B0502040204020203" pitchFamily="34" charset="0"/>
              </a:rPr>
              <a:t>OMS Log Analytics</a:t>
            </a:r>
          </a:p>
        </p:txBody>
      </p:sp>
      <p:sp>
        <p:nvSpPr>
          <p:cNvPr id="40" name="Rectangle 39">
            <a:extLst>
              <a:ext uri="{FF2B5EF4-FFF2-40B4-BE49-F238E27FC236}">
                <a16:creationId xmlns:a16="http://schemas.microsoft.com/office/drawing/2014/main" id="{9383083E-8DFA-4C02-A5DA-7B6C2EB98121}"/>
              </a:ext>
            </a:extLst>
          </p:cNvPr>
          <p:cNvSpPr/>
          <p:nvPr/>
        </p:nvSpPr>
        <p:spPr bwMode="auto">
          <a:xfrm>
            <a:off x="10478233" y="3799036"/>
            <a:ext cx="1533112" cy="762000"/>
          </a:xfrm>
          <a:prstGeom prst="rect">
            <a:avLst/>
          </a:prstGeom>
          <a:solidFill>
            <a:schemeClr val="tx1">
              <a:lumMod val="95000"/>
            </a:schemeClr>
          </a:solidFill>
          <a:ln w="28575">
            <a:solidFill>
              <a:schemeClr val="accent4"/>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cs typeface="Segoe UI" panose="020B0502040204020203" pitchFamily="34" charset="0"/>
              </a:rPr>
              <a:t>REST API</a:t>
            </a:r>
          </a:p>
        </p:txBody>
      </p:sp>
      <p:sp>
        <p:nvSpPr>
          <p:cNvPr id="50" name="Rectangle 49">
            <a:extLst>
              <a:ext uri="{FF2B5EF4-FFF2-40B4-BE49-F238E27FC236}">
                <a16:creationId xmlns:a16="http://schemas.microsoft.com/office/drawing/2014/main" id="{9C968954-31E8-4FB4-84B9-7FE8E700E6E2}"/>
              </a:ext>
            </a:extLst>
          </p:cNvPr>
          <p:cNvSpPr/>
          <p:nvPr/>
        </p:nvSpPr>
        <p:spPr bwMode="auto">
          <a:xfrm>
            <a:off x="10478233" y="5209931"/>
            <a:ext cx="1533112" cy="762000"/>
          </a:xfrm>
          <a:prstGeom prst="rect">
            <a:avLst/>
          </a:prstGeom>
          <a:solidFill>
            <a:schemeClr val="tx1">
              <a:lumMod val="95000"/>
            </a:schemeClr>
          </a:solidFill>
          <a:ln w="28575">
            <a:solidFill>
              <a:schemeClr val="accent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cs typeface="Segoe UI" panose="020B0502040204020203" pitchFamily="34" charset="0"/>
              </a:rPr>
              <a:t>Third party</a:t>
            </a:r>
          </a:p>
          <a:p>
            <a:pPr algn="ctr" defTabSz="932472" fontAlgn="base">
              <a:lnSpc>
                <a:spcPct val="90000"/>
              </a:lnSpc>
              <a:spcBef>
                <a:spcPct val="0"/>
              </a:spcBef>
              <a:spcAft>
                <a:spcPct val="0"/>
              </a:spcAft>
            </a:pPr>
            <a:r>
              <a:rPr lang="en-US" sz="1400" b="1">
                <a:gradFill>
                  <a:gsLst>
                    <a:gs pos="0">
                      <a:schemeClr val="bg1"/>
                    </a:gs>
                    <a:gs pos="100000">
                      <a:schemeClr val="bg1"/>
                    </a:gs>
                  </a:gsLst>
                  <a:lin ang="5400000" scaled="0"/>
                </a:gradFill>
                <a:latin typeface="Segoe UI" panose="020B0502040204020203" pitchFamily="34" charset="0"/>
                <a:cs typeface="Segoe UI" panose="020B0502040204020203" pitchFamily="34" charset="0"/>
              </a:rPr>
              <a:t>tools</a:t>
            </a:r>
          </a:p>
        </p:txBody>
      </p:sp>
      <p:grpSp>
        <p:nvGrpSpPr>
          <p:cNvPr id="22" name="Group 21">
            <a:extLst>
              <a:ext uri="{FF2B5EF4-FFF2-40B4-BE49-F238E27FC236}">
                <a16:creationId xmlns:a16="http://schemas.microsoft.com/office/drawing/2014/main" id="{CCCE8BA4-1CC3-4D58-ADBD-85B7BB4711E4}"/>
              </a:ext>
            </a:extLst>
          </p:cNvPr>
          <p:cNvGrpSpPr/>
          <p:nvPr/>
        </p:nvGrpSpPr>
        <p:grpSpPr>
          <a:xfrm>
            <a:off x="6780080" y="636728"/>
            <a:ext cx="1254124" cy="1564224"/>
            <a:chOff x="1325842" y="5019153"/>
            <a:chExt cx="1254124" cy="1564224"/>
          </a:xfrm>
        </p:grpSpPr>
        <p:sp>
          <p:nvSpPr>
            <p:cNvPr id="27" name="Freeform 5">
              <a:extLst>
                <a:ext uri="{FF2B5EF4-FFF2-40B4-BE49-F238E27FC236}">
                  <a16:creationId xmlns:a16="http://schemas.microsoft.com/office/drawing/2014/main" id="{1FA805B8-AA4E-49A5-AE86-B1B8C65EA7D8}"/>
                </a:ext>
              </a:extLst>
            </p:cNvPr>
            <p:cNvSpPr>
              <a:spLocks noEditPoints="1"/>
            </p:cNvSpPr>
            <p:nvPr/>
          </p:nvSpPr>
          <p:spPr bwMode="auto">
            <a:xfrm>
              <a:off x="1325842" y="5019153"/>
              <a:ext cx="1254124" cy="1106000"/>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TextBox 27">
              <a:extLst>
                <a:ext uri="{FF2B5EF4-FFF2-40B4-BE49-F238E27FC236}">
                  <a16:creationId xmlns:a16="http://schemas.microsoft.com/office/drawing/2014/main" id="{DF97B47A-69C3-48BF-9FE3-99CF6AADA16D}"/>
                </a:ext>
              </a:extLst>
            </p:cNvPr>
            <p:cNvSpPr txBox="1"/>
            <p:nvPr/>
          </p:nvSpPr>
          <p:spPr>
            <a:xfrm>
              <a:off x="1460907" y="6244823"/>
              <a:ext cx="983993" cy="338554"/>
            </a:xfrm>
            <a:prstGeom prst="rect">
              <a:avLst/>
            </a:prstGeom>
            <a:noFill/>
          </p:spPr>
          <p:txBody>
            <a:bodyPr wrap="square" rtlCol="0">
              <a:spAutoFit/>
            </a:bodyPr>
            <a:lstStyle/>
            <a:p>
              <a:pPr algn="ctr" defTabSz="914049">
                <a:defRPr/>
              </a:pPr>
              <a:r>
                <a:rPr lang="en-US" sz="1600" b="1" kern="0" dirty="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WAF</a:t>
              </a:r>
            </a:p>
          </p:txBody>
        </p:sp>
      </p:grpSp>
      <p:grpSp>
        <p:nvGrpSpPr>
          <p:cNvPr id="3" name="Group 2">
            <a:extLst>
              <a:ext uri="{FF2B5EF4-FFF2-40B4-BE49-F238E27FC236}">
                <a16:creationId xmlns:a16="http://schemas.microsoft.com/office/drawing/2014/main" id="{326051BC-5C49-47FC-90ED-22257AEB08A4}"/>
              </a:ext>
            </a:extLst>
          </p:cNvPr>
          <p:cNvGrpSpPr/>
          <p:nvPr/>
        </p:nvGrpSpPr>
        <p:grpSpPr>
          <a:xfrm>
            <a:off x="6780080" y="2563396"/>
            <a:ext cx="2209800" cy="2293131"/>
            <a:chOff x="7306884" y="2359777"/>
            <a:chExt cx="2209800" cy="2293131"/>
          </a:xfrm>
        </p:grpSpPr>
        <p:sp>
          <p:nvSpPr>
            <p:cNvPr id="29" name="Rectangle 28">
              <a:extLst>
                <a:ext uri="{FF2B5EF4-FFF2-40B4-BE49-F238E27FC236}">
                  <a16:creationId xmlns:a16="http://schemas.microsoft.com/office/drawing/2014/main" id="{E71C8FE8-9EFA-4E3A-931E-2D85999D4D26}"/>
                </a:ext>
              </a:extLst>
            </p:cNvPr>
            <p:cNvSpPr/>
            <p:nvPr/>
          </p:nvSpPr>
          <p:spPr bwMode="auto">
            <a:xfrm>
              <a:off x="7306884" y="2359777"/>
              <a:ext cx="2209800" cy="2293131"/>
            </a:xfrm>
            <a:prstGeom prst="rect">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14049" fontAlgn="base">
                <a:lnSpc>
                  <a:spcPct val="90000"/>
                </a:lnSpc>
                <a:spcBef>
                  <a:spcPct val="0"/>
                </a:spcBef>
                <a:spcAft>
                  <a:spcPct val="0"/>
                </a:spcAft>
                <a:defRPr/>
              </a:pPr>
              <a:r>
                <a:rPr lang="en-US" sz="2000" b="1" kern="0" dirty="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Azure </a:t>
              </a:r>
              <a:br>
                <a:rPr lang="en-US" sz="2000" b="1" kern="0" dirty="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br>
              <a:r>
                <a:rPr lang="en-US" sz="2000" b="1" kern="0" dirty="0">
                  <a:gradFill>
                    <a:gsLst>
                      <a:gs pos="12658">
                        <a:schemeClr val="bg1"/>
                      </a:gs>
                      <a:gs pos="24000">
                        <a:schemeClr val="bg1"/>
                      </a:gs>
                    </a:gsLst>
                    <a:lin ang="5400000" scaled="0"/>
                  </a:gradFill>
                  <a:latin typeface="Segoe UI" panose="020B0502040204020203" pitchFamily="34" charset="0"/>
                  <a:cs typeface="Segoe UI" panose="020B0502040204020203" pitchFamily="34" charset="0"/>
                </a:rPr>
                <a:t>Monitor</a:t>
              </a:r>
            </a:p>
          </p:txBody>
        </p:sp>
        <p:sp>
          <p:nvSpPr>
            <p:cNvPr id="33" name="Rectangle 32">
              <a:extLst>
                <a:ext uri="{FF2B5EF4-FFF2-40B4-BE49-F238E27FC236}">
                  <a16:creationId xmlns:a16="http://schemas.microsoft.com/office/drawing/2014/main" id="{DCA37381-341D-4885-A63B-635C98FEAB5B}"/>
                </a:ext>
              </a:extLst>
            </p:cNvPr>
            <p:cNvSpPr/>
            <p:nvPr/>
          </p:nvSpPr>
          <p:spPr bwMode="auto">
            <a:xfrm>
              <a:off x="7544063" y="3901114"/>
              <a:ext cx="1735443" cy="517065"/>
            </a:xfrm>
            <a:prstGeom prst="rect">
              <a:avLst/>
            </a:prstGeom>
            <a:solidFill>
              <a:schemeClr val="accent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spAutoFit/>
            </a:bodyPr>
            <a:lstStyle/>
            <a:p>
              <a:pPr algn="ctr" defTabSz="932472" fontAlgn="base">
                <a:lnSpc>
                  <a:spcPct val="90000"/>
                </a:lnSpc>
                <a:spcBef>
                  <a:spcPct val="0"/>
                </a:spcBef>
                <a:spcAft>
                  <a:spcPct val="0"/>
                </a:spcAft>
              </a:pPr>
              <a:r>
                <a:rPr lang="en-US" sz="1600" b="1" dirty="0">
                  <a:gradFill>
                    <a:gsLst>
                      <a:gs pos="0">
                        <a:srgbClr val="FFFFFF"/>
                      </a:gs>
                      <a:gs pos="100000">
                        <a:srgbClr val="FFFFFF"/>
                      </a:gs>
                    </a:gsLst>
                    <a:lin ang="5400000" scaled="0"/>
                  </a:gradFill>
                  <a:latin typeface="Segoe UI" panose="020B0502040204020203" pitchFamily="34" charset="0"/>
                  <a:ea typeface="Segoe UI" panose="020B0502040204020203" pitchFamily="34" charset="0"/>
                  <a:cs typeface="Segoe UI" panose="020B0502040204020203" pitchFamily="34" charset="0"/>
                </a:rPr>
                <a:t>WAF log</a:t>
              </a:r>
            </a:p>
          </p:txBody>
        </p:sp>
        <p:sp>
          <p:nvSpPr>
            <p:cNvPr id="59" name="speedometer_2">
              <a:extLst>
                <a:ext uri="{FF2B5EF4-FFF2-40B4-BE49-F238E27FC236}">
                  <a16:creationId xmlns:a16="http://schemas.microsoft.com/office/drawing/2014/main" id="{643D0206-5909-40A7-9F0D-F76B8FADDBDF}"/>
                </a:ext>
              </a:extLst>
            </p:cNvPr>
            <p:cNvSpPr>
              <a:spLocks noChangeAspect="1" noEditPoints="1"/>
            </p:cNvSpPr>
            <p:nvPr/>
          </p:nvSpPr>
          <p:spPr bwMode="auto">
            <a:xfrm>
              <a:off x="8194199" y="3237904"/>
              <a:ext cx="437162" cy="43716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9050" cap="sq">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 name="Group 47">
            <a:extLst>
              <a:ext uri="{FF2B5EF4-FFF2-40B4-BE49-F238E27FC236}">
                <a16:creationId xmlns:a16="http://schemas.microsoft.com/office/drawing/2014/main" id="{F2A5C2F1-4931-4E9A-A867-7148C99CA6F7}"/>
              </a:ext>
            </a:extLst>
          </p:cNvPr>
          <p:cNvGrpSpPr/>
          <p:nvPr/>
        </p:nvGrpSpPr>
        <p:grpSpPr>
          <a:xfrm>
            <a:off x="8752702" y="1494384"/>
            <a:ext cx="1728180" cy="2868882"/>
            <a:chOff x="8752702" y="1494384"/>
            <a:chExt cx="1728180" cy="2868882"/>
          </a:xfrm>
        </p:grpSpPr>
        <p:cxnSp>
          <p:nvCxnSpPr>
            <p:cNvPr id="16" name="Connector: Elbow 15">
              <a:extLst>
                <a:ext uri="{FF2B5EF4-FFF2-40B4-BE49-F238E27FC236}">
                  <a16:creationId xmlns:a16="http://schemas.microsoft.com/office/drawing/2014/main" id="{57D17FBF-F52C-42F2-AC94-117F4591596D}"/>
                </a:ext>
              </a:extLst>
            </p:cNvPr>
            <p:cNvCxnSpPr>
              <a:stCxn id="33" idx="3"/>
              <a:endCxn id="9" idx="1"/>
            </p:cNvCxnSpPr>
            <p:nvPr/>
          </p:nvCxnSpPr>
          <p:spPr>
            <a:xfrm flipV="1">
              <a:off x="8752702" y="1494384"/>
              <a:ext cx="1728180" cy="2868882"/>
            </a:xfrm>
            <a:prstGeom prst="bentConnector3">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F2B6DB1-F6FE-4759-9D58-A8C5DBC4449C}"/>
                </a:ext>
              </a:extLst>
            </p:cNvPr>
            <p:cNvCxnSpPr>
              <a:stCxn id="33" idx="3"/>
              <a:endCxn id="11" idx="1"/>
            </p:cNvCxnSpPr>
            <p:nvPr/>
          </p:nvCxnSpPr>
          <p:spPr>
            <a:xfrm flipV="1">
              <a:off x="8752702" y="2217541"/>
              <a:ext cx="1728180" cy="2145725"/>
            </a:xfrm>
            <a:prstGeom prst="bentConnector3">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43CCFB4-FF8D-4A4B-84B6-E0E6C2997F1D}"/>
                </a:ext>
              </a:extLst>
            </p:cNvPr>
            <p:cNvCxnSpPr>
              <a:stCxn id="33" idx="3"/>
              <a:endCxn id="12" idx="1"/>
            </p:cNvCxnSpPr>
            <p:nvPr/>
          </p:nvCxnSpPr>
          <p:spPr>
            <a:xfrm flipV="1">
              <a:off x="8752702" y="2995219"/>
              <a:ext cx="1728180" cy="1368047"/>
            </a:xfrm>
            <a:prstGeom prst="bentConnector3">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7FD1FB72-8941-4743-96DA-55E1031864A3}"/>
                </a:ext>
              </a:extLst>
            </p:cNvPr>
            <p:cNvCxnSpPr>
              <a:stCxn id="33" idx="3"/>
              <a:endCxn id="40" idx="1"/>
            </p:cNvCxnSpPr>
            <p:nvPr/>
          </p:nvCxnSpPr>
          <p:spPr>
            <a:xfrm flipV="1">
              <a:off x="8752702" y="4180036"/>
              <a:ext cx="1725531" cy="183230"/>
            </a:xfrm>
            <a:prstGeom prst="bentConnector3">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grpSp>
      <p:cxnSp>
        <p:nvCxnSpPr>
          <p:cNvPr id="41" name="Straight Arrow Connector 40">
            <a:extLst>
              <a:ext uri="{FF2B5EF4-FFF2-40B4-BE49-F238E27FC236}">
                <a16:creationId xmlns:a16="http://schemas.microsoft.com/office/drawing/2014/main" id="{1F444E91-8303-4030-B777-E7F3FC6EF1B0}"/>
              </a:ext>
            </a:extLst>
          </p:cNvPr>
          <p:cNvCxnSpPr>
            <a:stCxn id="40" idx="2"/>
            <a:endCxn id="50" idx="0"/>
          </p:cNvCxnSpPr>
          <p:nvPr/>
        </p:nvCxnSpPr>
        <p:spPr>
          <a:xfrm>
            <a:off x="11244789" y="4561036"/>
            <a:ext cx="0" cy="648895"/>
          </a:xfrm>
          <a:prstGeom prst="straightConnector1">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BDCC1FAF-37AB-461F-96E5-01A27899758B}"/>
              </a:ext>
            </a:extLst>
          </p:cNvPr>
          <p:cNvCxnSpPr>
            <a:endCxn id="29" idx="0"/>
          </p:cNvCxnSpPr>
          <p:nvPr/>
        </p:nvCxnSpPr>
        <p:spPr>
          <a:xfrm rot="16200000" flipH="1">
            <a:off x="7474172" y="2152588"/>
            <a:ext cx="820668" cy="947"/>
          </a:xfrm>
          <a:prstGeom prst="bentConnector3">
            <a:avLst>
              <a:gd name="adj1" fmla="val 50000"/>
            </a:avLst>
          </a:prstGeom>
          <a:ln w="25400">
            <a:solidFill>
              <a:schemeClr val="bg1"/>
            </a:solidFill>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bwMode="auto">
          <a:xfrm>
            <a:off x="6303818" y="244409"/>
            <a:ext cx="6012873" cy="637641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4" name="Picture 23">
            <a:extLst>
              <a:ext uri="{FF2B5EF4-FFF2-40B4-BE49-F238E27FC236}">
                <a16:creationId xmlns:a16="http://schemas.microsoft.com/office/drawing/2014/main" id="{56A07B3F-E2EE-4745-9897-02439E8B3DF6}"/>
              </a:ext>
            </a:extLst>
          </p:cNvPr>
          <p:cNvPicPr>
            <a:picLocks noChangeAspect="1"/>
          </p:cNvPicPr>
          <p:nvPr/>
        </p:nvPicPr>
        <p:blipFill>
          <a:blip r:embed="rId3"/>
          <a:stretch>
            <a:fillRect/>
          </a:stretch>
        </p:blipFill>
        <p:spPr>
          <a:xfrm>
            <a:off x="6248281" y="1263714"/>
            <a:ext cx="6194769" cy="3982266"/>
          </a:xfrm>
          <a:prstGeom prst="rect">
            <a:avLst/>
          </a:prstGeom>
        </p:spPr>
      </p:pic>
    </p:spTree>
    <p:extLst>
      <p:ext uri="{BB962C8B-B14F-4D97-AF65-F5344CB8AC3E}">
        <p14:creationId xmlns:p14="http://schemas.microsoft.com/office/powerpoint/2010/main" val="2107159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par>
                                <p:cTn id="8" presetID="22" presetClass="entr" presetSubtype="1" fill="hold" nodeType="withEffect">
                                  <p:stCondLst>
                                    <p:cond delay="400"/>
                                  </p:stCondLst>
                                  <p:childTnLst>
                                    <p:set>
                                      <p:cBhvr>
                                        <p:cTn id="9" dur="1" fill="hold">
                                          <p:stCondLst>
                                            <p:cond delay="0"/>
                                          </p:stCondLst>
                                        </p:cTn>
                                        <p:tgtEl>
                                          <p:spTgt spid="41"/>
                                        </p:tgtEl>
                                        <p:attrNameLst>
                                          <p:attrName>style.visibility</p:attrName>
                                        </p:attrNameLst>
                                      </p:cBhvr>
                                      <p:to>
                                        <p:strVal val="visible"/>
                                      </p:to>
                                    </p:set>
                                    <p:animEffect transition="in" filter="wipe(up)">
                                      <p:cBhvr>
                                        <p:cTn id="10" dur="500"/>
                                        <p:tgtEl>
                                          <p:spTgt spid="41"/>
                                        </p:tgtEl>
                                      </p:cBhvr>
                                    </p:animEffect>
                                  </p:childTnLst>
                                </p:cTn>
                              </p:par>
                              <p:par>
                                <p:cTn id="11" presetID="22" presetClass="entr" presetSubtype="1"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25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16="http://schemas.microsoft.com/office/drawing/2014/main" xmlns:a14="http://schemas.microsoft.com/office/drawing/2010/main" xmlns:asvg="http://schemas.microsoft.com/office/drawing/2016/SVG/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131">
            <a:extLst>
              <a:ext uri="{FF2B5EF4-FFF2-40B4-BE49-F238E27FC236}">
                <a16:creationId xmlns:a16="http://schemas.microsoft.com/office/drawing/2014/main" id="{17A5AF85-C29A-4B97-8A36-C12D0D76C118}"/>
              </a:ext>
            </a:extLst>
          </p:cNvPr>
          <p:cNvSpPr/>
          <p:nvPr/>
        </p:nvSpPr>
        <p:spPr bwMode="auto">
          <a:xfrm>
            <a:off x="0" y="1211263"/>
            <a:ext cx="12436475" cy="5783262"/>
          </a:xfrm>
          <a:prstGeom prst="rect">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03" name="people_12">
            <a:extLst>
              <a:ext uri="{FF2B5EF4-FFF2-40B4-BE49-F238E27FC236}">
                <a16:creationId xmlns:a16="http://schemas.microsoft.com/office/drawing/2014/main" id="{B1FBDDCC-9AD2-4DC7-A5D7-1C37D628FC9C}"/>
              </a:ext>
            </a:extLst>
          </p:cNvPr>
          <p:cNvSpPr>
            <a:spLocks noChangeAspect="1" noEditPoints="1"/>
          </p:cNvSpPr>
          <p:nvPr/>
        </p:nvSpPr>
        <p:spPr bwMode="auto">
          <a:xfrm>
            <a:off x="10985225" y="1533024"/>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02" name="people_12">
            <a:extLst>
              <a:ext uri="{FF2B5EF4-FFF2-40B4-BE49-F238E27FC236}">
                <a16:creationId xmlns:a16="http://schemas.microsoft.com/office/drawing/2014/main" id="{85C8FF10-9CE3-4B4D-B3D2-04B3EB11F049}"/>
              </a:ext>
            </a:extLst>
          </p:cNvPr>
          <p:cNvSpPr>
            <a:spLocks noChangeAspect="1" noEditPoints="1"/>
          </p:cNvSpPr>
          <p:nvPr/>
        </p:nvSpPr>
        <p:spPr bwMode="auto">
          <a:xfrm>
            <a:off x="5898881" y="1664451"/>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197" name="people_12">
            <a:extLst>
              <a:ext uri="{FF2B5EF4-FFF2-40B4-BE49-F238E27FC236}">
                <a16:creationId xmlns:a16="http://schemas.microsoft.com/office/drawing/2014/main" id="{AD308BFC-CA68-4582-873D-C7144F30840E}"/>
              </a:ext>
            </a:extLst>
          </p:cNvPr>
          <p:cNvSpPr>
            <a:spLocks noChangeAspect="1" noEditPoints="1"/>
          </p:cNvSpPr>
          <p:nvPr/>
        </p:nvSpPr>
        <p:spPr bwMode="auto">
          <a:xfrm>
            <a:off x="1922060" y="1713933"/>
            <a:ext cx="519423" cy="443159"/>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53535"/>
              </a:solidFill>
              <a:effectLst/>
              <a:uLnTx/>
              <a:uFillTx/>
              <a:latin typeface="Segoe UI Semilight"/>
              <a:ea typeface="+mn-ea"/>
              <a:cs typeface="+mn-cs"/>
            </a:endParaRPr>
          </a:p>
        </p:txBody>
      </p:sp>
      <p:sp>
        <p:nvSpPr>
          <p:cNvPr id="2" name="Title 1">
            <a:extLst>
              <a:ext uri="{FF2B5EF4-FFF2-40B4-BE49-F238E27FC236}">
                <a16:creationId xmlns:a16="http://schemas.microsoft.com/office/drawing/2014/main" id="{855CA326-2805-4E9F-BE9A-20ACB1EFA35B}"/>
              </a:ext>
            </a:extLst>
          </p:cNvPr>
          <p:cNvSpPr>
            <a:spLocks noGrp="1"/>
          </p:cNvSpPr>
          <p:nvPr>
            <p:ph type="title"/>
          </p:nvPr>
        </p:nvSpPr>
        <p:spPr/>
        <p:txBody>
          <a:bodyPr/>
          <a:lstStyle/>
          <a:p>
            <a:r>
              <a:rPr lang="en-US" dirty="0"/>
              <a:t>Load balancing scenarios</a:t>
            </a:r>
          </a:p>
        </p:txBody>
      </p:sp>
      <p:grpSp>
        <p:nvGrpSpPr>
          <p:cNvPr id="131" name="Group 130">
            <a:extLst>
              <a:ext uri="{FF2B5EF4-FFF2-40B4-BE49-F238E27FC236}">
                <a16:creationId xmlns:a16="http://schemas.microsoft.com/office/drawing/2014/main" id="{91B7506E-7B74-402A-9880-F60A459CAEBF}"/>
              </a:ext>
            </a:extLst>
          </p:cNvPr>
          <p:cNvGrpSpPr>
            <a:grpSpLocks noChangeAspect="1"/>
          </p:cNvGrpSpPr>
          <p:nvPr/>
        </p:nvGrpSpPr>
        <p:grpSpPr>
          <a:xfrm>
            <a:off x="655562" y="2531206"/>
            <a:ext cx="1408412" cy="2611002"/>
            <a:chOff x="2576228" y="1715389"/>
            <a:chExt cx="1808919" cy="3353492"/>
          </a:xfrm>
        </p:grpSpPr>
        <p:pic>
          <p:nvPicPr>
            <p:cNvPr id="58" name="Graphic 57">
              <a:extLst>
                <a:ext uri="{FF2B5EF4-FFF2-40B4-BE49-F238E27FC236}">
                  <a16:creationId xmlns:a16="http://schemas.microsoft.com/office/drawing/2014/main" id="{0E66B4DD-F168-487C-B7D8-55268115FB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0804" y="2006951"/>
              <a:ext cx="497889" cy="480227"/>
            </a:xfrm>
            <a:prstGeom prst="rect">
              <a:avLst/>
            </a:prstGeom>
          </p:spPr>
        </p:pic>
        <p:cxnSp>
          <p:nvCxnSpPr>
            <p:cNvPr id="59" name="Straight Connector 58">
              <a:extLst>
                <a:ext uri="{FF2B5EF4-FFF2-40B4-BE49-F238E27FC236}">
                  <a16:creationId xmlns:a16="http://schemas.microsoft.com/office/drawing/2014/main" id="{F494FE66-846D-473D-9AF8-1E5936E0CC07}"/>
                </a:ext>
              </a:extLst>
            </p:cNvPr>
            <p:cNvCxnSpPr/>
            <p:nvPr/>
          </p:nvCxnSpPr>
          <p:spPr>
            <a:xfrm>
              <a:off x="3682143" y="1715389"/>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61" name="Graphic 60">
              <a:extLst>
                <a:ext uri="{FF2B5EF4-FFF2-40B4-BE49-F238E27FC236}">
                  <a16:creationId xmlns:a16="http://schemas.microsoft.com/office/drawing/2014/main" id="{84A83F7E-21C7-4FD4-ACE3-2BD8572C72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6640" y="2731737"/>
              <a:ext cx="493584" cy="476075"/>
            </a:xfrm>
            <a:prstGeom prst="rect">
              <a:avLst/>
            </a:prstGeom>
          </p:spPr>
        </p:pic>
        <p:pic>
          <p:nvPicPr>
            <p:cNvPr id="62" name="Graphic 61">
              <a:extLst>
                <a:ext uri="{FF2B5EF4-FFF2-40B4-BE49-F238E27FC236}">
                  <a16:creationId xmlns:a16="http://schemas.microsoft.com/office/drawing/2014/main" id="{7D80DB4B-5875-4C02-BE54-E49E4CFFC4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91563" y="2731737"/>
              <a:ext cx="493584" cy="476075"/>
            </a:xfrm>
            <a:prstGeom prst="rect">
              <a:avLst/>
            </a:prstGeom>
          </p:spPr>
        </p:pic>
        <p:cxnSp>
          <p:nvCxnSpPr>
            <p:cNvPr id="65" name="Straight Arrow Connector 64">
              <a:extLst>
                <a:ext uri="{FF2B5EF4-FFF2-40B4-BE49-F238E27FC236}">
                  <a16:creationId xmlns:a16="http://schemas.microsoft.com/office/drawing/2014/main" id="{7607F02F-660C-4886-B020-673B73C875BE}"/>
                </a:ext>
              </a:extLst>
            </p:cNvPr>
            <p:cNvCxnSpPr/>
            <p:nvPr/>
          </p:nvCxnSpPr>
          <p:spPr>
            <a:xfrm flipH="1">
              <a:off x="3417706"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EFBC07E-9EF2-4A06-B1F0-E0B7151399BD}"/>
                </a:ext>
              </a:extLst>
            </p:cNvPr>
            <p:cNvCxnSpPr>
              <a:cxnSpLocks/>
            </p:cNvCxnSpPr>
            <p:nvPr/>
          </p:nvCxnSpPr>
          <p:spPr>
            <a:xfrm>
              <a:off x="3839510" y="2459323"/>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1D8250C-668F-4C8B-87B9-6B62D5704ED0}"/>
                </a:ext>
              </a:extLst>
            </p:cNvPr>
            <p:cNvCxnSpPr/>
            <p:nvPr/>
          </p:nvCxnSpPr>
          <p:spPr>
            <a:xfrm flipH="1">
              <a:off x="3810054" y="3230970"/>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43B1BEA-B6C9-4212-A07C-95626A33EEA7}"/>
                </a:ext>
              </a:extLst>
            </p:cNvPr>
            <p:cNvCxnSpPr>
              <a:cxnSpLocks/>
            </p:cNvCxnSpPr>
            <p:nvPr/>
          </p:nvCxnSpPr>
          <p:spPr>
            <a:xfrm>
              <a:off x="3440804" y="323735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72" name="Graphic 71">
              <a:extLst>
                <a:ext uri="{FF2B5EF4-FFF2-40B4-BE49-F238E27FC236}">
                  <a16:creationId xmlns:a16="http://schemas.microsoft.com/office/drawing/2014/main" id="{E601998B-476F-4C71-968F-8CBDE01EB2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3608" y="3505619"/>
              <a:ext cx="497889" cy="480227"/>
            </a:xfrm>
            <a:prstGeom prst="rect">
              <a:avLst/>
            </a:prstGeom>
          </p:spPr>
        </p:pic>
        <p:cxnSp>
          <p:nvCxnSpPr>
            <p:cNvPr id="73" name="Straight Arrow Connector 72">
              <a:extLst>
                <a:ext uri="{FF2B5EF4-FFF2-40B4-BE49-F238E27FC236}">
                  <a16:creationId xmlns:a16="http://schemas.microsoft.com/office/drawing/2014/main" id="{71CA2EC9-C6A4-47E0-A236-3AF6E3D33B4E}"/>
                </a:ext>
              </a:extLst>
            </p:cNvPr>
            <p:cNvCxnSpPr>
              <a:cxnSpLocks/>
            </p:cNvCxnSpPr>
            <p:nvPr/>
          </p:nvCxnSpPr>
          <p:spPr>
            <a:xfrm>
              <a:off x="3822858" y="3985847"/>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0840F5E-091A-4497-A86C-1F1D70DA53BC}"/>
                </a:ext>
              </a:extLst>
            </p:cNvPr>
            <p:cNvCxnSpPr>
              <a:cxnSpLocks/>
            </p:cNvCxnSpPr>
            <p:nvPr/>
          </p:nvCxnSpPr>
          <p:spPr>
            <a:xfrm flipH="1">
              <a:off x="3453608" y="399223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4" name="Graphic 103">
              <a:extLst>
                <a:ext uri="{FF2B5EF4-FFF2-40B4-BE49-F238E27FC236}">
                  <a16:creationId xmlns:a16="http://schemas.microsoft.com/office/drawing/2014/main" id="{8BB73DC5-5491-46C4-8A23-9F308BB09A2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014368" y="4248910"/>
              <a:ext cx="466654" cy="466653"/>
            </a:xfrm>
            <a:prstGeom prst="rect">
              <a:avLst/>
            </a:prstGeom>
          </p:spPr>
        </p:pic>
        <p:pic>
          <p:nvPicPr>
            <p:cNvPr id="116" name="Graphic 115">
              <a:extLst>
                <a:ext uri="{FF2B5EF4-FFF2-40B4-BE49-F238E27FC236}">
                  <a16:creationId xmlns:a16="http://schemas.microsoft.com/office/drawing/2014/main" id="{18276B2B-F5F4-48C1-8157-CF0C0E76CB1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918493" y="4242522"/>
              <a:ext cx="466654" cy="466653"/>
            </a:xfrm>
            <a:prstGeom prst="rect">
              <a:avLst/>
            </a:prstGeom>
          </p:spPr>
        </p:pic>
        <p:pic>
          <p:nvPicPr>
            <p:cNvPr id="118" name="Graphic 117">
              <a:extLst>
                <a:ext uri="{FF2B5EF4-FFF2-40B4-BE49-F238E27FC236}">
                  <a16:creationId xmlns:a16="http://schemas.microsoft.com/office/drawing/2014/main" id="{4C14FE52-0549-4962-BA1F-84F1BD8916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76228" y="4326329"/>
              <a:ext cx="876711" cy="677458"/>
            </a:xfrm>
            <a:prstGeom prst="rect">
              <a:avLst/>
            </a:prstGeom>
          </p:spPr>
        </p:pic>
        <p:sp>
          <p:nvSpPr>
            <p:cNvPr id="119" name="TextBox 118">
              <a:extLst>
                <a:ext uri="{FF2B5EF4-FFF2-40B4-BE49-F238E27FC236}">
                  <a16:creationId xmlns:a16="http://schemas.microsoft.com/office/drawing/2014/main" id="{7DAA2FF4-BDB3-4C59-8B96-A3AFD1F6250C}"/>
                </a:ext>
              </a:extLst>
            </p:cNvPr>
            <p:cNvSpPr txBox="1"/>
            <p:nvPr/>
          </p:nvSpPr>
          <p:spPr>
            <a:xfrm>
              <a:off x="2696390"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21" name="Graphic 120">
              <a:extLst>
                <a:ext uri="{FF2B5EF4-FFF2-40B4-BE49-F238E27FC236}">
                  <a16:creationId xmlns:a16="http://schemas.microsoft.com/office/drawing/2014/main" id="{29DAA5D1-EFAF-447E-9174-59977E02C6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68596" y="4326329"/>
              <a:ext cx="876711" cy="677458"/>
            </a:xfrm>
            <a:prstGeom prst="rect">
              <a:avLst/>
            </a:prstGeom>
          </p:spPr>
        </p:pic>
        <p:sp>
          <p:nvSpPr>
            <p:cNvPr id="122" name="TextBox 121">
              <a:extLst>
                <a:ext uri="{FF2B5EF4-FFF2-40B4-BE49-F238E27FC236}">
                  <a16:creationId xmlns:a16="http://schemas.microsoft.com/office/drawing/2014/main" id="{E3E0D580-382B-48DA-9AA0-EACA6C11918F}"/>
                </a:ext>
              </a:extLst>
            </p:cNvPr>
            <p:cNvSpPr txBox="1"/>
            <p:nvPr/>
          </p:nvSpPr>
          <p:spPr>
            <a:xfrm>
              <a:off x="3588758" y="4511509"/>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grpSp>
      <p:sp>
        <p:nvSpPr>
          <p:cNvPr id="123" name="TextBox 122">
            <a:extLst>
              <a:ext uri="{FF2B5EF4-FFF2-40B4-BE49-F238E27FC236}">
                <a16:creationId xmlns:a16="http://schemas.microsoft.com/office/drawing/2014/main" id="{E0BF601C-EE81-49BE-896B-952E3443DC48}"/>
              </a:ext>
            </a:extLst>
          </p:cNvPr>
          <p:cNvSpPr txBox="1"/>
          <p:nvPr/>
        </p:nvSpPr>
        <p:spPr>
          <a:xfrm>
            <a:off x="727657" y="5273701"/>
            <a:ext cx="1556195" cy="1126462"/>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p:txBody>
      </p:sp>
      <p:grpSp>
        <p:nvGrpSpPr>
          <p:cNvPr id="152" name="Group 151">
            <a:extLst>
              <a:ext uri="{FF2B5EF4-FFF2-40B4-BE49-F238E27FC236}">
                <a16:creationId xmlns:a16="http://schemas.microsoft.com/office/drawing/2014/main" id="{5FEC28BE-37DE-472C-84E2-2212C7642AC8}"/>
              </a:ext>
            </a:extLst>
          </p:cNvPr>
          <p:cNvGrpSpPr>
            <a:grpSpLocks noChangeAspect="1"/>
          </p:cNvGrpSpPr>
          <p:nvPr/>
        </p:nvGrpSpPr>
        <p:grpSpPr>
          <a:xfrm>
            <a:off x="4628167" y="2485804"/>
            <a:ext cx="1408412" cy="2611002"/>
            <a:chOff x="5048559" y="1713190"/>
            <a:chExt cx="1808919" cy="3353492"/>
          </a:xfrm>
        </p:grpSpPr>
        <p:cxnSp>
          <p:nvCxnSpPr>
            <p:cNvPr id="134" name="Straight Connector 133">
              <a:extLst>
                <a:ext uri="{FF2B5EF4-FFF2-40B4-BE49-F238E27FC236}">
                  <a16:creationId xmlns:a16="http://schemas.microsoft.com/office/drawing/2014/main" id="{6A81FDC0-37BB-4263-9059-D0604974D471}"/>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35" name="Graphic 134">
              <a:extLst>
                <a:ext uri="{FF2B5EF4-FFF2-40B4-BE49-F238E27FC236}">
                  <a16:creationId xmlns:a16="http://schemas.microsoft.com/office/drawing/2014/main" id="{8BB30018-A1AA-4236-9907-A48AD4F90B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36" name="Graphic 135">
              <a:extLst>
                <a:ext uri="{FF2B5EF4-FFF2-40B4-BE49-F238E27FC236}">
                  <a16:creationId xmlns:a16="http://schemas.microsoft.com/office/drawing/2014/main" id="{4309052E-1AD1-4F25-89C0-8662FD2DEE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37" name="Straight Arrow Connector 136">
              <a:extLst>
                <a:ext uri="{FF2B5EF4-FFF2-40B4-BE49-F238E27FC236}">
                  <a16:creationId xmlns:a16="http://schemas.microsoft.com/office/drawing/2014/main" id="{8C8BDE70-F3F0-4724-9B24-3887D3420310}"/>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67351AF6-9155-4AFC-863A-CF4D391CDB14}"/>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3F04EFA1-176F-436B-97D4-E78960F3012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E6AA9936-7A85-4C69-8AEF-A59293E6E1FB}"/>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1" name="Graphic 140">
              <a:extLst>
                <a:ext uri="{FF2B5EF4-FFF2-40B4-BE49-F238E27FC236}">
                  <a16:creationId xmlns:a16="http://schemas.microsoft.com/office/drawing/2014/main" id="{0408BD07-F364-46F9-AA9D-03B5628C97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42" name="Straight Arrow Connector 141">
              <a:extLst>
                <a:ext uri="{FF2B5EF4-FFF2-40B4-BE49-F238E27FC236}">
                  <a16:creationId xmlns:a16="http://schemas.microsoft.com/office/drawing/2014/main" id="{BFFEA94A-001A-44B8-9CAC-C59E0ED3EA79}"/>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3E26951-489F-43E1-9102-25C38FEB8E4E}"/>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44" name="Graphic 143">
              <a:extLst>
                <a:ext uri="{FF2B5EF4-FFF2-40B4-BE49-F238E27FC236}">
                  <a16:creationId xmlns:a16="http://schemas.microsoft.com/office/drawing/2014/main" id="{EA14E2FF-088B-4B56-9D96-74976C52507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45" name="Graphic 144">
              <a:extLst>
                <a:ext uri="{FF2B5EF4-FFF2-40B4-BE49-F238E27FC236}">
                  <a16:creationId xmlns:a16="http://schemas.microsoft.com/office/drawing/2014/main" id="{20CE7B5A-C0B0-4C67-BE80-6D20191D8FA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46" name="Graphic 145">
              <a:extLst>
                <a:ext uri="{FF2B5EF4-FFF2-40B4-BE49-F238E27FC236}">
                  <a16:creationId xmlns:a16="http://schemas.microsoft.com/office/drawing/2014/main" id="{8E38057E-D96D-47DE-AF01-FD93AA0BC6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47" name="TextBox 146">
              <a:extLst>
                <a:ext uri="{FF2B5EF4-FFF2-40B4-BE49-F238E27FC236}">
                  <a16:creationId xmlns:a16="http://schemas.microsoft.com/office/drawing/2014/main" id="{AE45CF01-1807-4ECA-A394-7A0F95250CD6}"/>
                </a:ext>
              </a:extLst>
            </p:cNvPr>
            <p:cNvSpPr txBox="1"/>
            <p:nvPr/>
          </p:nvSpPr>
          <p:spPr>
            <a:xfrm>
              <a:off x="516045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48" name="Graphic 147">
              <a:extLst>
                <a:ext uri="{FF2B5EF4-FFF2-40B4-BE49-F238E27FC236}">
                  <a16:creationId xmlns:a16="http://schemas.microsoft.com/office/drawing/2014/main" id="{1206483B-D90C-4030-9882-B44E485415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49" name="TextBox 148">
              <a:extLst>
                <a:ext uri="{FF2B5EF4-FFF2-40B4-BE49-F238E27FC236}">
                  <a16:creationId xmlns:a16="http://schemas.microsoft.com/office/drawing/2014/main" id="{3A744F1A-6E82-4411-9BF4-30608A53481E}"/>
                </a:ext>
              </a:extLst>
            </p:cNvPr>
            <p:cNvSpPr txBox="1"/>
            <p:nvPr/>
          </p:nvSpPr>
          <p:spPr>
            <a:xfrm>
              <a:off x="605282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30" name="Graphic 129">
              <a:extLst>
                <a:ext uri="{FF2B5EF4-FFF2-40B4-BE49-F238E27FC236}">
                  <a16:creationId xmlns:a16="http://schemas.microsoft.com/office/drawing/2014/main" id="{DCB98A47-0D0C-41A5-9DD6-AF5CF84B8C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sp>
        <p:nvSpPr>
          <p:cNvPr id="150" name="TextBox 149">
            <a:extLst>
              <a:ext uri="{FF2B5EF4-FFF2-40B4-BE49-F238E27FC236}">
                <a16:creationId xmlns:a16="http://schemas.microsoft.com/office/drawing/2014/main" id="{F365A463-94C3-4793-AFF5-D794FB4E79AB}"/>
              </a:ext>
            </a:extLst>
          </p:cNvPr>
          <p:cNvSpPr txBox="1"/>
          <p:nvPr/>
        </p:nvSpPr>
        <p:spPr>
          <a:xfrm>
            <a:off x="4622252" y="5230498"/>
            <a:ext cx="1730090" cy="1541961"/>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Scalable</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Redundant</a:t>
            </a:r>
          </a:p>
          <a:p>
            <a:pPr marL="0" marR="0" lvl="0" indent="0" algn="ctr" defTabSz="932742"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53535"/>
                </a:solidFill>
                <a:effectLst/>
                <a:uLnTx/>
                <a:uFillTx/>
                <a:latin typeface="Segoe UI" panose="020B0502040204020203" pitchFamily="34" charset="0"/>
                <a:ea typeface="+mn-ea"/>
                <a:cs typeface="Segoe UI" panose="020B0502040204020203" pitchFamily="34" charset="0"/>
              </a:rPr>
              <a:t>+ Protection</a:t>
            </a:r>
          </a:p>
        </p:txBody>
      </p:sp>
      <p:grpSp>
        <p:nvGrpSpPr>
          <p:cNvPr id="153" name="Group 152">
            <a:extLst>
              <a:ext uri="{FF2B5EF4-FFF2-40B4-BE49-F238E27FC236}">
                <a16:creationId xmlns:a16="http://schemas.microsoft.com/office/drawing/2014/main" id="{C9B59987-47A7-42C3-910C-32F5C69C1254}"/>
              </a:ext>
            </a:extLst>
          </p:cNvPr>
          <p:cNvGrpSpPr>
            <a:grpSpLocks noChangeAspect="1"/>
          </p:cNvGrpSpPr>
          <p:nvPr/>
        </p:nvGrpSpPr>
        <p:grpSpPr>
          <a:xfrm>
            <a:off x="8393370" y="2565807"/>
            <a:ext cx="1408412" cy="2611002"/>
            <a:chOff x="5048559" y="1713190"/>
            <a:chExt cx="1808919" cy="3353492"/>
          </a:xfrm>
        </p:grpSpPr>
        <p:cxnSp>
          <p:nvCxnSpPr>
            <p:cNvPr id="154" name="Straight Connector 153">
              <a:extLst>
                <a:ext uri="{FF2B5EF4-FFF2-40B4-BE49-F238E27FC236}">
                  <a16:creationId xmlns:a16="http://schemas.microsoft.com/office/drawing/2014/main" id="{1944B295-4E1F-4C46-AAD9-C58775BF0E5D}"/>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55" name="Graphic 154">
              <a:extLst>
                <a:ext uri="{FF2B5EF4-FFF2-40B4-BE49-F238E27FC236}">
                  <a16:creationId xmlns:a16="http://schemas.microsoft.com/office/drawing/2014/main" id="{366A1678-37D3-4B63-8B58-8766C8DB8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56" name="Graphic 155">
              <a:extLst>
                <a:ext uri="{FF2B5EF4-FFF2-40B4-BE49-F238E27FC236}">
                  <a16:creationId xmlns:a16="http://schemas.microsoft.com/office/drawing/2014/main" id="{5E2F295F-E1A7-4840-942F-6D4E8B55D3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57" name="Straight Arrow Connector 156">
              <a:extLst>
                <a:ext uri="{FF2B5EF4-FFF2-40B4-BE49-F238E27FC236}">
                  <a16:creationId xmlns:a16="http://schemas.microsoft.com/office/drawing/2014/main" id="{7F33B821-121C-4693-9BF3-8BE9E5EC800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5DFE7D97-BBBD-4914-BB22-425D4C064E51}"/>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8639DA55-E0A6-47B0-9475-12E3C41D2E1F}"/>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FFAA91A5-1682-450D-ADF6-3DE4B2B27815}"/>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1" name="Graphic 160">
              <a:extLst>
                <a:ext uri="{FF2B5EF4-FFF2-40B4-BE49-F238E27FC236}">
                  <a16:creationId xmlns:a16="http://schemas.microsoft.com/office/drawing/2014/main" id="{49B94D30-9C2C-4EBF-82CE-91DBA74D04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62" name="Straight Arrow Connector 161">
              <a:extLst>
                <a:ext uri="{FF2B5EF4-FFF2-40B4-BE49-F238E27FC236}">
                  <a16:creationId xmlns:a16="http://schemas.microsoft.com/office/drawing/2014/main" id="{F7886096-F68B-4F7B-B144-8D854CA55F7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9D490DD-ED81-4E28-A8A0-E9DC744FC2FF}"/>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64" name="Graphic 163">
              <a:extLst>
                <a:ext uri="{FF2B5EF4-FFF2-40B4-BE49-F238E27FC236}">
                  <a16:creationId xmlns:a16="http://schemas.microsoft.com/office/drawing/2014/main" id="{522914A5-EEC3-46CA-9746-FE7A3E2EA8C6}"/>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65" name="Graphic 164">
              <a:extLst>
                <a:ext uri="{FF2B5EF4-FFF2-40B4-BE49-F238E27FC236}">
                  <a16:creationId xmlns:a16="http://schemas.microsoft.com/office/drawing/2014/main" id="{239C8378-73E9-4B45-BF3A-C2CF96E79DF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66" name="Graphic 165">
              <a:extLst>
                <a:ext uri="{FF2B5EF4-FFF2-40B4-BE49-F238E27FC236}">
                  <a16:creationId xmlns:a16="http://schemas.microsoft.com/office/drawing/2014/main" id="{1A40FF74-81FE-46D7-BDFA-824C0D6DC4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67" name="TextBox 166">
              <a:extLst>
                <a:ext uri="{FF2B5EF4-FFF2-40B4-BE49-F238E27FC236}">
                  <a16:creationId xmlns:a16="http://schemas.microsoft.com/office/drawing/2014/main" id="{27D995DE-D5BA-497F-A61F-5AB726E5A9EA}"/>
                </a:ext>
              </a:extLst>
            </p:cNvPr>
            <p:cNvSpPr txBox="1"/>
            <p:nvPr/>
          </p:nvSpPr>
          <p:spPr>
            <a:xfrm>
              <a:off x="5168726"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68" name="Graphic 167">
              <a:extLst>
                <a:ext uri="{FF2B5EF4-FFF2-40B4-BE49-F238E27FC236}">
                  <a16:creationId xmlns:a16="http://schemas.microsoft.com/office/drawing/2014/main" id="{64B40F2E-71CF-4303-B486-1808B1E1F4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69" name="TextBox 168">
              <a:extLst>
                <a:ext uri="{FF2B5EF4-FFF2-40B4-BE49-F238E27FC236}">
                  <a16:creationId xmlns:a16="http://schemas.microsoft.com/office/drawing/2014/main" id="{AD707C0B-91A1-4446-902A-6FC02AE756C2}"/>
                </a:ext>
              </a:extLst>
            </p:cNvPr>
            <p:cNvSpPr txBox="1"/>
            <p:nvPr/>
          </p:nvSpPr>
          <p:spPr>
            <a:xfrm>
              <a:off x="6061094"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70" name="Graphic 169">
              <a:extLst>
                <a:ext uri="{FF2B5EF4-FFF2-40B4-BE49-F238E27FC236}">
                  <a16:creationId xmlns:a16="http://schemas.microsoft.com/office/drawing/2014/main" id="{62E9AD6B-812D-4ED1-9053-A0C2697115A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71" name="Group 170">
            <a:extLst>
              <a:ext uri="{FF2B5EF4-FFF2-40B4-BE49-F238E27FC236}">
                <a16:creationId xmlns:a16="http://schemas.microsoft.com/office/drawing/2014/main" id="{11A7EB76-016F-4FDD-B313-488BA3B91D80}"/>
              </a:ext>
            </a:extLst>
          </p:cNvPr>
          <p:cNvGrpSpPr>
            <a:grpSpLocks noChangeAspect="1"/>
          </p:cNvGrpSpPr>
          <p:nvPr/>
        </p:nvGrpSpPr>
        <p:grpSpPr>
          <a:xfrm>
            <a:off x="10028676" y="2553817"/>
            <a:ext cx="1408412" cy="2611002"/>
            <a:chOff x="5048559" y="1713190"/>
            <a:chExt cx="1808919" cy="3353492"/>
          </a:xfrm>
        </p:grpSpPr>
        <p:cxnSp>
          <p:nvCxnSpPr>
            <p:cNvPr id="172" name="Straight Connector 171">
              <a:extLst>
                <a:ext uri="{FF2B5EF4-FFF2-40B4-BE49-F238E27FC236}">
                  <a16:creationId xmlns:a16="http://schemas.microsoft.com/office/drawing/2014/main" id="{761C5C5B-CB15-418F-8352-67CCB5EFAD47}"/>
                </a:ext>
              </a:extLst>
            </p:cNvPr>
            <p:cNvCxnSpPr/>
            <p:nvPr/>
          </p:nvCxnSpPr>
          <p:spPr>
            <a:xfrm>
              <a:off x="6154474" y="1713190"/>
              <a:ext cx="0" cy="226001"/>
            </a:xfrm>
            <a:prstGeom prst="line">
              <a:avLst/>
            </a:prstGeom>
            <a:ln w="12700">
              <a:solidFill>
                <a:srgbClr val="92D050"/>
              </a:solidFill>
              <a:headEnd type="oval" w="lg" len="lg"/>
            </a:ln>
          </p:spPr>
          <p:style>
            <a:lnRef idx="1">
              <a:schemeClr val="accent1"/>
            </a:lnRef>
            <a:fillRef idx="0">
              <a:schemeClr val="accent1"/>
            </a:fillRef>
            <a:effectRef idx="0">
              <a:schemeClr val="accent1"/>
            </a:effectRef>
            <a:fontRef idx="minor">
              <a:schemeClr val="tx1"/>
            </a:fontRef>
          </p:style>
        </p:cxnSp>
        <p:pic>
          <p:nvPicPr>
            <p:cNvPr id="173" name="Graphic 172">
              <a:extLst>
                <a:ext uri="{FF2B5EF4-FFF2-40B4-BE49-F238E27FC236}">
                  <a16:creationId xmlns:a16="http://schemas.microsoft.com/office/drawing/2014/main" id="{8A0BC2C7-57DB-4D56-8647-27EB765EF3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71" y="2729538"/>
              <a:ext cx="493584" cy="476075"/>
            </a:xfrm>
            <a:prstGeom prst="rect">
              <a:avLst/>
            </a:prstGeom>
          </p:spPr>
        </p:pic>
        <p:pic>
          <p:nvPicPr>
            <p:cNvPr id="174" name="Graphic 173">
              <a:extLst>
                <a:ext uri="{FF2B5EF4-FFF2-40B4-BE49-F238E27FC236}">
                  <a16:creationId xmlns:a16="http://schemas.microsoft.com/office/drawing/2014/main" id="{F743F1D7-193D-4CA0-900C-A5827F66DB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3894" y="2729538"/>
              <a:ext cx="493584" cy="476075"/>
            </a:xfrm>
            <a:prstGeom prst="rect">
              <a:avLst/>
            </a:prstGeom>
          </p:spPr>
        </p:pic>
        <p:cxnSp>
          <p:nvCxnSpPr>
            <p:cNvPr id="175" name="Straight Arrow Connector 174">
              <a:extLst>
                <a:ext uri="{FF2B5EF4-FFF2-40B4-BE49-F238E27FC236}">
                  <a16:creationId xmlns:a16="http://schemas.microsoft.com/office/drawing/2014/main" id="{9EDA0DFB-BC21-46EB-8E96-D6C17E763C58}"/>
                </a:ext>
              </a:extLst>
            </p:cNvPr>
            <p:cNvCxnSpPr/>
            <p:nvPr/>
          </p:nvCxnSpPr>
          <p:spPr>
            <a:xfrm flipH="1">
              <a:off x="5890037"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4D441FAD-A331-4669-8DE2-3E8F1C488189}"/>
                </a:ext>
              </a:extLst>
            </p:cNvPr>
            <p:cNvCxnSpPr>
              <a:cxnSpLocks/>
            </p:cNvCxnSpPr>
            <p:nvPr/>
          </p:nvCxnSpPr>
          <p:spPr>
            <a:xfrm>
              <a:off x="6311841" y="2457124"/>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10EFEEC0-259C-429A-9DEE-A89A9AA16D85}"/>
                </a:ext>
              </a:extLst>
            </p:cNvPr>
            <p:cNvCxnSpPr/>
            <p:nvPr/>
          </p:nvCxnSpPr>
          <p:spPr>
            <a:xfrm flipH="1">
              <a:off x="6282385" y="3228771"/>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B87B36E7-BB07-4EC6-BC93-E06B0A6BDE92}"/>
                </a:ext>
              </a:extLst>
            </p:cNvPr>
            <p:cNvCxnSpPr>
              <a:cxnSpLocks/>
            </p:cNvCxnSpPr>
            <p:nvPr/>
          </p:nvCxnSpPr>
          <p:spPr>
            <a:xfrm>
              <a:off x="5913135" y="323515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79" name="Graphic 178">
              <a:extLst>
                <a:ext uri="{FF2B5EF4-FFF2-40B4-BE49-F238E27FC236}">
                  <a16:creationId xmlns:a16="http://schemas.microsoft.com/office/drawing/2014/main" id="{531BE8F2-DAB8-4EDB-AC37-41A906EECE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5939" y="3503420"/>
              <a:ext cx="497889" cy="480227"/>
            </a:xfrm>
            <a:prstGeom prst="rect">
              <a:avLst/>
            </a:prstGeom>
          </p:spPr>
        </p:pic>
        <p:cxnSp>
          <p:nvCxnSpPr>
            <p:cNvPr id="180" name="Straight Arrow Connector 179">
              <a:extLst>
                <a:ext uri="{FF2B5EF4-FFF2-40B4-BE49-F238E27FC236}">
                  <a16:creationId xmlns:a16="http://schemas.microsoft.com/office/drawing/2014/main" id="{9E9B61BE-48CF-42B2-9D75-2C2C029F5E35}"/>
                </a:ext>
              </a:extLst>
            </p:cNvPr>
            <p:cNvCxnSpPr>
              <a:cxnSpLocks/>
            </p:cNvCxnSpPr>
            <p:nvPr/>
          </p:nvCxnSpPr>
          <p:spPr>
            <a:xfrm>
              <a:off x="6295189" y="3983648"/>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B321B795-4CF0-47DB-BD1B-6E58A970F7E3}"/>
                </a:ext>
              </a:extLst>
            </p:cNvPr>
            <p:cNvCxnSpPr>
              <a:cxnSpLocks/>
            </p:cNvCxnSpPr>
            <p:nvPr/>
          </p:nvCxnSpPr>
          <p:spPr>
            <a:xfrm flipH="1">
              <a:off x="5925939" y="3990035"/>
              <a:ext cx="128639" cy="2264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82" name="Graphic 181">
              <a:extLst>
                <a:ext uri="{FF2B5EF4-FFF2-40B4-BE49-F238E27FC236}">
                  <a16:creationId xmlns:a16="http://schemas.microsoft.com/office/drawing/2014/main" id="{72226D3F-1FD6-4708-8C4F-99597051F0A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86699" y="4246711"/>
              <a:ext cx="466654" cy="466653"/>
            </a:xfrm>
            <a:prstGeom prst="rect">
              <a:avLst/>
            </a:prstGeom>
          </p:spPr>
        </p:pic>
        <p:pic>
          <p:nvPicPr>
            <p:cNvPr id="183" name="Graphic 182">
              <a:extLst>
                <a:ext uri="{FF2B5EF4-FFF2-40B4-BE49-F238E27FC236}">
                  <a16:creationId xmlns:a16="http://schemas.microsoft.com/office/drawing/2014/main" id="{405EF275-E9EE-47C4-98C4-E6CA1F34ABC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390824" y="4240323"/>
              <a:ext cx="466654" cy="466653"/>
            </a:xfrm>
            <a:prstGeom prst="rect">
              <a:avLst/>
            </a:prstGeom>
          </p:spPr>
        </p:pic>
        <p:pic>
          <p:nvPicPr>
            <p:cNvPr id="184" name="Graphic 183">
              <a:extLst>
                <a:ext uri="{FF2B5EF4-FFF2-40B4-BE49-F238E27FC236}">
                  <a16:creationId xmlns:a16="http://schemas.microsoft.com/office/drawing/2014/main" id="{7F42D86A-CD5B-48AD-B07B-CC5488239E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48559" y="4324130"/>
              <a:ext cx="876711" cy="677458"/>
            </a:xfrm>
            <a:prstGeom prst="rect">
              <a:avLst/>
            </a:prstGeom>
          </p:spPr>
        </p:pic>
        <p:sp>
          <p:nvSpPr>
            <p:cNvPr id="185" name="TextBox 184">
              <a:extLst>
                <a:ext uri="{FF2B5EF4-FFF2-40B4-BE49-F238E27FC236}">
                  <a16:creationId xmlns:a16="http://schemas.microsoft.com/office/drawing/2014/main" id="{63D5C98C-D198-49C4-B1B2-D6846281D5F9}"/>
                </a:ext>
              </a:extLst>
            </p:cNvPr>
            <p:cNvSpPr txBox="1"/>
            <p:nvPr/>
          </p:nvSpPr>
          <p:spPr>
            <a:xfrm>
              <a:off x="5168723"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6" name="Graphic 185">
              <a:extLst>
                <a:ext uri="{FF2B5EF4-FFF2-40B4-BE49-F238E27FC236}">
                  <a16:creationId xmlns:a16="http://schemas.microsoft.com/office/drawing/2014/main" id="{1AC8A3F9-8888-40CB-A3F8-65945A504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40927" y="4324130"/>
              <a:ext cx="876711" cy="677458"/>
            </a:xfrm>
            <a:prstGeom prst="rect">
              <a:avLst/>
            </a:prstGeom>
          </p:spPr>
        </p:pic>
        <p:sp>
          <p:nvSpPr>
            <p:cNvPr id="187" name="TextBox 186">
              <a:extLst>
                <a:ext uri="{FF2B5EF4-FFF2-40B4-BE49-F238E27FC236}">
                  <a16:creationId xmlns:a16="http://schemas.microsoft.com/office/drawing/2014/main" id="{449601EA-709B-4382-A664-942C2C042B7E}"/>
                </a:ext>
              </a:extLst>
            </p:cNvPr>
            <p:cNvSpPr txBox="1"/>
            <p:nvPr/>
          </p:nvSpPr>
          <p:spPr>
            <a:xfrm>
              <a:off x="6061092" y="4509310"/>
              <a:ext cx="706041" cy="55737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Segoe UI Semilight"/>
                  <a:ea typeface="+mn-ea"/>
                  <a:cs typeface="+mn-cs"/>
                </a:rPr>
                <a:t>DB</a:t>
              </a:r>
            </a:p>
          </p:txBody>
        </p:sp>
        <p:pic>
          <p:nvPicPr>
            <p:cNvPr id="188" name="Graphic 187">
              <a:extLst>
                <a:ext uri="{FF2B5EF4-FFF2-40B4-BE49-F238E27FC236}">
                  <a16:creationId xmlns:a16="http://schemas.microsoft.com/office/drawing/2014/main" id="{4E24DF24-8FC9-4C40-8C09-A75D71F0165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13135" y="1994682"/>
              <a:ext cx="484632" cy="484632"/>
            </a:xfrm>
            <a:prstGeom prst="rect">
              <a:avLst/>
            </a:prstGeom>
          </p:spPr>
        </p:pic>
      </p:grpSp>
      <p:grpSp>
        <p:nvGrpSpPr>
          <p:cNvPr id="189" name="Group 188">
            <a:extLst>
              <a:ext uri="{FF2B5EF4-FFF2-40B4-BE49-F238E27FC236}">
                <a16:creationId xmlns:a16="http://schemas.microsoft.com/office/drawing/2014/main" id="{48AA0BA5-8F2D-4311-BBC6-A6CB41373185}"/>
              </a:ext>
            </a:extLst>
          </p:cNvPr>
          <p:cNvGrpSpPr>
            <a:grpSpLocks noChangeAspect="1"/>
          </p:cNvGrpSpPr>
          <p:nvPr/>
        </p:nvGrpSpPr>
        <p:grpSpPr>
          <a:xfrm>
            <a:off x="9917448" y="1803391"/>
            <a:ext cx="357526" cy="365760"/>
            <a:chOff x="6249125" y="3598792"/>
            <a:chExt cx="784110" cy="802170"/>
          </a:xfrm>
        </p:grpSpPr>
        <p:sp>
          <p:nvSpPr>
            <p:cNvPr id="190" name="Octagon 189">
              <a:extLst>
                <a:ext uri="{FF2B5EF4-FFF2-40B4-BE49-F238E27FC236}">
                  <a16:creationId xmlns:a16="http://schemas.microsoft.com/office/drawing/2014/main" id="{6F9847C2-A9F9-4B0F-96CF-266A8179C58F}"/>
                </a:ext>
              </a:extLst>
            </p:cNvPr>
            <p:cNvSpPr/>
            <p:nvPr/>
          </p:nvSpPr>
          <p:spPr>
            <a:xfrm>
              <a:off x="6394123" y="3722417"/>
              <a:ext cx="544840" cy="605445"/>
            </a:xfrm>
            <a:prstGeom prst="octagon">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190">
              <a:extLst>
                <a:ext uri="{FF2B5EF4-FFF2-40B4-BE49-F238E27FC236}">
                  <a16:creationId xmlns:a16="http://schemas.microsoft.com/office/drawing/2014/main" id="{B94D18C4-A6F1-4B72-9A58-900CCF7272E8}"/>
                </a:ext>
              </a:extLst>
            </p:cNvPr>
            <p:cNvSpPr/>
            <p:nvPr/>
          </p:nvSpPr>
          <p:spPr>
            <a:xfrm rot="18772377">
              <a:off x="6351871" y="3682631"/>
              <a:ext cx="172753"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2" name="Rectangle 191">
              <a:extLst>
                <a:ext uri="{FF2B5EF4-FFF2-40B4-BE49-F238E27FC236}">
                  <a16:creationId xmlns:a16="http://schemas.microsoft.com/office/drawing/2014/main" id="{98B3D948-6379-4D40-9BFD-4B059D79047E}"/>
                </a:ext>
              </a:extLst>
            </p:cNvPr>
            <p:cNvSpPr/>
            <p:nvPr/>
          </p:nvSpPr>
          <p:spPr>
            <a:xfrm rot="18772377">
              <a:off x="6853066" y="4082002"/>
              <a:ext cx="134454" cy="148361"/>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3" name="Rectangle 192">
              <a:extLst>
                <a:ext uri="{FF2B5EF4-FFF2-40B4-BE49-F238E27FC236}">
                  <a16:creationId xmlns:a16="http://schemas.microsoft.com/office/drawing/2014/main" id="{E41A7EFA-FFCA-4371-A685-2099EE90B4E3}"/>
                </a:ext>
              </a:extLst>
            </p:cNvPr>
            <p:cNvSpPr/>
            <p:nvPr/>
          </p:nvSpPr>
          <p:spPr>
            <a:xfrm>
              <a:off x="6483173" y="3598793"/>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4" name="Rectangle 193">
              <a:extLst>
                <a:ext uri="{FF2B5EF4-FFF2-40B4-BE49-F238E27FC236}">
                  <a16:creationId xmlns:a16="http://schemas.microsoft.com/office/drawing/2014/main" id="{10ABFFE7-7A7B-432E-8CAC-7D13929AF8B8}"/>
                </a:ext>
              </a:extLst>
            </p:cNvPr>
            <p:cNvSpPr/>
            <p:nvPr/>
          </p:nvSpPr>
          <p:spPr>
            <a:xfrm rot="18751534">
              <a:off x="6731373" y="4216350"/>
              <a:ext cx="296128"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FD80A034-BE8B-4A1D-84BC-1884D5249E9A}"/>
                </a:ext>
              </a:extLst>
            </p:cNvPr>
            <p:cNvSpPr/>
            <p:nvPr/>
          </p:nvSpPr>
          <p:spPr>
            <a:xfrm>
              <a:off x="6493528" y="4313625"/>
              <a:ext cx="312289" cy="730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96" name="Picture 195">
              <a:extLst>
                <a:ext uri="{FF2B5EF4-FFF2-40B4-BE49-F238E27FC236}">
                  <a16:creationId xmlns:a16="http://schemas.microsoft.com/office/drawing/2014/main" id="{D377DCD8-C64B-434B-A3CC-F99119D60E6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49125" y="3598792"/>
              <a:ext cx="784110" cy="787929"/>
            </a:xfrm>
            <a:prstGeom prst="rect">
              <a:avLst/>
            </a:prstGeom>
          </p:spPr>
        </p:pic>
      </p:grpSp>
      <p:cxnSp>
        <p:nvCxnSpPr>
          <p:cNvPr id="198" name="Straight Arrow Connector 197">
            <a:extLst>
              <a:ext uri="{FF2B5EF4-FFF2-40B4-BE49-F238E27FC236}">
                <a16:creationId xmlns:a16="http://schemas.microsoft.com/office/drawing/2014/main" id="{0FA457DF-B87C-4187-8C05-23CCBC53A4C6}"/>
              </a:ext>
            </a:extLst>
          </p:cNvPr>
          <p:cNvCxnSpPr>
            <a:cxnSpLocks/>
          </p:cNvCxnSpPr>
          <p:nvPr/>
        </p:nvCxnSpPr>
        <p:spPr>
          <a:xfrm flipH="1">
            <a:off x="10363792" y="1785325"/>
            <a:ext cx="541833" cy="129885"/>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C1E65D57-57C5-49FF-BF73-AF01E8B0B851}"/>
              </a:ext>
            </a:extLst>
          </p:cNvPr>
          <p:cNvCxnSpPr>
            <a:cxnSpLocks/>
          </p:cNvCxnSpPr>
          <p:nvPr/>
        </p:nvCxnSpPr>
        <p:spPr>
          <a:xfrm flipH="1">
            <a:off x="10968796" y="2083326"/>
            <a:ext cx="183850" cy="384631"/>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57966195-E444-4451-B59D-74D1C782C3F4}"/>
              </a:ext>
            </a:extLst>
          </p:cNvPr>
          <p:cNvCxnSpPr>
            <a:cxnSpLocks/>
          </p:cNvCxnSpPr>
          <p:nvPr/>
        </p:nvCxnSpPr>
        <p:spPr>
          <a:xfrm flipH="1">
            <a:off x="5631292" y="2171839"/>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3FA17C8A-18A6-4BFF-AF54-3280D450B316}"/>
              </a:ext>
            </a:extLst>
          </p:cNvPr>
          <p:cNvCxnSpPr>
            <a:cxnSpLocks/>
          </p:cNvCxnSpPr>
          <p:nvPr/>
        </p:nvCxnSpPr>
        <p:spPr>
          <a:xfrm flipH="1">
            <a:off x="1647631" y="2202494"/>
            <a:ext cx="316853" cy="233254"/>
          </a:xfrm>
          <a:prstGeom prst="straightConnector1">
            <a:avLst/>
          </a:prstGeom>
          <a:ln w="12700">
            <a:solidFill>
              <a:srgbClr val="92D05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E7B5B021-C8AC-442C-993E-A6AE6037F79E}"/>
              </a:ext>
            </a:extLst>
          </p:cNvPr>
          <p:cNvCxnSpPr>
            <a:cxnSpLocks/>
          </p:cNvCxnSpPr>
          <p:nvPr/>
        </p:nvCxnSpPr>
        <p:spPr>
          <a:xfrm>
            <a:off x="10314813" y="2164867"/>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5146479C-0382-4CDB-BD85-B618BA581E3F}"/>
              </a:ext>
            </a:extLst>
          </p:cNvPr>
          <p:cNvCxnSpPr>
            <a:cxnSpLocks/>
          </p:cNvCxnSpPr>
          <p:nvPr/>
        </p:nvCxnSpPr>
        <p:spPr>
          <a:xfrm flipH="1">
            <a:off x="9393127" y="2181641"/>
            <a:ext cx="476190" cy="336530"/>
          </a:xfrm>
          <a:prstGeom prst="straightConnector1">
            <a:avLst/>
          </a:prstGeom>
          <a:ln w="127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646634A9-5C78-438D-A420-E2350E100E36}"/>
              </a:ext>
            </a:extLst>
          </p:cNvPr>
          <p:cNvSpPr txBox="1"/>
          <p:nvPr/>
        </p:nvSpPr>
        <p:spPr>
          <a:xfrm>
            <a:off x="8630526" y="4999241"/>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A</a:t>
            </a:r>
          </a:p>
        </p:txBody>
      </p:sp>
      <p:sp>
        <p:nvSpPr>
          <p:cNvPr id="222" name="TextBox 221">
            <a:extLst>
              <a:ext uri="{FF2B5EF4-FFF2-40B4-BE49-F238E27FC236}">
                <a16:creationId xmlns:a16="http://schemas.microsoft.com/office/drawing/2014/main" id="{5D91FBB9-E47E-4804-B029-891907F4AE64}"/>
              </a:ext>
            </a:extLst>
          </p:cNvPr>
          <p:cNvSpPr txBox="1"/>
          <p:nvPr/>
        </p:nvSpPr>
        <p:spPr>
          <a:xfrm>
            <a:off x="10314813" y="4978522"/>
            <a:ext cx="1136613" cy="461665"/>
          </a:xfrm>
          <a:prstGeom prst="rect">
            <a:avLst/>
          </a:prstGeom>
          <a:noFill/>
        </p:spPr>
        <p:txBody>
          <a:bodyPr vert="horz" wrap="squar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353535"/>
                </a:solidFill>
                <a:effectLst/>
                <a:uLnTx/>
                <a:uFillTx/>
                <a:latin typeface="Segoe UI Semilight"/>
                <a:ea typeface="+mn-ea"/>
                <a:cs typeface="+mn-cs"/>
              </a:rPr>
              <a:t>REGION B</a:t>
            </a:r>
          </a:p>
        </p:txBody>
      </p:sp>
      <p:sp>
        <p:nvSpPr>
          <p:cNvPr id="225" name="TextBox 224">
            <a:extLst>
              <a:ext uri="{FF2B5EF4-FFF2-40B4-BE49-F238E27FC236}">
                <a16:creationId xmlns:a16="http://schemas.microsoft.com/office/drawing/2014/main" id="{7E4097A5-A192-4D28-912E-B756949B6646}"/>
              </a:ext>
            </a:extLst>
          </p:cNvPr>
          <p:cNvSpPr txBox="1"/>
          <p:nvPr/>
        </p:nvSpPr>
        <p:spPr>
          <a:xfrm>
            <a:off x="9333721" y="5334171"/>
            <a:ext cx="1920782" cy="1418850"/>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15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 Global</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with multiple</a:t>
            </a:r>
          </a:p>
          <a:p>
            <a:pPr marL="0" marR="0" lvl="0" indent="0" algn="l" defTabSz="932742"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Azure Regions</a:t>
            </a:r>
          </a:p>
        </p:txBody>
      </p:sp>
      <p:grpSp>
        <p:nvGrpSpPr>
          <p:cNvPr id="232" name="Group 231">
            <a:extLst>
              <a:ext uri="{FF2B5EF4-FFF2-40B4-BE49-F238E27FC236}">
                <a16:creationId xmlns:a16="http://schemas.microsoft.com/office/drawing/2014/main" id="{9914FCF1-1032-47B3-A065-08C6318AC189}"/>
              </a:ext>
            </a:extLst>
          </p:cNvPr>
          <p:cNvGrpSpPr>
            <a:grpSpLocks noChangeAspect="1"/>
          </p:cNvGrpSpPr>
          <p:nvPr/>
        </p:nvGrpSpPr>
        <p:grpSpPr>
          <a:xfrm>
            <a:off x="9322114" y="1901793"/>
            <a:ext cx="415403" cy="457200"/>
            <a:chOff x="7174304" y="1000589"/>
            <a:chExt cx="1246213" cy="1371600"/>
          </a:xfrm>
        </p:grpSpPr>
        <p:pic>
          <p:nvPicPr>
            <p:cNvPr id="229" name="Graphic 228" descr="Heartbeat">
              <a:extLst>
                <a:ext uri="{FF2B5EF4-FFF2-40B4-BE49-F238E27FC236}">
                  <a16:creationId xmlns:a16="http://schemas.microsoft.com/office/drawing/2014/main" id="{0FD4E807-F73B-43CB-BB07-131E9E1D03E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1" name="Graphic 230" descr="Medical">
              <a:extLst>
                <a:ext uri="{FF2B5EF4-FFF2-40B4-BE49-F238E27FC236}">
                  <a16:creationId xmlns:a16="http://schemas.microsoft.com/office/drawing/2014/main" id="{9754A746-749E-4B30-A895-32A1D923225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235" name="TextBox 234">
            <a:extLst>
              <a:ext uri="{FF2B5EF4-FFF2-40B4-BE49-F238E27FC236}">
                <a16:creationId xmlns:a16="http://schemas.microsoft.com/office/drawing/2014/main" id="{753FA4AC-4B65-4CA7-98A1-697AE85EC717}"/>
              </a:ext>
            </a:extLst>
          </p:cNvPr>
          <p:cNvSpPr txBox="1"/>
          <p:nvPr/>
        </p:nvSpPr>
        <p:spPr>
          <a:xfrm>
            <a:off x="9956266" y="1290987"/>
            <a:ext cx="71718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Semilight"/>
                <a:ea typeface="+mn-ea"/>
                <a:cs typeface="+mn-cs"/>
              </a:rPr>
              <a:t>DNS</a:t>
            </a:r>
          </a:p>
        </p:txBody>
      </p:sp>
      <p:grpSp>
        <p:nvGrpSpPr>
          <p:cNvPr id="237" name="Group 236">
            <a:extLst>
              <a:ext uri="{FF2B5EF4-FFF2-40B4-BE49-F238E27FC236}">
                <a16:creationId xmlns:a16="http://schemas.microsoft.com/office/drawing/2014/main" id="{8E58E4ED-5009-4C50-A9AD-C22305BB5869}"/>
              </a:ext>
            </a:extLst>
          </p:cNvPr>
          <p:cNvGrpSpPr>
            <a:grpSpLocks noChangeAspect="1"/>
          </p:cNvGrpSpPr>
          <p:nvPr/>
        </p:nvGrpSpPr>
        <p:grpSpPr>
          <a:xfrm>
            <a:off x="4863352" y="2827284"/>
            <a:ext cx="415403" cy="457200"/>
            <a:chOff x="7174304" y="1000589"/>
            <a:chExt cx="1246213" cy="1371600"/>
          </a:xfrm>
        </p:grpSpPr>
        <p:pic>
          <p:nvPicPr>
            <p:cNvPr id="238" name="Graphic 237" descr="Heartbeat">
              <a:extLst>
                <a:ext uri="{FF2B5EF4-FFF2-40B4-BE49-F238E27FC236}">
                  <a16:creationId xmlns:a16="http://schemas.microsoft.com/office/drawing/2014/main" id="{F3CDD598-59BE-48D7-B238-FFBCB456425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39" name="Graphic 238" descr="Medical">
              <a:extLst>
                <a:ext uri="{FF2B5EF4-FFF2-40B4-BE49-F238E27FC236}">
                  <a16:creationId xmlns:a16="http://schemas.microsoft.com/office/drawing/2014/main" id="{F2F83BC7-D24B-4724-9949-90FF0B021AB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0" name="Group 239">
            <a:extLst>
              <a:ext uri="{FF2B5EF4-FFF2-40B4-BE49-F238E27FC236}">
                <a16:creationId xmlns:a16="http://schemas.microsoft.com/office/drawing/2014/main" id="{7881DC2E-6EFB-46EF-8C28-D0FA99BA3E85}"/>
              </a:ext>
            </a:extLst>
          </p:cNvPr>
          <p:cNvGrpSpPr>
            <a:grpSpLocks noChangeAspect="1"/>
          </p:cNvGrpSpPr>
          <p:nvPr/>
        </p:nvGrpSpPr>
        <p:grpSpPr>
          <a:xfrm>
            <a:off x="4918653" y="4032000"/>
            <a:ext cx="415403" cy="457200"/>
            <a:chOff x="7174304" y="1000589"/>
            <a:chExt cx="1246213" cy="1371600"/>
          </a:xfrm>
        </p:grpSpPr>
        <p:pic>
          <p:nvPicPr>
            <p:cNvPr id="241" name="Graphic 240" descr="Heartbeat">
              <a:extLst>
                <a:ext uri="{FF2B5EF4-FFF2-40B4-BE49-F238E27FC236}">
                  <a16:creationId xmlns:a16="http://schemas.microsoft.com/office/drawing/2014/main" id="{CB387CD0-602D-4F46-95DE-CC4EF1DBD83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2" name="Graphic 241" descr="Medical">
              <a:extLst>
                <a:ext uri="{FF2B5EF4-FFF2-40B4-BE49-F238E27FC236}">
                  <a16:creationId xmlns:a16="http://schemas.microsoft.com/office/drawing/2014/main" id="{AF992620-C1C4-458E-BDE5-B47BB24F8A5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3" name="Group 242">
            <a:extLst>
              <a:ext uri="{FF2B5EF4-FFF2-40B4-BE49-F238E27FC236}">
                <a16:creationId xmlns:a16="http://schemas.microsoft.com/office/drawing/2014/main" id="{FBAC546D-6A51-4831-94BC-BEDA7A8B8BA6}"/>
              </a:ext>
            </a:extLst>
          </p:cNvPr>
          <p:cNvGrpSpPr>
            <a:grpSpLocks noChangeAspect="1"/>
          </p:cNvGrpSpPr>
          <p:nvPr/>
        </p:nvGrpSpPr>
        <p:grpSpPr>
          <a:xfrm>
            <a:off x="911852" y="2909985"/>
            <a:ext cx="415403" cy="457200"/>
            <a:chOff x="7174304" y="1000589"/>
            <a:chExt cx="1246213" cy="1371600"/>
          </a:xfrm>
        </p:grpSpPr>
        <p:pic>
          <p:nvPicPr>
            <p:cNvPr id="244" name="Graphic 243" descr="Heartbeat">
              <a:extLst>
                <a:ext uri="{FF2B5EF4-FFF2-40B4-BE49-F238E27FC236}">
                  <a16:creationId xmlns:a16="http://schemas.microsoft.com/office/drawing/2014/main" id="{480BE6A1-A0A6-4380-83D8-43E9E087D97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5" name="Graphic 244" descr="Medical">
              <a:extLst>
                <a:ext uri="{FF2B5EF4-FFF2-40B4-BE49-F238E27FC236}">
                  <a16:creationId xmlns:a16="http://schemas.microsoft.com/office/drawing/2014/main" id="{8E07AC53-2457-4892-80B5-1DEB2F3747C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6" name="Group 245">
            <a:extLst>
              <a:ext uri="{FF2B5EF4-FFF2-40B4-BE49-F238E27FC236}">
                <a16:creationId xmlns:a16="http://schemas.microsoft.com/office/drawing/2014/main" id="{83B9E8D0-2BA0-40A0-BC90-712DAD2DE3A3}"/>
              </a:ext>
            </a:extLst>
          </p:cNvPr>
          <p:cNvGrpSpPr>
            <a:grpSpLocks noChangeAspect="1"/>
          </p:cNvGrpSpPr>
          <p:nvPr/>
        </p:nvGrpSpPr>
        <p:grpSpPr>
          <a:xfrm>
            <a:off x="967153" y="4114701"/>
            <a:ext cx="415403" cy="457200"/>
            <a:chOff x="7174304" y="1000589"/>
            <a:chExt cx="1246213" cy="1371600"/>
          </a:xfrm>
        </p:grpSpPr>
        <p:pic>
          <p:nvPicPr>
            <p:cNvPr id="247" name="Graphic 246" descr="Heartbeat">
              <a:extLst>
                <a:ext uri="{FF2B5EF4-FFF2-40B4-BE49-F238E27FC236}">
                  <a16:creationId xmlns:a16="http://schemas.microsoft.com/office/drawing/2014/main" id="{5526C110-8B89-4DE9-AAD3-5BF0491ED56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48" name="Graphic 247" descr="Medical">
              <a:extLst>
                <a:ext uri="{FF2B5EF4-FFF2-40B4-BE49-F238E27FC236}">
                  <a16:creationId xmlns:a16="http://schemas.microsoft.com/office/drawing/2014/main" id="{24F04007-C743-4DC2-9F22-C47C02C553F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49" name="Group 248">
            <a:extLst>
              <a:ext uri="{FF2B5EF4-FFF2-40B4-BE49-F238E27FC236}">
                <a16:creationId xmlns:a16="http://schemas.microsoft.com/office/drawing/2014/main" id="{08485B47-650B-442D-A779-01F3FAC918F9}"/>
              </a:ext>
            </a:extLst>
          </p:cNvPr>
          <p:cNvGrpSpPr>
            <a:grpSpLocks noChangeAspect="1"/>
          </p:cNvGrpSpPr>
          <p:nvPr/>
        </p:nvGrpSpPr>
        <p:grpSpPr>
          <a:xfrm>
            <a:off x="8644882" y="2940315"/>
            <a:ext cx="415403" cy="457200"/>
            <a:chOff x="7174304" y="1000589"/>
            <a:chExt cx="1246213" cy="1371600"/>
          </a:xfrm>
        </p:grpSpPr>
        <p:pic>
          <p:nvPicPr>
            <p:cNvPr id="250" name="Graphic 249" descr="Heartbeat">
              <a:extLst>
                <a:ext uri="{FF2B5EF4-FFF2-40B4-BE49-F238E27FC236}">
                  <a16:creationId xmlns:a16="http://schemas.microsoft.com/office/drawing/2014/main" id="{57C94B33-0771-40CA-B1D4-AC0735D6A3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1" name="Graphic 250" descr="Medical">
              <a:extLst>
                <a:ext uri="{FF2B5EF4-FFF2-40B4-BE49-F238E27FC236}">
                  <a16:creationId xmlns:a16="http://schemas.microsoft.com/office/drawing/2014/main" id="{B0DF825E-E33B-479A-A862-9698A16F11B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2" name="Group 251">
            <a:extLst>
              <a:ext uri="{FF2B5EF4-FFF2-40B4-BE49-F238E27FC236}">
                <a16:creationId xmlns:a16="http://schemas.microsoft.com/office/drawing/2014/main" id="{BF299B10-D5D4-407A-BC6F-C7AFEB825E95}"/>
              </a:ext>
            </a:extLst>
          </p:cNvPr>
          <p:cNvGrpSpPr>
            <a:grpSpLocks noChangeAspect="1"/>
          </p:cNvGrpSpPr>
          <p:nvPr/>
        </p:nvGrpSpPr>
        <p:grpSpPr>
          <a:xfrm>
            <a:off x="8700183" y="4145031"/>
            <a:ext cx="415403" cy="457200"/>
            <a:chOff x="7174304" y="1000589"/>
            <a:chExt cx="1246213" cy="1371600"/>
          </a:xfrm>
        </p:grpSpPr>
        <p:pic>
          <p:nvPicPr>
            <p:cNvPr id="253" name="Graphic 252" descr="Heartbeat">
              <a:extLst>
                <a:ext uri="{FF2B5EF4-FFF2-40B4-BE49-F238E27FC236}">
                  <a16:creationId xmlns:a16="http://schemas.microsoft.com/office/drawing/2014/main" id="{373E4EC9-2A34-405E-821E-A7B4445ADA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4" name="Graphic 253" descr="Medical">
              <a:extLst>
                <a:ext uri="{FF2B5EF4-FFF2-40B4-BE49-F238E27FC236}">
                  <a16:creationId xmlns:a16="http://schemas.microsoft.com/office/drawing/2014/main" id="{B688867F-DDB8-479F-AECE-C3A19D93924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5" name="Group 254">
            <a:extLst>
              <a:ext uri="{FF2B5EF4-FFF2-40B4-BE49-F238E27FC236}">
                <a16:creationId xmlns:a16="http://schemas.microsoft.com/office/drawing/2014/main" id="{05082473-2685-4956-84FB-7EB361A7E37B}"/>
              </a:ext>
            </a:extLst>
          </p:cNvPr>
          <p:cNvGrpSpPr>
            <a:grpSpLocks noChangeAspect="1"/>
          </p:cNvGrpSpPr>
          <p:nvPr/>
        </p:nvGrpSpPr>
        <p:grpSpPr>
          <a:xfrm>
            <a:off x="10273889" y="2922097"/>
            <a:ext cx="415403" cy="457200"/>
            <a:chOff x="7174304" y="1000589"/>
            <a:chExt cx="1246213" cy="1371600"/>
          </a:xfrm>
        </p:grpSpPr>
        <p:pic>
          <p:nvPicPr>
            <p:cNvPr id="256" name="Graphic 255" descr="Heartbeat">
              <a:extLst>
                <a:ext uri="{FF2B5EF4-FFF2-40B4-BE49-F238E27FC236}">
                  <a16:creationId xmlns:a16="http://schemas.microsoft.com/office/drawing/2014/main" id="{4999E05A-5EEE-4BC8-8336-1E2A1DFAD46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57" name="Graphic 256" descr="Medical">
              <a:extLst>
                <a:ext uri="{FF2B5EF4-FFF2-40B4-BE49-F238E27FC236}">
                  <a16:creationId xmlns:a16="http://schemas.microsoft.com/office/drawing/2014/main" id="{73DE1B14-2E8E-4EBA-BAC2-BDB7A5B355A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grpSp>
        <p:nvGrpSpPr>
          <p:cNvPr id="258" name="Group 257">
            <a:extLst>
              <a:ext uri="{FF2B5EF4-FFF2-40B4-BE49-F238E27FC236}">
                <a16:creationId xmlns:a16="http://schemas.microsoft.com/office/drawing/2014/main" id="{53D29168-18E1-4D5F-9D8F-68522F4AA2E4}"/>
              </a:ext>
            </a:extLst>
          </p:cNvPr>
          <p:cNvGrpSpPr>
            <a:grpSpLocks noChangeAspect="1"/>
          </p:cNvGrpSpPr>
          <p:nvPr/>
        </p:nvGrpSpPr>
        <p:grpSpPr>
          <a:xfrm>
            <a:off x="10329190" y="4126813"/>
            <a:ext cx="415403" cy="457200"/>
            <a:chOff x="7174304" y="1000589"/>
            <a:chExt cx="1246213" cy="1371600"/>
          </a:xfrm>
        </p:grpSpPr>
        <p:pic>
          <p:nvPicPr>
            <p:cNvPr id="259" name="Graphic 258" descr="Heartbeat">
              <a:extLst>
                <a:ext uri="{FF2B5EF4-FFF2-40B4-BE49-F238E27FC236}">
                  <a16:creationId xmlns:a16="http://schemas.microsoft.com/office/drawing/2014/main" id="{2E791AA7-75DE-4387-B7BA-C1B3502D38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74304" y="1457789"/>
              <a:ext cx="914400" cy="914400"/>
            </a:xfrm>
            <a:prstGeom prst="rect">
              <a:avLst/>
            </a:prstGeom>
          </p:spPr>
        </p:pic>
        <p:pic>
          <p:nvPicPr>
            <p:cNvPr id="260" name="Graphic 259" descr="Medical">
              <a:extLst>
                <a:ext uri="{FF2B5EF4-FFF2-40B4-BE49-F238E27FC236}">
                  <a16:creationId xmlns:a16="http://schemas.microsoft.com/office/drawing/2014/main" id="{99B7ADF6-4511-4C59-8C36-60206328A49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06117" y="1000589"/>
              <a:ext cx="914400" cy="914400"/>
            </a:xfrm>
            <a:prstGeom prst="rect">
              <a:avLst/>
            </a:prstGeom>
          </p:spPr>
        </p:pic>
      </p:grpSp>
      <p:sp>
        <p:nvSpPr>
          <p:cNvPr id="6" name="TextBox 5">
            <a:extLst>
              <a:ext uri="{FF2B5EF4-FFF2-40B4-BE49-F238E27FC236}">
                <a16:creationId xmlns:a16="http://schemas.microsoft.com/office/drawing/2014/main" id="{73EF55CF-28EF-4AF5-8257-97A3D6BB3A91}"/>
              </a:ext>
            </a:extLst>
          </p:cNvPr>
          <p:cNvSpPr txBox="1"/>
          <p:nvPr/>
        </p:nvSpPr>
        <p:spPr>
          <a:xfrm>
            <a:off x="9537941" y="2143721"/>
            <a:ext cx="1122744" cy="760208"/>
          </a:xfrm>
          <a:prstGeom prst="rect">
            <a:avLst/>
          </a:prstGeom>
          <a:noFill/>
        </p:spPr>
        <p:txBody>
          <a:bodyPr wrap="none" lIns="182880" tIns="146304" rIns="182880" bIns="146304" rtlCol="0">
            <a:spAutoFit/>
          </a:bodyPr>
          <a:lstStyle/>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Traffic</a:t>
            </a:r>
          </a:p>
          <a:p>
            <a:pPr marL="0" marR="0" lvl="0" indent="0" algn="ctr"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Manager</a:t>
            </a:r>
          </a:p>
        </p:txBody>
      </p:sp>
      <p:sp>
        <p:nvSpPr>
          <p:cNvPr id="199" name="TextBox 198">
            <a:extLst>
              <a:ext uri="{FF2B5EF4-FFF2-40B4-BE49-F238E27FC236}">
                <a16:creationId xmlns:a16="http://schemas.microsoft.com/office/drawing/2014/main" id="{7B99A6A9-3970-4436-B965-8E62E1C1ADEC}"/>
              </a:ext>
            </a:extLst>
          </p:cNvPr>
          <p:cNvSpPr txBox="1"/>
          <p:nvPr/>
        </p:nvSpPr>
        <p:spPr>
          <a:xfrm>
            <a:off x="5647600" y="2633374"/>
            <a:ext cx="2693110"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Application Gateway / WAF</a:t>
            </a:r>
          </a:p>
        </p:txBody>
      </p:sp>
      <p:sp>
        <p:nvSpPr>
          <p:cNvPr id="201" name="TextBox 200">
            <a:extLst>
              <a:ext uri="{FF2B5EF4-FFF2-40B4-BE49-F238E27FC236}">
                <a16:creationId xmlns:a16="http://schemas.microsoft.com/office/drawing/2014/main" id="{0C734ED6-316C-4B8B-91BF-4081C76B89E2}"/>
              </a:ext>
            </a:extLst>
          </p:cNvPr>
          <p:cNvSpPr txBox="1"/>
          <p:nvPr/>
        </p:nvSpPr>
        <p:spPr>
          <a:xfrm>
            <a:off x="1692522" y="2687311"/>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
        <p:nvSpPr>
          <p:cNvPr id="204" name="TextBox 203">
            <a:extLst>
              <a:ext uri="{FF2B5EF4-FFF2-40B4-BE49-F238E27FC236}">
                <a16:creationId xmlns:a16="http://schemas.microsoft.com/office/drawing/2014/main" id="{3068D432-CD94-4A55-9977-7EB2C2A26A68}"/>
              </a:ext>
            </a:extLst>
          </p:cNvPr>
          <p:cNvSpPr txBox="1"/>
          <p:nvPr/>
        </p:nvSpPr>
        <p:spPr>
          <a:xfrm>
            <a:off x="1692522" y="3892523"/>
            <a:ext cx="1549014" cy="48936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gradFill>
                  <a:gsLst>
                    <a:gs pos="2917">
                      <a:srgbClr val="353535"/>
                    </a:gs>
                    <a:gs pos="30000">
                      <a:srgbClr val="353535"/>
                    </a:gs>
                  </a:gsLst>
                  <a:lin ang="5400000" scaled="0"/>
                </a:gradFill>
                <a:effectLst/>
                <a:uLnTx/>
                <a:uFillTx/>
                <a:latin typeface="Segoe UI" panose="020B0502040204020203" pitchFamily="34" charset="0"/>
                <a:ea typeface="+mn-ea"/>
                <a:cs typeface="Segoe UI" panose="020B0502040204020203" pitchFamily="34" charset="0"/>
              </a:rPr>
              <a:t>Load Balancer</a:t>
            </a:r>
          </a:p>
        </p:txBody>
      </p:sp>
      <p:sp>
        <p:nvSpPr>
          <p:cNvPr id="133" name="Rectangle 132">
            <a:extLst>
              <a:ext uri="{FF2B5EF4-FFF2-40B4-BE49-F238E27FC236}">
                <a16:creationId xmlns:a16="http://schemas.microsoft.com/office/drawing/2014/main" id="{3738DB56-006C-49B1-80F6-24EA052817F1}"/>
              </a:ext>
            </a:extLst>
          </p:cNvPr>
          <p:cNvSpPr/>
          <p:nvPr/>
        </p:nvSpPr>
        <p:spPr bwMode="auto">
          <a:xfrm>
            <a:off x="0" y="1211263"/>
            <a:ext cx="8211311" cy="5783262"/>
          </a:xfrm>
          <a:prstGeom prst="rect">
            <a:avLst/>
          </a:prstGeom>
          <a:solidFill>
            <a:schemeClr val="bg1">
              <a:lumMod val="9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Tree>
    <p:extLst>
      <p:ext uri="{BB962C8B-B14F-4D97-AF65-F5344CB8AC3E}">
        <p14:creationId xmlns:p14="http://schemas.microsoft.com/office/powerpoint/2010/main" val="19836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16="http://schemas.microsoft.com/office/drawing/2014/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CB474B-6A3B-4499-8834-470D14B801A1}"/>
              </a:ext>
            </a:extLst>
          </p:cNvPr>
          <p:cNvSpPr>
            <a:spLocks noGrp="1"/>
          </p:cNvSpPr>
          <p:nvPr>
            <p:ph type="title"/>
          </p:nvPr>
        </p:nvSpPr>
        <p:spPr>
          <a:xfrm>
            <a:off x="1785768" y="2157859"/>
            <a:ext cx="10027051" cy="1181862"/>
          </a:xfrm>
        </p:spPr>
        <p:txBody>
          <a:bodyPr/>
          <a:lstStyle/>
          <a:p>
            <a:r>
              <a:rPr lang="en-US" dirty="0"/>
              <a:t>Traffic Manager</a:t>
            </a:r>
          </a:p>
        </p:txBody>
      </p:sp>
      <p:pic>
        <p:nvPicPr>
          <p:cNvPr id="4" name="Graphic 3">
            <a:extLst>
              <a:ext uri="{FF2B5EF4-FFF2-40B4-BE49-F238E27FC236}">
                <a16:creationId xmlns:a16="http://schemas.microsoft.com/office/drawing/2014/main" id="{02002DF1-BD01-46EC-A874-C08E0F4659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59695" y="1017861"/>
            <a:ext cx="4398068" cy="3414290"/>
          </a:xfrm>
          <a:prstGeom prst="rect">
            <a:avLst/>
          </a:prstGeom>
        </p:spPr>
      </p:pic>
    </p:spTree>
    <p:extLst>
      <p:ext uri="{BB962C8B-B14F-4D97-AF65-F5344CB8AC3E}">
        <p14:creationId xmlns:p14="http://schemas.microsoft.com/office/powerpoint/2010/main" val="425348169"/>
      </p:ext>
    </p:extLst>
  </p:cSld>
  <p:clrMapOvr>
    <a:masterClrMapping/>
  </p:clrMapOvr>
  <p:transition>
    <p:fade/>
  </p:transition>
</p:sld>
</file>

<file path=ppt/slides/slide40.xml><?xml version="1.0" encoding="utf-8"?>
<p:sld xmlns:a16="http://schemas.microsoft.com/office/drawing/2014/main" xmlns:a14="http://schemas.microsoft.com/office/drawing/2010/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 name="Freeform 5">
            <a:extLst>
              <a:ext uri="{FF2B5EF4-FFF2-40B4-BE49-F238E27FC236}">
                <a16:creationId xmlns:a16="http://schemas.microsoft.com/office/drawing/2014/main" id="{5FDD7E46-BFB4-4E29-92D4-5FE8EDB42DB0}"/>
              </a:ext>
            </a:extLst>
          </p:cNvPr>
          <p:cNvSpPr>
            <a:spLocks noEditPoints="1"/>
          </p:cNvSpPr>
          <p:nvPr/>
        </p:nvSpPr>
        <p:spPr bwMode="auto">
          <a:xfrm>
            <a:off x="-214902" y="1196974"/>
            <a:ext cx="9361235" cy="5502278"/>
          </a:xfrm>
          <a:custGeom>
            <a:avLst/>
            <a:gdLst>
              <a:gd name="T0" fmla="*/ 1795 w 3036"/>
              <a:gd name="T1" fmla="*/ 987 h 1784"/>
              <a:gd name="T2" fmla="*/ 1314 w 3036"/>
              <a:gd name="T3" fmla="*/ 1106 h 1784"/>
              <a:gd name="T4" fmla="*/ 1615 w 3036"/>
              <a:gd name="T5" fmla="*/ 808 h 1784"/>
              <a:gd name="T6" fmla="*/ 1528 w 3036"/>
              <a:gd name="T7" fmla="*/ 594 h 1784"/>
              <a:gd name="T8" fmla="*/ 1531 w 3036"/>
              <a:gd name="T9" fmla="*/ 429 h 1784"/>
              <a:gd name="T10" fmla="*/ 1798 w 3036"/>
              <a:gd name="T11" fmla="*/ 392 h 1784"/>
              <a:gd name="T12" fmla="*/ 1982 w 3036"/>
              <a:gd name="T13" fmla="*/ 255 h 1784"/>
              <a:gd name="T14" fmla="*/ 2399 w 3036"/>
              <a:gd name="T15" fmla="*/ 178 h 1784"/>
              <a:gd name="T16" fmla="*/ 2754 w 3036"/>
              <a:gd name="T17" fmla="*/ 379 h 1784"/>
              <a:gd name="T18" fmla="*/ 2681 w 3036"/>
              <a:gd name="T19" fmla="*/ 643 h 1784"/>
              <a:gd name="T20" fmla="*/ 2407 w 3036"/>
              <a:gd name="T21" fmla="*/ 998 h 1784"/>
              <a:gd name="T22" fmla="*/ 2165 w 3036"/>
              <a:gd name="T23" fmla="*/ 149 h 1784"/>
              <a:gd name="T24" fmla="*/ 1712 w 3036"/>
              <a:gd name="T25" fmla="*/ 1250 h 1784"/>
              <a:gd name="T26" fmla="*/ 1760 w 3036"/>
              <a:gd name="T27" fmla="*/ 701 h 1784"/>
              <a:gd name="T28" fmla="*/ 2067 w 3036"/>
              <a:gd name="T29" fmla="*/ 704 h 1784"/>
              <a:gd name="T30" fmla="*/ 1104 w 3036"/>
              <a:gd name="T31" fmla="*/ 1273 h 1784"/>
              <a:gd name="T32" fmla="*/ 821 w 3036"/>
              <a:gd name="T33" fmla="*/ 1764 h 1784"/>
              <a:gd name="T34" fmla="*/ 693 w 3036"/>
              <a:gd name="T35" fmla="*/ 1103 h 1784"/>
              <a:gd name="T36" fmla="*/ 332 w 3036"/>
              <a:gd name="T37" fmla="*/ 525 h 1784"/>
              <a:gd name="T38" fmla="*/ 129 w 3036"/>
              <a:gd name="T39" fmla="*/ 453 h 1784"/>
              <a:gd name="T40" fmla="*/ 382 w 3036"/>
              <a:gd name="T41" fmla="*/ 208 h 1784"/>
              <a:gd name="T42" fmla="*/ 749 w 3036"/>
              <a:gd name="T43" fmla="*/ 274 h 1784"/>
              <a:gd name="T44" fmla="*/ 941 w 3036"/>
              <a:gd name="T45" fmla="*/ 355 h 1784"/>
              <a:gd name="T46" fmla="*/ 820 w 3036"/>
              <a:gd name="T47" fmla="*/ 368 h 1784"/>
              <a:gd name="T48" fmla="*/ 935 w 3036"/>
              <a:gd name="T49" fmla="*/ 588 h 1784"/>
              <a:gd name="T50" fmla="*/ 689 w 3036"/>
              <a:gd name="T51" fmla="*/ 927 h 1784"/>
              <a:gd name="T52" fmla="*/ 1069 w 3036"/>
              <a:gd name="T53" fmla="*/ 1209 h 1784"/>
              <a:gd name="T54" fmla="*/ 703 w 3036"/>
              <a:gd name="T55" fmla="*/ 594 h 1784"/>
              <a:gd name="T56" fmla="*/ 617 w 3036"/>
              <a:gd name="T57" fmla="*/ 570 h 1784"/>
              <a:gd name="T58" fmla="*/ 323 w 3036"/>
              <a:gd name="T59" fmla="*/ 480 h 1784"/>
              <a:gd name="T60" fmla="*/ 516 w 3036"/>
              <a:gd name="T61" fmla="*/ 369 h 1784"/>
              <a:gd name="T62" fmla="*/ 847 w 3036"/>
              <a:gd name="T63" fmla="*/ 1768 h 1784"/>
              <a:gd name="T64" fmla="*/ 1027 w 3036"/>
              <a:gd name="T65" fmla="*/ 411 h 1784"/>
              <a:gd name="T66" fmla="*/ 1043 w 3036"/>
              <a:gd name="T67" fmla="*/ 117 h 1784"/>
              <a:gd name="T68" fmla="*/ 1329 w 3036"/>
              <a:gd name="T69" fmla="*/ 104 h 1784"/>
              <a:gd name="T70" fmla="*/ 1037 w 3036"/>
              <a:gd name="T71" fmla="*/ 311 h 1784"/>
              <a:gd name="T72" fmla="*/ 2652 w 3036"/>
              <a:gd name="T73" fmla="*/ 1550 h 1784"/>
              <a:gd name="T74" fmla="*/ 1001 w 3036"/>
              <a:gd name="T75" fmla="*/ 10 h 1784"/>
              <a:gd name="T76" fmla="*/ 921 w 3036"/>
              <a:gd name="T77" fmla="*/ 119 h 1784"/>
              <a:gd name="T78" fmla="*/ 711 w 3036"/>
              <a:gd name="T79" fmla="*/ 220 h 1784"/>
              <a:gd name="T80" fmla="*/ 1825 w 3036"/>
              <a:gd name="T81" fmla="*/ 1384 h 1784"/>
              <a:gd name="T82" fmla="*/ 2630 w 3036"/>
              <a:gd name="T83" fmla="*/ 818 h 1784"/>
              <a:gd name="T84" fmla="*/ 579 w 3036"/>
              <a:gd name="T85" fmla="*/ 220 h 1784"/>
              <a:gd name="T86" fmla="*/ 1541 w 3036"/>
              <a:gd name="T87" fmla="*/ 215 h 1784"/>
              <a:gd name="T88" fmla="*/ 725 w 3036"/>
              <a:gd name="T89" fmla="*/ 125 h 1784"/>
              <a:gd name="T90" fmla="*/ 3016 w 3036"/>
              <a:gd name="T91" fmla="*/ 1622 h 1784"/>
              <a:gd name="T92" fmla="*/ 2545 w 3036"/>
              <a:gd name="T93" fmla="*/ 1226 h 1784"/>
              <a:gd name="T94" fmla="*/ 1562 w 3036"/>
              <a:gd name="T95" fmla="*/ 175 h 1784"/>
              <a:gd name="T96" fmla="*/ 794 w 3036"/>
              <a:gd name="T97" fmla="*/ 81 h 1784"/>
              <a:gd name="T98" fmla="*/ 2048 w 3036"/>
              <a:gd name="T99" fmla="*/ 80 h 1784"/>
              <a:gd name="T100" fmla="*/ 1745 w 3036"/>
              <a:gd name="T101" fmla="*/ 99 h 1784"/>
              <a:gd name="T102" fmla="*/ 2591 w 3036"/>
              <a:gd name="T103" fmla="*/ 1069 h 1784"/>
              <a:gd name="T104" fmla="*/ 649 w 3036"/>
              <a:gd name="T105" fmla="*/ 141 h 1784"/>
              <a:gd name="T106" fmla="*/ 29 w 3036"/>
              <a:gd name="T107" fmla="*/ 494 h 1784"/>
              <a:gd name="T108" fmla="*/ 154 w 3036"/>
              <a:gd name="T109" fmla="*/ 450 h 1784"/>
              <a:gd name="T110" fmla="*/ 1742 w 3036"/>
              <a:gd name="T111" fmla="*/ 124 h 1784"/>
              <a:gd name="T112" fmla="*/ 2582 w 3036"/>
              <a:gd name="T113" fmla="*/ 1087 h 1784"/>
              <a:gd name="T114" fmla="*/ 1321 w 3036"/>
              <a:gd name="T115" fmla="*/ 177 h 1784"/>
              <a:gd name="T116" fmla="*/ 791 w 3036"/>
              <a:gd name="T117" fmla="*/ 1653 h 1784"/>
              <a:gd name="T118" fmla="*/ 875 w 3036"/>
              <a:gd name="T119" fmla="*/ 472 h 1784"/>
              <a:gd name="T120" fmla="*/ 2337 w 3036"/>
              <a:gd name="T121" fmla="*/ 136 h 1784"/>
              <a:gd name="T122" fmla="*/ 2551 w 3036"/>
              <a:gd name="T123" fmla="*/ 1243 h 1784"/>
              <a:gd name="T124" fmla="*/ 2889 w 3036"/>
              <a:gd name="T125" fmla="*/ 1246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36" h="1784">
                <a:moveTo>
                  <a:pt x="2399" y="1172"/>
                </a:moveTo>
                <a:cubicBezTo>
                  <a:pt x="2399" y="1172"/>
                  <a:pt x="2399" y="1172"/>
                  <a:pt x="2399" y="1172"/>
                </a:cubicBezTo>
                <a:cubicBezTo>
                  <a:pt x="2400" y="1172"/>
                  <a:pt x="2400" y="1172"/>
                  <a:pt x="2400" y="1172"/>
                </a:cubicBezTo>
                <a:cubicBezTo>
                  <a:pt x="2400" y="1172"/>
                  <a:pt x="2399" y="1172"/>
                  <a:pt x="2399" y="1172"/>
                </a:cubicBezTo>
                <a:close/>
                <a:moveTo>
                  <a:pt x="2319" y="1024"/>
                </a:moveTo>
                <a:cubicBezTo>
                  <a:pt x="2316" y="1027"/>
                  <a:pt x="2312" y="1027"/>
                  <a:pt x="2308" y="1027"/>
                </a:cubicBezTo>
                <a:cubicBezTo>
                  <a:pt x="2306" y="1027"/>
                  <a:pt x="2304" y="1025"/>
                  <a:pt x="2304" y="1023"/>
                </a:cubicBezTo>
                <a:cubicBezTo>
                  <a:pt x="2304" y="1021"/>
                  <a:pt x="2304" y="1019"/>
                  <a:pt x="2304" y="1018"/>
                </a:cubicBezTo>
                <a:cubicBezTo>
                  <a:pt x="2306" y="1012"/>
                  <a:pt x="2305" y="1008"/>
                  <a:pt x="2302" y="1003"/>
                </a:cubicBezTo>
                <a:cubicBezTo>
                  <a:pt x="2302" y="1002"/>
                  <a:pt x="2302" y="1002"/>
                  <a:pt x="2302" y="1002"/>
                </a:cubicBezTo>
                <a:cubicBezTo>
                  <a:pt x="2301" y="999"/>
                  <a:pt x="2299" y="998"/>
                  <a:pt x="2297" y="997"/>
                </a:cubicBezTo>
                <a:cubicBezTo>
                  <a:pt x="2294" y="996"/>
                  <a:pt x="2293" y="995"/>
                  <a:pt x="2294" y="991"/>
                </a:cubicBezTo>
                <a:cubicBezTo>
                  <a:pt x="2294" y="989"/>
                  <a:pt x="2294" y="987"/>
                  <a:pt x="2292" y="987"/>
                </a:cubicBezTo>
                <a:cubicBezTo>
                  <a:pt x="2291" y="986"/>
                  <a:pt x="2291" y="986"/>
                  <a:pt x="2289" y="985"/>
                </a:cubicBezTo>
                <a:cubicBezTo>
                  <a:pt x="2282" y="982"/>
                  <a:pt x="2278" y="975"/>
                  <a:pt x="2276" y="968"/>
                </a:cubicBezTo>
                <a:cubicBezTo>
                  <a:pt x="2275" y="966"/>
                  <a:pt x="2274" y="964"/>
                  <a:pt x="2274" y="962"/>
                </a:cubicBezTo>
                <a:cubicBezTo>
                  <a:pt x="2274" y="961"/>
                  <a:pt x="2272" y="961"/>
                  <a:pt x="2272" y="961"/>
                </a:cubicBezTo>
                <a:cubicBezTo>
                  <a:pt x="2270" y="963"/>
                  <a:pt x="2267" y="963"/>
                  <a:pt x="2264" y="964"/>
                </a:cubicBezTo>
                <a:cubicBezTo>
                  <a:pt x="2258" y="969"/>
                  <a:pt x="2252" y="970"/>
                  <a:pt x="2245" y="970"/>
                </a:cubicBezTo>
                <a:cubicBezTo>
                  <a:pt x="2242" y="969"/>
                  <a:pt x="2239" y="970"/>
                  <a:pt x="2236" y="971"/>
                </a:cubicBezTo>
                <a:cubicBezTo>
                  <a:pt x="2235" y="972"/>
                  <a:pt x="2233" y="974"/>
                  <a:pt x="2233" y="976"/>
                </a:cubicBezTo>
                <a:cubicBezTo>
                  <a:pt x="2233" y="983"/>
                  <a:pt x="2229" y="987"/>
                  <a:pt x="2222" y="990"/>
                </a:cubicBezTo>
                <a:cubicBezTo>
                  <a:pt x="2221" y="991"/>
                  <a:pt x="2219" y="991"/>
                  <a:pt x="2218" y="993"/>
                </a:cubicBezTo>
                <a:cubicBezTo>
                  <a:pt x="2216" y="995"/>
                  <a:pt x="2214" y="997"/>
                  <a:pt x="2213" y="999"/>
                </a:cubicBezTo>
                <a:cubicBezTo>
                  <a:pt x="2212" y="1002"/>
                  <a:pt x="2211" y="1003"/>
                  <a:pt x="2209" y="1005"/>
                </a:cubicBezTo>
                <a:cubicBezTo>
                  <a:pt x="2205" y="1008"/>
                  <a:pt x="2202" y="1012"/>
                  <a:pt x="2197" y="1015"/>
                </a:cubicBezTo>
                <a:cubicBezTo>
                  <a:pt x="2195" y="1016"/>
                  <a:pt x="2195" y="1018"/>
                  <a:pt x="2194" y="1020"/>
                </a:cubicBezTo>
                <a:cubicBezTo>
                  <a:pt x="2194" y="1021"/>
                  <a:pt x="2193" y="1022"/>
                  <a:pt x="2192" y="1023"/>
                </a:cubicBezTo>
                <a:cubicBezTo>
                  <a:pt x="2188" y="1024"/>
                  <a:pt x="2185" y="1025"/>
                  <a:pt x="2183" y="1028"/>
                </a:cubicBezTo>
                <a:cubicBezTo>
                  <a:pt x="2183" y="1029"/>
                  <a:pt x="2181" y="1029"/>
                  <a:pt x="2180" y="1030"/>
                </a:cubicBezTo>
                <a:cubicBezTo>
                  <a:pt x="2178" y="1030"/>
                  <a:pt x="2176" y="1032"/>
                  <a:pt x="2176" y="1034"/>
                </a:cubicBezTo>
                <a:cubicBezTo>
                  <a:pt x="2176" y="1038"/>
                  <a:pt x="2176" y="1042"/>
                  <a:pt x="2176" y="1046"/>
                </a:cubicBezTo>
                <a:cubicBezTo>
                  <a:pt x="2177" y="1048"/>
                  <a:pt x="2177" y="1050"/>
                  <a:pt x="2177" y="1052"/>
                </a:cubicBezTo>
                <a:cubicBezTo>
                  <a:pt x="2179" y="1055"/>
                  <a:pt x="2178" y="1058"/>
                  <a:pt x="2177" y="1062"/>
                </a:cubicBezTo>
                <a:cubicBezTo>
                  <a:pt x="2177" y="1063"/>
                  <a:pt x="2176" y="1064"/>
                  <a:pt x="2175" y="1066"/>
                </a:cubicBezTo>
                <a:cubicBezTo>
                  <a:pt x="2175" y="1068"/>
                  <a:pt x="2174" y="1070"/>
                  <a:pt x="2175" y="1072"/>
                </a:cubicBezTo>
                <a:cubicBezTo>
                  <a:pt x="2175" y="1074"/>
                  <a:pt x="2175" y="1076"/>
                  <a:pt x="2176" y="1078"/>
                </a:cubicBezTo>
                <a:cubicBezTo>
                  <a:pt x="2176" y="1080"/>
                  <a:pt x="2175" y="1082"/>
                  <a:pt x="2174" y="1083"/>
                </a:cubicBezTo>
                <a:cubicBezTo>
                  <a:pt x="2171" y="1084"/>
                  <a:pt x="2169" y="1086"/>
                  <a:pt x="2168" y="1089"/>
                </a:cubicBezTo>
                <a:cubicBezTo>
                  <a:pt x="2167" y="1092"/>
                  <a:pt x="2166" y="1094"/>
                  <a:pt x="2164" y="1094"/>
                </a:cubicBezTo>
                <a:cubicBezTo>
                  <a:pt x="2162" y="1095"/>
                  <a:pt x="2161" y="1097"/>
                  <a:pt x="2160" y="1098"/>
                </a:cubicBezTo>
                <a:cubicBezTo>
                  <a:pt x="2159" y="1099"/>
                  <a:pt x="2159" y="1100"/>
                  <a:pt x="2158" y="1101"/>
                </a:cubicBezTo>
                <a:cubicBezTo>
                  <a:pt x="2156" y="1104"/>
                  <a:pt x="2152" y="1104"/>
                  <a:pt x="2149" y="1102"/>
                </a:cubicBezTo>
                <a:cubicBezTo>
                  <a:pt x="2148" y="1101"/>
                  <a:pt x="2147" y="1100"/>
                  <a:pt x="2146" y="1099"/>
                </a:cubicBezTo>
                <a:cubicBezTo>
                  <a:pt x="2144" y="1096"/>
                  <a:pt x="2142" y="1094"/>
                  <a:pt x="2142" y="1090"/>
                </a:cubicBezTo>
                <a:cubicBezTo>
                  <a:pt x="2141" y="1084"/>
                  <a:pt x="2138" y="1079"/>
                  <a:pt x="2136" y="1074"/>
                </a:cubicBezTo>
                <a:cubicBezTo>
                  <a:pt x="2135" y="1072"/>
                  <a:pt x="2134" y="1070"/>
                  <a:pt x="2132" y="1068"/>
                </a:cubicBezTo>
                <a:cubicBezTo>
                  <a:pt x="2128" y="1064"/>
                  <a:pt x="2126" y="1060"/>
                  <a:pt x="2125" y="1056"/>
                </a:cubicBezTo>
                <a:cubicBezTo>
                  <a:pt x="2125" y="1054"/>
                  <a:pt x="2124" y="1052"/>
                  <a:pt x="2123" y="1050"/>
                </a:cubicBezTo>
                <a:cubicBezTo>
                  <a:pt x="2121" y="1045"/>
                  <a:pt x="2120" y="1041"/>
                  <a:pt x="2117" y="1037"/>
                </a:cubicBezTo>
                <a:cubicBezTo>
                  <a:pt x="2115" y="1034"/>
                  <a:pt x="2114" y="1031"/>
                  <a:pt x="2112" y="1028"/>
                </a:cubicBezTo>
                <a:cubicBezTo>
                  <a:pt x="2111" y="1027"/>
                  <a:pt x="2111" y="1026"/>
                  <a:pt x="2111" y="1025"/>
                </a:cubicBezTo>
                <a:cubicBezTo>
                  <a:pt x="2110" y="1019"/>
                  <a:pt x="2107" y="1014"/>
                  <a:pt x="2106" y="1009"/>
                </a:cubicBezTo>
                <a:cubicBezTo>
                  <a:pt x="2104" y="1003"/>
                  <a:pt x="2103" y="997"/>
                  <a:pt x="2102" y="992"/>
                </a:cubicBezTo>
                <a:cubicBezTo>
                  <a:pt x="2101" y="990"/>
                  <a:pt x="2101" y="988"/>
                  <a:pt x="2101" y="986"/>
                </a:cubicBezTo>
                <a:cubicBezTo>
                  <a:pt x="2101" y="981"/>
                  <a:pt x="2099" y="976"/>
                  <a:pt x="2098" y="971"/>
                </a:cubicBezTo>
                <a:cubicBezTo>
                  <a:pt x="2098" y="970"/>
                  <a:pt x="2097" y="970"/>
                  <a:pt x="2097" y="970"/>
                </a:cubicBezTo>
                <a:cubicBezTo>
                  <a:pt x="2097" y="970"/>
                  <a:pt x="2097" y="970"/>
                  <a:pt x="2097" y="970"/>
                </a:cubicBezTo>
                <a:cubicBezTo>
                  <a:pt x="2097" y="970"/>
                  <a:pt x="2097" y="970"/>
                  <a:pt x="2097" y="970"/>
                </a:cubicBezTo>
                <a:cubicBezTo>
                  <a:pt x="2097" y="970"/>
                  <a:pt x="2097" y="970"/>
                  <a:pt x="2097" y="970"/>
                </a:cubicBezTo>
                <a:cubicBezTo>
                  <a:pt x="2097" y="970"/>
                  <a:pt x="2097" y="970"/>
                  <a:pt x="2097" y="970"/>
                </a:cubicBezTo>
                <a:cubicBezTo>
                  <a:pt x="2097" y="973"/>
                  <a:pt x="2094" y="976"/>
                  <a:pt x="2092" y="978"/>
                </a:cubicBezTo>
                <a:cubicBezTo>
                  <a:pt x="2084" y="983"/>
                  <a:pt x="2081" y="983"/>
                  <a:pt x="2075" y="977"/>
                </a:cubicBezTo>
                <a:cubicBezTo>
                  <a:pt x="2072" y="973"/>
                  <a:pt x="2068" y="970"/>
                  <a:pt x="2065" y="966"/>
                </a:cubicBezTo>
                <a:cubicBezTo>
                  <a:pt x="2064" y="966"/>
                  <a:pt x="2064" y="965"/>
                  <a:pt x="2065" y="964"/>
                </a:cubicBezTo>
                <a:cubicBezTo>
                  <a:pt x="2065" y="964"/>
                  <a:pt x="2066" y="963"/>
                  <a:pt x="2067" y="964"/>
                </a:cubicBezTo>
                <a:cubicBezTo>
                  <a:pt x="2070" y="965"/>
                  <a:pt x="2072" y="963"/>
                  <a:pt x="2074" y="961"/>
                </a:cubicBezTo>
                <a:cubicBezTo>
                  <a:pt x="2074" y="961"/>
                  <a:pt x="2074" y="961"/>
                  <a:pt x="2074" y="961"/>
                </a:cubicBezTo>
                <a:cubicBezTo>
                  <a:pt x="2075" y="960"/>
                  <a:pt x="2075" y="960"/>
                  <a:pt x="2075" y="960"/>
                </a:cubicBezTo>
                <a:cubicBezTo>
                  <a:pt x="2074" y="961"/>
                  <a:pt x="2074" y="961"/>
                  <a:pt x="2074" y="961"/>
                </a:cubicBezTo>
                <a:cubicBezTo>
                  <a:pt x="2074" y="961"/>
                  <a:pt x="2074" y="961"/>
                  <a:pt x="2074" y="961"/>
                </a:cubicBezTo>
                <a:cubicBezTo>
                  <a:pt x="2073" y="961"/>
                  <a:pt x="2072" y="961"/>
                  <a:pt x="2071" y="961"/>
                </a:cubicBezTo>
                <a:cubicBezTo>
                  <a:pt x="2066" y="961"/>
                  <a:pt x="2062" y="959"/>
                  <a:pt x="2059" y="955"/>
                </a:cubicBezTo>
                <a:cubicBezTo>
                  <a:pt x="2057" y="953"/>
                  <a:pt x="2055" y="951"/>
                  <a:pt x="2053" y="951"/>
                </a:cubicBezTo>
                <a:cubicBezTo>
                  <a:pt x="2049" y="950"/>
                  <a:pt x="2047" y="948"/>
                  <a:pt x="2046" y="944"/>
                </a:cubicBezTo>
                <a:cubicBezTo>
                  <a:pt x="2045" y="942"/>
                  <a:pt x="2044" y="941"/>
                  <a:pt x="2042" y="940"/>
                </a:cubicBezTo>
                <a:cubicBezTo>
                  <a:pt x="2041" y="939"/>
                  <a:pt x="2040" y="938"/>
                  <a:pt x="2039" y="937"/>
                </a:cubicBezTo>
                <a:cubicBezTo>
                  <a:pt x="2039" y="935"/>
                  <a:pt x="2037" y="935"/>
                  <a:pt x="2036" y="935"/>
                </a:cubicBezTo>
                <a:cubicBezTo>
                  <a:pt x="2032" y="934"/>
                  <a:pt x="2027" y="934"/>
                  <a:pt x="2023" y="936"/>
                </a:cubicBezTo>
                <a:cubicBezTo>
                  <a:pt x="2021" y="936"/>
                  <a:pt x="2020" y="937"/>
                  <a:pt x="2018" y="936"/>
                </a:cubicBezTo>
                <a:cubicBezTo>
                  <a:pt x="2012" y="935"/>
                  <a:pt x="2006" y="937"/>
                  <a:pt x="1999" y="938"/>
                </a:cubicBezTo>
                <a:cubicBezTo>
                  <a:pt x="1996" y="938"/>
                  <a:pt x="1992" y="938"/>
                  <a:pt x="1988" y="937"/>
                </a:cubicBezTo>
                <a:cubicBezTo>
                  <a:pt x="1978" y="935"/>
                  <a:pt x="1968" y="933"/>
                  <a:pt x="1957" y="932"/>
                </a:cubicBezTo>
                <a:cubicBezTo>
                  <a:pt x="1955" y="932"/>
                  <a:pt x="1953" y="931"/>
                  <a:pt x="1952" y="929"/>
                </a:cubicBezTo>
                <a:cubicBezTo>
                  <a:pt x="1951" y="927"/>
                  <a:pt x="1950" y="924"/>
                  <a:pt x="1949" y="922"/>
                </a:cubicBezTo>
                <a:cubicBezTo>
                  <a:pt x="1947" y="919"/>
                  <a:pt x="1944" y="918"/>
                  <a:pt x="1941" y="919"/>
                </a:cubicBezTo>
                <a:cubicBezTo>
                  <a:pt x="1938" y="920"/>
                  <a:pt x="1936" y="922"/>
                  <a:pt x="1933" y="923"/>
                </a:cubicBezTo>
                <a:cubicBezTo>
                  <a:pt x="1931" y="924"/>
                  <a:pt x="1929" y="924"/>
                  <a:pt x="1927" y="924"/>
                </a:cubicBezTo>
                <a:cubicBezTo>
                  <a:pt x="1923" y="923"/>
                  <a:pt x="1918" y="922"/>
                  <a:pt x="1914" y="919"/>
                </a:cubicBezTo>
                <a:cubicBezTo>
                  <a:pt x="1912" y="918"/>
                  <a:pt x="1910" y="917"/>
                  <a:pt x="1909" y="916"/>
                </a:cubicBezTo>
                <a:cubicBezTo>
                  <a:pt x="1908" y="914"/>
                  <a:pt x="1906" y="913"/>
                  <a:pt x="1903" y="912"/>
                </a:cubicBezTo>
                <a:cubicBezTo>
                  <a:pt x="1902" y="912"/>
                  <a:pt x="1901" y="912"/>
                  <a:pt x="1900" y="911"/>
                </a:cubicBezTo>
                <a:cubicBezTo>
                  <a:pt x="1897" y="911"/>
                  <a:pt x="1896" y="910"/>
                  <a:pt x="1894" y="908"/>
                </a:cubicBezTo>
                <a:cubicBezTo>
                  <a:pt x="1892" y="903"/>
                  <a:pt x="1889" y="899"/>
                  <a:pt x="1886" y="894"/>
                </a:cubicBezTo>
                <a:cubicBezTo>
                  <a:pt x="1885" y="893"/>
                  <a:pt x="1884" y="891"/>
                  <a:pt x="1883" y="890"/>
                </a:cubicBezTo>
                <a:cubicBezTo>
                  <a:pt x="1881" y="889"/>
                  <a:pt x="1878" y="889"/>
                  <a:pt x="1876" y="889"/>
                </a:cubicBezTo>
                <a:cubicBezTo>
                  <a:pt x="1874" y="889"/>
                  <a:pt x="1872" y="889"/>
                  <a:pt x="1870" y="889"/>
                </a:cubicBezTo>
                <a:cubicBezTo>
                  <a:pt x="1869" y="889"/>
                  <a:pt x="1868" y="890"/>
                  <a:pt x="1868" y="891"/>
                </a:cubicBezTo>
                <a:cubicBezTo>
                  <a:pt x="1867" y="892"/>
                  <a:pt x="1867" y="894"/>
                  <a:pt x="1867" y="895"/>
                </a:cubicBezTo>
                <a:cubicBezTo>
                  <a:pt x="1867" y="896"/>
                  <a:pt x="1867" y="898"/>
                  <a:pt x="1867" y="898"/>
                </a:cubicBezTo>
                <a:cubicBezTo>
                  <a:pt x="1869" y="902"/>
                  <a:pt x="1871" y="906"/>
                  <a:pt x="1874" y="910"/>
                </a:cubicBezTo>
                <a:cubicBezTo>
                  <a:pt x="1874" y="911"/>
                  <a:pt x="1875" y="911"/>
                  <a:pt x="1876" y="912"/>
                </a:cubicBezTo>
                <a:cubicBezTo>
                  <a:pt x="1878" y="914"/>
                  <a:pt x="1880" y="916"/>
                  <a:pt x="1882" y="918"/>
                </a:cubicBezTo>
                <a:cubicBezTo>
                  <a:pt x="1884" y="920"/>
                  <a:pt x="1886" y="924"/>
                  <a:pt x="1887" y="927"/>
                </a:cubicBezTo>
                <a:cubicBezTo>
                  <a:pt x="1887" y="930"/>
                  <a:pt x="1888" y="932"/>
                  <a:pt x="1889" y="933"/>
                </a:cubicBezTo>
                <a:cubicBezTo>
                  <a:pt x="1891" y="935"/>
                  <a:pt x="1892" y="935"/>
                  <a:pt x="1893" y="933"/>
                </a:cubicBezTo>
                <a:cubicBezTo>
                  <a:pt x="1894" y="932"/>
                  <a:pt x="1894" y="931"/>
                  <a:pt x="1895" y="929"/>
                </a:cubicBezTo>
                <a:cubicBezTo>
                  <a:pt x="1895" y="929"/>
                  <a:pt x="1896" y="929"/>
                  <a:pt x="1897" y="929"/>
                </a:cubicBezTo>
                <a:cubicBezTo>
                  <a:pt x="1897" y="929"/>
                  <a:pt x="1898" y="929"/>
                  <a:pt x="1898" y="930"/>
                </a:cubicBezTo>
                <a:cubicBezTo>
                  <a:pt x="1899" y="930"/>
                  <a:pt x="1899" y="931"/>
                  <a:pt x="1899" y="932"/>
                </a:cubicBezTo>
                <a:cubicBezTo>
                  <a:pt x="1900" y="936"/>
                  <a:pt x="1900" y="939"/>
                  <a:pt x="1900" y="943"/>
                </a:cubicBezTo>
                <a:cubicBezTo>
                  <a:pt x="1900" y="945"/>
                  <a:pt x="1901" y="947"/>
                  <a:pt x="1903" y="948"/>
                </a:cubicBezTo>
                <a:cubicBezTo>
                  <a:pt x="1904" y="949"/>
                  <a:pt x="1906" y="950"/>
                  <a:pt x="1907" y="949"/>
                </a:cubicBezTo>
                <a:cubicBezTo>
                  <a:pt x="1910" y="948"/>
                  <a:pt x="1914" y="948"/>
                  <a:pt x="1918" y="948"/>
                </a:cubicBezTo>
                <a:cubicBezTo>
                  <a:pt x="1923" y="948"/>
                  <a:pt x="1926" y="946"/>
                  <a:pt x="1929" y="942"/>
                </a:cubicBezTo>
                <a:cubicBezTo>
                  <a:pt x="1933" y="936"/>
                  <a:pt x="1937" y="932"/>
                  <a:pt x="1942" y="927"/>
                </a:cubicBezTo>
                <a:cubicBezTo>
                  <a:pt x="1942" y="927"/>
                  <a:pt x="1943" y="927"/>
                  <a:pt x="1944" y="927"/>
                </a:cubicBezTo>
                <a:cubicBezTo>
                  <a:pt x="1944" y="927"/>
                  <a:pt x="1944" y="927"/>
                  <a:pt x="1944" y="928"/>
                </a:cubicBezTo>
                <a:cubicBezTo>
                  <a:pt x="1945" y="931"/>
                  <a:pt x="1945" y="935"/>
                  <a:pt x="1946" y="938"/>
                </a:cubicBezTo>
                <a:cubicBezTo>
                  <a:pt x="1946" y="942"/>
                  <a:pt x="1948" y="945"/>
                  <a:pt x="1951" y="948"/>
                </a:cubicBezTo>
                <a:cubicBezTo>
                  <a:pt x="1952" y="949"/>
                  <a:pt x="1954" y="950"/>
                  <a:pt x="1956" y="950"/>
                </a:cubicBezTo>
                <a:cubicBezTo>
                  <a:pt x="1959" y="951"/>
                  <a:pt x="1962" y="951"/>
                  <a:pt x="1965" y="952"/>
                </a:cubicBezTo>
                <a:cubicBezTo>
                  <a:pt x="1967" y="952"/>
                  <a:pt x="1969" y="953"/>
                  <a:pt x="1970" y="955"/>
                </a:cubicBezTo>
                <a:cubicBezTo>
                  <a:pt x="1972" y="958"/>
                  <a:pt x="1974" y="960"/>
                  <a:pt x="1976" y="962"/>
                </a:cubicBezTo>
                <a:cubicBezTo>
                  <a:pt x="1979" y="966"/>
                  <a:pt x="1980" y="967"/>
                  <a:pt x="1978" y="971"/>
                </a:cubicBezTo>
                <a:cubicBezTo>
                  <a:pt x="1975" y="977"/>
                  <a:pt x="1972" y="982"/>
                  <a:pt x="1966" y="986"/>
                </a:cubicBezTo>
                <a:cubicBezTo>
                  <a:pt x="1964" y="987"/>
                  <a:pt x="1964" y="989"/>
                  <a:pt x="1963" y="991"/>
                </a:cubicBezTo>
                <a:cubicBezTo>
                  <a:pt x="1963" y="993"/>
                  <a:pt x="1963" y="995"/>
                  <a:pt x="1963" y="997"/>
                </a:cubicBezTo>
                <a:cubicBezTo>
                  <a:pt x="1963" y="998"/>
                  <a:pt x="1962" y="999"/>
                  <a:pt x="1961" y="1000"/>
                </a:cubicBezTo>
                <a:cubicBezTo>
                  <a:pt x="1960" y="1001"/>
                  <a:pt x="1958" y="1001"/>
                  <a:pt x="1957" y="1001"/>
                </a:cubicBezTo>
                <a:cubicBezTo>
                  <a:pt x="1955" y="1002"/>
                  <a:pt x="1954" y="1003"/>
                  <a:pt x="1953" y="1005"/>
                </a:cubicBezTo>
                <a:cubicBezTo>
                  <a:pt x="1952" y="1009"/>
                  <a:pt x="1949" y="1011"/>
                  <a:pt x="1945" y="1011"/>
                </a:cubicBezTo>
                <a:cubicBezTo>
                  <a:pt x="1943" y="1012"/>
                  <a:pt x="1942" y="1013"/>
                  <a:pt x="1941" y="1015"/>
                </a:cubicBezTo>
                <a:cubicBezTo>
                  <a:pt x="1940" y="1018"/>
                  <a:pt x="1938" y="1020"/>
                  <a:pt x="1935" y="1020"/>
                </a:cubicBezTo>
                <a:cubicBezTo>
                  <a:pt x="1930" y="1021"/>
                  <a:pt x="1925" y="1022"/>
                  <a:pt x="1921" y="1024"/>
                </a:cubicBezTo>
                <a:cubicBezTo>
                  <a:pt x="1917" y="1025"/>
                  <a:pt x="1915" y="1027"/>
                  <a:pt x="1914" y="1031"/>
                </a:cubicBezTo>
                <a:cubicBezTo>
                  <a:pt x="1913" y="1032"/>
                  <a:pt x="1912" y="1033"/>
                  <a:pt x="1911" y="1034"/>
                </a:cubicBezTo>
                <a:cubicBezTo>
                  <a:pt x="1908" y="1035"/>
                  <a:pt x="1905" y="1037"/>
                  <a:pt x="1902" y="1038"/>
                </a:cubicBezTo>
                <a:cubicBezTo>
                  <a:pt x="1898" y="1039"/>
                  <a:pt x="1894" y="1040"/>
                  <a:pt x="1890" y="1042"/>
                </a:cubicBezTo>
                <a:cubicBezTo>
                  <a:pt x="1887" y="1043"/>
                  <a:pt x="1885" y="1043"/>
                  <a:pt x="1883" y="1046"/>
                </a:cubicBezTo>
                <a:cubicBezTo>
                  <a:pt x="1882" y="1048"/>
                  <a:pt x="1879" y="1048"/>
                  <a:pt x="1877" y="1049"/>
                </a:cubicBezTo>
                <a:cubicBezTo>
                  <a:pt x="1874" y="1049"/>
                  <a:pt x="1872" y="1050"/>
                  <a:pt x="1870" y="1051"/>
                </a:cubicBezTo>
                <a:cubicBezTo>
                  <a:pt x="1866" y="1054"/>
                  <a:pt x="1862" y="1055"/>
                  <a:pt x="1858" y="1054"/>
                </a:cubicBezTo>
                <a:cubicBezTo>
                  <a:pt x="1855" y="1054"/>
                  <a:pt x="1852" y="1054"/>
                  <a:pt x="1849" y="1057"/>
                </a:cubicBezTo>
                <a:cubicBezTo>
                  <a:pt x="1847" y="1060"/>
                  <a:pt x="1845" y="1060"/>
                  <a:pt x="1842" y="1061"/>
                </a:cubicBezTo>
                <a:cubicBezTo>
                  <a:pt x="1840" y="1061"/>
                  <a:pt x="1838" y="1061"/>
                  <a:pt x="1837" y="1061"/>
                </a:cubicBezTo>
                <a:cubicBezTo>
                  <a:pt x="1835" y="1061"/>
                  <a:pt x="1833" y="1060"/>
                  <a:pt x="1832" y="1058"/>
                </a:cubicBezTo>
                <a:cubicBezTo>
                  <a:pt x="1831" y="1056"/>
                  <a:pt x="1830" y="1054"/>
                  <a:pt x="1829" y="1052"/>
                </a:cubicBezTo>
                <a:cubicBezTo>
                  <a:pt x="1828" y="1047"/>
                  <a:pt x="1827" y="1041"/>
                  <a:pt x="1824" y="1036"/>
                </a:cubicBezTo>
                <a:cubicBezTo>
                  <a:pt x="1823" y="1035"/>
                  <a:pt x="1824" y="1033"/>
                  <a:pt x="1824" y="1032"/>
                </a:cubicBezTo>
                <a:cubicBezTo>
                  <a:pt x="1825" y="1027"/>
                  <a:pt x="1823" y="1023"/>
                  <a:pt x="1821" y="1019"/>
                </a:cubicBezTo>
                <a:cubicBezTo>
                  <a:pt x="1819" y="1016"/>
                  <a:pt x="1816" y="1013"/>
                  <a:pt x="1814" y="1011"/>
                </a:cubicBezTo>
                <a:cubicBezTo>
                  <a:pt x="1811" y="1007"/>
                  <a:pt x="1808" y="1003"/>
                  <a:pt x="1807" y="999"/>
                </a:cubicBezTo>
                <a:cubicBezTo>
                  <a:pt x="1806" y="995"/>
                  <a:pt x="1803" y="993"/>
                  <a:pt x="1800" y="990"/>
                </a:cubicBezTo>
                <a:cubicBezTo>
                  <a:pt x="1798" y="989"/>
                  <a:pt x="1796" y="988"/>
                  <a:pt x="1795" y="987"/>
                </a:cubicBezTo>
                <a:cubicBezTo>
                  <a:pt x="1790" y="983"/>
                  <a:pt x="1787" y="978"/>
                  <a:pt x="1786" y="972"/>
                </a:cubicBezTo>
                <a:cubicBezTo>
                  <a:pt x="1786" y="971"/>
                  <a:pt x="1786" y="970"/>
                  <a:pt x="1786" y="969"/>
                </a:cubicBezTo>
                <a:cubicBezTo>
                  <a:pt x="1787" y="966"/>
                  <a:pt x="1786" y="964"/>
                  <a:pt x="1785" y="961"/>
                </a:cubicBezTo>
                <a:cubicBezTo>
                  <a:pt x="1784" y="960"/>
                  <a:pt x="1783" y="959"/>
                  <a:pt x="1783" y="957"/>
                </a:cubicBezTo>
                <a:cubicBezTo>
                  <a:pt x="1781" y="953"/>
                  <a:pt x="1778" y="950"/>
                  <a:pt x="1774" y="948"/>
                </a:cubicBezTo>
                <a:cubicBezTo>
                  <a:pt x="1771" y="948"/>
                  <a:pt x="1770" y="946"/>
                  <a:pt x="1769" y="944"/>
                </a:cubicBezTo>
                <a:cubicBezTo>
                  <a:pt x="1768" y="940"/>
                  <a:pt x="1767" y="937"/>
                  <a:pt x="1764" y="934"/>
                </a:cubicBezTo>
                <a:cubicBezTo>
                  <a:pt x="1760" y="929"/>
                  <a:pt x="1757" y="922"/>
                  <a:pt x="1753" y="917"/>
                </a:cubicBezTo>
                <a:cubicBezTo>
                  <a:pt x="1752" y="916"/>
                  <a:pt x="1751" y="915"/>
                  <a:pt x="1750" y="914"/>
                </a:cubicBezTo>
                <a:cubicBezTo>
                  <a:pt x="1749" y="912"/>
                  <a:pt x="1748" y="911"/>
                  <a:pt x="1746" y="911"/>
                </a:cubicBezTo>
                <a:cubicBezTo>
                  <a:pt x="1744" y="910"/>
                  <a:pt x="1743" y="911"/>
                  <a:pt x="1742" y="912"/>
                </a:cubicBezTo>
                <a:cubicBezTo>
                  <a:pt x="1741" y="914"/>
                  <a:pt x="1739" y="913"/>
                  <a:pt x="1738" y="913"/>
                </a:cubicBezTo>
                <a:cubicBezTo>
                  <a:pt x="1736" y="913"/>
                  <a:pt x="1735" y="914"/>
                  <a:pt x="1736" y="915"/>
                </a:cubicBezTo>
                <a:cubicBezTo>
                  <a:pt x="1736" y="917"/>
                  <a:pt x="1738" y="918"/>
                  <a:pt x="1738" y="920"/>
                </a:cubicBezTo>
                <a:cubicBezTo>
                  <a:pt x="1740" y="928"/>
                  <a:pt x="1745" y="935"/>
                  <a:pt x="1749" y="942"/>
                </a:cubicBezTo>
                <a:cubicBezTo>
                  <a:pt x="1750" y="943"/>
                  <a:pt x="1751" y="945"/>
                  <a:pt x="1752" y="947"/>
                </a:cubicBezTo>
                <a:cubicBezTo>
                  <a:pt x="1754" y="950"/>
                  <a:pt x="1756" y="953"/>
                  <a:pt x="1755" y="957"/>
                </a:cubicBezTo>
                <a:cubicBezTo>
                  <a:pt x="1755" y="958"/>
                  <a:pt x="1756" y="959"/>
                  <a:pt x="1756" y="960"/>
                </a:cubicBezTo>
                <a:cubicBezTo>
                  <a:pt x="1756" y="961"/>
                  <a:pt x="1757" y="962"/>
                  <a:pt x="1758" y="963"/>
                </a:cubicBezTo>
                <a:cubicBezTo>
                  <a:pt x="1759" y="963"/>
                  <a:pt x="1760" y="964"/>
                  <a:pt x="1761" y="964"/>
                </a:cubicBezTo>
                <a:cubicBezTo>
                  <a:pt x="1766" y="967"/>
                  <a:pt x="1769" y="971"/>
                  <a:pt x="1771" y="977"/>
                </a:cubicBezTo>
                <a:cubicBezTo>
                  <a:pt x="1772" y="984"/>
                  <a:pt x="1774" y="990"/>
                  <a:pt x="1774" y="996"/>
                </a:cubicBezTo>
                <a:cubicBezTo>
                  <a:pt x="1774" y="998"/>
                  <a:pt x="1775" y="1000"/>
                  <a:pt x="1777" y="1002"/>
                </a:cubicBezTo>
                <a:cubicBezTo>
                  <a:pt x="1779" y="1003"/>
                  <a:pt x="1781" y="1005"/>
                  <a:pt x="1784" y="1007"/>
                </a:cubicBezTo>
                <a:cubicBezTo>
                  <a:pt x="1787" y="1009"/>
                  <a:pt x="1789" y="1012"/>
                  <a:pt x="1790" y="1015"/>
                </a:cubicBezTo>
                <a:cubicBezTo>
                  <a:pt x="1791" y="1019"/>
                  <a:pt x="1792" y="1022"/>
                  <a:pt x="1793" y="1025"/>
                </a:cubicBezTo>
                <a:cubicBezTo>
                  <a:pt x="1794" y="1032"/>
                  <a:pt x="1799" y="1035"/>
                  <a:pt x="1804" y="1038"/>
                </a:cubicBezTo>
                <a:cubicBezTo>
                  <a:pt x="1807" y="1039"/>
                  <a:pt x="1810" y="1041"/>
                  <a:pt x="1813" y="1043"/>
                </a:cubicBezTo>
                <a:cubicBezTo>
                  <a:pt x="1816" y="1048"/>
                  <a:pt x="1821" y="1051"/>
                  <a:pt x="1824" y="1056"/>
                </a:cubicBezTo>
                <a:cubicBezTo>
                  <a:pt x="1825" y="1058"/>
                  <a:pt x="1827" y="1060"/>
                  <a:pt x="1829" y="1061"/>
                </a:cubicBezTo>
                <a:cubicBezTo>
                  <a:pt x="1833" y="1064"/>
                  <a:pt x="1833" y="1065"/>
                  <a:pt x="1831" y="1069"/>
                </a:cubicBezTo>
                <a:cubicBezTo>
                  <a:pt x="1830" y="1070"/>
                  <a:pt x="1830" y="1071"/>
                  <a:pt x="1831" y="1072"/>
                </a:cubicBezTo>
                <a:cubicBezTo>
                  <a:pt x="1834" y="1074"/>
                  <a:pt x="1836" y="1077"/>
                  <a:pt x="1839" y="1080"/>
                </a:cubicBezTo>
                <a:cubicBezTo>
                  <a:pt x="1840" y="1080"/>
                  <a:pt x="1841" y="1081"/>
                  <a:pt x="1841" y="1082"/>
                </a:cubicBezTo>
                <a:cubicBezTo>
                  <a:pt x="1843" y="1083"/>
                  <a:pt x="1844" y="1083"/>
                  <a:pt x="1846" y="1082"/>
                </a:cubicBezTo>
                <a:cubicBezTo>
                  <a:pt x="1847" y="1082"/>
                  <a:pt x="1848" y="1082"/>
                  <a:pt x="1849" y="1081"/>
                </a:cubicBezTo>
                <a:cubicBezTo>
                  <a:pt x="1852" y="1079"/>
                  <a:pt x="1856" y="1077"/>
                  <a:pt x="1861" y="1078"/>
                </a:cubicBezTo>
                <a:cubicBezTo>
                  <a:pt x="1862" y="1078"/>
                  <a:pt x="1863" y="1078"/>
                  <a:pt x="1864" y="1078"/>
                </a:cubicBezTo>
                <a:cubicBezTo>
                  <a:pt x="1871" y="1075"/>
                  <a:pt x="1878" y="1075"/>
                  <a:pt x="1886" y="1073"/>
                </a:cubicBezTo>
                <a:cubicBezTo>
                  <a:pt x="1891" y="1073"/>
                  <a:pt x="1896" y="1072"/>
                  <a:pt x="1900" y="1068"/>
                </a:cubicBezTo>
                <a:cubicBezTo>
                  <a:pt x="1901" y="1068"/>
                  <a:pt x="1901" y="1068"/>
                  <a:pt x="1901" y="1068"/>
                </a:cubicBezTo>
                <a:cubicBezTo>
                  <a:pt x="1903" y="1067"/>
                  <a:pt x="1906" y="1069"/>
                  <a:pt x="1906" y="1070"/>
                </a:cubicBezTo>
                <a:cubicBezTo>
                  <a:pt x="1905" y="1076"/>
                  <a:pt x="1906" y="1082"/>
                  <a:pt x="1904" y="1088"/>
                </a:cubicBezTo>
                <a:cubicBezTo>
                  <a:pt x="1903" y="1092"/>
                  <a:pt x="1901" y="1097"/>
                  <a:pt x="1899" y="1100"/>
                </a:cubicBezTo>
                <a:cubicBezTo>
                  <a:pt x="1894" y="1106"/>
                  <a:pt x="1892" y="1112"/>
                  <a:pt x="1889" y="1118"/>
                </a:cubicBezTo>
                <a:cubicBezTo>
                  <a:pt x="1882" y="1135"/>
                  <a:pt x="1871" y="1148"/>
                  <a:pt x="1857" y="1159"/>
                </a:cubicBezTo>
                <a:cubicBezTo>
                  <a:pt x="1856" y="1160"/>
                  <a:pt x="1856" y="1160"/>
                  <a:pt x="1855" y="1161"/>
                </a:cubicBezTo>
                <a:cubicBezTo>
                  <a:pt x="1849" y="1163"/>
                  <a:pt x="1844" y="1168"/>
                  <a:pt x="1840" y="1172"/>
                </a:cubicBezTo>
                <a:cubicBezTo>
                  <a:pt x="1831" y="1179"/>
                  <a:pt x="1823" y="1187"/>
                  <a:pt x="1817" y="1196"/>
                </a:cubicBezTo>
                <a:cubicBezTo>
                  <a:pt x="1815" y="1199"/>
                  <a:pt x="1811" y="1202"/>
                  <a:pt x="1808" y="1204"/>
                </a:cubicBezTo>
                <a:cubicBezTo>
                  <a:pt x="1806" y="1205"/>
                  <a:pt x="1805" y="1207"/>
                  <a:pt x="1804" y="1209"/>
                </a:cubicBezTo>
                <a:cubicBezTo>
                  <a:pt x="1801" y="1213"/>
                  <a:pt x="1801" y="1217"/>
                  <a:pt x="1797" y="1221"/>
                </a:cubicBezTo>
                <a:cubicBezTo>
                  <a:pt x="1794" y="1223"/>
                  <a:pt x="1793" y="1227"/>
                  <a:pt x="1792" y="1231"/>
                </a:cubicBezTo>
                <a:cubicBezTo>
                  <a:pt x="1790" y="1235"/>
                  <a:pt x="1790" y="1238"/>
                  <a:pt x="1794" y="1241"/>
                </a:cubicBezTo>
                <a:cubicBezTo>
                  <a:pt x="1796" y="1243"/>
                  <a:pt x="1796" y="1245"/>
                  <a:pt x="1795" y="1247"/>
                </a:cubicBezTo>
                <a:cubicBezTo>
                  <a:pt x="1795" y="1249"/>
                  <a:pt x="1794" y="1250"/>
                  <a:pt x="1794" y="1251"/>
                </a:cubicBezTo>
                <a:cubicBezTo>
                  <a:pt x="1795" y="1256"/>
                  <a:pt x="1795" y="1261"/>
                  <a:pt x="1796" y="1266"/>
                </a:cubicBezTo>
                <a:cubicBezTo>
                  <a:pt x="1798" y="1270"/>
                  <a:pt x="1799" y="1274"/>
                  <a:pt x="1803" y="1276"/>
                </a:cubicBezTo>
                <a:cubicBezTo>
                  <a:pt x="1805" y="1277"/>
                  <a:pt x="1806" y="1280"/>
                  <a:pt x="1805" y="1282"/>
                </a:cubicBezTo>
                <a:cubicBezTo>
                  <a:pt x="1804" y="1286"/>
                  <a:pt x="1804" y="1291"/>
                  <a:pt x="1805" y="1295"/>
                </a:cubicBezTo>
                <a:cubicBezTo>
                  <a:pt x="1805" y="1298"/>
                  <a:pt x="1805" y="1301"/>
                  <a:pt x="1805" y="1303"/>
                </a:cubicBezTo>
                <a:cubicBezTo>
                  <a:pt x="1805" y="1307"/>
                  <a:pt x="1804" y="1310"/>
                  <a:pt x="1805" y="1313"/>
                </a:cubicBezTo>
                <a:cubicBezTo>
                  <a:pt x="1805" y="1317"/>
                  <a:pt x="1805" y="1320"/>
                  <a:pt x="1803" y="1323"/>
                </a:cubicBezTo>
                <a:cubicBezTo>
                  <a:pt x="1800" y="1330"/>
                  <a:pt x="1796" y="1335"/>
                  <a:pt x="1790" y="1339"/>
                </a:cubicBezTo>
                <a:cubicBezTo>
                  <a:pt x="1787" y="1341"/>
                  <a:pt x="1784" y="1342"/>
                  <a:pt x="1781" y="1344"/>
                </a:cubicBezTo>
                <a:cubicBezTo>
                  <a:pt x="1778" y="1345"/>
                  <a:pt x="1775" y="1346"/>
                  <a:pt x="1773" y="1348"/>
                </a:cubicBezTo>
                <a:cubicBezTo>
                  <a:pt x="1765" y="1355"/>
                  <a:pt x="1757" y="1362"/>
                  <a:pt x="1748" y="1368"/>
                </a:cubicBezTo>
                <a:cubicBezTo>
                  <a:pt x="1747" y="1369"/>
                  <a:pt x="1747" y="1371"/>
                  <a:pt x="1747" y="1373"/>
                </a:cubicBezTo>
                <a:cubicBezTo>
                  <a:pt x="1749" y="1379"/>
                  <a:pt x="1751" y="1385"/>
                  <a:pt x="1752" y="1391"/>
                </a:cubicBezTo>
                <a:cubicBezTo>
                  <a:pt x="1753" y="1393"/>
                  <a:pt x="1753" y="1394"/>
                  <a:pt x="1753" y="1396"/>
                </a:cubicBezTo>
                <a:cubicBezTo>
                  <a:pt x="1752" y="1400"/>
                  <a:pt x="1751" y="1403"/>
                  <a:pt x="1751" y="1407"/>
                </a:cubicBezTo>
                <a:cubicBezTo>
                  <a:pt x="1751" y="1410"/>
                  <a:pt x="1749" y="1413"/>
                  <a:pt x="1746" y="1414"/>
                </a:cubicBezTo>
                <a:cubicBezTo>
                  <a:pt x="1743" y="1417"/>
                  <a:pt x="1739" y="1418"/>
                  <a:pt x="1736" y="1418"/>
                </a:cubicBezTo>
                <a:cubicBezTo>
                  <a:pt x="1732" y="1419"/>
                  <a:pt x="1730" y="1421"/>
                  <a:pt x="1727" y="1423"/>
                </a:cubicBezTo>
                <a:cubicBezTo>
                  <a:pt x="1726" y="1425"/>
                  <a:pt x="1724" y="1427"/>
                  <a:pt x="1726" y="1429"/>
                </a:cubicBezTo>
                <a:cubicBezTo>
                  <a:pt x="1727" y="1431"/>
                  <a:pt x="1727" y="1433"/>
                  <a:pt x="1726" y="1435"/>
                </a:cubicBezTo>
                <a:cubicBezTo>
                  <a:pt x="1725" y="1439"/>
                  <a:pt x="1724" y="1442"/>
                  <a:pt x="1723" y="1446"/>
                </a:cubicBezTo>
                <a:cubicBezTo>
                  <a:pt x="1722" y="1451"/>
                  <a:pt x="1719" y="1455"/>
                  <a:pt x="1714" y="1458"/>
                </a:cubicBezTo>
                <a:cubicBezTo>
                  <a:pt x="1712" y="1460"/>
                  <a:pt x="1711" y="1462"/>
                  <a:pt x="1709" y="1464"/>
                </a:cubicBezTo>
                <a:cubicBezTo>
                  <a:pt x="1706" y="1468"/>
                  <a:pt x="1703" y="1472"/>
                  <a:pt x="1701" y="1476"/>
                </a:cubicBezTo>
                <a:cubicBezTo>
                  <a:pt x="1698" y="1480"/>
                  <a:pt x="1695" y="1483"/>
                  <a:pt x="1691" y="1487"/>
                </a:cubicBezTo>
                <a:cubicBezTo>
                  <a:pt x="1686" y="1492"/>
                  <a:pt x="1681" y="1497"/>
                  <a:pt x="1674" y="1501"/>
                </a:cubicBezTo>
                <a:cubicBezTo>
                  <a:pt x="1670" y="1504"/>
                  <a:pt x="1665" y="1507"/>
                  <a:pt x="1660" y="1507"/>
                </a:cubicBezTo>
                <a:cubicBezTo>
                  <a:pt x="1659" y="1507"/>
                  <a:pt x="1657" y="1507"/>
                  <a:pt x="1657" y="1508"/>
                </a:cubicBezTo>
                <a:cubicBezTo>
                  <a:pt x="1654" y="1512"/>
                  <a:pt x="1650" y="1509"/>
                  <a:pt x="1646" y="1511"/>
                </a:cubicBezTo>
                <a:cubicBezTo>
                  <a:pt x="1646" y="1512"/>
                  <a:pt x="1644" y="1512"/>
                  <a:pt x="1643" y="1511"/>
                </a:cubicBezTo>
                <a:cubicBezTo>
                  <a:pt x="1640" y="1509"/>
                  <a:pt x="1636" y="1510"/>
                  <a:pt x="1632" y="1510"/>
                </a:cubicBezTo>
                <a:cubicBezTo>
                  <a:pt x="1629" y="1510"/>
                  <a:pt x="1626" y="1511"/>
                  <a:pt x="1623" y="1512"/>
                </a:cubicBezTo>
                <a:cubicBezTo>
                  <a:pt x="1621" y="1513"/>
                  <a:pt x="1619" y="1514"/>
                  <a:pt x="1617" y="1514"/>
                </a:cubicBezTo>
                <a:cubicBezTo>
                  <a:pt x="1613" y="1513"/>
                  <a:pt x="1609" y="1515"/>
                  <a:pt x="1605" y="1517"/>
                </a:cubicBezTo>
                <a:cubicBezTo>
                  <a:pt x="1605" y="1517"/>
                  <a:pt x="1603" y="1518"/>
                  <a:pt x="1602" y="1517"/>
                </a:cubicBezTo>
                <a:cubicBezTo>
                  <a:pt x="1598" y="1515"/>
                  <a:pt x="1594" y="1513"/>
                  <a:pt x="1590" y="1511"/>
                </a:cubicBezTo>
                <a:cubicBezTo>
                  <a:pt x="1590" y="1510"/>
                  <a:pt x="1589" y="1510"/>
                  <a:pt x="1589" y="1509"/>
                </a:cubicBezTo>
                <a:cubicBezTo>
                  <a:pt x="1589" y="1506"/>
                  <a:pt x="1589" y="1502"/>
                  <a:pt x="1587" y="1499"/>
                </a:cubicBezTo>
                <a:cubicBezTo>
                  <a:pt x="1586" y="1498"/>
                  <a:pt x="1586" y="1496"/>
                  <a:pt x="1587" y="1495"/>
                </a:cubicBezTo>
                <a:cubicBezTo>
                  <a:pt x="1590" y="1492"/>
                  <a:pt x="1589" y="1489"/>
                  <a:pt x="1588" y="1486"/>
                </a:cubicBezTo>
                <a:cubicBezTo>
                  <a:pt x="1587" y="1484"/>
                  <a:pt x="1587" y="1483"/>
                  <a:pt x="1586" y="1482"/>
                </a:cubicBezTo>
                <a:cubicBezTo>
                  <a:pt x="1583" y="1476"/>
                  <a:pt x="1581" y="1470"/>
                  <a:pt x="1580" y="1465"/>
                </a:cubicBezTo>
                <a:cubicBezTo>
                  <a:pt x="1579" y="1462"/>
                  <a:pt x="1578" y="1459"/>
                  <a:pt x="1576" y="1457"/>
                </a:cubicBezTo>
                <a:cubicBezTo>
                  <a:pt x="1574" y="1454"/>
                  <a:pt x="1573" y="1452"/>
                  <a:pt x="1571" y="1449"/>
                </a:cubicBezTo>
                <a:cubicBezTo>
                  <a:pt x="1567" y="1445"/>
                  <a:pt x="1564" y="1440"/>
                  <a:pt x="1563" y="1434"/>
                </a:cubicBezTo>
                <a:cubicBezTo>
                  <a:pt x="1563" y="1429"/>
                  <a:pt x="1561" y="1424"/>
                  <a:pt x="1561" y="1419"/>
                </a:cubicBezTo>
                <a:cubicBezTo>
                  <a:pt x="1561" y="1417"/>
                  <a:pt x="1560" y="1415"/>
                  <a:pt x="1560" y="1414"/>
                </a:cubicBezTo>
                <a:cubicBezTo>
                  <a:pt x="1558" y="1409"/>
                  <a:pt x="1557" y="1404"/>
                  <a:pt x="1557" y="1399"/>
                </a:cubicBezTo>
                <a:cubicBezTo>
                  <a:pt x="1558" y="1394"/>
                  <a:pt x="1556" y="1390"/>
                  <a:pt x="1554" y="1386"/>
                </a:cubicBezTo>
                <a:cubicBezTo>
                  <a:pt x="1551" y="1381"/>
                  <a:pt x="1548" y="1375"/>
                  <a:pt x="1546" y="1369"/>
                </a:cubicBezTo>
                <a:cubicBezTo>
                  <a:pt x="1544" y="1363"/>
                  <a:pt x="1541" y="1358"/>
                  <a:pt x="1537" y="1354"/>
                </a:cubicBezTo>
                <a:cubicBezTo>
                  <a:pt x="1535" y="1352"/>
                  <a:pt x="1534" y="1350"/>
                  <a:pt x="1534" y="1347"/>
                </a:cubicBezTo>
                <a:cubicBezTo>
                  <a:pt x="1534" y="1343"/>
                  <a:pt x="1534" y="1338"/>
                  <a:pt x="1534" y="1334"/>
                </a:cubicBezTo>
                <a:cubicBezTo>
                  <a:pt x="1534" y="1331"/>
                  <a:pt x="1535" y="1329"/>
                  <a:pt x="1536" y="1326"/>
                </a:cubicBezTo>
                <a:cubicBezTo>
                  <a:pt x="1538" y="1322"/>
                  <a:pt x="1540" y="1317"/>
                  <a:pt x="1540" y="1312"/>
                </a:cubicBezTo>
                <a:cubicBezTo>
                  <a:pt x="1540" y="1309"/>
                  <a:pt x="1542" y="1307"/>
                  <a:pt x="1544" y="1304"/>
                </a:cubicBezTo>
                <a:cubicBezTo>
                  <a:pt x="1546" y="1302"/>
                  <a:pt x="1548" y="1299"/>
                  <a:pt x="1550" y="1298"/>
                </a:cubicBezTo>
                <a:cubicBezTo>
                  <a:pt x="1555" y="1293"/>
                  <a:pt x="1555" y="1287"/>
                  <a:pt x="1554" y="1281"/>
                </a:cubicBezTo>
                <a:cubicBezTo>
                  <a:pt x="1554" y="1280"/>
                  <a:pt x="1553" y="1278"/>
                  <a:pt x="1552" y="1277"/>
                </a:cubicBezTo>
                <a:cubicBezTo>
                  <a:pt x="1550" y="1274"/>
                  <a:pt x="1549" y="1271"/>
                  <a:pt x="1549" y="1267"/>
                </a:cubicBezTo>
                <a:cubicBezTo>
                  <a:pt x="1548" y="1266"/>
                  <a:pt x="1549" y="1264"/>
                  <a:pt x="1549" y="1263"/>
                </a:cubicBezTo>
                <a:cubicBezTo>
                  <a:pt x="1549" y="1262"/>
                  <a:pt x="1550" y="1260"/>
                  <a:pt x="1550" y="1260"/>
                </a:cubicBezTo>
                <a:cubicBezTo>
                  <a:pt x="1549" y="1254"/>
                  <a:pt x="1548" y="1249"/>
                  <a:pt x="1546" y="1245"/>
                </a:cubicBezTo>
                <a:cubicBezTo>
                  <a:pt x="1543" y="1241"/>
                  <a:pt x="1541" y="1237"/>
                  <a:pt x="1540" y="1232"/>
                </a:cubicBezTo>
                <a:cubicBezTo>
                  <a:pt x="1540" y="1231"/>
                  <a:pt x="1539" y="1229"/>
                  <a:pt x="1538" y="1227"/>
                </a:cubicBezTo>
                <a:cubicBezTo>
                  <a:pt x="1537" y="1224"/>
                  <a:pt x="1535" y="1221"/>
                  <a:pt x="1532" y="1218"/>
                </a:cubicBezTo>
                <a:cubicBezTo>
                  <a:pt x="1530" y="1217"/>
                  <a:pt x="1528" y="1215"/>
                  <a:pt x="1527" y="1214"/>
                </a:cubicBezTo>
                <a:cubicBezTo>
                  <a:pt x="1517" y="1205"/>
                  <a:pt x="1515" y="1202"/>
                  <a:pt x="1510" y="1190"/>
                </a:cubicBezTo>
                <a:cubicBezTo>
                  <a:pt x="1510" y="1190"/>
                  <a:pt x="1510" y="1189"/>
                  <a:pt x="1510" y="1189"/>
                </a:cubicBezTo>
                <a:cubicBezTo>
                  <a:pt x="1510" y="1188"/>
                  <a:pt x="1510" y="1187"/>
                  <a:pt x="1511" y="1187"/>
                </a:cubicBezTo>
                <a:cubicBezTo>
                  <a:pt x="1514" y="1183"/>
                  <a:pt x="1514" y="1179"/>
                  <a:pt x="1515" y="1175"/>
                </a:cubicBezTo>
                <a:cubicBezTo>
                  <a:pt x="1516" y="1173"/>
                  <a:pt x="1515" y="1170"/>
                  <a:pt x="1516" y="1168"/>
                </a:cubicBezTo>
                <a:cubicBezTo>
                  <a:pt x="1516" y="1166"/>
                  <a:pt x="1518" y="1164"/>
                  <a:pt x="1518" y="1162"/>
                </a:cubicBezTo>
                <a:cubicBezTo>
                  <a:pt x="1519" y="1159"/>
                  <a:pt x="1520" y="1156"/>
                  <a:pt x="1520" y="1154"/>
                </a:cubicBezTo>
                <a:cubicBezTo>
                  <a:pt x="1520" y="1150"/>
                  <a:pt x="1519" y="1146"/>
                  <a:pt x="1515" y="1143"/>
                </a:cubicBezTo>
                <a:cubicBezTo>
                  <a:pt x="1514" y="1143"/>
                  <a:pt x="1513" y="1142"/>
                  <a:pt x="1512" y="1140"/>
                </a:cubicBezTo>
                <a:cubicBezTo>
                  <a:pt x="1510" y="1137"/>
                  <a:pt x="1508" y="1138"/>
                  <a:pt x="1505" y="1138"/>
                </a:cubicBezTo>
                <a:cubicBezTo>
                  <a:pt x="1500" y="1139"/>
                  <a:pt x="1496" y="1140"/>
                  <a:pt x="1491" y="1141"/>
                </a:cubicBezTo>
                <a:cubicBezTo>
                  <a:pt x="1490" y="1141"/>
                  <a:pt x="1489" y="1141"/>
                  <a:pt x="1488" y="1141"/>
                </a:cubicBezTo>
                <a:cubicBezTo>
                  <a:pt x="1483" y="1141"/>
                  <a:pt x="1480" y="1140"/>
                  <a:pt x="1478" y="1136"/>
                </a:cubicBezTo>
                <a:cubicBezTo>
                  <a:pt x="1477" y="1134"/>
                  <a:pt x="1477" y="1132"/>
                  <a:pt x="1476" y="1130"/>
                </a:cubicBezTo>
                <a:cubicBezTo>
                  <a:pt x="1474" y="1125"/>
                  <a:pt x="1471" y="1122"/>
                  <a:pt x="1466" y="1121"/>
                </a:cubicBezTo>
                <a:cubicBezTo>
                  <a:pt x="1465" y="1120"/>
                  <a:pt x="1464" y="1120"/>
                  <a:pt x="1463" y="1120"/>
                </a:cubicBezTo>
                <a:cubicBezTo>
                  <a:pt x="1458" y="1119"/>
                  <a:pt x="1453" y="1121"/>
                  <a:pt x="1449" y="1122"/>
                </a:cubicBezTo>
                <a:cubicBezTo>
                  <a:pt x="1445" y="1122"/>
                  <a:pt x="1442" y="1124"/>
                  <a:pt x="1439" y="1125"/>
                </a:cubicBezTo>
                <a:cubicBezTo>
                  <a:pt x="1436" y="1126"/>
                  <a:pt x="1432" y="1127"/>
                  <a:pt x="1430" y="1129"/>
                </a:cubicBezTo>
                <a:cubicBezTo>
                  <a:pt x="1428" y="1130"/>
                  <a:pt x="1426" y="1131"/>
                  <a:pt x="1424" y="1132"/>
                </a:cubicBezTo>
                <a:cubicBezTo>
                  <a:pt x="1421" y="1133"/>
                  <a:pt x="1419" y="1133"/>
                  <a:pt x="1416" y="1134"/>
                </a:cubicBezTo>
                <a:cubicBezTo>
                  <a:pt x="1414" y="1135"/>
                  <a:pt x="1412" y="1135"/>
                  <a:pt x="1410" y="1134"/>
                </a:cubicBezTo>
                <a:cubicBezTo>
                  <a:pt x="1409" y="1134"/>
                  <a:pt x="1408" y="1134"/>
                  <a:pt x="1407" y="1133"/>
                </a:cubicBezTo>
                <a:cubicBezTo>
                  <a:pt x="1402" y="1131"/>
                  <a:pt x="1398" y="1131"/>
                  <a:pt x="1393" y="1132"/>
                </a:cubicBezTo>
                <a:cubicBezTo>
                  <a:pt x="1390" y="1132"/>
                  <a:pt x="1387" y="1133"/>
                  <a:pt x="1384" y="1133"/>
                </a:cubicBezTo>
                <a:cubicBezTo>
                  <a:pt x="1380" y="1133"/>
                  <a:pt x="1375" y="1134"/>
                  <a:pt x="1371" y="1135"/>
                </a:cubicBezTo>
                <a:cubicBezTo>
                  <a:pt x="1369" y="1137"/>
                  <a:pt x="1367" y="1138"/>
                  <a:pt x="1364" y="1139"/>
                </a:cubicBezTo>
                <a:cubicBezTo>
                  <a:pt x="1363" y="1139"/>
                  <a:pt x="1362" y="1139"/>
                  <a:pt x="1361" y="1139"/>
                </a:cubicBezTo>
                <a:cubicBezTo>
                  <a:pt x="1357" y="1138"/>
                  <a:pt x="1354" y="1137"/>
                  <a:pt x="1351" y="1135"/>
                </a:cubicBezTo>
                <a:cubicBezTo>
                  <a:pt x="1344" y="1131"/>
                  <a:pt x="1338" y="1125"/>
                  <a:pt x="1332" y="1121"/>
                </a:cubicBezTo>
                <a:cubicBezTo>
                  <a:pt x="1329" y="1118"/>
                  <a:pt x="1327" y="1116"/>
                  <a:pt x="1323" y="1115"/>
                </a:cubicBezTo>
                <a:cubicBezTo>
                  <a:pt x="1319" y="1113"/>
                  <a:pt x="1316" y="1110"/>
                  <a:pt x="1314" y="1106"/>
                </a:cubicBezTo>
                <a:cubicBezTo>
                  <a:pt x="1311" y="1103"/>
                  <a:pt x="1309" y="1098"/>
                  <a:pt x="1309" y="1094"/>
                </a:cubicBezTo>
                <a:cubicBezTo>
                  <a:pt x="1309" y="1092"/>
                  <a:pt x="1308" y="1091"/>
                  <a:pt x="1307" y="1090"/>
                </a:cubicBezTo>
                <a:cubicBezTo>
                  <a:pt x="1305" y="1088"/>
                  <a:pt x="1302" y="1085"/>
                  <a:pt x="1299" y="1084"/>
                </a:cubicBezTo>
                <a:cubicBezTo>
                  <a:pt x="1297" y="1083"/>
                  <a:pt x="1296" y="1082"/>
                  <a:pt x="1296" y="1080"/>
                </a:cubicBezTo>
                <a:cubicBezTo>
                  <a:pt x="1295" y="1078"/>
                  <a:pt x="1294" y="1076"/>
                  <a:pt x="1292" y="1075"/>
                </a:cubicBezTo>
                <a:cubicBezTo>
                  <a:pt x="1290" y="1074"/>
                  <a:pt x="1289" y="1072"/>
                  <a:pt x="1289" y="1070"/>
                </a:cubicBezTo>
                <a:cubicBezTo>
                  <a:pt x="1289" y="1069"/>
                  <a:pt x="1289" y="1069"/>
                  <a:pt x="1289" y="1069"/>
                </a:cubicBezTo>
                <a:cubicBezTo>
                  <a:pt x="1289" y="1070"/>
                  <a:pt x="1289" y="1070"/>
                  <a:pt x="1289" y="1070"/>
                </a:cubicBezTo>
                <a:cubicBezTo>
                  <a:pt x="1289" y="1070"/>
                  <a:pt x="1289" y="1070"/>
                  <a:pt x="1289" y="1070"/>
                </a:cubicBezTo>
                <a:cubicBezTo>
                  <a:pt x="1287" y="1069"/>
                  <a:pt x="1284" y="1069"/>
                  <a:pt x="1282" y="1068"/>
                </a:cubicBezTo>
                <a:cubicBezTo>
                  <a:pt x="1280" y="1066"/>
                  <a:pt x="1278" y="1065"/>
                  <a:pt x="1277" y="1062"/>
                </a:cubicBezTo>
                <a:cubicBezTo>
                  <a:pt x="1276" y="1059"/>
                  <a:pt x="1274" y="1056"/>
                  <a:pt x="1276" y="1052"/>
                </a:cubicBezTo>
                <a:cubicBezTo>
                  <a:pt x="1277" y="1050"/>
                  <a:pt x="1276" y="1048"/>
                  <a:pt x="1275" y="1046"/>
                </a:cubicBezTo>
                <a:cubicBezTo>
                  <a:pt x="1273" y="1044"/>
                  <a:pt x="1272" y="1042"/>
                  <a:pt x="1271" y="1040"/>
                </a:cubicBezTo>
                <a:cubicBezTo>
                  <a:pt x="1271" y="1040"/>
                  <a:pt x="1271" y="1039"/>
                  <a:pt x="1271" y="1038"/>
                </a:cubicBezTo>
                <a:cubicBezTo>
                  <a:pt x="1276" y="1033"/>
                  <a:pt x="1278" y="1027"/>
                  <a:pt x="1279" y="1020"/>
                </a:cubicBezTo>
                <a:cubicBezTo>
                  <a:pt x="1279" y="1019"/>
                  <a:pt x="1279" y="1018"/>
                  <a:pt x="1279" y="1018"/>
                </a:cubicBezTo>
                <a:cubicBezTo>
                  <a:pt x="1283" y="1012"/>
                  <a:pt x="1282" y="1005"/>
                  <a:pt x="1280" y="998"/>
                </a:cubicBezTo>
                <a:cubicBezTo>
                  <a:pt x="1279" y="996"/>
                  <a:pt x="1279" y="993"/>
                  <a:pt x="1280" y="991"/>
                </a:cubicBezTo>
                <a:cubicBezTo>
                  <a:pt x="1281" y="988"/>
                  <a:pt x="1280" y="985"/>
                  <a:pt x="1278" y="984"/>
                </a:cubicBezTo>
                <a:cubicBezTo>
                  <a:pt x="1275" y="982"/>
                  <a:pt x="1274" y="979"/>
                  <a:pt x="1275" y="976"/>
                </a:cubicBezTo>
                <a:cubicBezTo>
                  <a:pt x="1275" y="974"/>
                  <a:pt x="1275" y="971"/>
                  <a:pt x="1277" y="969"/>
                </a:cubicBezTo>
                <a:cubicBezTo>
                  <a:pt x="1281" y="964"/>
                  <a:pt x="1283" y="958"/>
                  <a:pt x="1286" y="952"/>
                </a:cubicBezTo>
                <a:cubicBezTo>
                  <a:pt x="1287" y="951"/>
                  <a:pt x="1287" y="950"/>
                  <a:pt x="1288" y="948"/>
                </a:cubicBezTo>
                <a:cubicBezTo>
                  <a:pt x="1293" y="944"/>
                  <a:pt x="1296" y="939"/>
                  <a:pt x="1298" y="933"/>
                </a:cubicBezTo>
                <a:cubicBezTo>
                  <a:pt x="1300" y="930"/>
                  <a:pt x="1302" y="927"/>
                  <a:pt x="1305" y="926"/>
                </a:cubicBezTo>
                <a:cubicBezTo>
                  <a:pt x="1307" y="924"/>
                  <a:pt x="1309" y="922"/>
                  <a:pt x="1311" y="919"/>
                </a:cubicBezTo>
                <a:cubicBezTo>
                  <a:pt x="1311" y="918"/>
                  <a:pt x="1312" y="917"/>
                  <a:pt x="1313" y="915"/>
                </a:cubicBezTo>
                <a:cubicBezTo>
                  <a:pt x="1315" y="913"/>
                  <a:pt x="1317" y="911"/>
                  <a:pt x="1319" y="911"/>
                </a:cubicBezTo>
                <a:cubicBezTo>
                  <a:pt x="1322" y="911"/>
                  <a:pt x="1325" y="909"/>
                  <a:pt x="1327" y="908"/>
                </a:cubicBezTo>
                <a:cubicBezTo>
                  <a:pt x="1329" y="906"/>
                  <a:pt x="1331" y="905"/>
                  <a:pt x="1333" y="904"/>
                </a:cubicBezTo>
                <a:cubicBezTo>
                  <a:pt x="1335" y="903"/>
                  <a:pt x="1336" y="902"/>
                  <a:pt x="1336" y="901"/>
                </a:cubicBezTo>
                <a:cubicBezTo>
                  <a:pt x="1338" y="899"/>
                  <a:pt x="1339" y="897"/>
                  <a:pt x="1341" y="895"/>
                </a:cubicBezTo>
                <a:cubicBezTo>
                  <a:pt x="1342" y="893"/>
                  <a:pt x="1343" y="891"/>
                  <a:pt x="1343" y="889"/>
                </a:cubicBezTo>
                <a:cubicBezTo>
                  <a:pt x="1343" y="887"/>
                  <a:pt x="1343" y="885"/>
                  <a:pt x="1342" y="883"/>
                </a:cubicBezTo>
                <a:cubicBezTo>
                  <a:pt x="1342" y="879"/>
                  <a:pt x="1343" y="877"/>
                  <a:pt x="1345" y="874"/>
                </a:cubicBezTo>
                <a:cubicBezTo>
                  <a:pt x="1346" y="872"/>
                  <a:pt x="1347" y="871"/>
                  <a:pt x="1347" y="869"/>
                </a:cubicBezTo>
                <a:cubicBezTo>
                  <a:pt x="1347" y="864"/>
                  <a:pt x="1351" y="862"/>
                  <a:pt x="1354" y="860"/>
                </a:cubicBezTo>
                <a:cubicBezTo>
                  <a:pt x="1358" y="857"/>
                  <a:pt x="1362" y="855"/>
                  <a:pt x="1366" y="853"/>
                </a:cubicBezTo>
                <a:cubicBezTo>
                  <a:pt x="1370" y="850"/>
                  <a:pt x="1374" y="847"/>
                  <a:pt x="1375" y="842"/>
                </a:cubicBezTo>
                <a:cubicBezTo>
                  <a:pt x="1375" y="840"/>
                  <a:pt x="1376" y="838"/>
                  <a:pt x="1377" y="835"/>
                </a:cubicBezTo>
                <a:cubicBezTo>
                  <a:pt x="1378" y="831"/>
                  <a:pt x="1381" y="831"/>
                  <a:pt x="1384" y="834"/>
                </a:cubicBezTo>
                <a:cubicBezTo>
                  <a:pt x="1385" y="834"/>
                  <a:pt x="1385" y="835"/>
                  <a:pt x="1386" y="835"/>
                </a:cubicBezTo>
                <a:cubicBezTo>
                  <a:pt x="1387" y="836"/>
                  <a:pt x="1388" y="837"/>
                  <a:pt x="1390" y="837"/>
                </a:cubicBezTo>
                <a:cubicBezTo>
                  <a:pt x="1393" y="837"/>
                  <a:pt x="1396" y="837"/>
                  <a:pt x="1399" y="837"/>
                </a:cubicBezTo>
                <a:cubicBezTo>
                  <a:pt x="1402" y="836"/>
                  <a:pt x="1404" y="837"/>
                  <a:pt x="1407" y="838"/>
                </a:cubicBezTo>
                <a:cubicBezTo>
                  <a:pt x="1411" y="840"/>
                  <a:pt x="1415" y="839"/>
                  <a:pt x="1418" y="836"/>
                </a:cubicBezTo>
                <a:cubicBezTo>
                  <a:pt x="1421" y="834"/>
                  <a:pt x="1424" y="833"/>
                  <a:pt x="1427" y="831"/>
                </a:cubicBezTo>
                <a:cubicBezTo>
                  <a:pt x="1431" y="829"/>
                  <a:pt x="1435" y="828"/>
                  <a:pt x="1439" y="825"/>
                </a:cubicBezTo>
                <a:cubicBezTo>
                  <a:pt x="1441" y="824"/>
                  <a:pt x="1444" y="824"/>
                  <a:pt x="1446" y="823"/>
                </a:cubicBezTo>
                <a:cubicBezTo>
                  <a:pt x="1449" y="823"/>
                  <a:pt x="1452" y="823"/>
                  <a:pt x="1455" y="822"/>
                </a:cubicBezTo>
                <a:cubicBezTo>
                  <a:pt x="1461" y="821"/>
                  <a:pt x="1466" y="820"/>
                  <a:pt x="1472" y="821"/>
                </a:cubicBezTo>
                <a:cubicBezTo>
                  <a:pt x="1474" y="822"/>
                  <a:pt x="1477" y="822"/>
                  <a:pt x="1479" y="821"/>
                </a:cubicBezTo>
                <a:cubicBezTo>
                  <a:pt x="1482" y="821"/>
                  <a:pt x="1484" y="818"/>
                  <a:pt x="1488" y="820"/>
                </a:cubicBezTo>
                <a:cubicBezTo>
                  <a:pt x="1490" y="821"/>
                  <a:pt x="1494" y="818"/>
                  <a:pt x="1496" y="820"/>
                </a:cubicBezTo>
                <a:cubicBezTo>
                  <a:pt x="1498" y="820"/>
                  <a:pt x="1500" y="820"/>
                  <a:pt x="1502" y="820"/>
                </a:cubicBezTo>
                <a:cubicBezTo>
                  <a:pt x="1504" y="819"/>
                  <a:pt x="1507" y="818"/>
                  <a:pt x="1510" y="817"/>
                </a:cubicBezTo>
                <a:cubicBezTo>
                  <a:pt x="1513" y="816"/>
                  <a:pt x="1516" y="816"/>
                  <a:pt x="1518" y="819"/>
                </a:cubicBezTo>
                <a:cubicBezTo>
                  <a:pt x="1520" y="821"/>
                  <a:pt x="1521" y="821"/>
                  <a:pt x="1523" y="820"/>
                </a:cubicBezTo>
                <a:cubicBezTo>
                  <a:pt x="1525" y="820"/>
                  <a:pt x="1526" y="821"/>
                  <a:pt x="1525" y="822"/>
                </a:cubicBezTo>
                <a:cubicBezTo>
                  <a:pt x="1524" y="824"/>
                  <a:pt x="1523" y="826"/>
                  <a:pt x="1522" y="828"/>
                </a:cubicBezTo>
                <a:cubicBezTo>
                  <a:pt x="1522" y="829"/>
                  <a:pt x="1522" y="830"/>
                  <a:pt x="1523" y="831"/>
                </a:cubicBezTo>
                <a:cubicBezTo>
                  <a:pt x="1524" y="832"/>
                  <a:pt x="1525" y="834"/>
                  <a:pt x="1526" y="835"/>
                </a:cubicBezTo>
                <a:cubicBezTo>
                  <a:pt x="1527" y="838"/>
                  <a:pt x="1527" y="841"/>
                  <a:pt x="1525" y="844"/>
                </a:cubicBezTo>
                <a:cubicBezTo>
                  <a:pt x="1523" y="845"/>
                  <a:pt x="1522" y="847"/>
                  <a:pt x="1520" y="848"/>
                </a:cubicBezTo>
                <a:cubicBezTo>
                  <a:pt x="1519" y="850"/>
                  <a:pt x="1519" y="853"/>
                  <a:pt x="1521" y="853"/>
                </a:cubicBezTo>
                <a:cubicBezTo>
                  <a:pt x="1525" y="854"/>
                  <a:pt x="1528" y="856"/>
                  <a:pt x="1531" y="859"/>
                </a:cubicBezTo>
                <a:cubicBezTo>
                  <a:pt x="1531" y="859"/>
                  <a:pt x="1531" y="859"/>
                  <a:pt x="1532" y="859"/>
                </a:cubicBezTo>
                <a:cubicBezTo>
                  <a:pt x="1535" y="861"/>
                  <a:pt x="1538" y="863"/>
                  <a:pt x="1542" y="862"/>
                </a:cubicBezTo>
                <a:cubicBezTo>
                  <a:pt x="1549" y="861"/>
                  <a:pt x="1556" y="863"/>
                  <a:pt x="1562" y="866"/>
                </a:cubicBezTo>
                <a:cubicBezTo>
                  <a:pt x="1564" y="866"/>
                  <a:pt x="1566" y="868"/>
                  <a:pt x="1567" y="870"/>
                </a:cubicBezTo>
                <a:cubicBezTo>
                  <a:pt x="1567" y="872"/>
                  <a:pt x="1568" y="873"/>
                  <a:pt x="1568" y="874"/>
                </a:cubicBezTo>
                <a:cubicBezTo>
                  <a:pt x="1569" y="877"/>
                  <a:pt x="1571" y="878"/>
                  <a:pt x="1573" y="878"/>
                </a:cubicBezTo>
                <a:cubicBezTo>
                  <a:pt x="1579" y="878"/>
                  <a:pt x="1584" y="880"/>
                  <a:pt x="1588" y="882"/>
                </a:cubicBezTo>
                <a:cubicBezTo>
                  <a:pt x="1591" y="883"/>
                  <a:pt x="1592" y="885"/>
                  <a:pt x="1594" y="886"/>
                </a:cubicBezTo>
                <a:cubicBezTo>
                  <a:pt x="1596" y="887"/>
                  <a:pt x="1597" y="888"/>
                  <a:pt x="1598" y="889"/>
                </a:cubicBezTo>
                <a:cubicBezTo>
                  <a:pt x="1600" y="890"/>
                  <a:pt x="1603" y="889"/>
                  <a:pt x="1605" y="887"/>
                </a:cubicBezTo>
                <a:cubicBezTo>
                  <a:pt x="1606" y="887"/>
                  <a:pt x="1607" y="886"/>
                  <a:pt x="1608" y="885"/>
                </a:cubicBezTo>
                <a:cubicBezTo>
                  <a:pt x="1608" y="884"/>
                  <a:pt x="1609" y="883"/>
                  <a:pt x="1609" y="881"/>
                </a:cubicBezTo>
                <a:cubicBezTo>
                  <a:pt x="1608" y="879"/>
                  <a:pt x="1608" y="878"/>
                  <a:pt x="1607" y="877"/>
                </a:cubicBezTo>
                <a:cubicBezTo>
                  <a:pt x="1606" y="872"/>
                  <a:pt x="1609" y="866"/>
                  <a:pt x="1613" y="864"/>
                </a:cubicBezTo>
                <a:cubicBezTo>
                  <a:pt x="1619" y="861"/>
                  <a:pt x="1626" y="861"/>
                  <a:pt x="1632" y="863"/>
                </a:cubicBezTo>
                <a:cubicBezTo>
                  <a:pt x="1633" y="863"/>
                  <a:pt x="1634" y="864"/>
                  <a:pt x="1636" y="865"/>
                </a:cubicBezTo>
                <a:cubicBezTo>
                  <a:pt x="1638" y="868"/>
                  <a:pt x="1641" y="869"/>
                  <a:pt x="1645" y="869"/>
                </a:cubicBezTo>
                <a:cubicBezTo>
                  <a:pt x="1649" y="870"/>
                  <a:pt x="1652" y="870"/>
                  <a:pt x="1656" y="873"/>
                </a:cubicBezTo>
                <a:cubicBezTo>
                  <a:pt x="1659" y="874"/>
                  <a:pt x="1662" y="875"/>
                  <a:pt x="1665" y="875"/>
                </a:cubicBezTo>
                <a:cubicBezTo>
                  <a:pt x="1673" y="876"/>
                  <a:pt x="1681" y="878"/>
                  <a:pt x="1689" y="880"/>
                </a:cubicBezTo>
                <a:cubicBezTo>
                  <a:pt x="1692" y="880"/>
                  <a:pt x="1694" y="880"/>
                  <a:pt x="1696" y="879"/>
                </a:cubicBezTo>
                <a:cubicBezTo>
                  <a:pt x="1700" y="877"/>
                  <a:pt x="1705" y="875"/>
                  <a:pt x="1710" y="875"/>
                </a:cubicBezTo>
                <a:cubicBezTo>
                  <a:pt x="1712" y="876"/>
                  <a:pt x="1714" y="876"/>
                  <a:pt x="1716" y="877"/>
                </a:cubicBezTo>
                <a:cubicBezTo>
                  <a:pt x="1722" y="879"/>
                  <a:pt x="1727" y="878"/>
                  <a:pt x="1733" y="878"/>
                </a:cubicBezTo>
                <a:cubicBezTo>
                  <a:pt x="1735" y="878"/>
                  <a:pt x="1736" y="877"/>
                  <a:pt x="1737" y="876"/>
                </a:cubicBezTo>
                <a:cubicBezTo>
                  <a:pt x="1739" y="873"/>
                  <a:pt x="1741" y="870"/>
                  <a:pt x="1742" y="866"/>
                </a:cubicBezTo>
                <a:cubicBezTo>
                  <a:pt x="1743" y="862"/>
                  <a:pt x="1745" y="858"/>
                  <a:pt x="1746" y="854"/>
                </a:cubicBezTo>
                <a:cubicBezTo>
                  <a:pt x="1747" y="851"/>
                  <a:pt x="1748" y="849"/>
                  <a:pt x="1749" y="846"/>
                </a:cubicBezTo>
                <a:cubicBezTo>
                  <a:pt x="1750" y="842"/>
                  <a:pt x="1750" y="838"/>
                  <a:pt x="1749" y="835"/>
                </a:cubicBezTo>
                <a:cubicBezTo>
                  <a:pt x="1748" y="831"/>
                  <a:pt x="1748" y="826"/>
                  <a:pt x="1750" y="823"/>
                </a:cubicBezTo>
                <a:cubicBezTo>
                  <a:pt x="1750" y="823"/>
                  <a:pt x="1750" y="823"/>
                  <a:pt x="1750" y="823"/>
                </a:cubicBezTo>
                <a:cubicBezTo>
                  <a:pt x="1750" y="822"/>
                  <a:pt x="1750" y="822"/>
                  <a:pt x="1750" y="822"/>
                </a:cubicBezTo>
                <a:cubicBezTo>
                  <a:pt x="1750" y="822"/>
                  <a:pt x="1750" y="822"/>
                  <a:pt x="1750" y="822"/>
                </a:cubicBezTo>
                <a:cubicBezTo>
                  <a:pt x="1750" y="823"/>
                  <a:pt x="1750" y="823"/>
                  <a:pt x="1750" y="823"/>
                </a:cubicBezTo>
                <a:cubicBezTo>
                  <a:pt x="1747" y="822"/>
                  <a:pt x="1744" y="823"/>
                  <a:pt x="1741" y="822"/>
                </a:cubicBezTo>
                <a:cubicBezTo>
                  <a:pt x="1739" y="821"/>
                  <a:pt x="1738" y="822"/>
                  <a:pt x="1737" y="823"/>
                </a:cubicBezTo>
                <a:cubicBezTo>
                  <a:pt x="1734" y="826"/>
                  <a:pt x="1730" y="828"/>
                  <a:pt x="1726" y="829"/>
                </a:cubicBezTo>
                <a:cubicBezTo>
                  <a:pt x="1723" y="829"/>
                  <a:pt x="1719" y="829"/>
                  <a:pt x="1716" y="826"/>
                </a:cubicBezTo>
                <a:cubicBezTo>
                  <a:pt x="1714" y="824"/>
                  <a:pt x="1712" y="823"/>
                  <a:pt x="1709" y="822"/>
                </a:cubicBezTo>
                <a:cubicBezTo>
                  <a:pt x="1706" y="822"/>
                  <a:pt x="1704" y="822"/>
                  <a:pt x="1702" y="824"/>
                </a:cubicBezTo>
                <a:cubicBezTo>
                  <a:pt x="1700" y="828"/>
                  <a:pt x="1696" y="828"/>
                  <a:pt x="1692" y="828"/>
                </a:cubicBezTo>
                <a:cubicBezTo>
                  <a:pt x="1691" y="829"/>
                  <a:pt x="1690" y="828"/>
                  <a:pt x="1690" y="828"/>
                </a:cubicBezTo>
                <a:cubicBezTo>
                  <a:pt x="1689" y="827"/>
                  <a:pt x="1688" y="827"/>
                  <a:pt x="1687" y="826"/>
                </a:cubicBezTo>
                <a:cubicBezTo>
                  <a:pt x="1685" y="823"/>
                  <a:pt x="1682" y="822"/>
                  <a:pt x="1679" y="823"/>
                </a:cubicBezTo>
                <a:cubicBezTo>
                  <a:pt x="1678" y="823"/>
                  <a:pt x="1676" y="823"/>
                  <a:pt x="1675" y="822"/>
                </a:cubicBezTo>
                <a:cubicBezTo>
                  <a:pt x="1673" y="820"/>
                  <a:pt x="1672" y="819"/>
                  <a:pt x="1670" y="817"/>
                </a:cubicBezTo>
                <a:cubicBezTo>
                  <a:pt x="1669" y="815"/>
                  <a:pt x="1667" y="814"/>
                  <a:pt x="1666" y="813"/>
                </a:cubicBezTo>
                <a:cubicBezTo>
                  <a:pt x="1664" y="811"/>
                  <a:pt x="1667" y="810"/>
                  <a:pt x="1666" y="809"/>
                </a:cubicBezTo>
                <a:cubicBezTo>
                  <a:pt x="1665" y="808"/>
                  <a:pt x="1664" y="808"/>
                  <a:pt x="1663" y="807"/>
                </a:cubicBezTo>
                <a:cubicBezTo>
                  <a:pt x="1661" y="807"/>
                  <a:pt x="1660" y="806"/>
                  <a:pt x="1659" y="805"/>
                </a:cubicBezTo>
                <a:cubicBezTo>
                  <a:pt x="1658" y="805"/>
                  <a:pt x="1658" y="804"/>
                  <a:pt x="1658" y="803"/>
                </a:cubicBezTo>
                <a:cubicBezTo>
                  <a:pt x="1658" y="803"/>
                  <a:pt x="1658" y="803"/>
                  <a:pt x="1659" y="802"/>
                </a:cubicBezTo>
                <a:cubicBezTo>
                  <a:pt x="1661" y="801"/>
                  <a:pt x="1663" y="802"/>
                  <a:pt x="1664" y="799"/>
                </a:cubicBezTo>
                <a:cubicBezTo>
                  <a:pt x="1665" y="799"/>
                  <a:pt x="1665" y="798"/>
                  <a:pt x="1665" y="797"/>
                </a:cubicBezTo>
                <a:cubicBezTo>
                  <a:pt x="1665" y="797"/>
                  <a:pt x="1664" y="796"/>
                  <a:pt x="1664" y="796"/>
                </a:cubicBezTo>
                <a:cubicBezTo>
                  <a:pt x="1664" y="796"/>
                  <a:pt x="1663" y="796"/>
                  <a:pt x="1663" y="796"/>
                </a:cubicBezTo>
                <a:cubicBezTo>
                  <a:pt x="1662" y="796"/>
                  <a:pt x="1661" y="796"/>
                  <a:pt x="1660" y="796"/>
                </a:cubicBezTo>
                <a:cubicBezTo>
                  <a:pt x="1659" y="796"/>
                  <a:pt x="1657" y="795"/>
                  <a:pt x="1658" y="794"/>
                </a:cubicBezTo>
                <a:cubicBezTo>
                  <a:pt x="1659" y="790"/>
                  <a:pt x="1659" y="785"/>
                  <a:pt x="1659" y="781"/>
                </a:cubicBezTo>
                <a:cubicBezTo>
                  <a:pt x="1659" y="778"/>
                  <a:pt x="1657" y="776"/>
                  <a:pt x="1653" y="775"/>
                </a:cubicBezTo>
                <a:cubicBezTo>
                  <a:pt x="1651" y="775"/>
                  <a:pt x="1649" y="775"/>
                  <a:pt x="1647" y="776"/>
                </a:cubicBezTo>
                <a:cubicBezTo>
                  <a:pt x="1646" y="778"/>
                  <a:pt x="1644" y="777"/>
                  <a:pt x="1643" y="777"/>
                </a:cubicBezTo>
                <a:cubicBezTo>
                  <a:pt x="1642" y="777"/>
                  <a:pt x="1641" y="777"/>
                  <a:pt x="1641" y="777"/>
                </a:cubicBezTo>
                <a:cubicBezTo>
                  <a:pt x="1640" y="779"/>
                  <a:pt x="1640" y="780"/>
                  <a:pt x="1639" y="782"/>
                </a:cubicBezTo>
                <a:cubicBezTo>
                  <a:pt x="1638" y="785"/>
                  <a:pt x="1635" y="786"/>
                  <a:pt x="1632" y="783"/>
                </a:cubicBezTo>
                <a:cubicBezTo>
                  <a:pt x="1631" y="783"/>
                  <a:pt x="1631" y="782"/>
                  <a:pt x="1630" y="782"/>
                </a:cubicBezTo>
                <a:cubicBezTo>
                  <a:pt x="1629" y="781"/>
                  <a:pt x="1629" y="781"/>
                  <a:pt x="1628" y="782"/>
                </a:cubicBezTo>
                <a:cubicBezTo>
                  <a:pt x="1628" y="782"/>
                  <a:pt x="1628" y="783"/>
                  <a:pt x="1628" y="783"/>
                </a:cubicBezTo>
                <a:cubicBezTo>
                  <a:pt x="1628" y="784"/>
                  <a:pt x="1628" y="785"/>
                  <a:pt x="1628" y="785"/>
                </a:cubicBezTo>
                <a:cubicBezTo>
                  <a:pt x="1631" y="789"/>
                  <a:pt x="1634" y="793"/>
                  <a:pt x="1636" y="797"/>
                </a:cubicBezTo>
                <a:cubicBezTo>
                  <a:pt x="1637" y="798"/>
                  <a:pt x="1639" y="799"/>
                  <a:pt x="1640" y="800"/>
                </a:cubicBezTo>
                <a:cubicBezTo>
                  <a:pt x="1643" y="801"/>
                  <a:pt x="1644" y="804"/>
                  <a:pt x="1645" y="807"/>
                </a:cubicBezTo>
                <a:cubicBezTo>
                  <a:pt x="1645" y="808"/>
                  <a:pt x="1645" y="808"/>
                  <a:pt x="1644" y="809"/>
                </a:cubicBezTo>
                <a:cubicBezTo>
                  <a:pt x="1642" y="809"/>
                  <a:pt x="1640" y="811"/>
                  <a:pt x="1637" y="811"/>
                </a:cubicBezTo>
                <a:cubicBezTo>
                  <a:pt x="1637" y="810"/>
                  <a:pt x="1636" y="811"/>
                  <a:pt x="1636" y="811"/>
                </a:cubicBezTo>
                <a:cubicBezTo>
                  <a:pt x="1636" y="814"/>
                  <a:pt x="1632" y="816"/>
                  <a:pt x="1634" y="820"/>
                </a:cubicBezTo>
                <a:cubicBezTo>
                  <a:pt x="1634" y="822"/>
                  <a:pt x="1633" y="822"/>
                  <a:pt x="1632" y="822"/>
                </a:cubicBezTo>
                <a:cubicBezTo>
                  <a:pt x="1629" y="823"/>
                  <a:pt x="1626" y="822"/>
                  <a:pt x="1623" y="821"/>
                </a:cubicBezTo>
                <a:cubicBezTo>
                  <a:pt x="1623" y="820"/>
                  <a:pt x="1621" y="819"/>
                  <a:pt x="1621" y="819"/>
                </a:cubicBezTo>
                <a:cubicBezTo>
                  <a:pt x="1620" y="815"/>
                  <a:pt x="1618" y="812"/>
                  <a:pt x="1615" y="810"/>
                </a:cubicBezTo>
                <a:cubicBezTo>
                  <a:pt x="1615" y="811"/>
                  <a:pt x="1615" y="811"/>
                  <a:pt x="1615" y="811"/>
                </a:cubicBezTo>
                <a:cubicBezTo>
                  <a:pt x="1613" y="811"/>
                  <a:pt x="1612" y="811"/>
                  <a:pt x="1611" y="811"/>
                </a:cubicBezTo>
                <a:cubicBezTo>
                  <a:pt x="1610" y="811"/>
                  <a:pt x="1609" y="810"/>
                  <a:pt x="1609" y="809"/>
                </a:cubicBezTo>
                <a:cubicBezTo>
                  <a:pt x="1609" y="809"/>
                  <a:pt x="1610" y="808"/>
                  <a:pt x="1610" y="807"/>
                </a:cubicBezTo>
                <a:cubicBezTo>
                  <a:pt x="1611" y="806"/>
                  <a:pt x="1612" y="806"/>
                  <a:pt x="1612" y="807"/>
                </a:cubicBezTo>
                <a:cubicBezTo>
                  <a:pt x="1613" y="807"/>
                  <a:pt x="1613" y="807"/>
                  <a:pt x="1613" y="808"/>
                </a:cubicBezTo>
                <a:cubicBezTo>
                  <a:pt x="1614" y="808"/>
                  <a:pt x="1614" y="808"/>
                  <a:pt x="1615" y="809"/>
                </a:cubicBezTo>
                <a:cubicBezTo>
                  <a:pt x="1615" y="808"/>
                  <a:pt x="1615" y="808"/>
                  <a:pt x="1615" y="808"/>
                </a:cubicBezTo>
                <a:cubicBezTo>
                  <a:pt x="1616" y="807"/>
                  <a:pt x="1616" y="806"/>
                  <a:pt x="1615" y="805"/>
                </a:cubicBezTo>
                <a:cubicBezTo>
                  <a:pt x="1614" y="802"/>
                  <a:pt x="1611" y="800"/>
                  <a:pt x="1610" y="797"/>
                </a:cubicBezTo>
                <a:cubicBezTo>
                  <a:pt x="1609" y="795"/>
                  <a:pt x="1607" y="793"/>
                  <a:pt x="1605" y="792"/>
                </a:cubicBezTo>
                <a:cubicBezTo>
                  <a:pt x="1603" y="790"/>
                  <a:pt x="1601" y="789"/>
                  <a:pt x="1602" y="786"/>
                </a:cubicBezTo>
                <a:cubicBezTo>
                  <a:pt x="1602" y="786"/>
                  <a:pt x="1602" y="785"/>
                  <a:pt x="1601" y="785"/>
                </a:cubicBezTo>
                <a:cubicBezTo>
                  <a:pt x="1598" y="783"/>
                  <a:pt x="1597" y="779"/>
                  <a:pt x="1597" y="775"/>
                </a:cubicBezTo>
                <a:cubicBezTo>
                  <a:pt x="1597" y="773"/>
                  <a:pt x="1597" y="771"/>
                  <a:pt x="1597" y="768"/>
                </a:cubicBezTo>
                <a:cubicBezTo>
                  <a:pt x="1598" y="767"/>
                  <a:pt x="1597" y="765"/>
                  <a:pt x="1596" y="764"/>
                </a:cubicBezTo>
                <a:cubicBezTo>
                  <a:pt x="1594" y="762"/>
                  <a:pt x="1592" y="760"/>
                  <a:pt x="1590" y="758"/>
                </a:cubicBezTo>
                <a:cubicBezTo>
                  <a:pt x="1588" y="756"/>
                  <a:pt x="1586" y="754"/>
                  <a:pt x="1584" y="754"/>
                </a:cubicBezTo>
                <a:cubicBezTo>
                  <a:pt x="1581" y="753"/>
                  <a:pt x="1580" y="752"/>
                  <a:pt x="1578" y="750"/>
                </a:cubicBezTo>
                <a:cubicBezTo>
                  <a:pt x="1573" y="750"/>
                  <a:pt x="1570" y="747"/>
                  <a:pt x="1567" y="745"/>
                </a:cubicBezTo>
                <a:cubicBezTo>
                  <a:pt x="1563" y="742"/>
                  <a:pt x="1559" y="739"/>
                  <a:pt x="1558" y="734"/>
                </a:cubicBezTo>
                <a:cubicBezTo>
                  <a:pt x="1557" y="732"/>
                  <a:pt x="1556" y="731"/>
                  <a:pt x="1554" y="732"/>
                </a:cubicBezTo>
                <a:cubicBezTo>
                  <a:pt x="1552" y="732"/>
                  <a:pt x="1550" y="729"/>
                  <a:pt x="1548" y="730"/>
                </a:cubicBezTo>
                <a:cubicBezTo>
                  <a:pt x="1546" y="731"/>
                  <a:pt x="1545" y="729"/>
                  <a:pt x="1545" y="728"/>
                </a:cubicBezTo>
                <a:cubicBezTo>
                  <a:pt x="1544" y="726"/>
                  <a:pt x="1544" y="724"/>
                  <a:pt x="1543" y="722"/>
                </a:cubicBezTo>
                <a:cubicBezTo>
                  <a:pt x="1543" y="722"/>
                  <a:pt x="1542" y="721"/>
                  <a:pt x="1542" y="722"/>
                </a:cubicBezTo>
                <a:cubicBezTo>
                  <a:pt x="1540" y="722"/>
                  <a:pt x="1538" y="723"/>
                  <a:pt x="1536" y="724"/>
                </a:cubicBezTo>
                <a:cubicBezTo>
                  <a:pt x="1535" y="724"/>
                  <a:pt x="1534" y="725"/>
                  <a:pt x="1534" y="727"/>
                </a:cubicBezTo>
                <a:cubicBezTo>
                  <a:pt x="1534" y="728"/>
                  <a:pt x="1534" y="730"/>
                  <a:pt x="1534" y="732"/>
                </a:cubicBezTo>
                <a:cubicBezTo>
                  <a:pt x="1534" y="734"/>
                  <a:pt x="1535" y="736"/>
                  <a:pt x="1537" y="738"/>
                </a:cubicBezTo>
                <a:cubicBezTo>
                  <a:pt x="1539" y="739"/>
                  <a:pt x="1540" y="740"/>
                  <a:pt x="1542" y="741"/>
                </a:cubicBezTo>
                <a:cubicBezTo>
                  <a:pt x="1545" y="744"/>
                  <a:pt x="1548" y="747"/>
                  <a:pt x="1550" y="752"/>
                </a:cubicBezTo>
                <a:cubicBezTo>
                  <a:pt x="1551" y="754"/>
                  <a:pt x="1553" y="756"/>
                  <a:pt x="1555" y="758"/>
                </a:cubicBezTo>
                <a:cubicBezTo>
                  <a:pt x="1557" y="761"/>
                  <a:pt x="1560" y="762"/>
                  <a:pt x="1563" y="762"/>
                </a:cubicBezTo>
                <a:cubicBezTo>
                  <a:pt x="1565" y="762"/>
                  <a:pt x="1566" y="763"/>
                  <a:pt x="1568" y="763"/>
                </a:cubicBezTo>
                <a:cubicBezTo>
                  <a:pt x="1568" y="764"/>
                  <a:pt x="1569" y="764"/>
                  <a:pt x="1569" y="765"/>
                </a:cubicBezTo>
                <a:cubicBezTo>
                  <a:pt x="1569" y="767"/>
                  <a:pt x="1570" y="768"/>
                  <a:pt x="1572" y="769"/>
                </a:cubicBezTo>
                <a:cubicBezTo>
                  <a:pt x="1579" y="771"/>
                  <a:pt x="1584" y="776"/>
                  <a:pt x="1589" y="779"/>
                </a:cubicBezTo>
                <a:cubicBezTo>
                  <a:pt x="1591" y="780"/>
                  <a:pt x="1591" y="783"/>
                  <a:pt x="1590" y="785"/>
                </a:cubicBezTo>
                <a:cubicBezTo>
                  <a:pt x="1589" y="786"/>
                  <a:pt x="1588" y="786"/>
                  <a:pt x="1588" y="786"/>
                </a:cubicBezTo>
                <a:cubicBezTo>
                  <a:pt x="1586" y="785"/>
                  <a:pt x="1584" y="783"/>
                  <a:pt x="1582" y="782"/>
                </a:cubicBezTo>
                <a:cubicBezTo>
                  <a:pt x="1581" y="780"/>
                  <a:pt x="1578" y="781"/>
                  <a:pt x="1577" y="783"/>
                </a:cubicBezTo>
                <a:cubicBezTo>
                  <a:pt x="1577" y="785"/>
                  <a:pt x="1576" y="786"/>
                  <a:pt x="1577" y="788"/>
                </a:cubicBezTo>
                <a:cubicBezTo>
                  <a:pt x="1577" y="789"/>
                  <a:pt x="1578" y="790"/>
                  <a:pt x="1578" y="790"/>
                </a:cubicBezTo>
                <a:cubicBezTo>
                  <a:pt x="1579" y="792"/>
                  <a:pt x="1580" y="795"/>
                  <a:pt x="1579" y="797"/>
                </a:cubicBezTo>
                <a:cubicBezTo>
                  <a:pt x="1577" y="800"/>
                  <a:pt x="1575" y="803"/>
                  <a:pt x="1573" y="807"/>
                </a:cubicBezTo>
                <a:cubicBezTo>
                  <a:pt x="1572" y="809"/>
                  <a:pt x="1570" y="810"/>
                  <a:pt x="1567" y="809"/>
                </a:cubicBezTo>
                <a:cubicBezTo>
                  <a:pt x="1565" y="809"/>
                  <a:pt x="1563" y="811"/>
                  <a:pt x="1563" y="813"/>
                </a:cubicBezTo>
                <a:cubicBezTo>
                  <a:pt x="1563" y="815"/>
                  <a:pt x="1564" y="816"/>
                  <a:pt x="1564" y="818"/>
                </a:cubicBezTo>
                <a:cubicBezTo>
                  <a:pt x="1564" y="819"/>
                  <a:pt x="1563" y="820"/>
                  <a:pt x="1563" y="821"/>
                </a:cubicBezTo>
                <a:cubicBezTo>
                  <a:pt x="1563" y="822"/>
                  <a:pt x="1561" y="823"/>
                  <a:pt x="1560" y="822"/>
                </a:cubicBezTo>
                <a:cubicBezTo>
                  <a:pt x="1555" y="820"/>
                  <a:pt x="1551" y="818"/>
                  <a:pt x="1546" y="815"/>
                </a:cubicBezTo>
                <a:cubicBezTo>
                  <a:pt x="1544" y="814"/>
                  <a:pt x="1542" y="813"/>
                  <a:pt x="1539" y="811"/>
                </a:cubicBezTo>
                <a:cubicBezTo>
                  <a:pt x="1539" y="811"/>
                  <a:pt x="1539" y="810"/>
                  <a:pt x="1539" y="809"/>
                </a:cubicBezTo>
                <a:cubicBezTo>
                  <a:pt x="1539" y="809"/>
                  <a:pt x="1539" y="808"/>
                  <a:pt x="1540" y="808"/>
                </a:cubicBezTo>
                <a:cubicBezTo>
                  <a:pt x="1541" y="807"/>
                  <a:pt x="1542" y="807"/>
                  <a:pt x="1543" y="807"/>
                </a:cubicBezTo>
                <a:cubicBezTo>
                  <a:pt x="1550" y="807"/>
                  <a:pt x="1557" y="806"/>
                  <a:pt x="1563" y="805"/>
                </a:cubicBezTo>
                <a:cubicBezTo>
                  <a:pt x="1567" y="804"/>
                  <a:pt x="1568" y="801"/>
                  <a:pt x="1569" y="798"/>
                </a:cubicBezTo>
                <a:cubicBezTo>
                  <a:pt x="1570" y="798"/>
                  <a:pt x="1570" y="796"/>
                  <a:pt x="1569" y="796"/>
                </a:cubicBezTo>
                <a:cubicBezTo>
                  <a:pt x="1569" y="793"/>
                  <a:pt x="1567" y="790"/>
                  <a:pt x="1566" y="787"/>
                </a:cubicBezTo>
                <a:cubicBezTo>
                  <a:pt x="1566" y="787"/>
                  <a:pt x="1565" y="786"/>
                  <a:pt x="1564" y="785"/>
                </a:cubicBezTo>
                <a:cubicBezTo>
                  <a:pt x="1561" y="784"/>
                  <a:pt x="1559" y="782"/>
                  <a:pt x="1558" y="780"/>
                </a:cubicBezTo>
                <a:cubicBezTo>
                  <a:pt x="1553" y="777"/>
                  <a:pt x="1550" y="773"/>
                  <a:pt x="1544" y="772"/>
                </a:cubicBezTo>
                <a:cubicBezTo>
                  <a:pt x="1540" y="771"/>
                  <a:pt x="1536" y="768"/>
                  <a:pt x="1533" y="765"/>
                </a:cubicBezTo>
                <a:cubicBezTo>
                  <a:pt x="1529" y="760"/>
                  <a:pt x="1524" y="756"/>
                  <a:pt x="1520" y="752"/>
                </a:cubicBezTo>
                <a:cubicBezTo>
                  <a:pt x="1518" y="749"/>
                  <a:pt x="1517" y="746"/>
                  <a:pt x="1516" y="744"/>
                </a:cubicBezTo>
                <a:cubicBezTo>
                  <a:pt x="1514" y="740"/>
                  <a:pt x="1512" y="739"/>
                  <a:pt x="1508" y="737"/>
                </a:cubicBezTo>
                <a:cubicBezTo>
                  <a:pt x="1505" y="736"/>
                  <a:pt x="1502" y="736"/>
                  <a:pt x="1499" y="739"/>
                </a:cubicBezTo>
                <a:cubicBezTo>
                  <a:pt x="1498" y="740"/>
                  <a:pt x="1497" y="741"/>
                  <a:pt x="1496" y="742"/>
                </a:cubicBezTo>
                <a:cubicBezTo>
                  <a:pt x="1491" y="743"/>
                  <a:pt x="1488" y="746"/>
                  <a:pt x="1485" y="750"/>
                </a:cubicBezTo>
                <a:cubicBezTo>
                  <a:pt x="1483" y="752"/>
                  <a:pt x="1481" y="752"/>
                  <a:pt x="1479" y="751"/>
                </a:cubicBezTo>
                <a:cubicBezTo>
                  <a:pt x="1474" y="747"/>
                  <a:pt x="1469" y="748"/>
                  <a:pt x="1464" y="747"/>
                </a:cubicBezTo>
                <a:cubicBezTo>
                  <a:pt x="1461" y="746"/>
                  <a:pt x="1458" y="749"/>
                  <a:pt x="1457" y="751"/>
                </a:cubicBezTo>
                <a:cubicBezTo>
                  <a:pt x="1456" y="752"/>
                  <a:pt x="1456" y="753"/>
                  <a:pt x="1456" y="755"/>
                </a:cubicBezTo>
                <a:cubicBezTo>
                  <a:pt x="1456" y="757"/>
                  <a:pt x="1456" y="759"/>
                  <a:pt x="1456" y="761"/>
                </a:cubicBezTo>
                <a:cubicBezTo>
                  <a:pt x="1456" y="768"/>
                  <a:pt x="1452" y="771"/>
                  <a:pt x="1447" y="773"/>
                </a:cubicBezTo>
                <a:cubicBezTo>
                  <a:pt x="1441" y="773"/>
                  <a:pt x="1439" y="777"/>
                  <a:pt x="1436" y="780"/>
                </a:cubicBezTo>
                <a:cubicBezTo>
                  <a:pt x="1435" y="782"/>
                  <a:pt x="1434" y="783"/>
                  <a:pt x="1433" y="784"/>
                </a:cubicBezTo>
                <a:cubicBezTo>
                  <a:pt x="1429" y="788"/>
                  <a:pt x="1427" y="792"/>
                  <a:pt x="1431" y="798"/>
                </a:cubicBezTo>
                <a:cubicBezTo>
                  <a:pt x="1432" y="799"/>
                  <a:pt x="1431" y="801"/>
                  <a:pt x="1430" y="802"/>
                </a:cubicBezTo>
                <a:cubicBezTo>
                  <a:pt x="1428" y="804"/>
                  <a:pt x="1426" y="807"/>
                  <a:pt x="1425" y="810"/>
                </a:cubicBezTo>
                <a:cubicBezTo>
                  <a:pt x="1425" y="813"/>
                  <a:pt x="1423" y="814"/>
                  <a:pt x="1421" y="815"/>
                </a:cubicBezTo>
                <a:cubicBezTo>
                  <a:pt x="1419" y="816"/>
                  <a:pt x="1417" y="817"/>
                  <a:pt x="1416" y="819"/>
                </a:cubicBezTo>
                <a:cubicBezTo>
                  <a:pt x="1414" y="820"/>
                  <a:pt x="1413" y="822"/>
                  <a:pt x="1411" y="822"/>
                </a:cubicBezTo>
                <a:cubicBezTo>
                  <a:pt x="1408" y="822"/>
                  <a:pt x="1404" y="822"/>
                  <a:pt x="1401" y="822"/>
                </a:cubicBezTo>
                <a:cubicBezTo>
                  <a:pt x="1396" y="822"/>
                  <a:pt x="1392" y="823"/>
                  <a:pt x="1388" y="825"/>
                </a:cubicBezTo>
                <a:cubicBezTo>
                  <a:pt x="1386" y="826"/>
                  <a:pt x="1385" y="828"/>
                  <a:pt x="1383" y="828"/>
                </a:cubicBezTo>
                <a:cubicBezTo>
                  <a:pt x="1381" y="830"/>
                  <a:pt x="1378" y="829"/>
                  <a:pt x="1376" y="827"/>
                </a:cubicBezTo>
                <a:cubicBezTo>
                  <a:pt x="1374" y="825"/>
                  <a:pt x="1373" y="822"/>
                  <a:pt x="1372" y="820"/>
                </a:cubicBezTo>
                <a:cubicBezTo>
                  <a:pt x="1371" y="819"/>
                  <a:pt x="1369" y="818"/>
                  <a:pt x="1367" y="818"/>
                </a:cubicBezTo>
                <a:cubicBezTo>
                  <a:pt x="1365" y="818"/>
                  <a:pt x="1364" y="818"/>
                  <a:pt x="1362" y="818"/>
                </a:cubicBezTo>
                <a:cubicBezTo>
                  <a:pt x="1359" y="819"/>
                  <a:pt x="1356" y="817"/>
                  <a:pt x="1354" y="817"/>
                </a:cubicBezTo>
                <a:cubicBezTo>
                  <a:pt x="1353" y="817"/>
                  <a:pt x="1353" y="816"/>
                  <a:pt x="1352" y="815"/>
                </a:cubicBezTo>
                <a:cubicBezTo>
                  <a:pt x="1352" y="814"/>
                  <a:pt x="1352" y="814"/>
                  <a:pt x="1352" y="813"/>
                </a:cubicBezTo>
                <a:cubicBezTo>
                  <a:pt x="1353" y="808"/>
                  <a:pt x="1351" y="803"/>
                  <a:pt x="1348" y="799"/>
                </a:cubicBezTo>
                <a:cubicBezTo>
                  <a:pt x="1347" y="798"/>
                  <a:pt x="1347" y="796"/>
                  <a:pt x="1347" y="795"/>
                </a:cubicBezTo>
                <a:cubicBezTo>
                  <a:pt x="1348" y="793"/>
                  <a:pt x="1348" y="791"/>
                  <a:pt x="1350" y="789"/>
                </a:cubicBezTo>
                <a:cubicBezTo>
                  <a:pt x="1353" y="781"/>
                  <a:pt x="1355" y="773"/>
                  <a:pt x="1353" y="765"/>
                </a:cubicBezTo>
                <a:cubicBezTo>
                  <a:pt x="1353" y="765"/>
                  <a:pt x="1353" y="764"/>
                  <a:pt x="1353" y="764"/>
                </a:cubicBezTo>
                <a:cubicBezTo>
                  <a:pt x="1354" y="759"/>
                  <a:pt x="1352" y="756"/>
                  <a:pt x="1350" y="752"/>
                </a:cubicBezTo>
                <a:cubicBezTo>
                  <a:pt x="1350" y="751"/>
                  <a:pt x="1351" y="749"/>
                  <a:pt x="1352" y="748"/>
                </a:cubicBezTo>
                <a:cubicBezTo>
                  <a:pt x="1353" y="748"/>
                  <a:pt x="1353" y="748"/>
                  <a:pt x="1354" y="747"/>
                </a:cubicBezTo>
                <a:cubicBezTo>
                  <a:pt x="1355" y="747"/>
                  <a:pt x="1356" y="747"/>
                  <a:pt x="1357" y="746"/>
                </a:cubicBezTo>
                <a:cubicBezTo>
                  <a:pt x="1360" y="742"/>
                  <a:pt x="1365" y="742"/>
                  <a:pt x="1369" y="744"/>
                </a:cubicBezTo>
                <a:cubicBezTo>
                  <a:pt x="1370" y="744"/>
                  <a:pt x="1371" y="744"/>
                  <a:pt x="1372" y="744"/>
                </a:cubicBezTo>
                <a:cubicBezTo>
                  <a:pt x="1377" y="743"/>
                  <a:pt x="1380" y="744"/>
                  <a:pt x="1384" y="745"/>
                </a:cubicBezTo>
                <a:cubicBezTo>
                  <a:pt x="1388" y="746"/>
                  <a:pt x="1392" y="746"/>
                  <a:pt x="1395" y="745"/>
                </a:cubicBezTo>
                <a:cubicBezTo>
                  <a:pt x="1396" y="745"/>
                  <a:pt x="1398" y="745"/>
                  <a:pt x="1399" y="745"/>
                </a:cubicBezTo>
                <a:cubicBezTo>
                  <a:pt x="1402" y="747"/>
                  <a:pt x="1407" y="745"/>
                  <a:pt x="1411" y="747"/>
                </a:cubicBezTo>
                <a:cubicBezTo>
                  <a:pt x="1413" y="747"/>
                  <a:pt x="1416" y="746"/>
                  <a:pt x="1416" y="744"/>
                </a:cubicBezTo>
                <a:cubicBezTo>
                  <a:pt x="1417" y="741"/>
                  <a:pt x="1417" y="739"/>
                  <a:pt x="1418" y="737"/>
                </a:cubicBezTo>
                <a:cubicBezTo>
                  <a:pt x="1418" y="731"/>
                  <a:pt x="1419" y="725"/>
                  <a:pt x="1419" y="719"/>
                </a:cubicBezTo>
                <a:cubicBezTo>
                  <a:pt x="1419" y="717"/>
                  <a:pt x="1418" y="715"/>
                  <a:pt x="1416" y="714"/>
                </a:cubicBezTo>
                <a:cubicBezTo>
                  <a:pt x="1413" y="712"/>
                  <a:pt x="1411" y="710"/>
                  <a:pt x="1410" y="706"/>
                </a:cubicBezTo>
                <a:cubicBezTo>
                  <a:pt x="1409" y="703"/>
                  <a:pt x="1407" y="700"/>
                  <a:pt x="1403" y="700"/>
                </a:cubicBezTo>
                <a:cubicBezTo>
                  <a:pt x="1401" y="699"/>
                  <a:pt x="1399" y="697"/>
                  <a:pt x="1397" y="697"/>
                </a:cubicBezTo>
                <a:cubicBezTo>
                  <a:pt x="1391" y="697"/>
                  <a:pt x="1391" y="693"/>
                  <a:pt x="1390" y="689"/>
                </a:cubicBezTo>
                <a:cubicBezTo>
                  <a:pt x="1390" y="688"/>
                  <a:pt x="1391" y="687"/>
                  <a:pt x="1392" y="687"/>
                </a:cubicBezTo>
                <a:cubicBezTo>
                  <a:pt x="1395" y="686"/>
                  <a:pt x="1398" y="685"/>
                  <a:pt x="1401" y="684"/>
                </a:cubicBezTo>
                <a:cubicBezTo>
                  <a:pt x="1402" y="684"/>
                  <a:pt x="1404" y="684"/>
                  <a:pt x="1405" y="685"/>
                </a:cubicBezTo>
                <a:cubicBezTo>
                  <a:pt x="1408" y="686"/>
                  <a:pt x="1410" y="686"/>
                  <a:pt x="1413" y="686"/>
                </a:cubicBezTo>
                <a:cubicBezTo>
                  <a:pt x="1414" y="686"/>
                  <a:pt x="1416" y="685"/>
                  <a:pt x="1415" y="683"/>
                </a:cubicBezTo>
                <a:cubicBezTo>
                  <a:pt x="1415" y="681"/>
                  <a:pt x="1414" y="679"/>
                  <a:pt x="1414" y="676"/>
                </a:cubicBezTo>
                <a:cubicBezTo>
                  <a:pt x="1413" y="676"/>
                  <a:pt x="1415" y="674"/>
                  <a:pt x="1416" y="674"/>
                </a:cubicBezTo>
                <a:cubicBezTo>
                  <a:pt x="1417" y="674"/>
                  <a:pt x="1418" y="674"/>
                  <a:pt x="1419" y="675"/>
                </a:cubicBezTo>
                <a:cubicBezTo>
                  <a:pt x="1420" y="676"/>
                  <a:pt x="1422" y="677"/>
                  <a:pt x="1424" y="677"/>
                </a:cubicBezTo>
                <a:cubicBezTo>
                  <a:pt x="1426" y="677"/>
                  <a:pt x="1428" y="677"/>
                  <a:pt x="1429" y="675"/>
                </a:cubicBezTo>
                <a:cubicBezTo>
                  <a:pt x="1430" y="673"/>
                  <a:pt x="1432" y="672"/>
                  <a:pt x="1434" y="671"/>
                </a:cubicBezTo>
                <a:cubicBezTo>
                  <a:pt x="1435" y="671"/>
                  <a:pt x="1436" y="671"/>
                  <a:pt x="1437" y="671"/>
                </a:cubicBezTo>
                <a:cubicBezTo>
                  <a:pt x="1439" y="670"/>
                  <a:pt x="1441" y="668"/>
                  <a:pt x="1441" y="666"/>
                </a:cubicBezTo>
                <a:cubicBezTo>
                  <a:pt x="1442" y="665"/>
                  <a:pt x="1442" y="663"/>
                  <a:pt x="1443" y="662"/>
                </a:cubicBezTo>
                <a:cubicBezTo>
                  <a:pt x="1443" y="661"/>
                  <a:pt x="1444" y="660"/>
                  <a:pt x="1445" y="659"/>
                </a:cubicBezTo>
                <a:cubicBezTo>
                  <a:pt x="1447" y="658"/>
                  <a:pt x="1449" y="657"/>
                  <a:pt x="1450" y="656"/>
                </a:cubicBezTo>
                <a:cubicBezTo>
                  <a:pt x="1458" y="650"/>
                  <a:pt x="1458" y="650"/>
                  <a:pt x="1461" y="640"/>
                </a:cubicBezTo>
                <a:cubicBezTo>
                  <a:pt x="1462" y="637"/>
                  <a:pt x="1464" y="634"/>
                  <a:pt x="1467" y="633"/>
                </a:cubicBezTo>
                <a:cubicBezTo>
                  <a:pt x="1470" y="631"/>
                  <a:pt x="1473" y="630"/>
                  <a:pt x="1476" y="629"/>
                </a:cubicBezTo>
                <a:cubicBezTo>
                  <a:pt x="1479" y="628"/>
                  <a:pt x="1481" y="628"/>
                  <a:pt x="1483" y="626"/>
                </a:cubicBezTo>
                <a:cubicBezTo>
                  <a:pt x="1486" y="625"/>
                  <a:pt x="1489" y="625"/>
                  <a:pt x="1492" y="625"/>
                </a:cubicBezTo>
                <a:cubicBezTo>
                  <a:pt x="1495" y="626"/>
                  <a:pt x="1498" y="622"/>
                  <a:pt x="1498" y="620"/>
                </a:cubicBezTo>
                <a:cubicBezTo>
                  <a:pt x="1498" y="615"/>
                  <a:pt x="1496" y="610"/>
                  <a:pt x="1495" y="606"/>
                </a:cubicBezTo>
                <a:cubicBezTo>
                  <a:pt x="1495" y="605"/>
                  <a:pt x="1494" y="604"/>
                  <a:pt x="1493" y="603"/>
                </a:cubicBezTo>
                <a:cubicBezTo>
                  <a:pt x="1492" y="602"/>
                  <a:pt x="1492" y="600"/>
                  <a:pt x="1492" y="599"/>
                </a:cubicBezTo>
                <a:cubicBezTo>
                  <a:pt x="1492" y="598"/>
                  <a:pt x="1493" y="597"/>
                  <a:pt x="1493" y="597"/>
                </a:cubicBezTo>
                <a:cubicBezTo>
                  <a:pt x="1491" y="592"/>
                  <a:pt x="1494" y="588"/>
                  <a:pt x="1494" y="584"/>
                </a:cubicBezTo>
                <a:cubicBezTo>
                  <a:pt x="1494" y="583"/>
                  <a:pt x="1495" y="582"/>
                  <a:pt x="1495" y="582"/>
                </a:cubicBezTo>
                <a:cubicBezTo>
                  <a:pt x="1500" y="580"/>
                  <a:pt x="1503" y="576"/>
                  <a:pt x="1507" y="574"/>
                </a:cubicBezTo>
                <a:cubicBezTo>
                  <a:pt x="1508" y="573"/>
                  <a:pt x="1509" y="573"/>
                  <a:pt x="1509" y="573"/>
                </a:cubicBezTo>
                <a:cubicBezTo>
                  <a:pt x="1510" y="573"/>
                  <a:pt x="1512" y="574"/>
                  <a:pt x="1512" y="575"/>
                </a:cubicBezTo>
                <a:cubicBezTo>
                  <a:pt x="1512" y="577"/>
                  <a:pt x="1512" y="579"/>
                  <a:pt x="1511" y="581"/>
                </a:cubicBezTo>
                <a:cubicBezTo>
                  <a:pt x="1509" y="584"/>
                  <a:pt x="1510" y="587"/>
                  <a:pt x="1514" y="589"/>
                </a:cubicBezTo>
                <a:cubicBezTo>
                  <a:pt x="1514" y="589"/>
                  <a:pt x="1514" y="590"/>
                  <a:pt x="1515" y="590"/>
                </a:cubicBezTo>
                <a:cubicBezTo>
                  <a:pt x="1515" y="590"/>
                  <a:pt x="1515" y="591"/>
                  <a:pt x="1514" y="592"/>
                </a:cubicBezTo>
                <a:cubicBezTo>
                  <a:pt x="1512" y="593"/>
                  <a:pt x="1510" y="595"/>
                  <a:pt x="1510" y="598"/>
                </a:cubicBezTo>
                <a:cubicBezTo>
                  <a:pt x="1510" y="598"/>
                  <a:pt x="1510" y="600"/>
                  <a:pt x="1510" y="600"/>
                </a:cubicBezTo>
                <a:cubicBezTo>
                  <a:pt x="1514" y="601"/>
                  <a:pt x="1514" y="605"/>
                  <a:pt x="1517" y="607"/>
                </a:cubicBezTo>
                <a:cubicBezTo>
                  <a:pt x="1518" y="607"/>
                  <a:pt x="1518" y="608"/>
                  <a:pt x="1518" y="608"/>
                </a:cubicBezTo>
                <a:cubicBezTo>
                  <a:pt x="1519" y="608"/>
                  <a:pt x="1519" y="608"/>
                  <a:pt x="1520" y="608"/>
                </a:cubicBezTo>
                <a:cubicBezTo>
                  <a:pt x="1520" y="608"/>
                  <a:pt x="1521" y="606"/>
                  <a:pt x="1520" y="606"/>
                </a:cubicBezTo>
                <a:cubicBezTo>
                  <a:pt x="1519" y="605"/>
                  <a:pt x="1519" y="603"/>
                  <a:pt x="1518" y="602"/>
                </a:cubicBezTo>
                <a:cubicBezTo>
                  <a:pt x="1517" y="601"/>
                  <a:pt x="1517" y="599"/>
                  <a:pt x="1518" y="598"/>
                </a:cubicBezTo>
                <a:cubicBezTo>
                  <a:pt x="1521" y="595"/>
                  <a:pt x="1524" y="593"/>
                  <a:pt x="1528" y="594"/>
                </a:cubicBezTo>
                <a:cubicBezTo>
                  <a:pt x="1528" y="594"/>
                  <a:pt x="1528" y="594"/>
                  <a:pt x="1528" y="594"/>
                </a:cubicBezTo>
                <a:cubicBezTo>
                  <a:pt x="1528" y="594"/>
                  <a:pt x="1528" y="594"/>
                  <a:pt x="1528" y="594"/>
                </a:cubicBezTo>
                <a:cubicBezTo>
                  <a:pt x="1529" y="599"/>
                  <a:pt x="1528" y="604"/>
                  <a:pt x="1525" y="609"/>
                </a:cubicBezTo>
                <a:cubicBezTo>
                  <a:pt x="1524" y="612"/>
                  <a:pt x="1520" y="613"/>
                  <a:pt x="1517" y="611"/>
                </a:cubicBezTo>
                <a:cubicBezTo>
                  <a:pt x="1514" y="608"/>
                  <a:pt x="1511" y="608"/>
                  <a:pt x="1508" y="607"/>
                </a:cubicBezTo>
                <a:cubicBezTo>
                  <a:pt x="1508" y="607"/>
                  <a:pt x="1507" y="607"/>
                  <a:pt x="1507" y="607"/>
                </a:cubicBezTo>
                <a:cubicBezTo>
                  <a:pt x="1507" y="608"/>
                  <a:pt x="1507" y="608"/>
                  <a:pt x="1507" y="609"/>
                </a:cubicBezTo>
                <a:cubicBezTo>
                  <a:pt x="1508" y="610"/>
                  <a:pt x="1508" y="613"/>
                  <a:pt x="1509" y="614"/>
                </a:cubicBezTo>
                <a:cubicBezTo>
                  <a:pt x="1511" y="615"/>
                  <a:pt x="1513" y="615"/>
                  <a:pt x="1515" y="615"/>
                </a:cubicBezTo>
                <a:cubicBezTo>
                  <a:pt x="1517" y="616"/>
                  <a:pt x="1518" y="617"/>
                  <a:pt x="1519" y="619"/>
                </a:cubicBezTo>
                <a:cubicBezTo>
                  <a:pt x="1519" y="619"/>
                  <a:pt x="1520" y="619"/>
                  <a:pt x="1521" y="619"/>
                </a:cubicBezTo>
                <a:cubicBezTo>
                  <a:pt x="1524" y="617"/>
                  <a:pt x="1526" y="615"/>
                  <a:pt x="1530" y="615"/>
                </a:cubicBezTo>
                <a:cubicBezTo>
                  <a:pt x="1532" y="614"/>
                  <a:pt x="1534" y="613"/>
                  <a:pt x="1536" y="612"/>
                </a:cubicBezTo>
                <a:cubicBezTo>
                  <a:pt x="1536" y="611"/>
                  <a:pt x="1538" y="612"/>
                  <a:pt x="1538" y="613"/>
                </a:cubicBezTo>
                <a:cubicBezTo>
                  <a:pt x="1539" y="614"/>
                  <a:pt x="1538" y="615"/>
                  <a:pt x="1539" y="616"/>
                </a:cubicBezTo>
                <a:cubicBezTo>
                  <a:pt x="1540" y="618"/>
                  <a:pt x="1542" y="620"/>
                  <a:pt x="1544" y="622"/>
                </a:cubicBezTo>
                <a:cubicBezTo>
                  <a:pt x="1544" y="622"/>
                  <a:pt x="1546" y="622"/>
                  <a:pt x="1547" y="621"/>
                </a:cubicBezTo>
                <a:cubicBezTo>
                  <a:pt x="1548" y="620"/>
                  <a:pt x="1549" y="618"/>
                  <a:pt x="1551" y="618"/>
                </a:cubicBezTo>
                <a:cubicBezTo>
                  <a:pt x="1555" y="615"/>
                  <a:pt x="1560" y="613"/>
                  <a:pt x="1564" y="610"/>
                </a:cubicBezTo>
                <a:cubicBezTo>
                  <a:pt x="1568" y="608"/>
                  <a:pt x="1571" y="607"/>
                  <a:pt x="1575" y="607"/>
                </a:cubicBezTo>
                <a:cubicBezTo>
                  <a:pt x="1577" y="607"/>
                  <a:pt x="1579" y="607"/>
                  <a:pt x="1580" y="609"/>
                </a:cubicBezTo>
                <a:cubicBezTo>
                  <a:pt x="1580" y="610"/>
                  <a:pt x="1581" y="610"/>
                  <a:pt x="1581" y="611"/>
                </a:cubicBezTo>
                <a:cubicBezTo>
                  <a:pt x="1583" y="614"/>
                  <a:pt x="1590" y="613"/>
                  <a:pt x="1590" y="610"/>
                </a:cubicBezTo>
                <a:cubicBezTo>
                  <a:pt x="1590" y="608"/>
                  <a:pt x="1591" y="606"/>
                  <a:pt x="1593" y="606"/>
                </a:cubicBezTo>
                <a:cubicBezTo>
                  <a:pt x="1595" y="605"/>
                  <a:pt x="1597" y="604"/>
                  <a:pt x="1599" y="603"/>
                </a:cubicBezTo>
                <a:cubicBezTo>
                  <a:pt x="1599" y="603"/>
                  <a:pt x="1600" y="602"/>
                  <a:pt x="1600" y="602"/>
                </a:cubicBezTo>
                <a:cubicBezTo>
                  <a:pt x="1599" y="598"/>
                  <a:pt x="1599" y="594"/>
                  <a:pt x="1598" y="590"/>
                </a:cubicBezTo>
                <a:cubicBezTo>
                  <a:pt x="1597" y="587"/>
                  <a:pt x="1597" y="584"/>
                  <a:pt x="1598" y="581"/>
                </a:cubicBezTo>
                <a:cubicBezTo>
                  <a:pt x="1599" y="579"/>
                  <a:pt x="1600" y="577"/>
                  <a:pt x="1601" y="575"/>
                </a:cubicBezTo>
                <a:cubicBezTo>
                  <a:pt x="1602" y="572"/>
                  <a:pt x="1604" y="570"/>
                  <a:pt x="1607" y="569"/>
                </a:cubicBezTo>
                <a:cubicBezTo>
                  <a:pt x="1609" y="569"/>
                  <a:pt x="1611" y="569"/>
                  <a:pt x="1612" y="571"/>
                </a:cubicBezTo>
                <a:cubicBezTo>
                  <a:pt x="1614" y="573"/>
                  <a:pt x="1615" y="574"/>
                  <a:pt x="1617" y="576"/>
                </a:cubicBezTo>
                <a:cubicBezTo>
                  <a:pt x="1617" y="576"/>
                  <a:pt x="1619" y="577"/>
                  <a:pt x="1620" y="577"/>
                </a:cubicBezTo>
                <a:cubicBezTo>
                  <a:pt x="1621" y="576"/>
                  <a:pt x="1622" y="575"/>
                  <a:pt x="1622" y="573"/>
                </a:cubicBezTo>
                <a:cubicBezTo>
                  <a:pt x="1623" y="570"/>
                  <a:pt x="1623" y="567"/>
                  <a:pt x="1622" y="564"/>
                </a:cubicBezTo>
                <a:cubicBezTo>
                  <a:pt x="1622" y="563"/>
                  <a:pt x="1621" y="563"/>
                  <a:pt x="1620" y="562"/>
                </a:cubicBezTo>
                <a:cubicBezTo>
                  <a:pt x="1619" y="561"/>
                  <a:pt x="1618" y="560"/>
                  <a:pt x="1617" y="559"/>
                </a:cubicBezTo>
                <a:cubicBezTo>
                  <a:pt x="1615" y="558"/>
                  <a:pt x="1614" y="558"/>
                  <a:pt x="1613" y="559"/>
                </a:cubicBezTo>
                <a:cubicBezTo>
                  <a:pt x="1611" y="561"/>
                  <a:pt x="1608" y="563"/>
                  <a:pt x="1605" y="563"/>
                </a:cubicBezTo>
                <a:cubicBezTo>
                  <a:pt x="1605" y="563"/>
                  <a:pt x="1605" y="563"/>
                  <a:pt x="1605" y="563"/>
                </a:cubicBezTo>
                <a:cubicBezTo>
                  <a:pt x="1603" y="560"/>
                  <a:pt x="1603" y="558"/>
                  <a:pt x="1606" y="557"/>
                </a:cubicBezTo>
                <a:cubicBezTo>
                  <a:pt x="1607" y="556"/>
                  <a:pt x="1609" y="556"/>
                  <a:pt x="1610" y="556"/>
                </a:cubicBezTo>
                <a:cubicBezTo>
                  <a:pt x="1612" y="555"/>
                  <a:pt x="1614" y="554"/>
                  <a:pt x="1614" y="552"/>
                </a:cubicBezTo>
                <a:cubicBezTo>
                  <a:pt x="1614" y="548"/>
                  <a:pt x="1617" y="545"/>
                  <a:pt x="1620" y="544"/>
                </a:cubicBezTo>
                <a:cubicBezTo>
                  <a:pt x="1624" y="542"/>
                  <a:pt x="1627" y="541"/>
                  <a:pt x="1631" y="540"/>
                </a:cubicBezTo>
                <a:cubicBezTo>
                  <a:pt x="1632" y="540"/>
                  <a:pt x="1633" y="540"/>
                  <a:pt x="1634" y="540"/>
                </a:cubicBezTo>
                <a:cubicBezTo>
                  <a:pt x="1637" y="541"/>
                  <a:pt x="1639" y="541"/>
                  <a:pt x="1642" y="542"/>
                </a:cubicBezTo>
                <a:cubicBezTo>
                  <a:pt x="1646" y="544"/>
                  <a:pt x="1649" y="544"/>
                  <a:pt x="1651" y="539"/>
                </a:cubicBezTo>
                <a:cubicBezTo>
                  <a:pt x="1652" y="538"/>
                  <a:pt x="1655" y="537"/>
                  <a:pt x="1657" y="536"/>
                </a:cubicBezTo>
                <a:cubicBezTo>
                  <a:pt x="1658" y="535"/>
                  <a:pt x="1659" y="534"/>
                  <a:pt x="1661" y="533"/>
                </a:cubicBezTo>
                <a:cubicBezTo>
                  <a:pt x="1661" y="533"/>
                  <a:pt x="1661" y="533"/>
                  <a:pt x="1660" y="533"/>
                </a:cubicBezTo>
                <a:cubicBezTo>
                  <a:pt x="1660" y="532"/>
                  <a:pt x="1660" y="532"/>
                  <a:pt x="1659" y="532"/>
                </a:cubicBezTo>
                <a:cubicBezTo>
                  <a:pt x="1657" y="530"/>
                  <a:pt x="1653" y="531"/>
                  <a:pt x="1652" y="528"/>
                </a:cubicBezTo>
                <a:cubicBezTo>
                  <a:pt x="1652" y="527"/>
                  <a:pt x="1651" y="527"/>
                  <a:pt x="1650" y="527"/>
                </a:cubicBezTo>
                <a:cubicBezTo>
                  <a:pt x="1647" y="527"/>
                  <a:pt x="1645" y="528"/>
                  <a:pt x="1642" y="528"/>
                </a:cubicBezTo>
                <a:cubicBezTo>
                  <a:pt x="1634" y="528"/>
                  <a:pt x="1627" y="530"/>
                  <a:pt x="1621" y="533"/>
                </a:cubicBezTo>
                <a:cubicBezTo>
                  <a:pt x="1618" y="534"/>
                  <a:pt x="1617" y="535"/>
                  <a:pt x="1614" y="536"/>
                </a:cubicBezTo>
                <a:cubicBezTo>
                  <a:pt x="1612" y="536"/>
                  <a:pt x="1610" y="536"/>
                  <a:pt x="1608" y="534"/>
                </a:cubicBezTo>
                <a:cubicBezTo>
                  <a:pt x="1607" y="532"/>
                  <a:pt x="1606" y="531"/>
                  <a:pt x="1603" y="531"/>
                </a:cubicBezTo>
                <a:cubicBezTo>
                  <a:pt x="1602" y="531"/>
                  <a:pt x="1601" y="530"/>
                  <a:pt x="1600" y="530"/>
                </a:cubicBezTo>
                <a:cubicBezTo>
                  <a:pt x="1601" y="529"/>
                  <a:pt x="1601" y="529"/>
                  <a:pt x="1601" y="529"/>
                </a:cubicBezTo>
                <a:cubicBezTo>
                  <a:pt x="1600" y="530"/>
                  <a:pt x="1600" y="530"/>
                  <a:pt x="1600" y="530"/>
                </a:cubicBezTo>
                <a:cubicBezTo>
                  <a:pt x="1600" y="530"/>
                  <a:pt x="1600" y="530"/>
                  <a:pt x="1600" y="530"/>
                </a:cubicBezTo>
                <a:cubicBezTo>
                  <a:pt x="1599" y="529"/>
                  <a:pt x="1598" y="528"/>
                  <a:pt x="1597" y="528"/>
                </a:cubicBezTo>
                <a:cubicBezTo>
                  <a:pt x="1594" y="527"/>
                  <a:pt x="1594" y="525"/>
                  <a:pt x="1593" y="523"/>
                </a:cubicBezTo>
                <a:cubicBezTo>
                  <a:pt x="1593" y="522"/>
                  <a:pt x="1593" y="521"/>
                  <a:pt x="1593" y="520"/>
                </a:cubicBezTo>
                <a:cubicBezTo>
                  <a:pt x="1594" y="514"/>
                  <a:pt x="1592" y="508"/>
                  <a:pt x="1591" y="502"/>
                </a:cubicBezTo>
                <a:cubicBezTo>
                  <a:pt x="1591" y="501"/>
                  <a:pt x="1590" y="499"/>
                  <a:pt x="1590" y="498"/>
                </a:cubicBezTo>
                <a:cubicBezTo>
                  <a:pt x="1589" y="497"/>
                  <a:pt x="1589" y="495"/>
                  <a:pt x="1590" y="494"/>
                </a:cubicBezTo>
                <a:cubicBezTo>
                  <a:pt x="1590" y="492"/>
                  <a:pt x="1590" y="490"/>
                  <a:pt x="1590" y="488"/>
                </a:cubicBezTo>
                <a:cubicBezTo>
                  <a:pt x="1590" y="487"/>
                  <a:pt x="1591" y="486"/>
                  <a:pt x="1592" y="486"/>
                </a:cubicBezTo>
                <a:cubicBezTo>
                  <a:pt x="1594" y="487"/>
                  <a:pt x="1596" y="486"/>
                  <a:pt x="1597" y="483"/>
                </a:cubicBezTo>
                <a:cubicBezTo>
                  <a:pt x="1598" y="481"/>
                  <a:pt x="1599" y="480"/>
                  <a:pt x="1600" y="479"/>
                </a:cubicBezTo>
                <a:cubicBezTo>
                  <a:pt x="1605" y="474"/>
                  <a:pt x="1608" y="468"/>
                  <a:pt x="1611" y="463"/>
                </a:cubicBezTo>
                <a:cubicBezTo>
                  <a:pt x="1612" y="462"/>
                  <a:pt x="1613" y="460"/>
                  <a:pt x="1613" y="459"/>
                </a:cubicBezTo>
                <a:cubicBezTo>
                  <a:pt x="1613" y="457"/>
                  <a:pt x="1614" y="456"/>
                  <a:pt x="1616" y="455"/>
                </a:cubicBezTo>
                <a:cubicBezTo>
                  <a:pt x="1617" y="454"/>
                  <a:pt x="1616" y="451"/>
                  <a:pt x="1615" y="450"/>
                </a:cubicBezTo>
                <a:cubicBezTo>
                  <a:pt x="1610" y="448"/>
                  <a:pt x="1605" y="447"/>
                  <a:pt x="1600" y="448"/>
                </a:cubicBezTo>
                <a:cubicBezTo>
                  <a:pt x="1595" y="447"/>
                  <a:pt x="1593" y="449"/>
                  <a:pt x="1591" y="453"/>
                </a:cubicBezTo>
                <a:cubicBezTo>
                  <a:pt x="1589" y="456"/>
                  <a:pt x="1588" y="461"/>
                  <a:pt x="1589" y="466"/>
                </a:cubicBezTo>
                <a:cubicBezTo>
                  <a:pt x="1589" y="468"/>
                  <a:pt x="1589" y="469"/>
                  <a:pt x="1588" y="471"/>
                </a:cubicBezTo>
                <a:cubicBezTo>
                  <a:pt x="1586" y="477"/>
                  <a:pt x="1586" y="477"/>
                  <a:pt x="1582" y="481"/>
                </a:cubicBezTo>
                <a:cubicBezTo>
                  <a:pt x="1580" y="483"/>
                  <a:pt x="1578" y="485"/>
                  <a:pt x="1575" y="487"/>
                </a:cubicBezTo>
                <a:cubicBezTo>
                  <a:pt x="1570" y="490"/>
                  <a:pt x="1566" y="495"/>
                  <a:pt x="1563" y="500"/>
                </a:cubicBezTo>
                <a:cubicBezTo>
                  <a:pt x="1563" y="501"/>
                  <a:pt x="1562" y="502"/>
                  <a:pt x="1562" y="503"/>
                </a:cubicBezTo>
                <a:cubicBezTo>
                  <a:pt x="1562" y="509"/>
                  <a:pt x="1562" y="515"/>
                  <a:pt x="1562" y="521"/>
                </a:cubicBezTo>
                <a:cubicBezTo>
                  <a:pt x="1562" y="524"/>
                  <a:pt x="1563" y="526"/>
                  <a:pt x="1565" y="527"/>
                </a:cubicBezTo>
                <a:cubicBezTo>
                  <a:pt x="1569" y="529"/>
                  <a:pt x="1572" y="532"/>
                  <a:pt x="1575" y="536"/>
                </a:cubicBezTo>
                <a:cubicBezTo>
                  <a:pt x="1575" y="537"/>
                  <a:pt x="1575" y="538"/>
                  <a:pt x="1575" y="539"/>
                </a:cubicBezTo>
                <a:cubicBezTo>
                  <a:pt x="1576" y="541"/>
                  <a:pt x="1575" y="542"/>
                  <a:pt x="1575" y="544"/>
                </a:cubicBezTo>
                <a:cubicBezTo>
                  <a:pt x="1576" y="547"/>
                  <a:pt x="1574" y="549"/>
                  <a:pt x="1572" y="550"/>
                </a:cubicBezTo>
                <a:cubicBezTo>
                  <a:pt x="1570" y="552"/>
                  <a:pt x="1569" y="553"/>
                  <a:pt x="1567" y="554"/>
                </a:cubicBezTo>
                <a:cubicBezTo>
                  <a:pt x="1564" y="556"/>
                  <a:pt x="1562" y="558"/>
                  <a:pt x="1562" y="561"/>
                </a:cubicBezTo>
                <a:cubicBezTo>
                  <a:pt x="1562" y="563"/>
                  <a:pt x="1562" y="565"/>
                  <a:pt x="1561" y="567"/>
                </a:cubicBezTo>
                <a:cubicBezTo>
                  <a:pt x="1560" y="571"/>
                  <a:pt x="1561" y="574"/>
                  <a:pt x="1561" y="578"/>
                </a:cubicBezTo>
                <a:cubicBezTo>
                  <a:pt x="1561" y="578"/>
                  <a:pt x="1561" y="579"/>
                  <a:pt x="1561" y="579"/>
                </a:cubicBezTo>
                <a:cubicBezTo>
                  <a:pt x="1561" y="579"/>
                  <a:pt x="1562" y="579"/>
                  <a:pt x="1562" y="579"/>
                </a:cubicBezTo>
                <a:cubicBezTo>
                  <a:pt x="1564" y="579"/>
                  <a:pt x="1564" y="579"/>
                  <a:pt x="1564" y="581"/>
                </a:cubicBezTo>
                <a:cubicBezTo>
                  <a:pt x="1565" y="581"/>
                  <a:pt x="1565" y="582"/>
                  <a:pt x="1564" y="583"/>
                </a:cubicBezTo>
                <a:cubicBezTo>
                  <a:pt x="1564" y="586"/>
                  <a:pt x="1564" y="590"/>
                  <a:pt x="1559" y="589"/>
                </a:cubicBezTo>
                <a:cubicBezTo>
                  <a:pt x="1557" y="592"/>
                  <a:pt x="1555" y="593"/>
                  <a:pt x="1551" y="593"/>
                </a:cubicBezTo>
                <a:cubicBezTo>
                  <a:pt x="1550" y="593"/>
                  <a:pt x="1549" y="593"/>
                  <a:pt x="1548" y="593"/>
                </a:cubicBezTo>
                <a:cubicBezTo>
                  <a:pt x="1546" y="593"/>
                  <a:pt x="1544" y="595"/>
                  <a:pt x="1543" y="597"/>
                </a:cubicBezTo>
                <a:cubicBezTo>
                  <a:pt x="1543" y="599"/>
                  <a:pt x="1542" y="600"/>
                  <a:pt x="1541" y="600"/>
                </a:cubicBezTo>
                <a:cubicBezTo>
                  <a:pt x="1534" y="601"/>
                  <a:pt x="1533" y="603"/>
                  <a:pt x="1530" y="596"/>
                </a:cubicBezTo>
                <a:cubicBezTo>
                  <a:pt x="1530" y="595"/>
                  <a:pt x="1529" y="594"/>
                  <a:pt x="1529" y="593"/>
                </a:cubicBezTo>
                <a:cubicBezTo>
                  <a:pt x="1529" y="593"/>
                  <a:pt x="1529" y="593"/>
                  <a:pt x="1529" y="593"/>
                </a:cubicBezTo>
                <a:cubicBezTo>
                  <a:pt x="1528" y="593"/>
                  <a:pt x="1528" y="593"/>
                  <a:pt x="1528" y="593"/>
                </a:cubicBezTo>
                <a:cubicBezTo>
                  <a:pt x="1529" y="591"/>
                  <a:pt x="1529" y="591"/>
                  <a:pt x="1529" y="590"/>
                </a:cubicBezTo>
                <a:cubicBezTo>
                  <a:pt x="1530" y="589"/>
                  <a:pt x="1530" y="588"/>
                  <a:pt x="1529" y="587"/>
                </a:cubicBezTo>
                <a:cubicBezTo>
                  <a:pt x="1527" y="584"/>
                  <a:pt x="1525" y="580"/>
                  <a:pt x="1523" y="577"/>
                </a:cubicBezTo>
                <a:cubicBezTo>
                  <a:pt x="1521" y="573"/>
                  <a:pt x="1519" y="570"/>
                  <a:pt x="1519" y="566"/>
                </a:cubicBezTo>
                <a:cubicBezTo>
                  <a:pt x="1519" y="563"/>
                  <a:pt x="1517" y="561"/>
                  <a:pt x="1516" y="558"/>
                </a:cubicBezTo>
                <a:cubicBezTo>
                  <a:pt x="1516" y="556"/>
                  <a:pt x="1516" y="554"/>
                  <a:pt x="1515" y="552"/>
                </a:cubicBezTo>
                <a:cubicBezTo>
                  <a:pt x="1515" y="551"/>
                  <a:pt x="1513" y="550"/>
                  <a:pt x="1512" y="549"/>
                </a:cubicBezTo>
                <a:cubicBezTo>
                  <a:pt x="1512" y="549"/>
                  <a:pt x="1512" y="549"/>
                  <a:pt x="1512" y="549"/>
                </a:cubicBezTo>
                <a:cubicBezTo>
                  <a:pt x="1510" y="553"/>
                  <a:pt x="1506" y="554"/>
                  <a:pt x="1503" y="556"/>
                </a:cubicBezTo>
                <a:cubicBezTo>
                  <a:pt x="1501" y="557"/>
                  <a:pt x="1500" y="559"/>
                  <a:pt x="1498" y="561"/>
                </a:cubicBezTo>
                <a:cubicBezTo>
                  <a:pt x="1495" y="566"/>
                  <a:pt x="1491" y="566"/>
                  <a:pt x="1486" y="568"/>
                </a:cubicBezTo>
                <a:cubicBezTo>
                  <a:pt x="1485" y="568"/>
                  <a:pt x="1485" y="568"/>
                  <a:pt x="1484" y="567"/>
                </a:cubicBezTo>
                <a:cubicBezTo>
                  <a:pt x="1479" y="566"/>
                  <a:pt x="1474" y="563"/>
                  <a:pt x="1470" y="559"/>
                </a:cubicBezTo>
                <a:cubicBezTo>
                  <a:pt x="1470" y="559"/>
                  <a:pt x="1469" y="556"/>
                  <a:pt x="1470" y="555"/>
                </a:cubicBezTo>
                <a:cubicBezTo>
                  <a:pt x="1471" y="554"/>
                  <a:pt x="1472" y="553"/>
                  <a:pt x="1473" y="552"/>
                </a:cubicBezTo>
                <a:cubicBezTo>
                  <a:pt x="1473" y="551"/>
                  <a:pt x="1473" y="550"/>
                  <a:pt x="1471" y="549"/>
                </a:cubicBezTo>
                <a:cubicBezTo>
                  <a:pt x="1471" y="549"/>
                  <a:pt x="1470" y="548"/>
                  <a:pt x="1468" y="548"/>
                </a:cubicBezTo>
                <a:cubicBezTo>
                  <a:pt x="1468" y="548"/>
                  <a:pt x="1467" y="546"/>
                  <a:pt x="1468" y="545"/>
                </a:cubicBezTo>
                <a:cubicBezTo>
                  <a:pt x="1468" y="544"/>
                  <a:pt x="1470" y="543"/>
                  <a:pt x="1470" y="542"/>
                </a:cubicBezTo>
                <a:cubicBezTo>
                  <a:pt x="1471" y="541"/>
                  <a:pt x="1471" y="539"/>
                  <a:pt x="1471" y="539"/>
                </a:cubicBezTo>
                <a:cubicBezTo>
                  <a:pt x="1471" y="537"/>
                  <a:pt x="1470" y="535"/>
                  <a:pt x="1469" y="533"/>
                </a:cubicBezTo>
                <a:cubicBezTo>
                  <a:pt x="1468" y="531"/>
                  <a:pt x="1465" y="529"/>
                  <a:pt x="1465" y="526"/>
                </a:cubicBezTo>
                <a:cubicBezTo>
                  <a:pt x="1465" y="526"/>
                  <a:pt x="1464" y="525"/>
                  <a:pt x="1464" y="525"/>
                </a:cubicBezTo>
                <a:cubicBezTo>
                  <a:pt x="1466" y="521"/>
                  <a:pt x="1465" y="517"/>
                  <a:pt x="1465" y="513"/>
                </a:cubicBezTo>
                <a:cubicBezTo>
                  <a:pt x="1466" y="511"/>
                  <a:pt x="1465" y="510"/>
                  <a:pt x="1466" y="508"/>
                </a:cubicBezTo>
                <a:cubicBezTo>
                  <a:pt x="1466" y="507"/>
                  <a:pt x="1467" y="506"/>
                  <a:pt x="1468" y="506"/>
                </a:cubicBezTo>
                <a:cubicBezTo>
                  <a:pt x="1469" y="505"/>
                  <a:pt x="1471" y="505"/>
                  <a:pt x="1472" y="505"/>
                </a:cubicBezTo>
                <a:cubicBezTo>
                  <a:pt x="1474" y="504"/>
                  <a:pt x="1476" y="503"/>
                  <a:pt x="1475" y="501"/>
                </a:cubicBezTo>
                <a:cubicBezTo>
                  <a:pt x="1475" y="501"/>
                  <a:pt x="1475" y="500"/>
                  <a:pt x="1475" y="500"/>
                </a:cubicBezTo>
                <a:cubicBezTo>
                  <a:pt x="1478" y="498"/>
                  <a:pt x="1480" y="496"/>
                  <a:pt x="1482" y="495"/>
                </a:cubicBezTo>
                <a:cubicBezTo>
                  <a:pt x="1486" y="495"/>
                  <a:pt x="1488" y="492"/>
                  <a:pt x="1491" y="491"/>
                </a:cubicBezTo>
                <a:cubicBezTo>
                  <a:pt x="1492" y="491"/>
                  <a:pt x="1492" y="490"/>
                  <a:pt x="1492" y="489"/>
                </a:cubicBezTo>
                <a:cubicBezTo>
                  <a:pt x="1492" y="488"/>
                  <a:pt x="1491" y="488"/>
                  <a:pt x="1491" y="488"/>
                </a:cubicBezTo>
                <a:cubicBezTo>
                  <a:pt x="1491" y="487"/>
                  <a:pt x="1491" y="486"/>
                  <a:pt x="1491" y="486"/>
                </a:cubicBezTo>
                <a:cubicBezTo>
                  <a:pt x="1491" y="486"/>
                  <a:pt x="1492" y="485"/>
                  <a:pt x="1492" y="485"/>
                </a:cubicBezTo>
                <a:cubicBezTo>
                  <a:pt x="1494" y="485"/>
                  <a:pt x="1495" y="486"/>
                  <a:pt x="1497" y="486"/>
                </a:cubicBezTo>
                <a:cubicBezTo>
                  <a:pt x="1498" y="486"/>
                  <a:pt x="1500" y="485"/>
                  <a:pt x="1500" y="484"/>
                </a:cubicBezTo>
                <a:cubicBezTo>
                  <a:pt x="1501" y="483"/>
                  <a:pt x="1501" y="482"/>
                  <a:pt x="1502" y="481"/>
                </a:cubicBezTo>
                <a:cubicBezTo>
                  <a:pt x="1503" y="477"/>
                  <a:pt x="1506" y="473"/>
                  <a:pt x="1510" y="471"/>
                </a:cubicBezTo>
                <a:cubicBezTo>
                  <a:pt x="1512" y="469"/>
                  <a:pt x="1512" y="468"/>
                  <a:pt x="1512" y="466"/>
                </a:cubicBezTo>
                <a:cubicBezTo>
                  <a:pt x="1512" y="465"/>
                  <a:pt x="1512" y="464"/>
                  <a:pt x="1513" y="464"/>
                </a:cubicBezTo>
                <a:cubicBezTo>
                  <a:pt x="1514" y="463"/>
                  <a:pt x="1515" y="463"/>
                  <a:pt x="1516" y="463"/>
                </a:cubicBezTo>
                <a:cubicBezTo>
                  <a:pt x="1518" y="462"/>
                  <a:pt x="1519" y="462"/>
                  <a:pt x="1519" y="460"/>
                </a:cubicBezTo>
                <a:cubicBezTo>
                  <a:pt x="1519" y="458"/>
                  <a:pt x="1519" y="456"/>
                  <a:pt x="1520" y="453"/>
                </a:cubicBezTo>
                <a:cubicBezTo>
                  <a:pt x="1521" y="451"/>
                  <a:pt x="1521" y="449"/>
                  <a:pt x="1520" y="447"/>
                </a:cubicBezTo>
                <a:cubicBezTo>
                  <a:pt x="1520" y="445"/>
                  <a:pt x="1521" y="445"/>
                  <a:pt x="1522" y="444"/>
                </a:cubicBezTo>
                <a:cubicBezTo>
                  <a:pt x="1524" y="443"/>
                  <a:pt x="1524" y="442"/>
                  <a:pt x="1524" y="440"/>
                </a:cubicBezTo>
                <a:cubicBezTo>
                  <a:pt x="1524" y="438"/>
                  <a:pt x="1526" y="436"/>
                  <a:pt x="1527" y="434"/>
                </a:cubicBezTo>
                <a:cubicBezTo>
                  <a:pt x="1527" y="431"/>
                  <a:pt x="1528" y="430"/>
                  <a:pt x="1531" y="429"/>
                </a:cubicBezTo>
                <a:cubicBezTo>
                  <a:pt x="1532" y="428"/>
                  <a:pt x="1533" y="426"/>
                  <a:pt x="1533" y="424"/>
                </a:cubicBezTo>
                <a:cubicBezTo>
                  <a:pt x="1533" y="423"/>
                  <a:pt x="1534" y="422"/>
                  <a:pt x="1535" y="422"/>
                </a:cubicBezTo>
                <a:cubicBezTo>
                  <a:pt x="1535" y="421"/>
                  <a:pt x="1536" y="420"/>
                  <a:pt x="1536" y="420"/>
                </a:cubicBezTo>
                <a:cubicBezTo>
                  <a:pt x="1536" y="418"/>
                  <a:pt x="1535" y="416"/>
                  <a:pt x="1536" y="415"/>
                </a:cubicBezTo>
                <a:cubicBezTo>
                  <a:pt x="1536" y="414"/>
                  <a:pt x="1538" y="414"/>
                  <a:pt x="1539" y="413"/>
                </a:cubicBezTo>
                <a:cubicBezTo>
                  <a:pt x="1539" y="411"/>
                  <a:pt x="1539" y="410"/>
                  <a:pt x="1541" y="410"/>
                </a:cubicBezTo>
                <a:cubicBezTo>
                  <a:pt x="1542" y="409"/>
                  <a:pt x="1542" y="409"/>
                  <a:pt x="1543" y="409"/>
                </a:cubicBezTo>
                <a:cubicBezTo>
                  <a:pt x="1544" y="408"/>
                  <a:pt x="1546" y="408"/>
                  <a:pt x="1547" y="407"/>
                </a:cubicBezTo>
                <a:cubicBezTo>
                  <a:pt x="1547" y="407"/>
                  <a:pt x="1548" y="406"/>
                  <a:pt x="1548" y="406"/>
                </a:cubicBezTo>
                <a:cubicBezTo>
                  <a:pt x="1548" y="406"/>
                  <a:pt x="1547" y="405"/>
                  <a:pt x="1547" y="405"/>
                </a:cubicBezTo>
                <a:cubicBezTo>
                  <a:pt x="1546" y="405"/>
                  <a:pt x="1544" y="405"/>
                  <a:pt x="1543" y="405"/>
                </a:cubicBezTo>
                <a:cubicBezTo>
                  <a:pt x="1540" y="405"/>
                  <a:pt x="1537" y="406"/>
                  <a:pt x="1535" y="407"/>
                </a:cubicBezTo>
                <a:cubicBezTo>
                  <a:pt x="1534" y="407"/>
                  <a:pt x="1532" y="407"/>
                  <a:pt x="1531" y="407"/>
                </a:cubicBezTo>
                <a:cubicBezTo>
                  <a:pt x="1531" y="406"/>
                  <a:pt x="1531" y="406"/>
                  <a:pt x="1532" y="405"/>
                </a:cubicBezTo>
                <a:cubicBezTo>
                  <a:pt x="1533" y="404"/>
                  <a:pt x="1534" y="403"/>
                  <a:pt x="1533" y="401"/>
                </a:cubicBezTo>
                <a:cubicBezTo>
                  <a:pt x="1532" y="400"/>
                  <a:pt x="1531" y="399"/>
                  <a:pt x="1532" y="398"/>
                </a:cubicBezTo>
                <a:cubicBezTo>
                  <a:pt x="1534" y="395"/>
                  <a:pt x="1537" y="393"/>
                  <a:pt x="1540" y="390"/>
                </a:cubicBezTo>
                <a:cubicBezTo>
                  <a:pt x="1540" y="390"/>
                  <a:pt x="1540" y="390"/>
                  <a:pt x="1540" y="390"/>
                </a:cubicBezTo>
                <a:cubicBezTo>
                  <a:pt x="1541" y="390"/>
                  <a:pt x="1541" y="391"/>
                  <a:pt x="1541" y="391"/>
                </a:cubicBezTo>
                <a:cubicBezTo>
                  <a:pt x="1540" y="393"/>
                  <a:pt x="1540" y="395"/>
                  <a:pt x="1539" y="396"/>
                </a:cubicBezTo>
                <a:cubicBezTo>
                  <a:pt x="1539" y="397"/>
                  <a:pt x="1540" y="399"/>
                  <a:pt x="1541" y="398"/>
                </a:cubicBezTo>
                <a:cubicBezTo>
                  <a:pt x="1543" y="398"/>
                  <a:pt x="1545" y="398"/>
                  <a:pt x="1546" y="399"/>
                </a:cubicBezTo>
                <a:cubicBezTo>
                  <a:pt x="1548" y="399"/>
                  <a:pt x="1549" y="398"/>
                  <a:pt x="1551" y="397"/>
                </a:cubicBezTo>
                <a:cubicBezTo>
                  <a:pt x="1552" y="397"/>
                  <a:pt x="1552" y="395"/>
                  <a:pt x="1551" y="395"/>
                </a:cubicBezTo>
                <a:cubicBezTo>
                  <a:pt x="1551" y="394"/>
                  <a:pt x="1550" y="394"/>
                  <a:pt x="1549" y="393"/>
                </a:cubicBezTo>
                <a:cubicBezTo>
                  <a:pt x="1547" y="392"/>
                  <a:pt x="1547" y="389"/>
                  <a:pt x="1548" y="387"/>
                </a:cubicBezTo>
                <a:cubicBezTo>
                  <a:pt x="1549" y="385"/>
                  <a:pt x="1550" y="384"/>
                  <a:pt x="1552" y="384"/>
                </a:cubicBezTo>
                <a:cubicBezTo>
                  <a:pt x="1553" y="384"/>
                  <a:pt x="1554" y="384"/>
                  <a:pt x="1555" y="384"/>
                </a:cubicBezTo>
                <a:cubicBezTo>
                  <a:pt x="1555" y="384"/>
                  <a:pt x="1555" y="384"/>
                  <a:pt x="1555" y="384"/>
                </a:cubicBezTo>
                <a:cubicBezTo>
                  <a:pt x="1556" y="385"/>
                  <a:pt x="1555" y="384"/>
                  <a:pt x="1555" y="384"/>
                </a:cubicBezTo>
                <a:cubicBezTo>
                  <a:pt x="1557" y="381"/>
                  <a:pt x="1559" y="380"/>
                  <a:pt x="1562" y="380"/>
                </a:cubicBezTo>
                <a:cubicBezTo>
                  <a:pt x="1562" y="380"/>
                  <a:pt x="1562" y="380"/>
                  <a:pt x="1562" y="380"/>
                </a:cubicBezTo>
                <a:cubicBezTo>
                  <a:pt x="1562" y="380"/>
                  <a:pt x="1562" y="380"/>
                  <a:pt x="1562" y="380"/>
                </a:cubicBezTo>
                <a:cubicBezTo>
                  <a:pt x="1562" y="378"/>
                  <a:pt x="1561" y="377"/>
                  <a:pt x="1561" y="376"/>
                </a:cubicBezTo>
                <a:cubicBezTo>
                  <a:pt x="1561" y="376"/>
                  <a:pt x="1561" y="375"/>
                  <a:pt x="1562" y="375"/>
                </a:cubicBezTo>
                <a:cubicBezTo>
                  <a:pt x="1563" y="375"/>
                  <a:pt x="1564" y="376"/>
                  <a:pt x="1564" y="377"/>
                </a:cubicBezTo>
                <a:cubicBezTo>
                  <a:pt x="1565" y="378"/>
                  <a:pt x="1564" y="379"/>
                  <a:pt x="1564" y="380"/>
                </a:cubicBezTo>
                <a:cubicBezTo>
                  <a:pt x="1565" y="380"/>
                  <a:pt x="1565" y="380"/>
                  <a:pt x="1565" y="380"/>
                </a:cubicBezTo>
                <a:cubicBezTo>
                  <a:pt x="1564" y="380"/>
                  <a:pt x="1564" y="380"/>
                  <a:pt x="1564" y="380"/>
                </a:cubicBezTo>
                <a:cubicBezTo>
                  <a:pt x="1566" y="380"/>
                  <a:pt x="1568" y="379"/>
                  <a:pt x="1570" y="378"/>
                </a:cubicBezTo>
                <a:cubicBezTo>
                  <a:pt x="1571" y="378"/>
                  <a:pt x="1572" y="379"/>
                  <a:pt x="1573" y="378"/>
                </a:cubicBezTo>
                <a:cubicBezTo>
                  <a:pt x="1573" y="377"/>
                  <a:pt x="1572" y="376"/>
                  <a:pt x="1572" y="375"/>
                </a:cubicBezTo>
                <a:cubicBezTo>
                  <a:pt x="1572" y="374"/>
                  <a:pt x="1572" y="373"/>
                  <a:pt x="1572" y="373"/>
                </a:cubicBezTo>
                <a:cubicBezTo>
                  <a:pt x="1576" y="371"/>
                  <a:pt x="1580" y="369"/>
                  <a:pt x="1585" y="369"/>
                </a:cubicBezTo>
                <a:cubicBezTo>
                  <a:pt x="1585" y="369"/>
                  <a:pt x="1585" y="369"/>
                  <a:pt x="1585" y="369"/>
                </a:cubicBezTo>
                <a:cubicBezTo>
                  <a:pt x="1585" y="370"/>
                  <a:pt x="1585" y="370"/>
                  <a:pt x="1585" y="370"/>
                </a:cubicBezTo>
                <a:cubicBezTo>
                  <a:pt x="1585" y="369"/>
                  <a:pt x="1585" y="369"/>
                  <a:pt x="1585" y="369"/>
                </a:cubicBezTo>
                <a:cubicBezTo>
                  <a:pt x="1585" y="369"/>
                  <a:pt x="1585" y="369"/>
                  <a:pt x="1585" y="369"/>
                </a:cubicBezTo>
                <a:cubicBezTo>
                  <a:pt x="1585" y="368"/>
                  <a:pt x="1585" y="368"/>
                  <a:pt x="1584" y="367"/>
                </a:cubicBezTo>
                <a:cubicBezTo>
                  <a:pt x="1583" y="363"/>
                  <a:pt x="1584" y="362"/>
                  <a:pt x="1588" y="362"/>
                </a:cubicBezTo>
                <a:cubicBezTo>
                  <a:pt x="1589" y="362"/>
                  <a:pt x="1589" y="363"/>
                  <a:pt x="1589" y="363"/>
                </a:cubicBezTo>
                <a:cubicBezTo>
                  <a:pt x="1590" y="363"/>
                  <a:pt x="1590" y="364"/>
                  <a:pt x="1590" y="364"/>
                </a:cubicBezTo>
                <a:cubicBezTo>
                  <a:pt x="1589" y="364"/>
                  <a:pt x="1589" y="364"/>
                  <a:pt x="1589" y="364"/>
                </a:cubicBezTo>
                <a:cubicBezTo>
                  <a:pt x="1589" y="365"/>
                  <a:pt x="1589" y="365"/>
                  <a:pt x="1589" y="365"/>
                </a:cubicBezTo>
                <a:cubicBezTo>
                  <a:pt x="1590" y="365"/>
                  <a:pt x="1590" y="365"/>
                  <a:pt x="1590" y="365"/>
                </a:cubicBezTo>
                <a:cubicBezTo>
                  <a:pt x="1590" y="364"/>
                  <a:pt x="1590" y="364"/>
                  <a:pt x="1590" y="364"/>
                </a:cubicBezTo>
                <a:cubicBezTo>
                  <a:pt x="1590" y="364"/>
                  <a:pt x="1590" y="364"/>
                  <a:pt x="1591" y="364"/>
                </a:cubicBezTo>
                <a:cubicBezTo>
                  <a:pt x="1593" y="363"/>
                  <a:pt x="1595" y="361"/>
                  <a:pt x="1598" y="360"/>
                </a:cubicBezTo>
                <a:cubicBezTo>
                  <a:pt x="1600" y="357"/>
                  <a:pt x="1604" y="357"/>
                  <a:pt x="1606" y="354"/>
                </a:cubicBezTo>
                <a:cubicBezTo>
                  <a:pt x="1607" y="353"/>
                  <a:pt x="1609" y="353"/>
                  <a:pt x="1610" y="356"/>
                </a:cubicBezTo>
                <a:cubicBezTo>
                  <a:pt x="1610" y="357"/>
                  <a:pt x="1610" y="359"/>
                  <a:pt x="1612" y="359"/>
                </a:cubicBezTo>
                <a:cubicBezTo>
                  <a:pt x="1614" y="358"/>
                  <a:pt x="1615" y="360"/>
                  <a:pt x="1615" y="362"/>
                </a:cubicBezTo>
                <a:cubicBezTo>
                  <a:pt x="1615" y="362"/>
                  <a:pt x="1616" y="363"/>
                  <a:pt x="1616" y="363"/>
                </a:cubicBezTo>
                <a:cubicBezTo>
                  <a:pt x="1617" y="362"/>
                  <a:pt x="1617" y="362"/>
                  <a:pt x="1618" y="362"/>
                </a:cubicBezTo>
                <a:cubicBezTo>
                  <a:pt x="1618" y="361"/>
                  <a:pt x="1618" y="359"/>
                  <a:pt x="1618" y="358"/>
                </a:cubicBezTo>
                <a:cubicBezTo>
                  <a:pt x="1619" y="357"/>
                  <a:pt x="1620" y="356"/>
                  <a:pt x="1621" y="355"/>
                </a:cubicBezTo>
                <a:cubicBezTo>
                  <a:pt x="1622" y="354"/>
                  <a:pt x="1623" y="353"/>
                  <a:pt x="1625" y="353"/>
                </a:cubicBezTo>
                <a:cubicBezTo>
                  <a:pt x="1626" y="354"/>
                  <a:pt x="1628" y="356"/>
                  <a:pt x="1628" y="358"/>
                </a:cubicBezTo>
                <a:cubicBezTo>
                  <a:pt x="1628" y="359"/>
                  <a:pt x="1628" y="360"/>
                  <a:pt x="1628" y="361"/>
                </a:cubicBezTo>
                <a:cubicBezTo>
                  <a:pt x="1628" y="361"/>
                  <a:pt x="1628" y="362"/>
                  <a:pt x="1628" y="362"/>
                </a:cubicBezTo>
                <a:cubicBezTo>
                  <a:pt x="1629" y="362"/>
                  <a:pt x="1629" y="362"/>
                  <a:pt x="1630" y="361"/>
                </a:cubicBezTo>
                <a:cubicBezTo>
                  <a:pt x="1630" y="361"/>
                  <a:pt x="1631" y="360"/>
                  <a:pt x="1631" y="359"/>
                </a:cubicBezTo>
                <a:cubicBezTo>
                  <a:pt x="1632" y="359"/>
                  <a:pt x="1633" y="358"/>
                  <a:pt x="1634" y="358"/>
                </a:cubicBezTo>
                <a:cubicBezTo>
                  <a:pt x="1639" y="360"/>
                  <a:pt x="1645" y="361"/>
                  <a:pt x="1650" y="364"/>
                </a:cubicBezTo>
                <a:cubicBezTo>
                  <a:pt x="1651" y="365"/>
                  <a:pt x="1651" y="367"/>
                  <a:pt x="1650" y="367"/>
                </a:cubicBezTo>
                <a:cubicBezTo>
                  <a:pt x="1649" y="368"/>
                  <a:pt x="1647" y="370"/>
                  <a:pt x="1646" y="371"/>
                </a:cubicBezTo>
                <a:cubicBezTo>
                  <a:pt x="1645" y="372"/>
                  <a:pt x="1643" y="373"/>
                  <a:pt x="1641" y="373"/>
                </a:cubicBezTo>
                <a:cubicBezTo>
                  <a:pt x="1640" y="373"/>
                  <a:pt x="1639" y="373"/>
                  <a:pt x="1639" y="374"/>
                </a:cubicBezTo>
                <a:cubicBezTo>
                  <a:pt x="1640" y="374"/>
                  <a:pt x="1640" y="376"/>
                  <a:pt x="1640" y="376"/>
                </a:cubicBezTo>
                <a:cubicBezTo>
                  <a:pt x="1641" y="376"/>
                  <a:pt x="1643" y="377"/>
                  <a:pt x="1643" y="377"/>
                </a:cubicBezTo>
                <a:cubicBezTo>
                  <a:pt x="1646" y="377"/>
                  <a:pt x="1648" y="376"/>
                  <a:pt x="1650" y="377"/>
                </a:cubicBezTo>
                <a:cubicBezTo>
                  <a:pt x="1652" y="378"/>
                  <a:pt x="1654" y="377"/>
                  <a:pt x="1656" y="375"/>
                </a:cubicBezTo>
                <a:cubicBezTo>
                  <a:pt x="1657" y="374"/>
                  <a:pt x="1659" y="374"/>
                  <a:pt x="1660" y="375"/>
                </a:cubicBezTo>
                <a:cubicBezTo>
                  <a:pt x="1661" y="375"/>
                  <a:pt x="1663" y="376"/>
                  <a:pt x="1664" y="377"/>
                </a:cubicBezTo>
                <a:cubicBezTo>
                  <a:pt x="1665" y="377"/>
                  <a:pt x="1665" y="379"/>
                  <a:pt x="1665" y="380"/>
                </a:cubicBezTo>
                <a:cubicBezTo>
                  <a:pt x="1664" y="381"/>
                  <a:pt x="1664" y="382"/>
                  <a:pt x="1665" y="382"/>
                </a:cubicBezTo>
                <a:cubicBezTo>
                  <a:pt x="1667" y="383"/>
                  <a:pt x="1669" y="383"/>
                  <a:pt x="1671" y="383"/>
                </a:cubicBezTo>
                <a:cubicBezTo>
                  <a:pt x="1672" y="383"/>
                  <a:pt x="1674" y="382"/>
                  <a:pt x="1675" y="382"/>
                </a:cubicBezTo>
                <a:cubicBezTo>
                  <a:pt x="1685" y="382"/>
                  <a:pt x="1688" y="383"/>
                  <a:pt x="1697" y="389"/>
                </a:cubicBezTo>
                <a:cubicBezTo>
                  <a:pt x="1701" y="390"/>
                  <a:pt x="1704" y="392"/>
                  <a:pt x="1707" y="395"/>
                </a:cubicBezTo>
                <a:cubicBezTo>
                  <a:pt x="1710" y="397"/>
                  <a:pt x="1713" y="399"/>
                  <a:pt x="1717" y="399"/>
                </a:cubicBezTo>
                <a:cubicBezTo>
                  <a:pt x="1719" y="400"/>
                  <a:pt x="1721" y="401"/>
                  <a:pt x="1723" y="402"/>
                </a:cubicBezTo>
                <a:cubicBezTo>
                  <a:pt x="1724" y="404"/>
                  <a:pt x="1725" y="405"/>
                  <a:pt x="1727" y="406"/>
                </a:cubicBezTo>
                <a:cubicBezTo>
                  <a:pt x="1731" y="408"/>
                  <a:pt x="1733" y="411"/>
                  <a:pt x="1735" y="415"/>
                </a:cubicBezTo>
                <a:cubicBezTo>
                  <a:pt x="1736" y="416"/>
                  <a:pt x="1736" y="418"/>
                  <a:pt x="1736" y="419"/>
                </a:cubicBezTo>
                <a:cubicBezTo>
                  <a:pt x="1735" y="424"/>
                  <a:pt x="1732" y="429"/>
                  <a:pt x="1729" y="433"/>
                </a:cubicBezTo>
                <a:cubicBezTo>
                  <a:pt x="1728" y="434"/>
                  <a:pt x="1727" y="434"/>
                  <a:pt x="1726" y="435"/>
                </a:cubicBezTo>
                <a:cubicBezTo>
                  <a:pt x="1720" y="437"/>
                  <a:pt x="1714" y="438"/>
                  <a:pt x="1707" y="437"/>
                </a:cubicBezTo>
                <a:cubicBezTo>
                  <a:pt x="1699" y="436"/>
                  <a:pt x="1690" y="433"/>
                  <a:pt x="1682" y="430"/>
                </a:cubicBezTo>
                <a:cubicBezTo>
                  <a:pt x="1679" y="429"/>
                  <a:pt x="1676" y="428"/>
                  <a:pt x="1673" y="428"/>
                </a:cubicBezTo>
                <a:cubicBezTo>
                  <a:pt x="1673" y="428"/>
                  <a:pt x="1673" y="428"/>
                  <a:pt x="1673" y="428"/>
                </a:cubicBezTo>
                <a:cubicBezTo>
                  <a:pt x="1673" y="428"/>
                  <a:pt x="1673" y="427"/>
                  <a:pt x="1672" y="427"/>
                </a:cubicBezTo>
                <a:cubicBezTo>
                  <a:pt x="1672" y="427"/>
                  <a:pt x="1672" y="426"/>
                  <a:pt x="1671" y="426"/>
                </a:cubicBezTo>
                <a:cubicBezTo>
                  <a:pt x="1671" y="426"/>
                  <a:pt x="1671" y="426"/>
                  <a:pt x="1671" y="425"/>
                </a:cubicBezTo>
                <a:cubicBezTo>
                  <a:pt x="1670" y="425"/>
                  <a:pt x="1670" y="425"/>
                  <a:pt x="1670" y="425"/>
                </a:cubicBezTo>
                <a:cubicBezTo>
                  <a:pt x="1670" y="426"/>
                  <a:pt x="1670" y="426"/>
                  <a:pt x="1670" y="426"/>
                </a:cubicBezTo>
                <a:cubicBezTo>
                  <a:pt x="1671" y="426"/>
                  <a:pt x="1671" y="426"/>
                  <a:pt x="1671" y="426"/>
                </a:cubicBezTo>
                <a:cubicBezTo>
                  <a:pt x="1671" y="426"/>
                  <a:pt x="1672" y="427"/>
                  <a:pt x="1672" y="427"/>
                </a:cubicBezTo>
                <a:cubicBezTo>
                  <a:pt x="1672" y="428"/>
                  <a:pt x="1673" y="428"/>
                  <a:pt x="1673" y="428"/>
                </a:cubicBezTo>
                <a:cubicBezTo>
                  <a:pt x="1673" y="428"/>
                  <a:pt x="1673" y="428"/>
                  <a:pt x="1673" y="428"/>
                </a:cubicBezTo>
                <a:cubicBezTo>
                  <a:pt x="1674" y="431"/>
                  <a:pt x="1677" y="431"/>
                  <a:pt x="1678" y="433"/>
                </a:cubicBezTo>
                <a:cubicBezTo>
                  <a:pt x="1680" y="435"/>
                  <a:pt x="1682" y="436"/>
                  <a:pt x="1684" y="437"/>
                </a:cubicBezTo>
                <a:cubicBezTo>
                  <a:pt x="1689" y="439"/>
                  <a:pt x="1691" y="442"/>
                  <a:pt x="1690" y="447"/>
                </a:cubicBezTo>
                <a:cubicBezTo>
                  <a:pt x="1690" y="450"/>
                  <a:pt x="1690" y="452"/>
                  <a:pt x="1691" y="454"/>
                </a:cubicBezTo>
                <a:cubicBezTo>
                  <a:pt x="1693" y="457"/>
                  <a:pt x="1694" y="460"/>
                  <a:pt x="1695" y="463"/>
                </a:cubicBezTo>
                <a:cubicBezTo>
                  <a:pt x="1695" y="465"/>
                  <a:pt x="1696" y="466"/>
                  <a:pt x="1698" y="466"/>
                </a:cubicBezTo>
                <a:cubicBezTo>
                  <a:pt x="1700" y="467"/>
                  <a:pt x="1702" y="467"/>
                  <a:pt x="1704" y="469"/>
                </a:cubicBezTo>
                <a:cubicBezTo>
                  <a:pt x="1706" y="472"/>
                  <a:pt x="1710" y="473"/>
                  <a:pt x="1714" y="473"/>
                </a:cubicBezTo>
                <a:cubicBezTo>
                  <a:pt x="1716" y="474"/>
                  <a:pt x="1718" y="472"/>
                  <a:pt x="1718" y="470"/>
                </a:cubicBezTo>
                <a:cubicBezTo>
                  <a:pt x="1718" y="469"/>
                  <a:pt x="1717" y="468"/>
                  <a:pt x="1716" y="467"/>
                </a:cubicBezTo>
                <a:cubicBezTo>
                  <a:pt x="1715" y="467"/>
                  <a:pt x="1715" y="466"/>
                  <a:pt x="1714" y="466"/>
                </a:cubicBezTo>
                <a:cubicBezTo>
                  <a:pt x="1710" y="466"/>
                  <a:pt x="1708" y="464"/>
                  <a:pt x="1706" y="462"/>
                </a:cubicBezTo>
                <a:cubicBezTo>
                  <a:pt x="1705" y="460"/>
                  <a:pt x="1704" y="459"/>
                  <a:pt x="1705" y="457"/>
                </a:cubicBezTo>
                <a:cubicBezTo>
                  <a:pt x="1705" y="456"/>
                  <a:pt x="1706" y="455"/>
                  <a:pt x="1706" y="453"/>
                </a:cubicBezTo>
                <a:cubicBezTo>
                  <a:pt x="1707" y="452"/>
                  <a:pt x="1708" y="452"/>
                  <a:pt x="1709" y="452"/>
                </a:cubicBezTo>
                <a:cubicBezTo>
                  <a:pt x="1710" y="452"/>
                  <a:pt x="1712" y="453"/>
                  <a:pt x="1712" y="453"/>
                </a:cubicBezTo>
                <a:cubicBezTo>
                  <a:pt x="1717" y="457"/>
                  <a:pt x="1723" y="458"/>
                  <a:pt x="1729" y="461"/>
                </a:cubicBezTo>
                <a:cubicBezTo>
                  <a:pt x="1730" y="462"/>
                  <a:pt x="1732" y="461"/>
                  <a:pt x="1732" y="459"/>
                </a:cubicBezTo>
                <a:cubicBezTo>
                  <a:pt x="1733" y="458"/>
                  <a:pt x="1734" y="457"/>
                  <a:pt x="1733" y="455"/>
                </a:cubicBezTo>
                <a:cubicBezTo>
                  <a:pt x="1733" y="455"/>
                  <a:pt x="1733" y="454"/>
                  <a:pt x="1732" y="453"/>
                </a:cubicBezTo>
                <a:cubicBezTo>
                  <a:pt x="1726" y="447"/>
                  <a:pt x="1729" y="445"/>
                  <a:pt x="1732" y="441"/>
                </a:cubicBezTo>
                <a:cubicBezTo>
                  <a:pt x="1733" y="439"/>
                  <a:pt x="1735" y="437"/>
                  <a:pt x="1737" y="435"/>
                </a:cubicBezTo>
                <a:cubicBezTo>
                  <a:pt x="1738" y="434"/>
                  <a:pt x="1740" y="433"/>
                  <a:pt x="1741" y="431"/>
                </a:cubicBezTo>
                <a:cubicBezTo>
                  <a:pt x="1743" y="428"/>
                  <a:pt x="1745" y="428"/>
                  <a:pt x="1749" y="429"/>
                </a:cubicBezTo>
                <a:cubicBezTo>
                  <a:pt x="1751" y="429"/>
                  <a:pt x="1753" y="429"/>
                  <a:pt x="1755" y="430"/>
                </a:cubicBezTo>
                <a:cubicBezTo>
                  <a:pt x="1756" y="430"/>
                  <a:pt x="1758" y="429"/>
                  <a:pt x="1758" y="427"/>
                </a:cubicBezTo>
                <a:cubicBezTo>
                  <a:pt x="1759" y="426"/>
                  <a:pt x="1759" y="424"/>
                  <a:pt x="1759" y="423"/>
                </a:cubicBezTo>
                <a:cubicBezTo>
                  <a:pt x="1759" y="420"/>
                  <a:pt x="1758" y="418"/>
                  <a:pt x="1755" y="417"/>
                </a:cubicBezTo>
                <a:cubicBezTo>
                  <a:pt x="1754" y="416"/>
                  <a:pt x="1753" y="414"/>
                  <a:pt x="1753" y="413"/>
                </a:cubicBezTo>
                <a:cubicBezTo>
                  <a:pt x="1753" y="411"/>
                  <a:pt x="1753" y="410"/>
                  <a:pt x="1753" y="408"/>
                </a:cubicBezTo>
                <a:cubicBezTo>
                  <a:pt x="1754" y="402"/>
                  <a:pt x="1753" y="397"/>
                  <a:pt x="1747" y="393"/>
                </a:cubicBezTo>
                <a:cubicBezTo>
                  <a:pt x="1747" y="392"/>
                  <a:pt x="1747" y="391"/>
                  <a:pt x="1747" y="391"/>
                </a:cubicBezTo>
                <a:cubicBezTo>
                  <a:pt x="1747" y="390"/>
                  <a:pt x="1748" y="390"/>
                  <a:pt x="1748" y="390"/>
                </a:cubicBezTo>
                <a:cubicBezTo>
                  <a:pt x="1751" y="391"/>
                  <a:pt x="1754" y="391"/>
                  <a:pt x="1757" y="390"/>
                </a:cubicBezTo>
                <a:cubicBezTo>
                  <a:pt x="1761" y="389"/>
                  <a:pt x="1764" y="391"/>
                  <a:pt x="1766" y="394"/>
                </a:cubicBezTo>
                <a:cubicBezTo>
                  <a:pt x="1768" y="396"/>
                  <a:pt x="1769" y="398"/>
                  <a:pt x="1771" y="399"/>
                </a:cubicBezTo>
                <a:cubicBezTo>
                  <a:pt x="1772" y="400"/>
                  <a:pt x="1771" y="402"/>
                  <a:pt x="1770" y="403"/>
                </a:cubicBezTo>
                <a:cubicBezTo>
                  <a:pt x="1769" y="405"/>
                  <a:pt x="1766" y="406"/>
                  <a:pt x="1765" y="407"/>
                </a:cubicBezTo>
                <a:cubicBezTo>
                  <a:pt x="1763" y="408"/>
                  <a:pt x="1763" y="411"/>
                  <a:pt x="1765" y="412"/>
                </a:cubicBezTo>
                <a:cubicBezTo>
                  <a:pt x="1766" y="414"/>
                  <a:pt x="1768" y="415"/>
                  <a:pt x="1769" y="417"/>
                </a:cubicBezTo>
                <a:cubicBezTo>
                  <a:pt x="1772" y="419"/>
                  <a:pt x="1778" y="419"/>
                  <a:pt x="1781" y="416"/>
                </a:cubicBezTo>
                <a:cubicBezTo>
                  <a:pt x="1781" y="416"/>
                  <a:pt x="1781" y="415"/>
                  <a:pt x="1782" y="414"/>
                </a:cubicBezTo>
                <a:cubicBezTo>
                  <a:pt x="1782" y="413"/>
                  <a:pt x="1782" y="411"/>
                  <a:pt x="1783" y="409"/>
                </a:cubicBezTo>
                <a:cubicBezTo>
                  <a:pt x="1783" y="407"/>
                  <a:pt x="1783" y="406"/>
                  <a:pt x="1785" y="405"/>
                </a:cubicBezTo>
                <a:cubicBezTo>
                  <a:pt x="1790" y="402"/>
                  <a:pt x="1794" y="397"/>
                  <a:pt x="1798" y="392"/>
                </a:cubicBezTo>
                <a:cubicBezTo>
                  <a:pt x="1800" y="390"/>
                  <a:pt x="1802" y="388"/>
                  <a:pt x="1805" y="388"/>
                </a:cubicBezTo>
                <a:cubicBezTo>
                  <a:pt x="1807" y="387"/>
                  <a:pt x="1808" y="387"/>
                  <a:pt x="1810" y="386"/>
                </a:cubicBezTo>
                <a:cubicBezTo>
                  <a:pt x="1812" y="385"/>
                  <a:pt x="1812" y="383"/>
                  <a:pt x="1814" y="383"/>
                </a:cubicBezTo>
                <a:cubicBezTo>
                  <a:pt x="1815" y="383"/>
                  <a:pt x="1816" y="382"/>
                  <a:pt x="1816" y="382"/>
                </a:cubicBezTo>
                <a:cubicBezTo>
                  <a:pt x="1817" y="379"/>
                  <a:pt x="1819" y="378"/>
                  <a:pt x="1821" y="379"/>
                </a:cubicBezTo>
                <a:cubicBezTo>
                  <a:pt x="1823" y="381"/>
                  <a:pt x="1824" y="384"/>
                  <a:pt x="1824" y="387"/>
                </a:cubicBezTo>
                <a:cubicBezTo>
                  <a:pt x="1824" y="387"/>
                  <a:pt x="1824" y="388"/>
                  <a:pt x="1824" y="389"/>
                </a:cubicBezTo>
                <a:cubicBezTo>
                  <a:pt x="1825" y="389"/>
                  <a:pt x="1826" y="389"/>
                  <a:pt x="1827" y="389"/>
                </a:cubicBezTo>
                <a:cubicBezTo>
                  <a:pt x="1829" y="387"/>
                  <a:pt x="1832" y="386"/>
                  <a:pt x="1834" y="384"/>
                </a:cubicBezTo>
                <a:cubicBezTo>
                  <a:pt x="1836" y="382"/>
                  <a:pt x="1839" y="381"/>
                  <a:pt x="1841" y="381"/>
                </a:cubicBezTo>
                <a:cubicBezTo>
                  <a:pt x="1844" y="381"/>
                  <a:pt x="1847" y="381"/>
                  <a:pt x="1848" y="378"/>
                </a:cubicBezTo>
                <a:cubicBezTo>
                  <a:pt x="1848" y="378"/>
                  <a:pt x="1848" y="377"/>
                  <a:pt x="1849" y="377"/>
                </a:cubicBezTo>
                <a:cubicBezTo>
                  <a:pt x="1852" y="378"/>
                  <a:pt x="1854" y="376"/>
                  <a:pt x="1857" y="374"/>
                </a:cubicBezTo>
                <a:cubicBezTo>
                  <a:pt x="1858" y="374"/>
                  <a:pt x="1861" y="375"/>
                  <a:pt x="1861" y="377"/>
                </a:cubicBezTo>
                <a:cubicBezTo>
                  <a:pt x="1862" y="378"/>
                  <a:pt x="1862" y="380"/>
                  <a:pt x="1862" y="381"/>
                </a:cubicBezTo>
                <a:cubicBezTo>
                  <a:pt x="1863" y="381"/>
                  <a:pt x="1864" y="382"/>
                  <a:pt x="1864" y="382"/>
                </a:cubicBezTo>
                <a:cubicBezTo>
                  <a:pt x="1864" y="382"/>
                  <a:pt x="1865" y="382"/>
                  <a:pt x="1865" y="382"/>
                </a:cubicBezTo>
                <a:cubicBezTo>
                  <a:pt x="1866" y="378"/>
                  <a:pt x="1868" y="377"/>
                  <a:pt x="1871" y="375"/>
                </a:cubicBezTo>
                <a:cubicBezTo>
                  <a:pt x="1872" y="374"/>
                  <a:pt x="1872" y="373"/>
                  <a:pt x="1871" y="371"/>
                </a:cubicBezTo>
                <a:cubicBezTo>
                  <a:pt x="1869" y="368"/>
                  <a:pt x="1867" y="366"/>
                  <a:pt x="1865" y="363"/>
                </a:cubicBezTo>
                <a:cubicBezTo>
                  <a:pt x="1864" y="362"/>
                  <a:pt x="1862" y="361"/>
                  <a:pt x="1861" y="361"/>
                </a:cubicBezTo>
                <a:cubicBezTo>
                  <a:pt x="1860" y="361"/>
                  <a:pt x="1859" y="361"/>
                  <a:pt x="1859" y="360"/>
                </a:cubicBezTo>
                <a:cubicBezTo>
                  <a:pt x="1856" y="357"/>
                  <a:pt x="1852" y="357"/>
                  <a:pt x="1849" y="355"/>
                </a:cubicBezTo>
                <a:cubicBezTo>
                  <a:pt x="1847" y="352"/>
                  <a:pt x="1846" y="350"/>
                  <a:pt x="1847" y="347"/>
                </a:cubicBezTo>
                <a:cubicBezTo>
                  <a:pt x="1847" y="346"/>
                  <a:pt x="1847" y="346"/>
                  <a:pt x="1847" y="346"/>
                </a:cubicBezTo>
                <a:cubicBezTo>
                  <a:pt x="1848" y="345"/>
                  <a:pt x="1849" y="344"/>
                  <a:pt x="1850" y="344"/>
                </a:cubicBezTo>
                <a:cubicBezTo>
                  <a:pt x="1853" y="346"/>
                  <a:pt x="1856" y="348"/>
                  <a:pt x="1858" y="350"/>
                </a:cubicBezTo>
                <a:cubicBezTo>
                  <a:pt x="1864" y="355"/>
                  <a:pt x="1870" y="355"/>
                  <a:pt x="1876" y="355"/>
                </a:cubicBezTo>
                <a:cubicBezTo>
                  <a:pt x="1877" y="355"/>
                  <a:pt x="1878" y="355"/>
                  <a:pt x="1879" y="355"/>
                </a:cubicBezTo>
                <a:cubicBezTo>
                  <a:pt x="1884" y="354"/>
                  <a:pt x="1890" y="355"/>
                  <a:pt x="1895" y="358"/>
                </a:cubicBezTo>
                <a:cubicBezTo>
                  <a:pt x="1898" y="359"/>
                  <a:pt x="1899" y="362"/>
                  <a:pt x="1903" y="362"/>
                </a:cubicBezTo>
                <a:cubicBezTo>
                  <a:pt x="1905" y="363"/>
                  <a:pt x="1907" y="364"/>
                  <a:pt x="1910" y="365"/>
                </a:cubicBezTo>
                <a:cubicBezTo>
                  <a:pt x="1913" y="366"/>
                  <a:pt x="1916" y="367"/>
                  <a:pt x="1918" y="368"/>
                </a:cubicBezTo>
                <a:cubicBezTo>
                  <a:pt x="1920" y="369"/>
                  <a:pt x="1921" y="370"/>
                  <a:pt x="1923" y="371"/>
                </a:cubicBezTo>
                <a:cubicBezTo>
                  <a:pt x="1925" y="372"/>
                  <a:pt x="1927" y="374"/>
                  <a:pt x="1930" y="375"/>
                </a:cubicBezTo>
                <a:cubicBezTo>
                  <a:pt x="1930" y="376"/>
                  <a:pt x="1932" y="375"/>
                  <a:pt x="1932" y="374"/>
                </a:cubicBezTo>
                <a:cubicBezTo>
                  <a:pt x="1932" y="373"/>
                  <a:pt x="1932" y="371"/>
                  <a:pt x="1932" y="369"/>
                </a:cubicBezTo>
                <a:cubicBezTo>
                  <a:pt x="1932" y="368"/>
                  <a:pt x="1932" y="367"/>
                  <a:pt x="1931" y="367"/>
                </a:cubicBezTo>
                <a:cubicBezTo>
                  <a:pt x="1927" y="365"/>
                  <a:pt x="1924" y="362"/>
                  <a:pt x="1921" y="359"/>
                </a:cubicBezTo>
                <a:cubicBezTo>
                  <a:pt x="1919" y="357"/>
                  <a:pt x="1918" y="357"/>
                  <a:pt x="1916" y="358"/>
                </a:cubicBezTo>
                <a:cubicBezTo>
                  <a:pt x="1915" y="359"/>
                  <a:pt x="1914" y="359"/>
                  <a:pt x="1914" y="359"/>
                </a:cubicBezTo>
                <a:cubicBezTo>
                  <a:pt x="1912" y="356"/>
                  <a:pt x="1910" y="353"/>
                  <a:pt x="1909" y="350"/>
                </a:cubicBezTo>
                <a:cubicBezTo>
                  <a:pt x="1909" y="349"/>
                  <a:pt x="1909" y="348"/>
                  <a:pt x="1909" y="348"/>
                </a:cubicBezTo>
                <a:cubicBezTo>
                  <a:pt x="1910" y="344"/>
                  <a:pt x="1908" y="341"/>
                  <a:pt x="1907" y="338"/>
                </a:cubicBezTo>
                <a:cubicBezTo>
                  <a:pt x="1907" y="336"/>
                  <a:pt x="1905" y="334"/>
                  <a:pt x="1903" y="333"/>
                </a:cubicBezTo>
                <a:cubicBezTo>
                  <a:pt x="1901" y="331"/>
                  <a:pt x="1901" y="329"/>
                  <a:pt x="1901" y="327"/>
                </a:cubicBezTo>
                <a:cubicBezTo>
                  <a:pt x="1901" y="323"/>
                  <a:pt x="1901" y="320"/>
                  <a:pt x="1904" y="318"/>
                </a:cubicBezTo>
                <a:cubicBezTo>
                  <a:pt x="1906" y="315"/>
                  <a:pt x="1906" y="312"/>
                  <a:pt x="1906" y="309"/>
                </a:cubicBezTo>
                <a:cubicBezTo>
                  <a:pt x="1906" y="303"/>
                  <a:pt x="1906" y="297"/>
                  <a:pt x="1906" y="291"/>
                </a:cubicBezTo>
                <a:cubicBezTo>
                  <a:pt x="1906" y="290"/>
                  <a:pt x="1906" y="288"/>
                  <a:pt x="1906" y="286"/>
                </a:cubicBezTo>
                <a:cubicBezTo>
                  <a:pt x="1906" y="285"/>
                  <a:pt x="1907" y="284"/>
                  <a:pt x="1908" y="284"/>
                </a:cubicBezTo>
                <a:cubicBezTo>
                  <a:pt x="1909" y="283"/>
                  <a:pt x="1911" y="284"/>
                  <a:pt x="1912" y="284"/>
                </a:cubicBezTo>
                <a:cubicBezTo>
                  <a:pt x="1918" y="282"/>
                  <a:pt x="1924" y="283"/>
                  <a:pt x="1930" y="285"/>
                </a:cubicBezTo>
                <a:cubicBezTo>
                  <a:pt x="1931" y="286"/>
                  <a:pt x="1932" y="287"/>
                  <a:pt x="1933" y="289"/>
                </a:cubicBezTo>
                <a:cubicBezTo>
                  <a:pt x="1934" y="296"/>
                  <a:pt x="1936" y="303"/>
                  <a:pt x="1936" y="311"/>
                </a:cubicBezTo>
                <a:cubicBezTo>
                  <a:pt x="1936" y="314"/>
                  <a:pt x="1937" y="316"/>
                  <a:pt x="1939" y="318"/>
                </a:cubicBezTo>
                <a:cubicBezTo>
                  <a:pt x="1944" y="321"/>
                  <a:pt x="1946" y="325"/>
                  <a:pt x="1948" y="330"/>
                </a:cubicBezTo>
                <a:cubicBezTo>
                  <a:pt x="1950" y="339"/>
                  <a:pt x="1954" y="347"/>
                  <a:pt x="1957" y="356"/>
                </a:cubicBezTo>
                <a:cubicBezTo>
                  <a:pt x="1957" y="359"/>
                  <a:pt x="1959" y="361"/>
                  <a:pt x="1961" y="362"/>
                </a:cubicBezTo>
                <a:cubicBezTo>
                  <a:pt x="1963" y="363"/>
                  <a:pt x="1964" y="364"/>
                  <a:pt x="1966" y="365"/>
                </a:cubicBezTo>
                <a:cubicBezTo>
                  <a:pt x="1967" y="367"/>
                  <a:pt x="1969" y="368"/>
                  <a:pt x="1968" y="370"/>
                </a:cubicBezTo>
                <a:cubicBezTo>
                  <a:pt x="1968" y="374"/>
                  <a:pt x="1968" y="376"/>
                  <a:pt x="1970" y="379"/>
                </a:cubicBezTo>
                <a:cubicBezTo>
                  <a:pt x="1970" y="380"/>
                  <a:pt x="1971" y="381"/>
                  <a:pt x="1970" y="382"/>
                </a:cubicBezTo>
                <a:cubicBezTo>
                  <a:pt x="1969" y="389"/>
                  <a:pt x="1968" y="396"/>
                  <a:pt x="1965" y="403"/>
                </a:cubicBezTo>
                <a:cubicBezTo>
                  <a:pt x="1964" y="407"/>
                  <a:pt x="1961" y="408"/>
                  <a:pt x="1957" y="406"/>
                </a:cubicBezTo>
                <a:cubicBezTo>
                  <a:pt x="1956" y="406"/>
                  <a:pt x="1955" y="406"/>
                  <a:pt x="1954" y="405"/>
                </a:cubicBezTo>
                <a:cubicBezTo>
                  <a:pt x="1954" y="405"/>
                  <a:pt x="1954" y="405"/>
                  <a:pt x="1954" y="405"/>
                </a:cubicBezTo>
                <a:cubicBezTo>
                  <a:pt x="1954" y="405"/>
                  <a:pt x="1954" y="405"/>
                  <a:pt x="1954" y="405"/>
                </a:cubicBezTo>
                <a:cubicBezTo>
                  <a:pt x="1954" y="405"/>
                  <a:pt x="1954" y="405"/>
                  <a:pt x="1954" y="405"/>
                </a:cubicBezTo>
                <a:cubicBezTo>
                  <a:pt x="1954" y="404"/>
                  <a:pt x="1954" y="404"/>
                  <a:pt x="1954" y="404"/>
                </a:cubicBezTo>
                <a:cubicBezTo>
                  <a:pt x="1953" y="405"/>
                  <a:pt x="1953" y="405"/>
                  <a:pt x="1954" y="405"/>
                </a:cubicBezTo>
                <a:cubicBezTo>
                  <a:pt x="1954" y="405"/>
                  <a:pt x="1954" y="405"/>
                  <a:pt x="1954" y="405"/>
                </a:cubicBezTo>
                <a:cubicBezTo>
                  <a:pt x="1954" y="406"/>
                  <a:pt x="1954" y="407"/>
                  <a:pt x="1954" y="408"/>
                </a:cubicBezTo>
                <a:cubicBezTo>
                  <a:pt x="1955" y="408"/>
                  <a:pt x="1955" y="409"/>
                  <a:pt x="1956" y="409"/>
                </a:cubicBezTo>
                <a:cubicBezTo>
                  <a:pt x="1961" y="410"/>
                  <a:pt x="1965" y="410"/>
                  <a:pt x="1970" y="411"/>
                </a:cubicBezTo>
                <a:cubicBezTo>
                  <a:pt x="1970" y="411"/>
                  <a:pt x="1972" y="410"/>
                  <a:pt x="1972" y="410"/>
                </a:cubicBezTo>
                <a:cubicBezTo>
                  <a:pt x="1972" y="405"/>
                  <a:pt x="1975" y="402"/>
                  <a:pt x="1977" y="399"/>
                </a:cubicBezTo>
                <a:cubicBezTo>
                  <a:pt x="1978" y="397"/>
                  <a:pt x="1979" y="395"/>
                  <a:pt x="1979" y="393"/>
                </a:cubicBezTo>
                <a:cubicBezTo>
                  <a:pt x="1979" y="390"/>
                  <a:pt x="1979" y="386"/>
                  <a:pt x="1981" y="383"/>
                </a:cubicBezTo>
                <a:cubicBezTo>
                  <a:pt x="1982" y="380"/>
                  <a:pt x="1981" y="377"/>
                  <a:pt x="1979" y="375"/>
                </a:cubicBezTo>
                <a:cubicBezTo>
                  <a:pt x="1978" y="374"/>
                  <a:pt x="1976" y="373"/>
                  <a:pt x="1975" y="371"/>
                </a:cubicBezTo>
                <a:cubicBezTo>
                  <a:pt x="1973" y="368"/>
                  <a:pt x="1973" y="364"/>
                  <a:pt x="1976" y="362"/>
                </a:cubicBezTo>
                <a:cubicBezTo>
                  <a:pt x="1979" y="359"/>
                  <a:pt x="1982" y="357"/>
                  <a:pt x="1985" y="355"/>
                </a:cubicBezTo>
                <a:cubicBezTo>
                  <a:pt x="1985" y="355"/>
                  <a:pt x="1986" y="355"/>
                  <a:pt x="1986" y="354"/>
                </a:cubicBezTo>
                <a:cubicBezTo>
                  <a:pt x="1986" y="354"/>
                  <a:pt x="1985" y="354"/>
                  <a:pt x="1985" y="353"/>
                </a:cubicBezTo>
                <a:cubicBezTo>
                  <a:pt x="1982" y="352"/>
                  <a:pt x="1979" y="351"/>
                  <a:pt x="1977" y="354"/>
                </a:cubicBezTo>
                <a:cubicBezTo>
                  <a:pt x="1975" y="357"/>
                  <a:pt x="1972" y="357"/>
                  <a:pt x="1969" y="358"/>
                </a:cubicBezTo>
                <a:cubicBezTo>
                  <a:pt x="1967" y="358"/>
                  <a:pt x="1966" y="357"/>
                  <a:pt x="1965" y="356"/>
                </a:cubicBezTo>
                <a:cubicBezTo>
                  <a:pt x="1963" y="351"/>
                  <a:pt x="1960" y="346"/>
                  <a:pt x="1959" y="340"/>
                </a:cubicBezTo>
                <a:cubicBezTo>
                  <a:pt x="1958" y="337"/>
                  <a:pt x="1958" y="334"/>
                  <a:pt x="1958" y="331"/>
                </a:cubicBezTo>
                <a:cubicBezTo>
                  <a:pt x="1958" y="329"/>
                  <a:pt x="1957" y="326"/>
                  <a:pt x="1955" y="325"/>
                </a:cubicBezTo>
                <a:cubicBezTo>
                  <a:pt x="1954" y="323"/>
                  <a:pt x="1952" y="322"/>
                  <a:pt x="1951" y="321"/>
                </a:cubicBezTo>
                <a:cubicBezTo>
                  <a:pt x="1949" y="319"/>
                  <a:pt x="1947" y="318"/>
                  <a:pt x="1945" y="315"/>
                </a:cubicBezTo>
                <a:cubicBezTo>
                  <a:pt x="1944" y="313"/>
                  <a:pt x="1945" y="310"/>
                  <a:pt x="1945" y="308"/>
                </a:cubicBezTo>
                <a:cubicBezTo>
                  <a:pt x="1944" y="305"/>
                  <a:pt x="1945" y="303"/>
                  <a:pt x="1946" y="301"/>
                </a:cubicBezTo>
                <a:cubicBezTo>
                  <a:pt x="1947" y="300"/>
                  <a:pt x="1948" y="299"/>
                  <a:pt x="1948" y="299"/>
                </a:cubicBezTo>
                <a:cubicBezTo>
                  <a:pt x="1949" y="297"/>
                  <a:pt x="1949" y="294"/>
                  <a:pt x="1949" y="292"/>
                </a:cubicBezTo>
                <a:cubicBezTo>
                  <a:pt x="1948" y="289"/>
                  <a:pt x="1947" y="286"/>
                  <a:pt x="1946" y="284"/>
                </a:cubicBezTo>
                <a:cubicBezTo>
                  <a:pt x="1946" y="283"/>
                  <a:pt x="1946" y="283"/>
                  <a:pt x="1946" y="283"/>
                </a:cubicBezTo>
                <a:cubicBezTo>
                  <a:pt x="1946" y="283"/>
                  <a:pt x="1947" y="283"/>
                  <a:pt x="1947" y="283"/>
                </a:cubicBezTo>
                <a:cubicBezTo>
                  <a:pt x="1948" y="284"/>
                  <a:pt x="1949" y="284"/>
                  <a:pt x="1950" y="285"/>
                </a:cubicBezTo>
                <a:cubicBezTo>
                  <a:pt x="1952" y="288"/>
                  <a:pt x="1954" y="292"/>
                  <a:pt x="1954" y="295"/>
                </a:cubicBezTo>
                <a:cubicBezTo>
                  <a:pt x="1954" y="300"/>
                  <a:pt x="1957" y="304"/>
                  <a:pt x="1959" y="308"/>
                </a:cubicBezTo>
                <a:cubicBezTo>
                  <a:pt x="1960" y="308"/>
                  <a:pt x="1960" y="309"/>
                  <a:pt x="1960" y="310"/>
                </a:cubicBezTo>
                <a:cubicBezTo>
                  <a:pt x="1961" y="312"/>
                  <a:pt x="1963" y="312"/>
                  <a:pt x="1965" y="312"/>
                </a:cubicBezTo>
                <a:cubicBezTo>
                  <a:pt x="1968" y="313"/>
                  <a:pt x="1972" y="313"/>
                  <a:pt x="1975" y="312"/>
                </a:cubicBezTo>
                <a:cubicBezTo>
                  <a:pt x="1977" y="312"/>
                  <a:pt x="1979" y="313"/>
                  <a:pt x="1980" y="313"/>
                </a:cubicBezTo>
                <a:cubicBezTo>
                  <a:pt x="1981" y="314"/>
                  <a:pt x="1982" y="313"/>
                  <a:pt x="1981" y="312"/>
                </a:cubicBezTo>
                <a:cubicBezTo>
                  <a:pt x="1981" y="312"/>
                  <a:pt x="1981" y="312"/>
                  <a:pt x="1981" y="312"/>
                </a:cubicBezTo>
                <a:cubicBezTo>
                  <a:pt x="1979" y="311"/>
                  <a:pt x="1978" y="311"/>
                  <a:pt x="1977" y="311"/>
                </a:cubicBezTo>
                <a:cubicBezTo>
                  <a:pt x="1975" y="310"/>
                  <a:pt x="1972" y="310"/>
                  <a:pt x="1970" y="309"/>
                </a:cubicBezTo>
                <a:cubicBezTo>
                  <a:pt x="1965" y="308"/>
                  <a:pt x="1962" y="304"/>
                  <a:pt x="1960" y="300"/>
                </a:cubicBezTo>
                <a:cubicBezTo>
                  <a:pt x="1960" y="299"/>
                  <a:pt x="1960" y="298"/>
                  <a:pt x="1961" y="297"/>
                </a:cubicBezTo>
                <a:cubicBezTo>
                  <a:pt x="1961" y="296"/>
                  <a:pt x="1963" y="295"/>
                  <a:pt x="1964" y="295"/>
                </a:cubicBezTo>
                <a:cubicBezTo>
                  <a:pt x="1966" y="295"/>
                  <a:pt x="1966" y="296"/>
                  <a:pt x="1967" y="297"/>
                </a:cubicBezTo>
                <a:cubicBezTo>
                  <a:pt x="1969" y="297"/>
                  <a:pt x="1970" y="298"/>
                  <a:pt x="1972" y="298"/>
                </a:cubicBezTo>
                <a:cubicBezTo>
                  <a:pt x="1973" y="298"/>
                  <a:pt x="1974" y="298"/>
                  <a:pt x="1974" y="297"/>
                </a:cubicBezTo>
                <a:cubicBezTo>
                  <a:pt x="1975" y="295"/>
                  <a:pt x="1975" y="294"/>
                  <a:pt x="1973" y="293"/>
                </a:cubicBezTo>
                <a:cubicBezTo>
                  <a:pt x="1972" y="292"/>
                  <a:pt x="1971" y="292"/>
                  <a:pt x="1970" y="292"/>
                </a:cubicBezTo>
                <a:cubicBezTo>
                  <a:pt x="1969" y="291"/>
                  <a:pt x="1969" y="291"/>
                  <a:pt x="1968" y="290"/>
                </a:cubicBezTo>
                <a:cubicBezTo>
                  <a:pt x="1968" y="290"/>
                  <a:pt x="1968" y="290"/>
                  <a:pt x="1968" y="290"/>
                </a:cubicBezTo>
                <a:cubicBezTo>
                  <a:pt x="1968" y="290"/>
                  <a:pt x="1968" y="290"/>
                  <a:pt x="1968" y="290"/>
                </a:cubicBezTo>
                <a:cubicBezTo>
                  <a:pt x="1968" y="290"/>
                  <a:pt x="1968" y="290"/>
                  <a:pt x="1968" y="290"/>
                </a:cubicBezTo>
                <a:cubicBezTo>
                  <a:pt x="1968" y="291"/>
                  <a:pt x="1968" y="291"/>
                  <a:pt x="1968" y="291"/>
                </a:cubicBezTo>
                <a:cubicBezTo>
                  <a:pt x="1968" y="291"/>
                  <a:pt x="1968" y="291"/>
                  <a:pt x="1968" y="291"/>
                </a:cubicBezTo>
                <a:cubicBezTo>
                  <a:pt x="1967" y="291"/>
                  <a:pt x="1966" y="291"/>
                  <a:pt x="1965" y="290"/>
                </a:cubicBezTo>
                <a:cubicBezTo>
                  <a:pt x="1964" y="290"/>
                  <a:pt x="1964" y="289"/>
                  <a:pt x="1964" y="289"/>
                </a:cubicBezTo>
                <a:cubicBezTo>
                  <a:pt x="1964" y="286"/>
                  <a:pt x="1965" y="284"/>
                  <a:pt x="1966" y="283"/>
                </a:cubicBezTo>
                <a:cubicBezTo>
                  <a:pt x="1967" y="282"/>
                  <a:pt x="1969" y="282"/>
                  <a:pt x="1969" y="282"/>
                </a:cubicBezTo>
                <a:cubicBezTo>
                  <a:pt x="1973" y="283"/>
                  <a:pt x="1976" y="285"/>
                  <a:pt x="1980" y="285"/>
                </a:cubicBezTo>
                <a:cubicBezTo>
                  <a:pt x="1984" y="286"/>
                  <a:pt x="1987" y="288"/>
                  <a:pt x="1990" y="289"/>
                </a:cubicBezTo>
                <a:cubicBezTo>
                  <a:pt x="1992" y="290"/>
                  <a:pt x="1994" y="292"/>
                  <a:pt x="1996" y="293"/>
                </a:cubicBezTo>
                <a:cubicBezTo>
                  <a:pt x="1999" y="296"/>
                  <a:pt x="2002" y="296"/>
                  <a:pt x="2005" y="295"/>
                </a:cubicBezTo>
                <a:cubicBezTo>
                  <a:pt x="2007" y="295"/>
                  <a:pt x="2009" y="295"/>
                  <a:pt x="2011" y="295"/>
                </a:cubicBezTo>
                <a:cubicBezTo>
                  <a:pt x="2013" y="294"/>
                  <a:pt x="2015" y="297"/>
                  <a:pt x="2015" y="299"/>
                </a:cubicBezTo>
                <a:cubicBezTo>
                  <a:pt x="2015" y="300"/>
                  <a:pt x="2015" y="301"/>
                  <a:pt x="2015" y="301"/>
                </a:cubicBezTo>
                <a:cubicBezTo>
                  <a:pt x="2012" y="306"/>
                  <a:pt x="2013" y="310"/>
                  <a:pt x="2016" y="314"/>
                </a:cubicBezTo>
                <a:cubicBezTo>
                  <a:pt x="2017" y="314"/>
                  <a:pt x="2017" y="315"/>
                  <a:pt x="2017" y="315"/>
                </a:cubicBezTo>
                <a:cubicBezTo>
                  <a:pt x="2017" y="316"/>
                  <a:pt x="2017" y="317"/>
                  <a:pt x="2017" y="317"/>
                </a:cubicBezTo>
                <a:cubicBezTo>
                  <a:pt x="2017" y="317"/>
                  <a:pt x="2017" y="317"/>
                  <a:pt x="2017" y="316"/>
                </a:cubicBezTo>
                <a:cubicBezTo>
                  <a:pt x="2017" y="316"/>
                  <a:pt x="2017" y="316"/>
                  <a:pt x="2018" y="316"/>
                </a:cubicBezTo>
                <a:cubicBezTo>
                  <a:pt x="2017" y="316"/>
                  <a:pt x="2017" y="315"/>
                  <a:pt x="2017" y="315"/>
                </a:cubicBezTo>
                <a:cubicBezTo>
                  <a:pt x="2019" y="315"/>
                  <a:pt x="2020" y="314"/>
                  <a:pt x="2021" y="313"/>
                </a:cubicBezTo>
                <a:cubicBezTo>
                  <a:pt x="2022" y="313"/>
                  <a:pt x="2023" y="312"/>
                  <a:pt x="2022" y="310"/>
                </a:cubicBezTo>
                <a:cubicBezTo>
                  <a:pt x="2020" y="307"/>
                  <a:pt x="2018" y="302"/>
                  <a:pt x="2017" y="297"/>
                </a:cubicBezTo>
                <a:cubicBezTo>
                  <a:pt x="2017" y="295"/>
                  <a:pt x="2015" y="294"/>
                  <a:pt x="2014" y="294"/>
                </a:cubicBezTo>
                <a:cubicBezTo>
                  <a:pt x="2012" y="293"/>
                  <a:pt x="2011" y="292"/>
                  <a:pt x="2009" y="292"/>
                </a:cubicBezTo>
                <a:cubicBezTo>
                  <a:pt x="2008" y="291"/>
                  <a:pt x="2007" y="291"/>
                  <a:pt x="2007" y="291"/>
                </a:cubicBezTo>
                <a:cubicBezTo>
                  <a:pt x="2004" y="289"/>
                  <a:pt x="2002" y="286"/>
                  <a:pt x="1999" y="284"/>
                </a:cubicBezTo>
                <a:cubicBezTo>
                  <a:pt x="1996" y="284"/>
                  <a:pt x="1993" y="284"/>
                  <a:pt x="1990" y="283"/>
                </a:cubicBezTo>
                <a:cubicBezTo>
                  <a:pt x="1989" y="282"/>
                  <a:pt x="1988" y="281"/>
                  <a:pt x="1987" y="280"/>
                </a:cubicBezTo>
                <a:cubicBezTo>
                  <a:pt x="1986" y="279"/>
                  <a:pt x="1986" y="277"/>
                  <a:pt x="1985" y="276"/>
                </a:cubicBezTo>
                <a:cubicBezTo>
                  <a:pt x="1985" y="273"/>
                  <a:pt x="1984" y="271"/>
                  <a:pt x="1982" y="269"/>
                </a:cubicBezTo>
                <a:cubicBezTo>
                  <a:pt x="1981" y="268"/>
                  <a:pt x="1980" y="266"/>
                  <a:pt x="1979" y="264"/>
                </a:cubicBezTo>
                <a:cubicBezTo>
                  <a:pt x="1977" y="260"/>
                  <a:pt x="1978" y="257"/>
                  <a:pt x="1982" y="255"/>
                </a:cubicBezTo>
                <a:cubicBezTo>
                  <a:pt x="1983" y="255"/>
                  <a:pt x="1985" y="255"/>
                  <a:pt x="1986" y="254"/>
                </a:cubicBezTo>
                <a:cubicBezTo>
                  <a:pt x="1990" y="253"/>
                  <a:pt x="1995" y="251"/>
                  <a:pt x="1999" y="249"/>
                </a:cubicBezTo>
                <a:cubicBezTo>
                  <a:pt x="2003" y="248"/>
                  <a:pt x="2007" y="246"/>
                  <a:pt x="2011" y="243"/>
                </a:cubicBezTo>
                <a:cubicBezTo>
                  <a:pt x="2012" y="243"/>
                  <a:pt x="2014" y="243"/>
                  <a:pt x="2015" y="243"/>
                </a:cubicBezTo>
                <a:cubicBezTo>
                  <a:pt x="2016" y="243"/>
                  <a:pt x="2017" y="243"/>
                  <a:pt x="2017" y="245"/>
                </a:cubicBezTo>
                <a:cubicBezTo>
                  <a:pt x="2018" y="245"/>
                  <a:pt x="2018" y="247"/>
                  <a:pt x="2020" y="246"/>
                </a:cubicBezTo>
                <a:cubicBezTo>
                  <a:pt x="2020" y="246"/>
                  <a:pt x="2021" y="245"/>
                  <a:pt x="2021" y="244"/>
                </a:cubicBezTo>
                <a:cubicBezTo>
                  <a:pt x="2021" y="244"/>
                  <a:pt x="2021" y="243"/>
                  <a:pt x="2020" y="242"/>
                </a:cubicBezTo>
                <a:cubicBezTo>
                  <a:pt x="2018" y="239"/>
                  <a:pt x="2014" y="238"/>
                  <a:pt x="2011" y="237"/>
                </a:cubicBezTo>
                <a:cubicBezTo>
                  <a:pt x="2007" y="236"/>
                  <a:pt x="2005" y="234"/>
                  <a:pt x="2002" y="231"/>
                </a:cubicBezTo>
                <a:cubicBezTo>
                  <a:pt x="2001" y="231"/>
                  <a:pt x="2000" y="230"/>
                  <a:pt x="2000" y="228"/>
                </a:cubicBezTo>
                <a:cubicBezTo>
                  <a:pt x="1999" y="226"/>
                  <a:pt x="1998" y="223"/>
                  <a:pt x="1999" y="221"/>
                </a:cubicBezTo>
                <a:cubicBezTo>
                  <a:pt x="2000" y="219"/>
                  <a:pt x="2000" y="218"/>
                  <a:pt x="2002" y="217"/>
                </a:cubicBezTo>
                <a:cubicBezTo>
                  <a:pt x="2004" y="216"/>
                  <a:pt x="2003" y="212"/>
                  <a:pt x="2006" y="211"/>
                </a:cubicBezTo>
                <a:cubicBezTo>
                  <a:pt x="2009" y="210"/>
                  <a:pt x="2010" y="208"/>
                  <a:pt x="2011" y="206"/>
                </a:cubicBezTo>
                <a:cubicBezTo>
                  <a:pt x="2012" y="203"/>
                  <a:pt x="2015" y="202"/>
                  <a:pt x="2016" y="199"/>
                </a:cubicBezTo>
                <a:cubicBezTo>
                  <a:pt x="2018" y="197"/>
                  <a:pt x="2021" y="196"/>
                  <a:pt x="2023" y="194"/>
                </a:cubicBezTo>
                <a:cubicBezTo>
                  <a:pt x="2026" y="193"/>
                  <a:pt x="2029" y="191"/>
                  <a:pt x="2032" y="189"/>
                </a:cubicBezTo>
                <a:cubicBezTo>
                  <a:pt x="2033" y="189"/>
                  <a:pt x="2033" y="187"/>
                  <a:pt x="2032" y="186"/>
                </a:cubicBezTo>
                <a:cubicBezTo>
                  <a:pt x="2030" y="184"/>
                  <a:pt x="2030" y="183"/>
                  <a:pt x="2032" y="181"/>
                </a:cubicBezTo>
                <a:cubicBezTo>
                  <a:pt x="2033" y="179"/>
                  <a:pt x="2035" y="178"/>
                  <a:pt x="2037" y="177"/>
                </a:cubicBezTo>
                <a:cubicBezTo>
                  <a:pt x="2039" y="177"/>
                  <a:pt x="2040" y="177"/>
                  <a:pt x="2042" y="177"/>
                </a:cubicBezTo>
                <a:cubicBezTo>
                  <a:pt x="2044" y="176"/>
                  <a:pt x="2044" y="175"/>
                  <a:pt x="2045" y="174"/>
                </a:cubicBezTo>
                <a:cubicBezTo>
                  <a:pt x="2045" y="171"/>
                  <a:pt x="2047" y="171"/>
                  <a:pt x="2050" y="170"/>
                </a:cubicBezTo>
                <a:cubicBezTo>
                  <a:pt x="2051" y="170"/>
                  <a:pt x="2053" y="172"/>
                  <a:pt x="2052" y="173"/>
                </a:cubicBezTo>
                <a:cubicBezTo>
                  <a:pt x="2052" y="175"/>
                  <a:pt x="2052" y="176"/>
                  <a:pt x="2051" y="178"/>
                </a:cubicBezTo>
                <a:cubicBezTo>
                  <a:pt x="2051" y="178"/>
                  <a:pt x="2052" y="179"/>
                  <a:pt x="2052" y="179"/>
                </a:cubicBezTo>
                <a:cubicBezTo>
                  <a:pt x="2055" y="178"/>
                  <a:pt x="2057" y="177"/>
                  <a:pt x="2060" y="176"/>
                </a:cubicBezTo>
                <a:cubicBezTo>
                  <a:pt x="2060" y="176"/>
                  <a:pt x="2061" y="176"/>
                  <a:pt x="2061" y="175"/>
                </a:cubicBezTo>
                <a:cubicBezTo>
                  <a:pt x="2063" y="173"/>
                  <a:pt x="2064" y="171"/>
                  <a:pt x="2065" y="168"/>
                </a:cubicBezTo>
                <a:cubicBezTo>
                  <a:pt x="2065" y="167"/>
                  <a:pt x="2065" y="166"/>
                  <a:pt x="2064" y="165"/>
                </a:cubicBezTo>
                <a:cubicBezTo>
                  <a:pt x="2064" y="164"/>
                  <a:pt x="2065" y="163"/>
                  <a:pt x="2066" y="162"/>
                </a:cubicBezTo>
                <a:cubicBezTo>
                  <a:pt x="2068" y="161"/>
                  <a:pt x="2071" y="161"/>
                  <a:pt x="2073" y="161"/>
                </a:cubicBezTo>
                <a:cubicBezTo>
                  <a:pt x="2076" y="160"/>
                  <a:pt x="2076" y="160"/>
                  <a:pt x="2075" y="158"/>
                </a:cubicBezTo>
                <a:cubicBezTo>
                  <a:pt x="2074" y="156"/>
                  <a:pt x="2075" y="153"/>
                  <a:pt x="2072" y="152"/>
                </a:cubicBezTo>
                <a:cubicBezTo>
                  <a:pt x="2067" y="149"/>
                  <a:pt x="2068" y="144"/>
                  <a:pt x="2067" y="140"/>
                </a:cubicBezTo>
                <a:cubicBezTo>
                  <a:pt x="2067" y="133"/>
                  <a:pt x="2068" y="127"/>
                  <a:pt x="2071" y="120"/>
                </a:cubicBezTo>
                <a:cubicBezTo>
                  <a:pt x="2072" y="120"/>
                  <a:pt x="2072" y="119"/>
                  <a:pt x="2073" y="119"/>
                </a:cubicBezTo>
                <a:cubicBezTo>
                  <a:pt x="2074" y="118"/>
                  <a:pt x="2075" y="117"/>
                  <a:pt x="2076" y="117"/>
                </a:cubicBezTo>
                <a:cubicBezTo>
                  <a:pt x="2080" y="118"/>
                  <a:pt x="2084" y="120"/>
                  <a:pt x="2088" y="120"/>
                </a:cubicBezTo>
                <a:cubicBezTo>
                  <a:pt x="2090" y="121"/>
                  <a:pt x="2093" y="123"/>
                  <a:pt x="2092" y="127"/>
                </a:cubicBezTo>
                <a:cubicBezTo>
                  <a:pt x="2091" y="129"/>
                  <a:pt x="2092" y="129"/>
                  <a:pt x="2094" y="130"/>
                </a:cubicBezTo>
                <a:cubicBezTo>
                  <a:pt x="2096" y="131"/>
                  <a:pt x="2098" y="132"/>
                  <a:pt x="2100" y="131"/>
                </a:cubicBezTo>
                <a:cubicBezTo>
                  <a:pt x="2102" y="131"/>
                  <a:pt x="2103" y="130"/>
                  <a:pt x="2105" y="130"/>
                </a:cubicBezTo>
                <a:cubicBezTo>
                  <a:pt x="2106" y="130"/>
                  <a:pt x="2109" y="131"/>
                  <a:pt x="2109" y="133"/>
                </a:cubicBezTo>
                <a:cubicBezTo>
                  <a:pt x="2110" y="134"/>
                  <a:pt x="2110" y="136"/>
                  <a:pt x="2110" y="138"/>
                </a:cubicBezTo>
                <a:cubicBezTo>
                  <a:pt x="2110" y="140"/>
                  <a:pt x="2110" y="142"/>
                  <a:pt x="2110" y="144"/>
                </a:cubicBezTo>
                <a:cubicBezTo>
                  <a:pt x="2111" y="146"/>
                  <a:pt x="2113" y="147"/>
                  <a:pt x="2115" y="146"/>
                </a:cubicBezTo>
                <a:cubicBezTo>
                  <a:pt x="2117" y="145"/>
                  <a:pt x="2118" y="143"/>
                  <a:pt x="2117" y="141"/>
                </a:cubicBezTo>
                <a:cubicBezTo>
                  <a:pt x="2117" y="140"/>
                  <a:pt x="2116" y="139"/>
                  <a:pt x="2115" y="138"/>
                </a:cubicBezTo>
                <a:cubicBezTo>
                  <a:pt x="2115" y="137"/>
                  <a:pt x="2116" y="136"/>
                  <a:pt x="2117" y="135"/>
                </a:cubicBezTo>
                <a:cubicBezTo>
                  <a:pt x="2122" y="133"/>
                  <a:pt x="2127" y="132"/>
                  <a:pt x="2131" y="129"/>
                </a:cubicBezTo>
                <a:cubicBezTo>
                  <a:pt x="2133" y="127"/>
                  <a:pt x="2136" y="128"/>
                  <a:pt x="2138" y="129"/>
                </a:cubicBezTo>
                <a:cubicBezTo>
                  <a:pt x="2141" y="131"/>
                  <a:pt x="2143" y="132"/>
                  <a:pt x="2146" y="133"/>
                </a:cubicBezTo>
                <a:cubicBezTo>
                  <a:pt x="2149" y="135"/>
                  <a:pt x="2152" y="137"/>
                  <a:pt x="2154" y="139"/>
                </a:cubicBezTo>
                <a:cubicBezTo>
                  <a:pt x="2156" y="142"/>
                  <a:pt x="2156" y="139"/>
                  <a:pt x="2156" y="138"/>
                </a:cubicBezTo>
                <a:cubicBezTo>
                  <a:pt x="2157" y="137"/>
                  <a:pt x="2158" y="137"/>
                  <a:pt x="2159" y="138"/>
                </a:cubicBezTo>
                <a:cubicBezTo>
                  <a:pt x="2162" y="141"/>
                  <a:pt x="2164" y="145"/>
                  <a:pt x="2168" y="146"/>
                </a:cubicBezTo>
                <a:cubicBezTo>
                  <a:pt x="2168" y="147"/>
                  <a:pt x="2169" y="148"/>
                  <a:pt x="2169" y="148"/>
                </a:cubicBezTo>
                <a:cubicBezTo>
                  <a:pt x="2170" y="152"/>
                  <a:pt x="2172" y="155"/>
                  <a:pt x="2174" y="158"/>
                </a:cubicBezTo>
                <a:cubicBezTo>
                  <a:pt x="2175" y="161"/>
                  <a:pt x="2175" y="165"/>
                  <a:pt x="2174" y="168"/>
                </a:cubicBezTo>
                <a:cubicBezTo>
                  <a:pt x="2173" y="172"/>
                  <a:pt x="2172" y="176"/>
                  <a:pt x="2172" y="179"/>
                </a:cubicBezTo>
                <a:cubicBezTo>
                  <a:pt x="2171" y="183"/>
                  <a:pt x="2169" y="186"/>
                  <a:pt x="2167" y="190"/>
                </a:cubicBezTo>
                <a:cubicBezTo>
                  <a:pt x="2166" y="191"/>
                  <a:pt x="2166" y="192"/>
                  <a:pt x="2167" y="194"/>
                </a:cubicBezTo>
                <a:cubicBezTo>
                  <a:pt x="2167" y="196"/>
                  <a:pt x="2167" y="197"/>
                  <a:pt x="2166" y="198"/>
                </a:cubicBezTo>
                <a:cubicBezTo>
                  <a:pt x="2165" y="202"/>
                  <a:pt x="2163" y="204"/>
                  <a:pt x="2164" y="208"/>
                </a:cubicBezTo>
                <a:cubicBezTo>
                  <a:pt x="2164" y="209"/>
                  <a:pt x="2163" y="210"/>
                  <a:pt x="2163" y="211"/>
                </a:cubicBezTo>
                <a:cubicBezTo>
                  <a:pt x="2162" y="213"/>
                  <a:pt x="2159" y="213"/>
                  <a:pt x="2159" y="216"/>
                </a:cubicBezTo>
                <a:cubicBezTo>
                  <a:pt x="2159" y="219"/>
                  <a:pt x="2159" y="221"/>
                  <a:pt x="2157" y="223"/>
                </a:cubicBezTo>
                <a:cubicBezTo>
                  <a:pt x="2157" y="224"/>
                  <a:pt x="2157" y="225"/>
                  <a:pt x="2159" y="225"/>
                </a:cubicBezTo>
                <a:cubicBezTo>
                  <a:pt x="2164" y="224"/>
                  <a:pt x="2168" y="222"/>
                  <a:pt x="2170" y="218"/>
                </a:cubicBezTo>
                <a:cubicBezTo>
                  <a:pt x="2172" y="216"/>
                  <a:pt x="2173" y="213"/>
                  <a:pt x="2175" y="212"/>
                </a:cubicBezTo>
                <a:cubicBezTo>
                  <a:pt x="2176" y="211"/>
                  <a:pt x="2176" y="210"/>
                  <a:pt x="2176" y="209"/>
                </a:cubicBezTo>
                <a:cubicBezTo>
                  <a:pt x="2176" y="209"/>
                  <a:pt x="2176" y="209"/>
                  <a:pt x="2176" y="209"/>
                </a:cubicBezTo>
                <a:cubicBezTo>
                  <a:pt x="2176" y="209"/>
                  <a:pt x="2176" y="209"/>
                  <a:pt x="2176" y="209"/>
                </a:cubicBezTo>
                <a:cubicBezTo>
                  <a:pt x="2177" y="209"/>
                  <a:pt x="2177" y="209"/>
                  <a:pt x="2177" y="209"/>
                </a:cubicBezTo>
                <a:cubicBezTo>
                  <a:pt x="2177" y="209"/>
                  <a:pt x="2177" y="209"/>
                  <a:pt x="2177" y="209"/>
                </a:cubicBezTo>
                <a:cubicBezTo>
                  <a:pt x="2177" y="208"/>
                  <a:pt x="2177" y="208"/>
                  <a:pt x="2177" y="208"/>
                </a:cubicBezTo>
                <a:cubicBezTo>
                  <a:pt x="2177" y="208"/>
                  <a:pt x="2177" y="208"/>
                  <a:pt x="2178" y="207"/>
                </a:cubicBezTo>
                <a:cubicBezTo>
                  <a:pt x="2178" y="207"/>
                  <a:pt x="2178" y="207"/>
                  <a:pt x="2178" y="207"/>
                </a:cubicBezTo>
                <a:cubicBezTo>
                  <a:pt x="2178" y="206"/>
                  <a:pt x="2178" y="206"/>
                  <a:pt x="2178" y="206"/>
                </a:cubicBezTo>
                <a:cubicBezTo>
                  <a:pt x="2178" y="206"/>
                  <a:pt x="2177" y="206"/>
                  <a:pt x="2177" y="207"/>
                </a:cubicBezTo>
                <a:cubicBezTo>
                  <a:pt x="2177" y="207"/>
                  <a:pt x="2177" y="208"/>
                  <a:pt x="2177" y="208"/>
                </a:cubicBezTo>
                <a:cubicBezTo>
                  <a:pt x="2177" y="208"/>
                  <a:pt x="2177" y="208"/>
                  <a:pt x="2177" y="208"/>
                </a:cubicBezTo>
                <a:cubicBezTo>
                  <a:pt x="2177" y="208"/>
                  <a:pt x="2177" y="209"/>
                  <a:pt x="2177" y="209"/>
                </a:cubicBezTo>
                <a:cubicBezTo>
                  <a:pt x="2176" y="209"/>
                  <a:pt x="2176" y="209"/>
                  <a:pt x="2176" y="209"/>
                </a:cubicBezTo>
                <a:cubicBezTo>
                  <a:pt x="2176" y="209"/>
                  <a:pt x="2176" y="209"/>
                  <a:pt x="2176" y="209"/>
                </a:cubicBezTo>
                <a:cubicBezTo>
                  <a:pt x="2175" y="209"/>
                  <a:pt x="2174" y="209"/>
                  <a:pt x="2172" y="208"/>
                </a:cubicBezTo>
                <a:cubicBezTo>
                  <a:pt x="2171" y="207"/>
                  <a:pt x="2170" y="206"/>
                  <a:pt x="2170" y="204"/>
                </a:cubicBezTo>
                <a:cubicBezTo>
                  <a:pt x="2170" y="203"/>
                  <a:pt x="2171" y="202"/>
                  <a:pt x="2171" y="201"/>
                </a:cubicBezTo>
                <a:cubicBezTo>
                  <a:pt x="2171" y="199"/>
                  <a:pt x="2173" y="198"/>
                  <a:pt x="2175" y="198"/>
                </a:cubicBezTo>
                <a:cubicBezTo>
                  <a:pt x="2177" y="199"/>
                  <a:pt x="2178" y="198"/>
                  <a:pt x="2180" y="197"/>
                </a:cubicBezTo>
                <a:cubicBezTo>
                  <a:pt x="2181" y="197"/>
                  <a:pt x="2182" y="197"/>
                  <a:pt x="2183" y="199"/>
                </a:cubicBezTo>
                <a:cubicBezTo>
                  <a:pt x="2183" y="200"/>
                  <a:pt x="2184" y="201"/>
                  <a:pt x="2185" y="202"/>
                </a:cubicBezTo>
                <a:cubicBezTo>
                  <a:pt x="2188" y="205"/>
                  <a:pt x="2192" y="204"/>
                  <a:pt x="2194" y="200"/>
                </a:cubicBezTo>
                <a:cubicBezTo>
                  <a:pt x="2194" y="199"/>
                  <a:pt x="2194" y="198"/>
                  <a:pt x="2194" y="198"/>
                </a:cubicBezTo>
                <a:cubicBezTo>
                  <a:pt x="2195" y="198"/>
                  <a:pt x="2195" y="198"/>
                  <a:pt x="2195" y="198"/>
                </a:cubicBezTo>
                <a:cubicBezTo>
                  <a:pt x="2198" y="199"/>
                  <a:pt x="2200" y="200"/>
                  <a:pt x="2202" y="201"/>
                </a:cubicBezTo>
                <a:cubicBezTo>
                  <a:pt x="2204" y="200"/>
                  <a:pt x="2206" y="198"/>
                  <a:pt x="2209" y="197"/>
                </a:cubicBezTo>
                <a:cubicBezTo>
                  <a:pt x="2211" y="196"/>
                  <a:pt x="2213" y="196"/>
                  <a:pt x="2215" y="195"/>
                </a:cubicBezTo>
                <a:cubicBezTo>
                  <a:pt x="2221" y="194"/>
                  <a:pt x="2227" y="193"/>
                  <a:pt x="2232" y="191"/>
                </a:cubicBezTo>
                <a:cubicBezTo>
                  <a:pt x="2234" y="191"/>
                  <a:pt x="2237" y="193"/>
                  <a:pt x="2237" y="194"/>
                </a:cubicBezTo>
                <a:cubicBezTo>
                  <a:pt x="2237" y="195"/>
                  <a:pt x="2237" y="196"/>
                  <a:pt x="2237" y="196"/>
                </a:cubicBezTo>
                <a:cubicBezTo>
                  <a:pt x="2238" y="202"/>
                  <a:pt x="2243" y="203"/>
                  <a:pt x="2248" y="200"/>
                </a:cubicBezTo>
                <a:cubicBezTo>
                  <a:pt x="2250" y="199"/>
                  <a:pt x="2250" y="198"/>
                  <a:pt x="2252" y="200"/>
                </a:cubicBezTo>
                <a:cubicBezTo>
                  <a:pt x="2254" y="202"/>
                  <a:pt x="2257" y="203"/>
                  <a:pt x="2260" y="202"/>
                </a:cubicBezTo>
                <a:cubicBezTo>
                  <a:pt x="2264" y="200"/>
                  <a:pt x="2269" y="198"/>
                  <a:pt x="2273" y="196"/>
                </a:cubicBezTo>
                <a:cubicBezTo>
                  <a:pt x="2274" y="196"/>
                  <a:pt x="2274" y="194"/>
                  <a:pt x="2274" y="193"/>
                </a:cubicBezTo>
                <a:cubicBezTo>
                  <a:pt x="2272" y="191"/>
                  <a:pt x="2271" y="188"/>
                  <a:pt x="2269" y="185"/>
                </a:cubicBezTo>
                <a:cubicBezTo>
                  <a:pt x="2268" y="183"/>
                  <a:pt x="2269" y="181"/>
                  <a:pt x="2271" y="180"/>
                </a:cubicBezTo>
                <a:cubicBezTo>
                  <a:pt x="2272" y="179"/>
                  <a:pt x="2273" y="178"/>
                  <a:pt x="2275" y="178"/>
                </a:cubicBezTo>
                <a:cubicBezTo>
                  <a:pt x="2280" y="176"/>
                  <a:pt x="2285" y="177"/>
                  <a:pt x="2289" y="178"/>
                </a:cubicBezTo>
                <a:cubicBezTo>
                  <a:pt x="2291" y="179"/>
                  <a:pt x="2292" y="178"/>
                  <a:pt x="2294" y="177"/>
                </a:cubicBezTo>
                <a:cubicBezTo>
                  <a:pt x="2295" y="177"/>
                  <a:pt x="2295" y="177"/>
                  <a:pt x="2296" y="177"/>
                </a:cubicBezTo>
                <a:cubicBezTo>
                  <a:pt x="2300" y="176"/>
                  <a:pt x="2310" y="179"/>
                  <a:pt x="2312" y="181"/>
                </a:cubicBezTo>
                <a:cubicBezTo>
                  <a:pt x="2315" y="184"/>
                  <a:pt x="2318" y="187"/>
                  <a:pt x="2321" y="190"/>
                </a:cubicBezTo>
                <a:cubicBezTo>
                  <a:pt x="2322" y="191"/>
                  <a:pt x="2321" y="193"/>
                  <a:pt x="2321" y="194"/>
                </a:cubicBezTo>
                <a:cubicBezTo>
                  <a:pt x="2321" y="196"/>
                  <a:pt x="2321" y="196"/>
                  <a:pt x="2323" y="196"/>
                </a:cubicBezTo>
                <a:cubicBezTo>
                  <a:pt x="2325" y="196"/>
                  <a:pt x="2327" y="197"/>
                  <a:pt x="2328" y="198"/>
                </a:cubicBezTo>
                <a:cubicBezTo>
                  <a:pt x="2330" y="200"/>
                  <a:pt x="2331" y="202"/>
                  <a:pt x="2332" y="205"/>
                </a:cubicBezTo>
                <a:cubicBezTo>
                  <a:pt x="2332" y="205"/>
                  <a:pt x="2331" y="206"/>
                  <a:pt x="2331" y="207"/>
                </a:cubicBezTo>
                <a:cubicBezTo>
                  <a:pt x="2330" y="207"/>
                  <a:pt x="2328" y="208"/>
                  <a:pt x="2327" y="209"/>
                </a:cubicBezTo>
                <a:cubicBezTo>
                  <a:pt x="2327" y="209"/>
                  <a:pt x="2327" y="209"/>
                  <a:pt x="2327" y="209"/>
                </a:cubicBezTo>
                <a:cubicBezTo>
                  <a:pt x="2326" y="208"/>
                  <a:pt x="2326" y="208"/>
                  <a:pt x="2325" y="207"/>
                </a:cubicBezTo>
                <a:cubicBezTo>
                  <a:pt x="2325" y="207"/>
                  <a:pt x="2325" y="208"/>
                  <a:pt x="2325" y="208"/>
                </a:cubicBezTo>
                <a:cubicBezTo>
                  <a:pt x="2325" y="209"/>
                  <a:pt x="2326" y="209"/>
                  <a:pt x="2327" y="209"/>
                </a:cubicBezTo>
                <a:cubicBezTo>
                  <a:pt x="2327" y="209"/>
                  <a:pt x="2327" y="209"/>
                  <a:pt x="2327" y="209"/>
                </a:cubicBezTo>
                <a:cubicBezTo>
                  <a:pt x="2327" y="209"/>
                  <a:pt x="2327" y="209"/>
                  <a:pt x="2327" y="209"/>
                </a:cubicBezTo>
                <a:cubicBezTo>
                  <a:pt x="2328" y="209"/>
                  <a:pt x="2328" y="210"/>
                  <a:pt x="2329" y="211"/>
                </a:cubicBezTo>
                <a:cubicBezTo>
                  <a:pt x="2330" y="213"/>
                  <a:pt x="2331" y="213"/>
                  <a:pt x="2334" y="212"/>
                </a:cubicBezTo>
                <a:cubicBezTo>
                  <a:pt x="2336" y="210"/>
                  <a:pt x="2336" y="210"/>
                  <a:pt x="2337" y="213"/>
                </a:cubicBezTo>
                <a:cubicBezTo>
                  <a:pt x="2337" y="213"/>
                  <a:pt x="2337" y="214"/>
                  <a:pt x="2337" y="214"/>
                </a:cubicBezTo>
                <a:cubicBezTo>
                  <a:pt x="2343" y="218"/>
                  <a:pt x="2347" y="223"/>
                  <a:pt x="2354" y="225"/>
                </a:cubicBezTo>
                <a:cubicBezTo>
                  <a:pt x="2356" y="226"/>
                  <a:pt x="2358" y="226"/>
                  <a:pt x="2360" y="226"/>
                </a:cubicBezTo>
                <a:cubicBezTo>
                  <a:pt x="2361" y="226"/>
                  <a:pt x="2362" y="225"/>
                  <a:pt x="2362" y="224"/>
                </a:cubicBezTo>
                <a:cubicBezTo>
                  <a:pt x="2361" y="220"/>
                  <a:pt x="2360" y="216"/>
                  <a:pt x="2358" y="212"/>
                </a:cubicBezTo>
                <a:cubicBezTo>
                  <a:pt x="2357" y="208"/>
                  <a:pt x="2356" y="205"/>
                  <a:pt x="2356" y="202"/>
                </a:cubicBezTo>
                <a:cubicBezTo>
                  <a:pt x="2356" y="202"/>
                  <a:pt x="2356" y="201"/>
                  <a:pt x="2356" y="201"/>
                </a:cubicBezTo>
                <a:cubicBezTo>
                  <a:pt x="2357" y="201"/>
                  <a:pt x="2357" y="201"/>
                  <a:pt x="2357" y="201"/>
                </a:cubicBezTo>
                <a:cubicBezTo>
                  <a:pt x="2358" y="201"/>
                  <a:pt x="2358" y="201"/>
                  <a:pt x="2358" y="201"/>
                </a:cubicBezTo>
                <a:cubicBezTo>
                  <a:pt x="2362" y="205"/>
                  <a:pt x="2367" y="206"/>
                  <a:pt x="2373" y="206"/>
                </a:cubicBezTo>
                <a:cubicBezTo>
                  <a:pt x="2376" y="206"/>
                  <a:pt x="2377" y="204"/>
                  <a:pt x="2378" y="202"/>
                </a:cubicBezTo>
                <a:cubicBezTo>
                  <a:pt x="2379" y="199"/>
                  <a:pt x="2381" y="197"/>
                  <a:pt x="2384" y="197"/>
                </a:cubicBezTo>
                <a:cubicBezTo>
                  <a:pt x="2386" y="197"/>
                  <a:pt x="2388" y="197"/>
                  <a:pt x="2390" y="197"/>
                </a:cubicBezTo>
                <a:cubicBezTo>
                  <a:pt x="2392" y="198"/>
                  <a:pt x="2394" y="197"/>
                  <a:pt x="2396" y="196"/>
                </a:cubicBezTo>
                <a:cubicBezTo>
                  <a:pt x="2397" y="195"/>
                  <a:pt x="2399" y="194"/>
                  <a:pt x="2400" y="193"/>
                </a:cubicBezTo>
                <a:cubicBezTo>
                  <a:pt x="2403" y="191"/>
                  <a:pt x="2405" y="192"/>
                  <a:pt x="2408" y="193"/>
                </a:cubicBezTo>
                <a:cubicBezTo>
                  <a:pt x="2409" y="194"/>
                  <a:pt x="2410" y="193"/>
                  <a:pt x="2411" y="192"/>
                </a:cubicBezTo>
                <a:cubicBezTo>
                  <a:pt x="2411" y="191"/>
                  <a:pt x="2411" y="190"/>
                  <a:pt x="2410" y="189"/>
                </a:cubicBezTo>
                <a:cubicBezTo>
                  <a:pt x="2408" y="188"/>
                  <a:pt x="2406" y="185"/>
                  <a:pt x="2404" y="183"/>
                </a:cubicBezTo>
                <a:cubicBezTo>
                  <a:pt x="2403" y="181"/>
                  <a:pt x="2403" y="179"/>
                  <a:pt x="2403" y="178"/>
                </a:cubicBezTo>
                <a:cubicBezTo>
                  <a:pt x="2404" y="177"/>
                  <a:pt x="2404" y="177"/>
                  <a:pt x="2404" y="177"/>
                </a:cubicBezTo>
                <a:cubicBezTo>
                  <a:pt x="2403" y="177"/>
                  <a:pt x="2403" y="177"/>
                  <a:pt x="2403" y="177"/>
                </a:cubicBezTo>
                <a:cubicBezTo>
                  <a:pt x="2403" y="178"/>
                  <a:pt x="2403" y="178"/>
                  <a:pt x="2403" y="178"/>
                </a:cubicBezTo>
                <a:cubicBezTo>
                  <a:pt x="2402" y="178"/>
                  <a:pt x="2400" y="178"/>
                  <a:pt x="2399" y="178"/>
                </a:cubicBezTo>
                <a:cubicBezTo>
                  <a:pt x="2397" y="177"/>
                  <a:pt x="2396" y="176"/>
                  <a:pt x="2396" y="174"/>
                </a:cubicBezTo>
                <a:cubicBezTo>
                  <a:pt x="2396" y="171"/>
                  <a:pt x="2396" y="169"/>
                  <a:pt x="2399" y="168"/>
                </a:cubicBezTo>
                <a:cubicBezTo>
                  <a:pt x="2400" y="167"/>
                  <a:pt x="2401" y="167"/>
                  <a:pt x="2402" y="167"/>
                </a:cubicBezTo>
                <a:cubicBezTo>
                  <a:pt x="2403" y="166"/>
                  <a:pt x="2404" y="165"/>
                  <a:pt x="2403" y="164"/>
                </a:cubicBezTo>
                <a:cubicBezTo>
                  <a:pt x="2403" y="164"/>
                  <a:pt x="2403" y="163"/>
                  <a:pt x="2402" y="163"/>
                </a:cubicBezTo>
                <a:cubicBezTo>
                  <a:pt x="2400" y="162"/>
                  <a:pt x="2399" y="161"/>
                  <a:pt x="2397" y="161"/>
                </a:cubicBezTo>
                <a:cubicBezTo>
                  <a:pt x="2397" y="161"/>
                  <a:pt x="2396" y="160"/>
                  <a:pt x="2396" y="160"/>
                </a:cubicBezTo>
                <a:cubicBezTo>
                  <a:pt x="2396" y="159"/>
                  <a:pt x="2397" y="158"/>
                  <a:pt x="2397" y="158"/>
                </a:cubicBezTo>
                <a:cubicBezTo>
                  <a:pt x="2398" y="157"/>
                  <a:pt x="2399" y="157"/>
                  <a:pt x="2400" y="157"/>
                </a:cubicBezTo>
                <a:cubicBezTo>
                  <a:pt x="2405" y="158"/>
                  <a:pt x="2410" y="158"/>
                  <a:pt x="2415" y="157"/>
                </a:cubicBezTo>
                <a:cubicBezTo>
                  <a:pt x="2420" y="157"/>
                  <a:pt x="2424" y="156"/>
                  <a:pt x="2429" y="156"/>
                </a:cubicBezTo>
                <a:cubicBezTo>
                  <a:pt x="2433" y="156"/>
                  <a:pt x="2438" y="156"/>
                  <a:pt x="2442" y="157"/>
                </a:cubicBezTo>
                <a:cubicBezTo>
                  <a:pt x="2445" y="158"/>
                  <a:pt x="2448" y="158"/>
                  <a:pt x="2450" y="154"/>
                </a:cubicBezTo>
                <a:cubicBezTo>
                  <a:pt x="2451" y="153"/>
                  <a:pt x="2453" y="153"/>
                  <a:pt x="2454" y="152"/>
                </a:cubicBezTo>
                <a:cubicBezTo>
                  <a:pt x="2456" y="151"/>
                  <a:pt x="2458" y="151"/>
                  <a:pt x="2461" y="151"/>
                </a:cubicBezTo>
                <a:cubicBezTo>
                  <a:pt x="2466" y="149"/>
                  <a:pt x="2470" y="151"/>
                  <a:pt x="2475" y="154"/>
                </a:cubicBezTo>
                <a:cubicBezTo>
                  <a:pt x="2475" y="154"/>
                  <a:pt x="2475" y="154"/>
                  <a:pt x="2475" y="155"/>
                </a:cubicBezTo>
                <a:cubicBezTo>
                  <a:pt x="2477" y="157"/>
                  <a:pt x="2477" y="158"/>
                  <a:pt x="2475" y="161"/>
                </a:cubicBezTo>
                <a:cubicBezTo>
                  <a:pt x="2475" y="163"/>
                  <a:pt x="2475" y="163"/>
                  <a:pt x="2476" y="163"/>
                </a:cubicBezTo>
                <a:cubicBezTo>
                  <a:pt x="2478" y="164"/>
                  <a:pt x="2480" y="164"/>
                  <a:pt x="2482" y="166"/>
                </a:cubicBezTo>
                <a:cubicBezTo>
                  <a:pt x="2482" y="167"/>
                  <a:pt x="2484" y="167"/>
                  <a:pt x="2485" y="166"/>
                </a:cubicBezTo>
                <a:cubicBezTo>
                  <a:pt x="2487" y="166"/>
                  <a:pt x="2488" y="167"/>
                  <a:pt x="2489" y="168"/>
                </a:cubicBezTo>
                <a:cubicBezTo>
                  <a:pt x="2491" y="169"/>
                  <a:pt x="2491" y="169"/>
                  <a:pt x="2493" y="168"/>
                </a:cubicBezTo>
                <a:cubicBezTo>
                  <a:pt x="2494" y="166"/>
                  <a:pt x="2496" y="166"/>
                  <a:pt x="2498" y="167"/>
                </a:cubicBezTo>
                <a:cubicBezTo>
                  <a:pt x="2499" y="167"/>
                  <a:pt x="2501" y="168"/>
                  <a:pt x="2503" y="169"/>
                </a:cubicBezTo>
                <a:cubicBezTo>
                  <a:pt x="2505" y="170"/>
                  <a:pt x="2507" y="172"/>
                  <a:pt x="2508" y="175"/>
                </a:cubicBezTo>
                <a:cubicBezTo>
                  <a:pt x="2509" y="177"/>
                  <a:pt x="2512" y="178"/>
                  <a:pt x="2514" y="176"/>
                </a:cubicBezTo>
                <a:cubicBezTo>
                  <a:pt x="2517" y="174"/>
                  <a:pt x="2520" y="172"/>
                  <a:pt x="2523" y="170"/>
                </a:cubicBezTo>
                <a:cubicBezTo>
                  <a:pt x="2528" y="166"/>
                  <a:pt x="2533" y="164"/>
                  <a:pt x="2539" y="161"/>
                </a:cubicBezTo>
                <a:cubicBezTo>
                  <a:pt x="2541" y="161"/>
                  <a:pt x="2542" y="161"/>
                  <a:pt x="2544" y="160"/>
                </a:cubicBezTo>
                <a:cubicBezTo>
                  <a:pt x="2551" y="155"/>
                  <a:pt x="2558" y="158"/>
                  <a:pt x="2565" y="162"/>
                </a:cubicBezTo>
                <a:cubicBezTo>
                  <a:pt x="2565" y="163"/>
                  <a:pt x="2566" y="163"/>
                  <a:pt x="2566" y="164"/>
                </a:cubicBezTo>
                <a:cubicBezTo>
                  <a:pt x="2572" y="167"/>
                  <a:pt x="2576" y="172"/>
                  <a:pt x="2578" y="179"/>
                </a:cubicBezTo>
                <a:cubicBezTo>
                  <a:pt x="2578" y="180"/>
                  <a:pt x="2578" y="180"/>
                  <a:pt x="2578" y="181"/>
                </a:cubicBezTo>
                <a:cubicBezTo>
                  <a:pt x="2579" y="182"/>
                  <a:pt x="2580" y="183"/>
                  <a:pt x="2581" y="183"/>
                </a:cubicBezTo>
                <a:cubicBezTo>
                  <a:pt x="2589" y="184"/>
                  <a:pt x="2595" y="182"/>
                  <a:pt x="2601" y="179"/>
                </a:cubicBezTo>
                <a:cubicBezTo>
                  <a:pt x="2605" y="176"/>
                  <a:pt x="2609" y="174"/>
                  <a:pt x="2614" y="172"/>
                </a:cubicBezTo>
                <a:cubicBezTo>
                  <a:pt x="2614" y="171"/>
                  <a:pt x="2615" y="171"/>
                  <a:pt x="2616" y="171"/>
                </a:cubicBezTo>
                <a:cubicBezTo>
                  <a:pt x="2619" y="172"/>
                  <a:pt x="2621" y="172"/>
                  <a:pt x="2623" y="171"/>
                </a:cubicBezTo>
                <a:cubicBezTo>
                  <a:pt x="2627" y="170"/>
                  <a:pt x="2631" y="169"/>
                  <a:pt x="2635" y="169"/>
                </a:cubicBezTo>
                <a:cubicBezTo>
                  <a:pt x="2636" y="168"/>
                  <a:pt x="2638" y="167"/>
                  <a:pt x="2638" y="165"/>
                </a:cubicBezTo>
                <a:cubicBezTo>
                  <a:pt x="2638" y="162"/>
                  <a:pt x="2638" y="159"/>
                  <a:pt x="2638" y="156"/>
                </a:cubicBezTo>
                <a:cubicBezTo>
                  <a:pt x="2638" y="154"/>
                  <a:pt x="2640" y="152"/>
                  <a:pt x="2642" y="152"/>
                </a:cubicBezTo>
                <a:cubicBezTo>
                  <a:pt x="2644" y="152"/>
                  <a:pt x="2647" y="152"/>
                  <a:pt x="2649" y="154"/>
                </a:cubicBezTo>
                <a:cubicBezTo>
                  <a:pt x="2650" y="157"/>
                  <a:pt x="2651" y="159"/>
                  <a:pt x="2649" y="161"/>
                </a:cubicBezTo>
                <a:cubicBezTo>
                  <a:pt x="2648" y="162"/>
                  <a:pt x="2648" y="163"/>
                  <a:pt x="2648" y="163"/>
                </a:cubicBezTo>
                <a:cubicBezTo>
                  <a:pt x="2649" y="165"/>
                  <a:pt x="2650" y="166"/>
                  <a:pt x="2650" y="167"/>
                </a:cubicBezTo>
                <a:cubicBezTo>
                  <a:pt x="2651" y="168"/>
                  <a:pt x="2652" y="169"/>
                  <a:pt x="2653" y="169"/>
                </a:cubicBezTo>
                <a:cubicBezTo>
                  <a:pt x="2654" y="170"/>
                  <a:pt x="2655" y="170"/>
                  <a:pt x="2655" y="170"/>
                </a:cubicBezTo>
                <a:cubicBezTo>
                  <a:pt x="2660" y="170"/>
                  <a:pt x="2664" y="172"/>
                  <a:pt x="2666" y="176"/>
                </a:cubicBezTo>
                <a:cubicBezTo>
                  <a:pt x="2667" y="178"/>
                  <a:pt x="2669" y="178"/>
                  <a:pt x="2671" y="176"/>
                </a:cubicBezTo>
                <a:cubicBezTo>
                  <a:pt x="2672" y="175"/>
                  <a:pt x="2673" y="175"/>
                  <a:pt x="2674" y="173"/>
                </a:cubicBezTo>
                <a:cubicBezTo>
                  <a:pt x="2676" y="173"/>
                  <a:pt x="2676" y="170"/>
                  <a:pt x="2675" y="169"/>
                </a:cubicBezTo>
                <a:cubicBezTo>
                  <a:pt x="2673" y="167"/>
                  <a:pt x="2670" y="164"/>
                  <a:pt x="2668" y="161"/>
                </a:cubicBezTo>
                <a:cubicBezTo>
                  <a:pt x="2666" y="159"/>
                  <a:pt x="2663" y="158"/>
                  <a:pt x="2660" y="157"/>
                </a:cubicBezTo>
                <a:cubicBezTo>
                  <a:pt x="2659" y="157"/>
                  <a:pt x="2658" y="156"/>
                  <a:pt x="2658" y="155"/>
                </a:cubicBezTo>
                <a:cubicBezTo>
                  <a:pt x="2659" y="151"/>
                  <a:pt x="2655" y="148"/>
                  <a:pt x="2655" y="145"/>
                </a:cubicBezTo>
                <a:cubicBezTo>
                  <a:pt x="2655" y="144"/>
                  <a:pt x="2655" y="143"/>
                  <a:pt x="2656" y="143"/>
                </a:cubicBezTo>
                <a:cubicBezTo>
                  <a:pt x="2658" y="143"/>
                  <a:pt x="2659" y="142"/>
                  <a:pt x="2661" y="142"/>
                </a:cubicBezTo>
                <a:cubicBezTo>
                  <a:pt x="2666" y="143"/>
                  <a:pt x="2670" y="141"/>
                  <a:pt x="2674" y="141"/>
                </a:cubicBezTo>
                <a:cubicBezTo>
                  <a:pt x="2677" y="141"/>
                  <a:pt x="2681" y="138"/>
                  <a:pt x="2684" y="137"/>
                </a:cubicBezTo>
                <a:cubicBezTo>
                  <a:pt x="2689" y="135"/>
                  <a:pt x="2694" y="133"/>
                  <a:pt x="2700" y="135"/>
                </a:cubicBezTo>
                <a:cubicBezTo>
                  <a:pt x="2701" y="135"/>
                  <a:pt x="2702" y="135"/>
                  <a:pt x="2703" y="135"/>
                </a:cubicBezTo>
                <a:cubicBezTo>
                  <a:pt x="2711" y="134"/>
                  <a:pt x="2719" y="137"/>
                  <a:pt x="2727" y="138"/>
                </a:cubicBezTo>
                <a:cubicBezTo>
                  <a:pt x="2730" y="138"/>
                  <a:pt x="2732" y="139"/>
                  <a:pt x="2734" y="141"/>
                </a:cubicBezTo>
                <a:cubicBezTo>
                  <a:pt x="2737" y="142"/>
                  <a:pt x="2739" y="143"/>
                  <a:pt x="2742" y="142"/>
                </a:cubicBezTo>
                <a:cubicBezTo>
                  <a:pt x="2745" y="141"/>
                  <a:pt x="2749" y="141"/>
                  <a:pt x="2752" y="142"/>
                </a:cubicBezTo>
                <a:cubicBezTo>
                  <a:pt x="2757" y="144"/>
                  <a:pt x="2761" y="144"/>
                  <a:pt x="2765" y="144"/>
                </a:cubicBezTo>
                <a:cubicBezTo>
                  <a:pt x="2768" y="144"/>
                  <a:pt x="2772" y="144"/>
                  <a:pt x="2775" y="145"/>
                </a:cubicBezTo>
                <a:cubicBezTo>
                  <a:pt x="2777" y="146"/>
                  <a:pt x="2779" y="146"/>
                  <a:pt x="2781" y="145"/>
                </a:cubicBezTo>
                <a:cubicBezTo>
                  <a:pt x="2787" y="144"/>
                  <a:pt x="2791" y="147"/>
                  <a:pt x="2795" y="151"/>
                </a:cubicBezTo>
                <a:cubicBezTo>
                  <a:pt x="2798" y="156"/>
                  <a:pt x="2804" y="159"/>
                  <a:pt x="2806" y="165"/>
                </a:cubicBezTo>
                <a:cubicBezTo>
                  <a:pt x="2806" y="165"/>
                  <a:pt x="2807" y="165"/>
                  <a:pt x="2807" y="165"/>
                </a:cubicBezTo>
                <a:cubicBezTo>
                  <a:pt x="2808" y="164"/>
                  <a:pt x="2808" y="164"/>
                  <a:pt x="2809" y="163"/>
                </a:cubicBezTo>
                <a:cubicBezTo>
                  <a:pt x="2809" y="162"/>
                  <a:pt x="2809" y="160"/>
                  <a:pt x="2808" y="159"/>
                </a:cubicBezTo>
                <a:cubicBezTo>
                  <a:pt x="2807" y="157"/>
                  <a:pt x="2805" y="155"/>
                  <a:pt x="2803" y="153"/>
                </a:cubicBezTo>
                <a:cubicBezTo>
                  <a:pt x="2802" y="152"/>
                  <a:pt x="2802" y="150"/>
                  <a:pt x="2803" y="149"/>
                </a:cubicBezTo>
                <a:cubicBezTo>
                  <a:pt x="2804" y="148"/>
                  <a:pt x="2804" y="147"/>
                  <a:pt x="2805" y="147"/>
                </a:cubicBezTo>
                <a:cubicBezTo>
                  <a:pt x="2808" y="147"/>
                  <a:pt x="2810" y="144"/>
                  <a:pt x="2813" y="142"/>
                </a:cubicBezTo>
                <a:cubicBezTo>
                  <a:pt x="2815" y="140"/>
                  <a:pt x="2817" y="139"/>
                  <a:pt x="2819" y="141"/>
                </a:cubicBezTo>
                <a:cubicBezTo>
                  <a:pt x="2820" y="141"/>
                  <a:pt x="2822" y="142"/>
                  <a:pt x="2823" y="142"/>
                </a:cubicBezTo>
                <a:cubicBezTo>
                  <a:pt x="2827" y="143"/>
                  <a:pt x="2831" y="144"/>
                  <a:pt x="2835" y="145"/>
                </a:cubicBezTo>
                <a:cubicBezTo>
                  <a:pt x="2836" y="145"/>
                  <a:pt x="2836" y="145"/>
                  <a:pt x="2837" y="145"/>
                </a:cubicBezTo>
                <a:cubicBezTo>
                  <a:pt x="2839" y="145"/>
                  <a:pt x="2839" y="145"/>
                  <a:pt x="2839" y="147"/>
                </a:cubicBezTo>
                <a:cubicBezTo>
                  <a:pt x="2839" y="152"/>
                  <a:pt x="2840" y="156"/>
                  <a:pt x="2844" y="160"/>
                </a:cubicBezTo>
                <a:cubicBezTo>
                  <a:pt x="2845" y="160"/>
                  <a:pt x="2845" y="161"/>
                  <a:pt x="2844" y="163"/>
                </a:cubicBezTo>
                <a:cubicBezTo>
                  <a:pt x="2843" y="166"/>
                  <a:pt x="2842" y="169"/>
                  <a:pt x="2839" y="171"/>
                </a:cubicBezTo>
                <a:cubicBezTo>
                  <a:pt x="2837" y="172"/>
                  <a:pt x="2838" y="173"/>
                  <a:pt x="2839" y="175"/>
                </a:cubicBezTo>
                <a:cubicBezTo>
                  <a:pt x="2840" y="176"/>
                  <a:pt x="2841" y="178"/>
                  <a:pt x="2842" y="179"/>
                </a:cubicBezTo>
                <a:cubicBezTo>
                  <a:pt x="2846" y="181"/>
                  <a:pt x="2847" y="184"/>
                  <a:pt x="2846" y="187"/>
                </a:cubicBezTo>
                <a:cubicBezTo>
                  <a:pt x="2846" y="188"/>
                  <a:pt x="2846" y="189"/>
                  <a:pt x="2846" y="190"/>
                </a:cubicBezTo>
                <a:cubicBezTo>
                  <a:pt x="2847" y="191"/>
                  <a:pt x="2848" y="193"/>
                  <a:pt x="2849" y="193"/>
                </a:cubicBezTo>
                <a:cubicBezTo>
                  <a:pt x="2855" y="193"/>
                  <a:pt x="2854" y="197"/>
                  <a:pt x="2855" y="201"/>
                </a:cubicBezTo>
                <a:cubicBezTo>
                  <a:pt x="2855" y="202"/>
                  <a:pt x="2854" y="202"/>
                  <a:pt x="2854" y="203"/>
                </a:cubicBezTo>
                <a:cubicBezTo>
                  <a:pt x="2853" y="203"/>
                  <a:pt x="2853" y="204"/>
                  <a:pt x="2852" y="204"/>
                </a:cubicBezTo>
                <a:cubicBezTo>
                  <a:pt x="2851" y="204"/>
                  <a:pt x="2849" y="205"/>
                  <a:pt x="2848" y="205"/>
                </a:cubicBezTo>
                <a:cubicBezTo>
                  <a:pt x="2846" y="205"/>
                  <a:pt x="2844" y="204"/>
                  <a:pt x="2842" y="204"/>
                </a:cubicBezTo>
                <a:cubicBezTo>
                  <a:pt x="2839" y="204"/>
                  <a:pt x="2837" y="205"/>
                  <a:pt x="2835" y="206"/>
                </a:cubicBezTo>
                <a:cubicBezTo>
                  <a:pt x="2832" y="208"/>
                  <a:pt x="2830" y="207"/>
                  <a:pt x="2827" y="205"/>
                </a:cubicBezTo>
                <a:cubicBezTo>
                  <a:pt x="2826" y="204"/>
                  <a:pt x="2825" y="202"/>
                  <a:pt x="2824" y="201"/>
                </a:cubicBezTo>
                <a:cubicBezTo>
                  <a:pt x="2823" y="200"/>
                  <a:pt x="2821" y="199"/>
                  <a:pt x="2820" y="199"/>
                </a:cubicBezTo>
                <a:cubicBezTo>
                  <a:pt x="2818" y="200"/>
                  <a:pt x="2816" y="201"/>
                  <a:pt x="2814" y="203"/>
                </a:cubicBezTo>
                <a:cubicBezTo>
                  <a:pt x="2814" y="203"/>
                  <a:pt x="2814" y="204"/>
                  <a:pt x="2814" y="205"/>
                </a:cubicBezTo>
                <a:cubicBezTo>
                  <a:pt x="2810" y="212"/>
                  <a:pt x="2810" y="212"/>
                  <a:pt x="2803" y="209"/>
                </a:cubicBezTo>
                <a:cubicBezTo>
                  <a:pt x="2800" y="207"/>
                  <a:pt x="2799" y="206"/>
                  <a:pt x="2798" y="203"/>
                </a:cubicBezTo>
                <a:cubicBezTo>
                  <a:pt x="2797" y="202"/>
                  <a:pt x="2795" y="202"/>
                  <a:pt x="2794" y="203"/>
                </a:cubicBezTo>
                <a:cubicBezTo>
                  <a:pt x="2794" y="204"/>
                  <a:pt x="2794" y="205"/>
                  <a:pt x="2793" y="206"/>
                </a:cubicBezTo>
                <a:cubicBezTo>
                  <a:pt x="2793" y="207"/>
                  <a:pt x="2793" y="209"/>
                  <a:pt x="2794" y="209"/>
                </a:cubicBezTo>
                <a:cubicBezTo>
                  <a:pt x="2795" y="212"/>
                  <a:pt x="2797" y="213"/>
                  <a:pt x="2800" y="214"/>
                </a:cubicBezTo>
                <a:cubicBezTo>
                  <a:pt x="2803" y="214"/>
                  <a:pt x="2805" y="216"/>
                  <a:pt x="2806" y="218"/>
                </a:cubicBezTo>
                <a:cubicBezTo>
                  <a:pt x="2806" y="220"/>
                  <a:pt x="2808" y="222"/>
                  <a:pt x="2808" y="223"/>
                </a:cubicBezTo>
                <a:cubicBezTo>
                  <a:pt x="2809" y="225"/>
                  <a:pt x="2809" y="226"/>
                  <a:pt x="2809" y="228"/>
                </a:cubicBezTo>
                <a:cubicBezTo>
                  <a:pt x="2809" y="232"/>
                  <a:pt x="2809" y="237"/>
                  <a:pt x="2809" y="241"/>
                </a:cubicBezTo>
                <a:cubicBezTo>
                  <a:pt x="2809" y="245"/>
                  <a:pt x="2807" y="248"/>
                  <a:pt x="2803" y="249"/>
                </a:cubicBezTo>
                <a:cubicBezTo>
                  <a:pt x="2801" y="250"/>
                  <a:pt x="2800" y="250"/>
                  <a:pt x="2798" y="251"/>
                </a:cubicBezTo>
                <a:cubicBezTo>
                  <a:pt x="2797" y="251"/>
                  <a:pt x="2797" y="253"/>
                  <a:pt x="2798" y="254"/>
                </a:cubicBezTo>
                <a:cubicBezTo>
                  <a:pt x="2800" y="256"/>
                  <a:pt x="2802" y="258"/>
                  <a:pt x="2805" y="257"/>
                </a:cubicBezTo>
                <a:cubicBezTo>
                  <a:pt x="2809" y="257"/>
                  <a:pt x="2810" y="257"/>
                  <a:pt x="2811" y="261"/>
                </a:cubicBezTo>
                <a:cubicBezTo>
                  <a:pt x="2812" y="261"/>
                  <a:pt x="2812" y="262"/>
                  <a:pt x="2812" y="263"/>
                </a:cubicBezTo>
                <a:cubicBezTo>
                  <a:pt x="2812" y="264"/>
                  <a:pt x="2813" y="264"/>
                  <a:pt x="2814" y="264"/>
                </a:cubicBezTo>
                <a:cubicBezTo>
                  <a:pt x="2817" y="263"/>
                  <a:pt x="2819" y="265"/>
                  <a:pt x="2820" y="268"/>
                </a:cubicBezTo>
                <a:cubicBezTo>
                  <a:pt x="2820" y="269"/>
                  <a:pt x="2821" y="271"/>
                  <a:pt x="2821" y="272"/>
                </a:cubicBezTo>
                <a:cubicBezTo>
                  <a:pt x="2821" y="272"/>
                  <a:pt x="2821" y="272"/>
                  <a:pt x="2821" y="272"/>
                </a:cubicBezTo>
                <a:cubicBezTo>
                  <a:pt x="2820" y="273"/>
                  <a:pt x="2820" y="273"/>
                  <a:pt x="2820" y="273"/>
                </a:cubicBezTo>
                <a:cubicBezTo>
                  <a:pt x="2821" y="272"/>
                  <a:pt x="2821" y="272"/>
                  <a:pt x="2821" y="272"/>
                </a:cubicBezTo>
                <a:cubicBezTo>
                  <a:pt x="2821" y="272"/>
                  <a:pt x="2821" y="272"/>
                  <a:pt x="2821" y="272"/>
                </a:cubicBezTo>
                <a:cubicBezTo>
                  <a:pt x="2825" y="273"/>
                  <a:pt x="2829" y="277"/>
                  <a:pt x="2833" y="278"/>
                </a:cubicBezTo>
                <a:cubicBezTo>
                  <a:pt x="2833" y="278"/>
                  <a:pt x="2834" y="280"/>
                  <a:pt x="2835" y="280"/>
                </a:cubicBezTo>
                <a:cubicBezTo>
                  <a:pt x="2836" y="282"/>
                  <a:pt x="2836" y="283"/>
                  <a:pt x="2837" y="284"/>
                </a:cubicBezTo>
                <a:cubicBezTo>
                  <a:pt x="2842" y="288"/>
                  <a:pt x="2842" y="293"/>
                  <a:pt x="2841" y="298"/>
                </a:cubicBezTo>
                <a:cubicBezTo>
                  <a:pt x="2841" y="298"/>
                  <a:pt x="2840" y="299"/>
                  <a:pt x="2840" y="299"/>
                </a:cubicBezTo>
                <a:cubicBezTo>
                  <a:pt x="2839" y="300"/>
                  <a:pt x="2838" y="300"/>
                  <a:pt x="2837" y="300"/>
                </a:cubicBezTo>
                <a:cubicBezTo>
                  <a:pt x="2834" y="300"/>
                  <a:pt x="2832" y="300"/>
                  <a:pt x="2829" y="300"/>
                </a:cubicBezTo>
                <a:cubicBezTo>
                  <a:pt x="2827" y="300"/>
                  <a:pt x="2825" y="300"/>
                  <a:pt x="2824" y="301"/>
                </a:cubicBezTo>
                <a:cubicBezTo>
                  <a:pt x="2820" y="305"/>
                  <a:pt x="2817" y="309"/>
                  <a:pt x="2815" y="314"/>
                </a:cubicBezTo>
                <a:cubicBezTo>
                  <a:pt x="2813" y="317"/>
                  <a:pt x="2812" y="320"/>
                  <a:pt x="2810" y="323"/>
                </a:cubicBezTo>
                <a:cubicBezTo>
                  <a:pt x="2807" y="328"/>
                  <a:pt x="2806" y="333"/>
                  <a:pt x="2805" y="339"/>
                </a:cubicBezTo>
                <a:cubicBezTo>
                  <a:pt x="2805" y="342"/>
                  <a:pt x="2804" y="346"/>
                  <a:pt x="2803" y="350"/>
                </a:cubicBezTo>
                <a:cubicBezTo>
                  <a:pt x="2803" y="352"/>
                  <a:pt x="2802" y="355"/>
                  <a:pt x="2802" y="357"/>
                </a:cubicBezTo>
                <a:cubicBezTo>
                  <a:pt x="2801" y="360"/>
                  <a:pt x="2803" y="362"/>
                  <a:pt x="2803" y="365"/>
                </a:cubicBezTo>
                <a:cubicBezTo>
                  <a:pt x="2803" y="366"/>
                  <a:pt x="2802" y="367"/>
                  <a:pt x="2801" y="367"/>
                </a:cubicBezTo>
                <a:cubicBezTo>
                  <a:pt x="2800" y="367"/>
                  <a:pt x="2799" y="367"/>
                  <a:pt x="2797" y="367"/>
                </a:cubicBezTo>
                <a:cubicBezTo>
                  <a:pt x="2797" y="367"/>
                  <a:pt x="2796" y="366"/>
                  <a:pt x="2796" y="365"/>
                </a:cubicBezTo>
                <a:cubicBezTo>
                  <a:pt x="2794" y="364"/>
                  <a:pt x="2792" y="363"/>
                  <a:pt x="2790" y="361"/>
                </a:cubicBezTo>
                <a:cubicBezTo>
                  <a:pt x="2788" y="360"/>
                  <a:pt x="2787" y="358"/>
                  <a:pt x="2784" y="359"/>
                </a:cubicBezTo>
                <a:cubicBezTo>
                  <a:pt x="2781" y="359"/>
                  <a:pt x="2777" y="361"/>
                  <a:pt x="2775" y="363"/>
                </a:cubicBezTo>
                <a:cubicBezTo>
                  <a:pt x="2773" y="365"/>
                  <a:pt x="2772" y="367"/>
                  <a:pt x="2772" y="370"/>
                </a:cubicBezTo>
                <a:cubicBezTo>
                  <a:pt x="2771" y="372"/>
                  <a:pt x="2771" y="374"/>
                  <a:pt x="2770" y="376"/>
                </a:cubicBezTo>
                <a:cubicBezTo>
                  <a:pt x="2770" y="376"/>
                  <a:pt x="2769" y="377"/>
                  <a:pt x="2769" y="377"/>
                </a:cubicBezTo>
                <a:cubicBezTo>
                  <a:pt x="2768" y="377"/>
                  <a:pt x="2767" y="377"/>
                  <a:pt x="2767" y="376"/>
                </a:cubicBezTo>
                <a:cubicBezTo>
                  <a:pt x="2766" y="375"/>
                  <a:pt x="2765" y="373"/>
                  <a:pt x="2764" y="371"/>
                </a:cubicBezTo>
                <a:cubicBezTo>
                  <a:pt x="2764" y="370"/>
                  <a:pt x="2762" y="371"/>
                  <a:pt x="2761" y="371"/>
                </a:cubicBezTo>
                <a:cubicBezTo>
                  <a:pt x="2760" y="373"/>
                  <a:pt x="2760" y="375"/>
                  <a:pt x="2760" y="377"/>
                </a:cubicBezTo>
                <a:cubicBezTo>
                  <a:pt x="2759" y="378"/>
                  <a:pt x="2759" y="379"/>
                  <a:pt x="2757" y="379"/>
                </a:cubicBezTo>
                <a:cubicBezTo>
                  <a:pt x="2756" y="379"/>
                  <a:pt x="2755" y="379"/>
                  <a:pt x="2754" y="379"/>
                </a:cubicBezTo>
                <a:cubicBezTo>
                  <a:pt x="2750" y="380"/>
                  <a:pt x="2748" y="383"/>
                  <a:pt x="2749" y="387"/>
                </a:cubicBezTo>
                <a:cubicBezTo>
                  <a:pt x="2749" y="388"/>
                  <a:pt x="2749" y="389"/>
                  <a:pt x="2750" y="390"/>
                </a:cubicBezTo>
                <a:cubicBezTo>
                  <a:pt x="2754" y="395"/>
                  <a:pt x="2754" y="401"/>
                  <a:pt x="2754" y="408"/>
                </a:cubicBezTo>
                <a:cubicBezTo>
                  <a:pt x="2753" y="412"/>
                  <a:pt x="2754" y="416"/>
                  <a:pt x="2755" y="420"/>
                </a:cubicBezTo>
                <a:cubicBezTo>
                  <a:pt x="2756" y="422"/>
                  <a:pt x="2758" y="424"/>
                  <a:pt x="2760" y="425"/>
                </a:cubicBezTo>
                <a:cubicBezTo>
                  <a:pt x="2760" y="425"/>
                  <a:pt x="2760" y="425"/>
                  <a:pt x="2760" y="425"/>
                </a:cubicBezTo>
                <a:cubicBezTo>
                  <a:pt x="2760" y="425"/>
                  <a:pt x="2760" y="425"/>
                  <a:pt x="2760" y="425"/>
                </a:cubicBezTo>
                <a:cubicBezTo>
                  <a:pt x="2760" y="425"/>
                  <a:pt x="2761" y="426"/>
                  <a:pt x="2761" y="425"/>
                </a:cubicBezTo>
                <a:cubicBezTo>
                  <a:pt x="2761" y="425"/>
                  <a:pt x="2760" y="425"/>
                  <a:pt x="2760" y="425"/>
                </a:cubicBezTo>
                <a:cubicBezTo>
                  <a:pt x="2760" y="425"/>
                  <a:pt x="2760" y="425"/>
                  <a:pt x="2760" y="425"/>
                </a:cubicBezTo>
                <a:cubicBezTo>
                  <a:pt x="2760" y="424"/>
                  <a:pt x="2761" y="423"/>
                  <a:pt x="2761" y="422"/>
                </a:cubicBezTo>
                <a:cubicBezTo>
                  <a:pt x="2762" y="422"/>
                  <a:pt x="2763" y="422"/>
                  <a:pt x="2763" y="422"/>
                </a:cubicBezTo>
                <a:cubicBezTo>
                  <a:pt x="2766" y="422"/>
                  <a:pt x="2768" y="422"/>
                  <a:pt x="2769" y="424"/>
                </a:cubicBezTo>
                <a:cubicBezTo>
                  <a:pt x="2770" y="425"/>
                  <a:pt x="2770" y="426"/>
                  <a:pt x="2771" y="427"/>
                </a:cubicBezTo>
                <a:cubicBezTo>
                  <a:pt x="2771" y="428"/>
                  <a:pt x="2771" y="430"/>
                  <a:pt x="2770" y="431"/>
                </a:cubicBezTo>
                <a:cubicBezTo>
                  <a:pt x="2769" y="434"/>
                  <a:pt x="2771" y="437"/>
                  <a:pt x="2772" y="440"/>
                </a:cubicBezTo>
                <a:cubicBezTo>
                  <a:pt x="2772" y="440"/>
                  <a:pt x="2773" y="441"/>
                  <a:pt x="2774" y="441"/>
                </a:cubicBezTo>
                <a:cubicBezTo>
                  <a:pt x="2776" y="441"/>
                  <a:pt x="2778" y="441"/>
                  <a:pt x="2779" y="444"/>
                </a:cubicBezTo>
                <a:cubicBezTo>
                  <a:pt x="2780" y="447"/>
                  <a:pt x="2782" y="449"/>
                  <a:pt x="2784" y="451"/>
                </a:cubicBezTo>
                <a:cubicBezTo>
                  <a:pt x="2785" y="453"/>
                  <a:pt x="2782" y="456"/>
                  <a:pt x="2780" y="456"/>
                </a:cubicBezTo>
                <a:cubicBezTo>
                  <a:pt x="2779" y="456"/>
                  <a:pt x="2779" y="456"/>
                  <a:pt x="2778" y="456"/>
                </a:cubicBezTo>
                <a:cubicBezTo>
                  <a:pt x="2777" y="456"/>
                  <a:pt x="2776" y="456"/>
                  <a:pt x="2776" y="457"/>
                </a:cubicBezTo>
                <a:cubicBezTo>
                  <a:pt x="2775" y="464"/>
                  <a:pt x="2776" y="470"/>
                  <a:pt x="2781" y="475"/>
                </a:cubicBezTo>
                <a:cubicBezTo>
                  <a:pt x="2783" y="477"/>
                  <a:pt x="2785" y="479"/>
                  <a:pt x="2786" y="481"/>
                </a:cubicBezTo>
                <a:cubicBezTo>
                  <a:pt x="2787" y="483"/>
                  <a:pt x="2787" y="485"/>
                  <a:pt x="2785" y="486"/>
                </a:cubicBezTo>
                <a:cubicBezTo>
                  <a:pt x="2784" y="487"/>
                  <a:pt x="2782" y="488"/>
                  <a:pt x="2781" y="489"/>
                </a:cubicBezTo>
                <a:cubicBezTo>
                  <a:pt x="2778" y="489"/>
                  <a:pt x="2777" y="491"/>
                  <a:pt x="2776" y="493"/>
                </a:cubicBezTo>
                <a:cubicBezTo>
                  <a:pt x="2776" y="497"/>
                  <a:pt x="2776" y="500"/>
                  <a:pt x="2776" y="503"/>
                </a:cubicBezTo>
                <a:cubicBezTo>
                  <a:pt x="2776" y="505"/>
                  <a:pt x="2777" y="506"/>
                  <a:pt x="2777" y="508"/>
                </a:cubicBezTo>
                <a:cubicBezTo>
                  <a:pt x="2778" y="509"/>
                  <a:pt x="2779" y="511"/>
                  <a:pt x="2780" y="512"/>
                </a:cubicBezTo>
                <a:cubicBezTo>
                  <a:pt x="2781" y="514"/>
                  <a:pt x="2781" y="514"/>
                  <a:pt x="2780" y="515"/>
                </a:cubicBezTo>
                <a:cubicBezTo>
                  <a:pt x="2779" y="515"/>
                  <a:pt x="2779" y="515"/>
                  <a:pt x="2779" y="516"/>
                </a:cubicBezTo>
                <a:cubicBezTo>
                  <a:pt x="2771" y="520"/>
                  <a:pt x="2772" y="521"/>
                  <a:pt x="2775" y="528"/>
                </a:cubicBezTo>
                <a:cubicBezTo>
                  <a:pt x="2777" y="535"/>
                  <a:pt x="2777" y="541"/>
                  <a:pt x="2774" y="547"/>
                </a:cubicBezTo>
                <a:cubicBezTo>
                  <a:pt x="2773" y="549"/>
                  <a:pt x="2772" y="552"/>
                  <a:pt x="2770" y="554"/>
                </a:cubicBezTo>
                <a:cubicBezTo>
                  <a:pt x="2770" y="554"/>
                  <a:pt x="2769" y="554"/>
                  <a:pt x="2769" y="554"/>
                </a:cubicBezTo>
                <a:cubicBezTo>
                  <a:pt x="2766" y="552"/>
                  <a:pt x="2763" y="551"/>
                  <a:pt x="2762" y="547"/>
                </a:cubicBezTo>
                <a:cubicBezTo>
                  <a:pt x="2760" y="544"/>
                  <a:pt x="2759" y="541"/>
                  <a:pt x="2758" y="538"/>
                </a:cubicBezTo>
                <a:cubicBezTo>
                  <a:pt x="2757" y="535"/>
                  <a:pt x="2755" y="532"/>
                  <a:pt x="2752" y="530"/>
                </a:cubicBezTo>
                <a:cubicBezTo>
                  <a:pt x="2750" y="528"/>
                  <a:pt x="2749" y="526"/>
                  <a:pt x="2748" y="523"/>
                </a:cubicBezTo>
                <a:cubicBezTo>
                  <a:pt x="2746" y="520"/>
                  <a:pt x="2743" y="517"/>
                  <a:pt x="2741" y="513"/>
                </a:cubicBezTo>
                <a:cubicBezTo>
                  <a:pt x="2733" y="501"/>
                  <a:pt x="2725" y="489"/>
                  <a:pt x="2721" y="474"/>
                </a:cubicBezTo>
                <a:cubicBezTo>
                  <a:pt x="2720" y="470"/>
                  <a:pt x="2718" y="466"/>
                  <a:pt x="2717" y="462"/>
                </a:cubicBezTo>
                <a:cubicBezTo>
                  <a:pt x="2716" y="459"/>
                  <a:pt x="2717" y="456"/>
                  <a:pt x="2718" y="454"/>
                </a:cubicBezTo>
                <a:cubicBezTo>
                  <a:pt x="2718" y="452"/>
                  <a:pt x="2719" y="450"/>
                  <a:pt x="2719" y="448"/>
                </a:cubicBezTo>
                <a:cubicBezTo>
                  <a:pt x="2720" y="445"/>
                  <a:pt x="2720" y="442"/>
                  <a:pt x="2717" y="439"/>
                </a:cubicBezTo>
                <a:cubicBezTo>
                  <a:pt x="2715" y="436"/>
                  <a:pt x="2716" y="436"/>
                  <a:pt x="2719" y="434"/>
                </a:cubicBezTo>
                <a:cubicBezTo>
                  <a:pt x="2719" y="434"/>
                  <a:pt x="2721" y="433"/>
                  <a:pt x="2721" y="432"/>
                </a:cubicBezTo>
                <a:cubicBezTo>
                  <a:pt x="2722" y="431"/>
                  <a:pt x="2722" y="430"/>
                  <a:pt x="2723" y="429"/>
                </a:cubicBezTo>
                <a:cubicBezTo>
                  <a:pt x="2726" y="425"/>
                  <a:pt x="2727" y="421"/>
                  <a:pt x="2726" y="416"/>
                </a:cubicBezTo>
                <a:cubicBezTo>
                  <a:pt x="2726" y="411"/>
                  <a:pt x="2727" y="405"/>
                  <a:pt x="2727" y="399"/>
                </a:cubicBezTo>
                <a:cubicBezTo>
                  <a:pt x="2727" y="398"/>
                  <a:pt x="2727" y="396"/>
                  <a:pt x="2727" y="395"/>
                </a:cubicBezTo>
                <a:cubicBezTo>
                  <a:pt x="2730" y="389"/>
                  <a:pt x="2729" y="383"/>
                  <a:pt x="2729" y="377"/>
                </a:cubicBezTo>
                <a:cubicBezTo>
                  <a:pt x="2729" y="375"/>
                  <a:pt x="2730" y="373"/>
                  <a:pt x="2731" y="371"/>
                </a:cubicBezTo>
                <a:cubicBezTo>
                  <a:pt x="2731" y="371"/>
                  <a:pt x="2731" y="371"/>
                  <a:pt x="2732" y="370"/>
                </a:cubicBezTo>
                <a:cubicBezTo>
                  <a:pt x="2733" y="368"/>
                  <a:pt x="2736" y="367"/>
                  <a:pt x="2736" y="364"/>
                </a:cubicBezTo>
                <a:cubicBezTo>
                  <a:pt x="2734" y="361"/>
                  <a:pt x="2736" y="356"/>
                  <a:pt x="2733" y="353"/>
                </a:cubicBezTo>
                <a:cubicBezTo>
                  <a:pt x="2733" y="353"/>
                  <a:pt x="2732" y="352"/>
                  <a:pt x="2732" y="351"/>
                </a:cubicBezTo>
                <a:cubicBezTo>
                  <a:pt x="2733" y="346"/>
                  <a:pt x="2730" y="343"/>
                  <a:pt x="2728" y="339"/>
                </a:cubicBezTo>
                <a:cubicBezTo>
                  <a:pt x="2726" y="336"/>
                  <a:pt x="2726" y="332"/>
                  <a:pt x="2728" y="329"/>
                </a:cubicBezTo>
                <a:cubicBezTo>
                  <a:pt x="2728" y="328"/>
                  <a:pt x="2727" y="327"/>
                  <a:pt x="2727" y="326"/>
                </a:cubicBezTo>
                <a:cubicBezTo>
                  <a:pt x="2724" y="325"/>
                  <a:pt x="2720" y="326"/>
                  <a:pt x="2719" y="329"/>
                </a:cubicBezTo>
                <a:cubicBezTo>
                  <a:pt x="2719" y="329"/>
                  <a:pt x="2718" y="330"/>
                  <a:pt x="2718" y="330"/>
                </a:cubicBezTo>
                <a:cubicBezTo>
                  <a:pt x="2719" y="336"/>
                  <a:pt x="2721" y="342"/>
                  <a:pt x="2726" y="346"/>
                </a:cubicBezTo>
                <a:cubicBezTo>
                  <a:pt x="2726" y="346"/>
                  <a:pt x="2726" y="346"/>
                  <a:pt x="2727" y="346"/>
                </a:cubicBezTo>
                <a:cubicBezTo>
                  <a:pt x="2726" y="348"/>
                  <a:pt x="2726" y="349"/>
                  <a:pt x="2725" y="350"/>
                </a:cubicBezTo>
                <a:cubicBezTo>
                  <a:pt x="2722" y="351"/>
                  <a:pt x="2720" y="352"/>
                  <a:pt x="2720" y="355"/>
                </a:cubicBezTo>
                <a:cubicBezTo>
                  <a:pt x="2720" y="360"/>
                  <a:pt x="2719" y="364"/>
                  <a:pt x="2718" y="369"/>
                </a:cubicBezTo>
                <a:cubicBezTo>
                  <a:pt x="2718" y="370"/>
                  <a:pt x="2717" y="371"/>
                  <a:pt x="2716" y="371"/>
                </a:cubicBezTo>
                <a:cubicBezTo>
                  <a:pt x="2716" y="372"/>
                  <a:pt x="2715" y="372"/>
                  <a:pt x="2714" y="372"/>
                </a:cubicBezTo>
                <a:cubicBezTo>
                  <a:pt x="2712" y="370"/>
                  <a:pt x="2710" y="370"/>
                  <a:pt x="2708" y="368"/>
                </a:cubicBezTo>
                <a:cubicBezTo>
                  <a:pt x="2706" y="367"/>
                  <a:pt x="2704" y="365"/>
                  <a:pt x="2704" y="363"/>
                </a:cubicBezTo>
                <a:cubicBezTo>
                  <a:pt x="2704" y="360"/>
                  <a:pt x="2704" y="358"/>
                  <a:pt x="2703" y="355"/>
                </a:cubicBezTo>
                <a:cubicBezTo>
                  <a:pt x="2703" y="354"/>
                  <a:pt x="2702" y="353"/>
                  <a:pt x="2701" y="354"/>
                </a:cubicBezTo>
                <a:cubicBezTo>
                  <a:pt x="2699" y="355"/>
                  <a:pt x="2698" y="356"/>
                  <a:pt x="2697" y="355"/>
                </a:cubicBezTo>
                <a:cubicBezTo>
                  <a:pt x="2694" y="355"/>
                  <a:pt x="2691" y="355"/>
                  <a:pt x="2689" y="356"/>
                </a:cubicBezTo>
                <a:cubicBezTo>
                  <a:pt x="2687" y="358"/>
                  <a:pt x="2684" y="358"/>
                  <a:pt x="2682" y="359"/>
                </a:cubicBezTo>
                <a:cubicBezTo>
                  <a:pt x="2678" y="361"/>
                  <a:pt x="2677" y="363"/>
                  <a:pt x="2677" y="366"/>
                </a:cubicBezTo>
                <a:cubicBezTo>
                  <a:pt x="2677" y="371"/>
                  <a:pt x="2677" y="375"/>
                  <a:pt x="2677" y="380"/>
                </a:cubicBezTo>
                <a:cubicBezTo>
                  <a:pt x="2677" y="383"/>
                  <a:pt x="2677" y="386"/>
                  <a:pt x="2676" y="389"/>
                </a:cubicBezTo>
                <a:cubicBezTo>
                  <a:pt x="2675" y="390"/>
                  <a:pt x="2675" y="391"/>
                  <a:pt x="2675" y="392"/>
                </a:cubicBezTo>
                <a:cubicBezTo>
                  <a:pt x="2673" y="396"/>
                  <a:pt x="2673" y="399"/>
                  <a:pt x="2675" y="404"/>
                </a:cubicBezTo>
                <a:cubicBezTo>
                  <a:pt x="2675" y="405"/>
                  <a:pt x="2676" y="405"/>
                  <a:pt x="2677" y="405"/>
                </a:cubicBezTo>
                <a:cubicBezTo>
                  <a:pt x="2678" y="406"/>
                  <a:pt x="2678" y="406"/>
                  <a:pt x="2679" y="406"/>
                </a:cubicBezTo>
                <a:cubicBezTo>
                  <a:pt x="2681" y="406"/>
                  <a:pt x="2683" y="406"/>
                  <a:pt x="2684" y="409"/>
                </a:cubicBezTo>
                <a:cubicBezTo>
                  <a:pt x="2685" y="411"/>
                  <a:pt x="2682" y="412"/>
                  <a:pt x="2680" y="414"/>
                </a:cubicBezTo>
                <a:cubicBezTo>
                  <a:pt x="2679" y="415"/>
                  <a:pt x="2678" y="416"/>
                  <a:pt x="2676" y="415"/>
                </a:cubicBezTo>
                <a:cubicBezTo>
                  <a:pt x="2675" y="414"/>
                  <a:pt x="2673" y="415"/>
                  <a:pt x="2673" y="416"/>
                </a:cubicBezTo>
                <a:cubicBezTo>
                  <a:pt x="2670" y="420"/>
                  <a:pt x="2665" y="421"/>
                  <a:pt x="2662" y="424"/>
                </a:cubicBezTo>
                <a:cubicBezTo>
                  <a:pt x="2660" y="425"/>
                  <a:pt x="2659" y="424"/>
                  <a:pt x="2658" y="423"/>
                </a:cubicBezTo>
                <a:cubicBezTo>
                  <a:pt x="2656" y="421"/>
                  <a:pt x="2656" y="420"/>
                  <a:pt x="2657" y="419"/>
                </a:cubicBezTo>
                <a:cubicBezTo>
                  <a:pt x="2657" y="418"/>
                  <a:pt x="2658" y="417"/>
                  <a:pt x="2658" y="417"/>
                </a:cubicBezTo>
                <a:cubicBezTo>
                  <a:pt x="2658" y="416"/>
                  <a:pt x="2658" y="415"/>
                  <a:pt x="2657" y="415"/>
                </a:cubicBezTo>
                <a:cubicBezTo>
                  <a:pt x="2656" y="414"/>
                  <a:pt x="2655" y="413"/>
                  <a:pt x="2654" y="413"/>
                </a:cubicBezTo>
                <a:cubicBezTo>
                  <a:pt x="2649" y="413"/>
                  <a:pt x="2644" y="412"/>
                  <a:pt x="2639" y="411"/>
                </a:cubicBezTo>
                <a:cubicBezTo>
                  <a:pt x="2637" y="411"/>
                  <a:pt x="2635" y="413"/>
                  <a:pt x="2634" y="414"/>
                </a:cubicBezTo>
                <a:cubicBezTo>
                  <a:pt x="2634" y="416"/>
                  <a:pt x="2634" y="418"/>
                  <a:pt x="2633" y="420"/>
                </a:cubicBezTo>
                <a:cubicBezTo>
                  <a:pt x="2633" y="420"/>
                  <a:pt x="2632" y="421"/>
                  <a:pt x="2631" y="421"/>
                </a:cubicBezTo>
                <a:cubicBezTo>
                  <a:pt x="2627" y="421"/>
                  <a:pt x="2624" y="424"/>
                  <a:pt x="2619" y="423"/>
                </a:cubicBezTo>
                <a:cubicBezTo>
                  <a:pt x="2617" y="422"/>
                  <a:pt x="2614" y="423"/>
                  <a:pt x="2613" y="426"/>
                </a:cubicBezTo>
                <a:cubicBezTo>
                  <a:pt x="2612" y="428"/>
                  <a:pt x="2610" y="428"/>
                  <a:pt x="2608" y="427"/>
                </a:cubicBezTo>
                <a:cubicBezTo>
                  <a:pt x="2607" y="426"/>
                  <a:pt x="2605" y="426"/>
                  <a:pt x="2603" y="427"/>
                </a:cubicBezTo>
                <a:cubicBezTo>
                  <a:pt x="2598" y="428"/>
                  <a:pt x="2594" y="430"/>
                  <a:pt x="2590" y="431"/>
                </a:cubicBezTo>
                <a:cubicBezTo>
                  <a:pt x="2586" y="432"/>
                  <a:pt x="2584" y="434"/>
                  <a:pt x="2582" y="437"/>
                </a:cubicBezTo>
                <a:cubicBezTo>
                  <a:pt x="2581" y="438"/>
                  <a:pt x="2581" y="440"/>
                  <a:pt x="2581" y="441"/>
                </a:cubicBezTo>
                <a:cubicBezTo>
                  <a:pt x="2583" y="445"/>
                  <a:pt x="2582" y="448"/>
                  <a:pt x="2580" y="451"/>
                </a:cubicBezTo>
                <a:cubicBezTo>
                  <a:pt x="2579" y="453"/>
                  <a:pt x="2578" y="455"/>
                  <a:pt x="2578" y="457"/>
                </a:cubicBezTo>
                <a:cubicBezTo>
                  <a:pt x="2580" y="463"/>
                  <a:pt x="2578" y="468"/>
                  <a:pt x="2575" y="472"/>
                </a:cubicBezTo>
                <a:cubicBezTo>
                  <a:pt x="2572" y="480"/>
                  <a:pt x="2570" y="486"/>
                  <a:pt x="2569" y="494"/>
                </a:cubicBezTo>
                <a:cubicBezTo>
                  <a:pt x="2569" y="498"/>
                  <a:pt x="2566" y="502"/>
                  <a:pt x="2565" y="505"/>
                </a:cubicBezTo>
                <a:cubicBezTo>
                  <a:pt x="2563" y="509"/>
                  <a:pt x="2561" y="512"/>
                  <a:pt x="2559" y="515"/>
                </a:cubicBezTo>
                <a:cubicBezTo>
                  <a:pt x="2559" y="516"/>
                  <a:pt x="2558" y="517"/>
                  <a:pt x="2558" y="518"/>
                </a:cubicBezTo>
                <a:cubicBezTo>
                  <a:pt x="2557" y="520"/>
                  <a:pt x="2559" y="522"/>
                  <a:pt x="2561" y="522"/>
                </a:cubicBezTo>
                <a:cubicBezTo>
                  <a:pt x="2562" y="522"/>
                  <a:pt x="2563" y="522"/>
                  <a:pt x="2564" y="522"/>
                </a:cubicBezTo>
                <a:cubicBezTo>
                  <a:pt x="2565" y="522"/>
                  <a:pt x="2566" y="521"/>
                  <a:pt x="2567" y="521"/>
                </a:cubicBezTo>
                <a:cubicBezTo>
                  <a:pt x="2570" y="520"/>
                  <a:pt x="2572" y="521"/>
                  <a:pt x="2573" y="523"/>
                </a:cubicBezTo>
                <a:cubicBezTo>
                  <a:pt x="2574" y="526"/>
                  <a:pt x="2575" y="529"/>
                  <a:pt x="2576" y="532"/>
                </a:cubicBezTo>
                <a:cubicBezTo>
                  <a:pt x="2576" y="532"/>
                  <a:pt x="2577" y="533"/>
                  <a:pt x="2578" y="532"/>
                </a:cubicBezTo>
                <a:cubicBezTo>
                  <a:pt x="2578" y="532"/>
                  <a:pt x="2578" y="531"/>
                  <a:pt x="2578" y="530"/>
                </a:cubicBezTo>
                <a:cubicBezTo>
                  <a:pt x="2578" y="529"/>
                  <a:pt x="2578" y="527"/>
                  <a:pt x="2579" y="526"/>
                </a:cubicBezTo>
                <a:cubicBezTo>
                  <a:pt x="2579" y="526"/>
                  <a:pt x="2580" y="525"/>
                  <a:pt x="2581" y="525"/>
                </a:cubicBezTo>
                <a:cubicBezTo>
                  <a:pt x="2581" y="525"/>
                  <a:pt x="2581" y="526"/>
                  <a:pt x="2581" y="526"/>
                </a:cubicBezTo>
                <a:cubicBezTo>
                  <a:pt x="2583" y="529"/>
                  <a:pt x="2584" y="532"/>
                  <a:pt x="2586" y="535"/>
                </a:cubicBezTo>
                <a:cubicBezTo>
                  <a:pt x="2586" y="535"/>
                  <a:pt x="2587" y="535"/>
                  <a:pt x="2587" y="535"/>
                </a:cubicBezTo>
                <a:cubicBezTo>
                  <a:pt x="2589" y="533"/>
                  <a:pt x="2590" y="530"/>
                  <a:pt x="2590" y="528"/>
                </a:cubicBezTo>
                <a:cubicBezTo>
                  <a:pt x="2591" y="526"/>
                  <a:pt x="2592" y="525"/>
                  <a:pt x="2594" y="525"/>
                </a:cubicBezTo>
                <a:cubicBezTo>
                  <a:pt x="2596" y="525"/>
                  <a:pt x="2598" y="524"/>
                  <a:pt x="2600" y="524"/>
                </a:cubicBezTo>
                <a:cubicBezTo>
                  <a:pt x="2601" y="524"/>
                  <a:pt x="2602" y="525"/>
                  <a:pt x="2603" y="525"/>
                </a:cubicBezTo>
                <a:cubicBezTo>
                  <a:pt x="2607" y="529"/>
                  <a:pt x="2612" y="531"/>
                  <a:pt x="2617" y="534"/>
                </a:cubicBezTo>
                <a:cubicBezTo>
                  <a:pt x="2619" y="535"/>
                  <a:pt x="2621" y="538"/>
                  <a:pt x="2621" y="541"/>
                </a:cubicBezTo>
                <a:cubicBezTo>
                  <a:pt x="2620" y="543"/>
                  <a:pt x="2621" y="544"/>
                  <a:pt x="2622" y="545"/>
                </a:cubicBezTo>
                <a:cubicBezTo>
                  <a:pt x="2624" y="547"/>
                  <a:pt x="2624" y="549"/>
                  <a:pt x="2625" y="551"/>
                </a:cubicBezTo>
                <a:cubicBezTo>
                  <a:pt x="2625" y="553"/>
                  <a:pt x="2626" y="554"/>
                  <a:pt x="2627" y="553"/>
                </a:cubicBezTo>
                <a:cubicBezTo>
                  <a:pt x="2627" y="552"/>
                  <a:pt x="2628" y="552"/>
                  <a:pt x="2628" y="551"/>
                </a:cubicBezTo>
                <a:cubicBezTo>
                  <a:pt x="2627" y="547"/>
                  <a:pt x="2626" y="543"/>
                  <a:pt x="2624" y="539"/>
                </a:cubicBezTo>
                <a:cubicBezTo>
                  <a:pt x="2623" y="538"/>
                  <a:pt x="2623" y="537"/>
                  <a:pt x="2622" y="535"/>
                </a:cubicBezTo>
                <a:cubicBezTo>
                  <a:pt x="2622" y="535"/>
                  <a:pt x="2623" y="534"/>
                  <a:pt x="2623" y="533"/>
                </a:cubicBezTo>
                <a:cubicBezTo>
                  <a:pt x="2626" y="527"/>
                  <a:pt x="2626" y="527"/>
                  <a:pt x="2623" y="523"/>
                </a:cubicBezTo>
                <a:cubicBezTo>
                  <a:pt x="2622" y="523"/>
                  <a:pt x="2622" y="522"/>
                  <a:pt x="2622" y="521"/>
                </a:cubicBezTo>
                <a:cubicBezTo>
                  <a:pt x="2622" y="521"/>
                  <a:pt x="2622" y="520"/>
                  <a:pt x="2622" y="520"/>
                </a:cubicBezTo>
                <a:cubicBezTo>
                  <a:pt x="2622" y="520"/>
                  <a:pt x="2623" y="519"/>
                  <a:pt x="2623" y="519"/>
                </a:cubicBezTo>
                <a:cubicBezTo>
                  <a:pt x="2626" y="519"/>
                  <a:pt x="2628" y="520"/>
                  <a:pt x="2629" y="522"/>
                </a:cubicBezTo>
                <a:cubicBezTo>
                  <a:pt x="2630" y="524"/>
                  <a:pt x="2630" y="527"/>
                  <a:pt x="2632" y="528"/>
                </a:cubicBezTo>
                <a:cubicBezTo>
                  <a:pt x="2637" y="532"/>
                  <a:pt x="2639" y="538"/>
                  <a:pt x="2642" y="543"/>
                </a:cubicBezTo>
                <a:cubicBezTo>
                  <a:pt x="2643" y="545"/>
                  <a:pt x="2643" y="547"/>
                  <a:pt x="2643" y="548"/>
                </a:cubicBezTo>
                <a:cubicBezTo>
                  <a:pt x="2643" y="553"/>
                  <a:pt x="2644" y="556"/>
                  <a:pt x="2647" y="560"/>
                </a:cubicBezTo>
                <a:cubicBezTo>
                  <a:pt x="2656" y="570"/>
                  <a:pt x="2662" y="582"/>
                  <a:pt x="2668" y="594"/>
                </a:cubicBezTo>
                <a:cubicBezTo>
                  <a:pt x="2669" y="596"/>
                  <a:pt x="2670" y="597"/>
                  <a:pt x="2670" y="599"/>
                </a:cubicBezTo>
                <a:cubicBezTo>
                  <a:pt x="2668" y="599"/>
                  <a:pt x="2666" y="599"/>
                  <a:pt x="2664" y="600"/>
                </a:cubicBezTo>
                <a:cubicBezTo>
                  <a:pt x="2663" y="600"/>
                  <a:pt x="2662" y="602"/>
                  <a:pt x="2662" y="603"/>
                </a:cubicBezTo>
                <a:cubicBezTo>
                  <a:pt x="2662" y="604"/>
                  <a:pt x="2662" y="605"/>
                  <a:pt x="2662" y="606"/>
                </a:cubicBezTo>
                <a:cubicBezTo>
                  <a:pt x="2662" y="610"/>
                  <a:pt x="2663" y="614"/>
                  <a:pt x="2664" y="617"/>
                </a:cubicBezTo>
                <a:cubicBezTo>
                  <a:pt x="2664" y="620"/>
                  <a:pt x="2666" y="623"/>
                  <a:pt x="2667" y="626"/>
                </a:cubicBezTo>
                <a:cubicBezTo>
                  <a:pt x="2671" y="628"/>
                  <a:pt x="2672" y="634"/>
                  <a:pt x="2677" y="636"/>
                </a:cubicBezTo>
                <a:cubicBezTo>
                  <a:pt x="2679" y="637"/>
                  <a:pt x="2680" y="640"/>
                  <a:pt x="2681" y="643"/>
                </a:cubicBezTo>
                <a:cubicBezTo>
                  <a:pt x="2681" y="643"/>
                  <a:pt x="2680" y="644"/>
                  <a:pt x="2680" y="645"/>
                </a:cubicBezTo>
                <a:cubicBezTo>
                  <a:pt x="2680" y="645"/>
                  <a:pt x="2679" y="645"/>
                  <a:pt x="2679" y="645"/>
                </a:cubicBezTo>
                <a:cubicBezTo>
                  <a:pt x="2677" y="644"/>
                  <a:pt x="2675" y="642"/>
                  <a:pt x="2673" y="642"/>
                </a:cubicBezTo>
                <a:cubicBezTo>
                  <a:pt x="2670" y="641"/>
                  <a:pt x="2669" y="642"/>
                  <a:pt x="2669" y="644"/>
                </a:cubicBezTo>
                <a:cubicBezTo>
                  <a:pt x="2669" y="646"/>
                  <a:pt x="2670" y="647"/>
                  <a:pt x="2669" y="649"/>
                </a:cubicBezTo>
                <a:cubicBezTo>
                  <a:pt x="2669" y="649"/>
                  <a:pt x="2668" y="649"/>
                  <a:pt x="2667" y="649"/>
                </a:cubicBezTo>
                <a:cubicBezTo>
                  <a:pt x="2665" y="648"/>
                  <a:pt x="2663" y="646"/>
                  <a:pt x="2663" y="643"/>
                </a:cubicBezTo>
                <a:cubicBezTo>
                  <a:pt x="2662" y="642"/>
                  <a:pt x="2662" y="641"/>
                  <a:pt x="2662" y="640"/>
                </a:cubicBezTo>
                <a:cubicBezTo>
                  <a:pt x="2662" y="637"/>
                  <a:pt x="2662" y="635"/>
                  <a:pt x="2661" y="632"/>
                </a:cubicBezTo>
                <a:cubicBezTo>
                  <a:pt x="2659" y="629"/>
                  <a:pt x="2658" y="625"/>
                  <a:pt x="2658" y="622"/>
                </a:cubicBezTo>
                <a:cubicBezTo>
                  <a:pt x="2658" y="619"/>
                  <a:pt x="2657" y="616"/>
                  <a:pt x="2655" y="614"/>
                </a:cubicBezTo>
                <a:cubicBezTo>
                  <a:pt x="2652" y="610"/>
                  <a:pt x="2651" y="605"/>
                  <a:pt x="2650" y="600"/>
                </a:cubicBezTo>
                <a:cubicBezTo>
                  <a:pt x="2649" y="599"/>
                  <a:pt x="2649" y="599"/>
                  <a:pt x="2649" y="598"/>
                </a:cubicBezTo>
                <a:cubicBezTo>
                  <a:pt x="2649" y="593"/>
                  <a:pt x="2648" y="589"/>
                  <a:pt x="2646" y="585"/>
                </a:cubicBezTo>
                <a:cubicBezTo>
                  <a:pt x="2645" y="583"/>
                  <a:pt x="2644" y="582"/>
                  <a:pt x="2643" y="580"/>
                </a:cubicBezTo>
                <a:cubicBezTo>
                  <a:pt x="2641" y="576"/>
                  <a:pt x="2641" y="572"/>
                  <a:pt x="2638" y="569"/>
                </a:cubicBezTo>
                <a:cubicBezTo>
                  <a:pt x="2636" y="565"/>
                  <a:pt x="2633" y="562"/>
                  <a:pt x="2631" y="559"/>
                </a:cubicBezTo>
                <a:cubicBezTo>
                  <a:pt x="2631" y="559"/>
                  <a:pt x="2630" y="559"/>
                  <a:pt x="2630" y="558"/>
                </a:cubicBezTo>
                <a:cubicBezTo>
                  <a:pt x="2629" y="559"/>
                  <a:pt x="2629" y="560"/>
                  <a:pt x="2629" y="560"/>
                </a:cubicBezTo>
                <a:cubicBezTo>
                  <a:pt x="2629" y="566"/>
                  <a:pt x="2629" y="573"/>
                  <a:pt x="2629" y="579"/>
                </a:cubicBezTo>
                <a:cubicBezTo>
                  <a:pt x="2629" y="582"/>
                  <a:pt x="2630" y="585"/>
                  <a:pt x="2632" y="588"/>
                </a:cubicBezTo>
                <a:cubicBezTo>
                  <a:pt x="2636" y="594"/>
                  <a:pt x="2638" y="601"/>
                  <a:pt x="2639" y="609"/>
                </a:cubicBezTo>
                <a:cubicBezTo>
                  <a:pt x="2639" y="613"/>
                  <a:pt x="2640" y="617"/>
                  <a:pt x="2637" y="621"/>
                </a:cubicBezTo>
                <a:cubicBezTo>
                  <a:pt x="2637" y="622"/>
                  <a:pt x="2637" y="623"/>
                  <a:pt x="2637" y="624"/>
                </a:cubicBezTo>
                <a:cubicBezTo>
                  <a:pt x="2637" y="630"/>
                  <a:pt x="2634" y="636"/>
                  <a:pt x="2634" y="642"/>
                </a:cubicBezTo>
                <a:cubicBezTo>
                  <a:pt x="2633" y="649"/>
                  <a:pt x="2632" y="656"/>
                  <a:pt x="2628" y="662"/>
                </a:cubicBezTo>
                <a:cubicBezTo>
                  <a:pt x="2627" y="663"/>
                  <a:pt x="2626" y="665"/>
                  <a:pt x="2626" y="666"/>
                </a:cubicBezTo>
                <a:cubicBezTo>
                  <a:pt x="2625" y="673"/>
                  <a:pt x="2621" y="679"/>
                  <a:pt x="2619" y="686"/>
                </a:cubicBezTo>
                <a:cubicBezTo>
                  <a:pt x="2617" y="690"/>
                  <a:pt x="2615" y="694"/>
                  <a:pt x="2612" y="698"/>
                </a:cubicBezTo>
                <a:cubicBezTo>
                  <a:pt x="2610" y="700"/>
                  <a:pt x="2608" y="701"/>
                  <a:pt x="2606" y="702"/>
                </a:cubicBezTo>
                <a:cubicBezTo>
                  <a:pt x="2603" y="703"/>
                  <a:pt x="2601" y="703"/>
                  <a:pt x="2598" y="702"/>
                </a:cubicBezTo>
                <a:cubicBezTo>
                  <a:pt x="2596" y="701"/>
                  <a:pt x="2595" y="698"/>
                  <a:pt x="2591" y="699"/>
                </a:cubicBezTo>
                <a:cubicBezTo>
                  <a:pt x="2589" y="700"/>
                  <a:pt x="2589" y="703"/>
                  <a:pt x="2587" y="704"/>
                </a:cubicBezTo>
                <a:cubicBezTo>
                  <a:pt x="2587" y="706"/>
                  <a:pt x="2586" y="707"/>
                  <a:pt x="2584" y="708"/>
                </a:cubicBezTo>
                <a:cubicBezTo>
                  <a:pt x="2583" y="709"/>
                  <a:pt x="2582" y="710"/>
                  <a:pt x="2581" y="711"/>
                </a:cubicBezTo>
                <a:cubicBezTo>
                  <a:pt x="2578" y="714"/>
                  <a:pt x="2576" y="718"/>
                  <a:pt x="2578" y="723"/>
                </a:cubicBezTo>
                <a:cubicBezTo>
                  <a:pt x="2580" y="729"/>
                  <a:pt x="2578" y="734"/>
                  <a:pt x="2574" y="739"/>
                </a:cubicBezTo>
                <a:cubicBezTo>
                  <a:pt x="2572" y="741"/>
                  <a:pt x="2571" y="743"/>
                  <a:pt x="2568" y="745"/>
                </a:cubicBezTo>
                <a:cubicBezTo>
                  <a:pt x="2567" y="746"/>
                  <a:pt x="2566" y="747"/>
                  <a:pt x="2565" y="748"/>
                </a:cubicBezTo>
                <a:cubicBezTo>
                  <a:pt x="2564" y="750"/>
                  <a:pt x="2565" y="754"/>
                  <a:pt x="2566" y="755"/>
                </a:cubicBezTo>
                <a:cubicBezTo>
                  <a:pt x="2568" y="756"/>
                  <a:pt x="2570" y="758"/>
                  <a:pt x="2572" y="759"/>
                </a:cubicBezTo>
                <a:cubicBezTo>
                  <a:pt x="2574" y="761"/>
                  <a:pt x="2577" y="763"/>
                  <a:pt x="2578" y="765"/>
                </a:cubicBezTo>
                <a:cubicBezTo>
                  <a:pt x="2580" y="768"/>
                  <a:pt x="2582" y="771"/>
                  <a:pt x="2584" y="774"/>
                </a:cubicBezTo>
                <a:cubicBezTo>
                  <a:pt x="2590" y="780"/>
                  <a:pt x="2590" y="780"/>
                  <a:pt x="2592" y="789"/>
                </a:cubicBezTo>
                <a:cubicBezTo>
                  <a:pt x="2593" y="791"/>
                  <a:pt x="2593" y="793"/>
                  <a:pt x="2594" y="796"/>
                </a:cubicBezTo>
                <a:cubicBezTo>
                  <a:pt x="2596" y="800"/>
                  <a:pt x="2595" y="804"/>
                  <a:pt x="2592" y="808"/>
                </a:cubicBezTo>
                <a:cubicBezTo>
                  <a:pt x="2590" y="810"/>
                  <a:pt x="2589" y="812"/>
                  <a:pt x="2586" y="811"/>
                </a:cubicBezTo>
                <a:cubicBezTo>
                  <a:pt x="2585" y="811"/>
                  <a:pt x="2584" y="811"/>
                  <a:pt x="2583" y="811"/>
                </a:cubicBezTo>
                <a:cubicBezTo>
                  <a:pt x="2580" y="811"/>
                  <a:pt x="2578" y="812"/>
                  <a:pt x="2576" y="814"/>
                </a:cubicBezTo>
                <a:cubicBezTo>
                  <a:pt x="2575" y="815"/>
                  <a:pt x="2573" y="816"/>
                  <a:pt x="2571" y="817"/>
                </a:cubicBezTo>
                <a:cubicBezTo>
                  <a:pt x="2571" y="817"/>
                  <a:pt x="2570" y="817"/>
                  <a:pt x="2570" y="816"/>
                </a:cubicBezTo>
                <a:cubicBezTo>
                  <a:pt x="2569" y="814"/>
                  <a:pt x="2567" y="811"/>
                  <a:pt x="2567" y="808"/>
                </a:cubicBezTo>
                <a:cubicBezTo>
                  <a:pt x="2567" y="807"/>
                  <a:pt x="2567" y="805"/>
                  <a:pt x="2567" y="804"/>
                </a:cubicBezTo>
                <a:cubicBezTo>
                  <a:pt x="2568" y="798"/>
                  <a:pt x="2566" y="793"/>
                  <a:pt x="2562" y="789"/>
                </a:cubicBezTo>
                <a:cubicBezTo>
                  <a:pt x="2561" y="788"/>
                  <a:pt x="2562" y="787"/>
                  <a:pt x="2563" y="786"/>
                </a:cubicBezTo>
                <a:cubicBezTo>
                  <a:pt x="2565" y="783"/>
                  <a:pt x="2565" y="782"/>
                  <a:pt x="2564" y="781"/>
                </a:cubicBezTo>
                <a:cubicBezTo>
                  <a:pt x="2563" y="780"/>
                  <a:pt x="2561" y="778"/>
                  <a:pt x="2560" y="777"/>
                </a:cubicBezTo>
                <a:cubicBezTo>
                  <a:pt x="2559" y="776"/>
                  <a:pt x="2557" y="775"/>
                  <a:pt x="2555" y="776"/>
                </a:cubicBezTo>
                <a:cubicBezTo>
                  <a:pt x="2554" y="776"/>
                  <a:pt x="2553" y="776"/>
                  <a:pt x="2551" y="776"/>
                </a:cubicBezTo>
                <a:cubicBezTo>
                  <a:pt x="2550" y="777"/>
                  <a:pt x="2549" y="776"/>
                  <a:pt x="2548" y="775"/>
                </a:cubicBezTo>
                <a:cubicBezTo>
                  <a:pt x="2546" y="774"/>
                  <a:pt x="2545" y="772"/>
                  <a:pt x="2545" y="770"/>
                </a:cubicBezTo>
                <a:cubicBezTo>
                  <a:pt x="2545" y="766"/>
                  <a:pt x="2545" y="763"/>
                  <a:pt x="2545" y="759"/>
                </a:cubicBezTo>
                <a:cubicBezTo>
                  <a:pt x="2546" y="754"/>
                  <a:pt x="2546" y="754"/>
                  <a:pt x="2541" y="753"/>
                </a:cubicBezTo>
                <a:cubicBezTo>
                  <a:pt x="2540" y="753"/>
                  <a:pt x="2539" y="752"/>
                  <a:pt x="2538" y="752"/>
                </a:cubicBezTo>
                <a:cubicBezTo>
                  <a:pt x="2537" y="752"/>
                  <a:pt x="2536" y="751"/>
                  <a:pt x="2535" y="751"/>
                </a:cubicBezTo>
                <a:cubicBezTo>
                  <a:pt x="2528" y="752"/>
                  <a:pt x="2522" y="755"/>
                  <a:pt x="2518" y="760"/>
                </a:cubicBezTo>
                <a:cubicBezTo>
                  <a:pt x="2517" y="762"/>
                  <a:pt x="2515" y="764"/>
                  <a:pt x="2513" y="765"/>
                </a:cubicBezTo>
                <a:cubicBezTo>
                  <a:pt x="2512" y="766"/>
                  <a:pt x="2511" y="765"/>
                  <a:pt x="2511" y="765"/>
                </a:cubicBezTo>
                <a:cubicBezTo>
                  <a:pt x="2511" y="765"/>
                  <a:pt x="2510" y="764"/>
                  <a:pt x="2510" y="763"/>
                </a:cubicBezTo>
                <a:cubicBezTo>
                  <a:pt x="2510" y="763"/>
                  <a:pt x="2511" y="762"/>
                  <a:pt x="2511" y="762"/>
                </a:cubicBezTo>
                <a:cubicBezTo>
                  <a:pt x="2512" y="761"/>
                  <a:pt x="2513" y="760"/>
                  <a:pt x="2512" y="758"/>
                </a:cubicBezTo>
                <a:cubicBezTo>
                  <a:pt x="2512" y="757"/>
                  <a:pt x="2512" y="756"/>
                  <a:pt x="2511" y="755"/>
                </a:cubicBezTo>
                <a:cubicBezTo>
                  <a:pt x="2510" y="753"/>
                  <a:pt x="2510" y="750"/>
                  <a:pt x="2512" y="748"/>
                </a:cubicBezTo>
                <a:cubicBezTo>
                  <a:pt x="2512" y="747"/>
                  <a:pt x="2512" y="746"/>
                  <a:pt x="2513" y="746"/>
                </a:cubicBezTo>
                <a:cubicBezTo>
                  <a:pt x="2514" y="744"/>
                  <a:pt x="2514" y="742"/>
                  <a:pt x="2513" y="741"/>
                </a:cubicBezTo>
                <a:cubicBezTo>
                  <a:pt x="2511" y="739"/>
                  <a:pt x="2509" y="737"/>
                  <a:pt x="2506" y="738"/>
                </a:cubicBezTo>
                <a:cubicBezTo>
                  <a:pt x="2505" y="738"/>
                  <a:pt x="2504" y="739"/>
                  <a:pt x="2503" y="740"/>
                </a:cubicBezTo>
                <a:cubicBezTo>
                  <a:pt x="2502" y="741"/>
                  <a:pt x="2501" y="744"/>
                  <a:pt x="2500" y="746"/>
                </a:cubicBezTo>
                <a:cubicBezTo>
                  <a:pt x="2499" y="747"/>
                  <a:pt x="2499" y="749"/>
                  <a:pt x="2497" y="749"/>
                </a:cubicBezTo>
                <a:cubicBezTo>
                  <a:pt x="2493" y="751"/>
                  <a:pt x="2492" y="756"/>
                  <a:pt x="2491" y="760"/>
                </a:cubicBezTo>
                <a:cubicBezTo>
                  <a:pt x="2490" y="762"/>
                  <a:pt x="2488" y="764"/>
                  <a:pt x="2486" y="764"/>
                </a:cubicBezTo>
                <a:cubicBezTo>
                  <a:pt x="2485" y="764"/>
                  <a:pt x="2484" y="764"/>
                  <a:pt x="2482" y="764"/>
                </a:cubicBezTo>
                <a:cubicBezTo>
                  <a:pt x="2480" y="765"/>
                  <a:pt x="2478" y="769"/>
                  <a:pt x="2480" y="771"/>
                </a:cubicBezTo>
                <a:cubicBezTo>
                  <a:pt x="2482" y="774"/>
                  <a:pt x="2485" y="777"/>
                  <a:pt x="2488" y="778"/>
                </a:cubicBezTo>
                <a:cubicBezTo>
                  <a:pt x="2491" y="779"/>
                  <a:pt x="2493" y="781"/>
                  <a:pt x="2494" y="784"/>
                </a:cubicBezTo>
                <a:cubicBezTo>
                  <a:pt x="2495" y="786"/>
                  <a:pt x="2497" y="787"/>
                  <a:pt x="2499" y="786"/>
                </a:cubicBezTo>
                <a:cubicBezTo>
                  <a:pt x="2500" y="786"/>
                  <a:pt x="2501" y="786"/>
                  <a:pt x="2502" y="785"/>
                </a:cubicBezTo>
                <a:cubicBezTo>
                  <a:pt x="2504" y="783"/>
                  <a:pt x="2505" y="780"/>
                  <a:pt x="2508" y="779"/>
                </a:cubicBezTo>
                <a:cubicBezTo>
                  <a:pt x="2509" y="778"/>
                  <a:pt x="2511" y="777"/>
                  <a:pt x="2512" y="778"/>
                </a:cubicBezTo>
                <a:cubicBezTo>
                  <a:pt x="2514" y="779"/>
                  <a:pt x="2515" y="780"/>
                  <a:pt x="2516" y="780"/>
                </a:cubicBezTo>
                <a:cubicBezTo>
                  <a:pt x="2518" y="781"/>
                  <a:pt x="2519" y="781"/>
                  <a:pt x="2521" y="781"/>
                </a:cubicBezTo>
                <a:cubicBezTo>
                  <a:pt x="2522" y="781"/>
                  <a:pt x="2524" y="781"/>
                  <a:pt x="2526" y="781"/>
                </a:cubicBezTo>
                <a:cubicBezTo>
                  <a:pt x="2528" y="781"/>
                  <a:pt x="2529" y="783"/>
                  <a:pt x="2529" y="785"/>
                </a:cubicBezTo>
                <a:cubicBezTo>
                  <a:pt x="2529" y="786"/>
                  <a:pt x="2529" y="787"/>
                  <a:pt x="2529" y="788"/>
                </a:cubicBezTo>
                <a:cubicBezTo>
                  <a:pt x="2529" y="789"/>
                  <a:pt x="2528" y="790"/>
                  <a:pt x="2527" y="790"/>
                </a:cubicBezTo>
                <a:cubicBezTo>
                  <a:pt x="2523" y="791"/>
                  <a:pt x="2520" y="792"/>
                  <a:pt x="2517" y="794"/>
                </a:cubicBezTo>
                <a:cubicBezTo>
                  <a:pt x="2514" y="796"/>
                  <a:pt x="2512" y="798"/>
                  <a:pt x="2511" y="801"/>
                </a:cubicBezTo>
                <a:cubicBezTo>
                  <a:pt x="2510" y="803"/>
                  <a:pt x="2509" y="804"/>
                  <a:pt x="2508" y="806"/>
                </a:cubicBezTo>
                <a:cubicBezTo>
                  <a:pt x="2506" y="808"/>
                  <a:pt x="2506" y="810"/>
                  <a:pt x="2506" y="812"/>
                </a:cubicBezTo>
                <a:cubicBezTo>
                  <a:pt x="2505" y="815"/>
                  <a:pt x="2506" y="818"/>
                  <a:pt x="2509" y="820"/>
                </a:cubicBezTo>
                <a:cubicBezTo>
                  <a:pt x="2511" y="820"/>
                  <a:pt x="2512" y="821"/>
                  <a:pt x="2514" y="822"/>
                </a:cubicBezTo>
                <a:cubicBezTo>
                  <a:pt x="2516" y="823"/>
                  <a:pt x="2518" y="825"/>
                  <a:pt x="2519" y="827"/>
                </a:cubicBezTo>
                <a:cubicBezTo>
                  <a:pt x="2521" y="831"/>
                  <a:pt x="2523" y="834"/>
                  <a:pt x="2524" y="838"/>
                </a:cubicBezTo>
                <a:cubicBezTo>
                  <a:pt x="2526" y="841"/>
                  <a:pt x="2528" y="843"/>
                  <a:pt x="2530" y="845"/>
                </a:cubicBezTo>
                <a:cubicBezTo>
                  <a:pt x="2532" y="845"/>
                  <a:pt x="2533" y="847"/>
                  <a:pt x="2535" y="848"/>
                </a:cubicBezTo>
                <a:cubicBezTo>
                  <a:pt x="2536" y="850"/>
                  <a:pt x="2536" y="853"/>
                  <a:pt x="2533" y="854"/>
                </a:cubicBezTo>
                <a:cubicBezTo>
                  <a:pt x="2533" y="854"/>
                  <a:pt x="2532" y="854"/>
                  <a:pt x="2531" y="854"/>
                </a:cubicBezTo>
                <a:cubicBezTo>
                  <a:pt x="2530" y="854"/>
                  <a:pt x="2530" y="854"/>
                  <a:pt x="2530" y="854"/>
                </a:cubicBezTo>
                <a:cubicBezTo>
                  <a:pt x="2531" y="855"/>
                  <a:pt x="2531" y="855"/>
                  <a:pt x="2531" y="855"/>
                </a:cubicBezTo>
                <a:cubicBezTo>
                  <a:pt x="2531" y="855"/>
                  <a:pt x="2531" y="855"/>
                  <a:pt x="2531" y="855"/>
                </a:cubicBezTo>
                <a:cubicBezTo>
                  <a:pt x="2533" y="856"/>
                  <a:pt x="2535" y="857"/>
                  <a:pt x="2536" y="860"/>
                </a:cubicBezTo>
                <a:cubicBezTo>
                  <a:pt x="2537" y="861"/>
                  <a:pt x="2537" y="863"/>
                  <a:pt x="2536" y="864"/>
                </a:cubicBezTo>
                <a:cubicBezTo>
                  <a:pt x="2535" y="865"/>
                  <a:pt x="2533" y="866"/>
                  <a:pt x="2532" y="868"/>
                </a:cubicBezTo>
                <a:cubicBezTo>
                  <a:pt x="2532" y="868"/>
                  <a:pt x="2532" y="869"/>
                  <a:pt x="2531" y="870"/>
                </a:cubicBezTo>
                <a:cubicBezTo>
                  <a:pt x="2531" y="870"/>
                  <a:pt x="2531" y="870"/>
                  <a:pt x="2531" y="870"/>
                </a:cubicBezTo>
                <a:cubicBezTo>
                  <a:pt x="2531" y="871"/>
                  <a:pt x="2531" y="871"/>
                  <a:pt x="2531" y="871"/>
                </a:cubicBezTo>
                <a:cubicBezTo>
                  <a:pt x="2531" y="871"/>
                  <a:pt x="2531" y="871"/>
                  <a:pt x="2531" y="871"/>
                </a:cubicBezTo>
                <a:cubicBezTo>
                  <a:pt x="2531" y="870"/>
                  <a:pt x="2531" y="870"/>
                  <a:pt x="2531" y="870"/>
                </a:cubicBezTo>
                <a:cubicBezTo>
                  <a:pt x="2533" y="870"/>
                  <a:pt x="2534" y="870"/>
                  <a:pt x="2535" y="871"/>
                </a:cubicBezTo>
                <a:cubicBezTo>
                  <a:pt x="2537" y="872"/>
                  <a:pt x="2538" y="874"/>
                  <a:pt x="2539" y="875"/>
                </a:cubicBezTo>
                <a:cubicBezTo>
                  <a:pt x="2541" y="877"/>
                  <a:pt x="2543" y="880"/>
                  <a:pt x="2541" y="883"/>
                </a:cubicBezTo>
                <a:cubicBezTo>
                  <a:pt x="2540" y="885"/>
                  <a:pt x="2539" y="887"/>
                  <a:pt x="2539" y="889"/>
                </a:cubicBezTo>
                <a:cubicBezTo>
                  <a:pt x="2539" y="892"/>
                  <a:pt x="2539" y="895"/>
                  <a:pt x="2536" y="896"/>
                </a:cubicBezTo>
                <a:cubicBezTo>
                  <a:pt x="2534" y="898"/>
                  <a:pt x="2533" y="900"/>
                  <a:pt x="2533" y="902"/>
                </a:cubicBezTo>
                <a:cubicBezTo>
                  <a:pt x="2533" y="906"/>
                  <a:pt x="2531" y="910"/>
                  <a:pt x="2527" y="912"/>
                </a:cubicBezTo>
                <a:cubicBezTo>
                  <a:pt x="2525" y="913"/>
                  <a:pt x="2526" y="914"/>
                  <a:pt x="2526" y="916"/>
                </a:cubicBezTo>
                <a:cubicBezTo>
                  <a:pt x="2526" y="919"/>
                  <a:pt x="2526" y="922"/>
                  <a:pt x="2526" y="925"/>
                </a:cubicBezTo>
                <a:cubicBezTo>
                  <a:pt x="2527" y="927"/>
                  <a:pt x="2526" y="928"/>
                  <a:pt x="2524" y="929"/>
                </a:cubicBezTo>
                <a:cubicBezTo>
                  <a:pt x="2523" y="929"/>
                  <a:pt x="2522" y="929"/>
                  <a:pt x="2522" y="930"/>
                </a:cubicBezTo>
                <a:cubicBezTo>
                  <a:pt x="2521" y="933"/>
                  <a:pt x="2519" y="936"/>
                  <a:pt x="2516" y="938"/>
                </a:cubicBezTo>
                <a:cubicBezTo>
                  <a:pt x="2516" y="938"/>
                  <a:pt x="2515" y="939"/>
                  <a:pt x="2515" y="939"/>
                </a:cubicBezTo>
                <a:cubicBezTo>
                  <a:pt x="2514" y="944"/>
                  <a:pt x="2510" y="946"/>
                  <a:pt x="2506" y="948"/>
                </a:cubicBezTo>
                <a:cubicBezTo>
                  <a:pt x="2505" y="949"/>
                  <a:pt x="2504" y="949"/>
                  <a:pt x="2504" y="950"/>
                </a:cubicBezTo>
                <a:cubicBezTo>
                  <a:pt x="2503" y="953"/>
                  <a:pt x="2501" y="954"/>
                  <a:pt x="2498" y="955"/>
                </a:cubicBezTo>
                <a:cubicBezTo>
                  <a:pt x="2496" y="956"/>
                  <a:pt x="2493" y="957"/>
                  <a:pt x="2491" y="958"/>
                </a:cubicBezTo>
                <a:cubicBezTo>
                  <a:pt x="2488" y="958"/>
                  <a:pt x="2484" y="959"/>
                  <a:pt x="2481" y="960"/>
                </a:cubicBezTo>
                <a:cubicBezTo>
                  <a:pt x="2480" y="961"/>
                  <a:pt x="2479" y="960"/>
                  <a:pt x="2477" y="959"/>
                </a:cubicBezTo>
                <a:cubicBezTo>
                  <a:pt x="2476" y="959"/>
                  <a:pt x="2475" y="959"/>
                  <a:pt x="2475" y="960"/>
                </a:cubicBezTo>
                <a:cubicBezTo>
                  <a:pt x="2473" y="964"/>
                  <a:pt x="2469" y="967"/>
                  <a:pt x="2465" y="968"/>
                </a:cubicBezTo>
                <a:cubicBezTo>
                  <a:pt x="2460" y="969"/>
                  <a:pt x="2455" y="972"/>
                  <a:pt x="2450" y="973"/>
                </a:cubicBezTo>
                <a:cubicBezTo>
                  <a:pt x="2449" y="973"/>
                  <a:pt x="2449" y="974"/>
                  <a:pt x="2449" y="975"/>
                </a:cubicBezTo>
                <a:cubicBezTo>
                  <a:pt x="2449" y="975"/>
                  <a:pt x="2449" y="976"/>
                  <a:pt x="2449" y="976"/>
                </a:cubicBezTo>
                <a:cubicBezTo>
                  <a:pt x="2450" y="976"/>
                  <a:pt x="2450" y="976"/>
                  <a:pt x="2450" y="976"/>
                </a:cubicBezTo>
                <a:cubicBezTo>
                  <a:pt x="2449" y="977"/>
                  <a:pt x="2449" y="977"/>
                  <a:pt x="2449" y="977"/>
                </a:cubicBezTo>
                <a:cubicBezTo>
                  <a:pt x="2449" y="976"/>
                  <a:pt x="2449" y="976"/>
                  <a:pt x="2449" y="976"/>
                </a:cubicBezTo>
                <a:cubicBezTo>
                  <a:pt x="2449" y="978"/>
                  <a:pt x="2449" y="979"/>
                  <a:pt x="2449" y="980"/>
                </a:cubicBezTo>
                <a:cubicBezTo>
                  <a:pt x="2449" y="982"/>
                  <a:pt x="2446" y="983"/>
                  <a:pt x="2444" y="982"/>
                </a:cubicBezTo>
                <a:cubicBezTo>
                  <a:pt x="2442" y="980"/>
                  <a:pt x="2440" y="978"/>
                  <a:pt x="2440" y="976"/>
                </a:cubicBezTo>
                <a:cubicBezTo>
                  <a:pt x="2440" y="973"/>
                  <a:pt x="2438" y="972"/>
                  <a:pt x="2435" y="971"/>
                </a:cubicBezTo>
                <a:cubicBezTo>
                  <a:pt x="2434" y="971"/>
                  <a:pt x="2433" y="970"/>
                  <a:pt x="2432" y="970"/>
                </a:cubicBezTo>
                <a:cubicBezTo>
                  <a:pt x="2431" y="970"/>
                  <a:pt x="2429" y="970"/>
                  <a:pt x="2429" y="970"/>
                </a:cubicBezTo>
                <a:cubicBezTo>
                  <a:pt x="2424" y="973"/>
                  <a:pt x="2420" y="975"/>
                  <a:pt x="2416" y="978"/>
                </a:cubicBezTo>
                <a:cubicBezTo>
                  <a:pt x="2414" y="978"/>
                  <a:pt x="2414" y="979"/>
                  <a:pt x="2413" y="981"/>
                </a:cubicBezTo>
                <a:cubicBezTo>
                  <a:pt x="2413" y="983"/>
                  <a:pt x="2412" y="985"/>
                  <a:pt x="2410" y="987"/>
                </a:cubicBezTo>
                <a:cubicBezTo>
                  <a:pt x="2406" y="990"/>
                  <a:pt x="2407" y="994"/>
                  <a:pt x="2407" y="998"/>
                </a:cubicBezTo>
                <a:cubicBezTo>
                  <a:pt x="2407" y="999"/>
                  <a:pt x="2408" y="1000"/>
                  <a:pt x="2408" y="1000"/>
                </a:cubicBezTo>
                <a:cubicBezTo>
                  <a:pt x="2409" y="1001"/>
                  <a:pt x="2411" y="1002"/>
                  <a:pt x="2412" y="1003"/>
                </a:cubicBezTo>
                <a:cubicBezTo>
                  <a:pt x="2413" y="1004"/>
                  <a:pt x="2415" y="1006"/>
                  <a:pt x="2415" y="1008"/>
                </a:cubicBezTo>
                <a:cubicBezTo>
                  <a:pt x="2416" y="1011"/>
                  <a:pt x="2418" y="1013"/>
                  <a:pt x="2421" y="1015"/>
                </a:cubicBezTo>
                <a:cubicBezTo>
                  <a:pt x="2426" y="1018"/>
                  <a:pt x="2430" y="1021"/>
                  <a:pt x="2434" y="1025"/>
                </a:cubicBezTo>
                <a:cubicBezTo>
                  <a:pt x="2435" y="1027"/>
                  <a:pt x="2437" y="1028"/>
                  <a:pt x="2438" y="1031"/>
                </a:cubicBezTo>
                <a:cubicBezTo>
                  <a:pt x="2441" y="1037"/>
                  <a:pt x="2444" y="1043"/>
                  <a:pt x="2445" y="1050"/>
                </a:cubicBezTo>
                <a:cubicBezTo>
                  <a:pt x="2445" y="1050"/>
                  <a:pt x="2445" y="1051"/>
                  <a:pt x="2445" y="1051"/>
                </a:cubicBezTo>
                <a:cubicBezTo>
                  <a:pt x="2447" y="1056"/>
                  <a:pt x="2446" y="1061"/>
                  <a:pt x="2445" y="1066"/>
                </a:cubicBezTo>
                <a:cubicBezTo>
                  <a:pt x="2444" y="1070"/>
                  <a:pt x="2442" y="1073"/>
                  <a:pt x="2440" y="1075"/>
                </a:cubicBezTo>
                <a:cubicBezTo>
                  <a:pt x="2436" y="1079"/>
                  <a:pt x="2432" y="1083"/>
                  <a:pt x="2426" y="1084"/>
                </a:cubicBezTo>
                <a:cubicBezTo>
                  <a:pt x="2424" y="1084"/>
                  <a:pt x="2423" y="1085"/>
                  <a:pt x="2422" y="1086"/>
                </a:cubicBezTo>
                <a:cubicBezTo>
                  <a:pt x="2418" y="1091"/>
                  <a:pt x="2414" y="1095"/>
                  <a:pt x="2409" y="1099"/>
                </a:cubicBezTo>
                <a:cubicBezTo>
                  <a:pt x="2409" y="1099"/>
                  <a:pt x="2409" y="1099"/>
                  <a:pt x="2408" y="1099"/>
                </a:cubicBezTo>
                <a:cubicBezTo>
                  <a:pt x="2408" y="1100"/>
                  <a:pt x="2406" y="1099"/>
                  <a:pt x="2406" y="1098"/>
                </a:cubicBezTo>
                <a:cubicBezTo>
                  <a:pt x="2405" y="1095"/>
                  <a:pt x="2405" y="1092"/>
                  <a:pt x="2405" y="1089"/>
                </a:cubicBezTo>
                <a:cubicBezTo>
                  <a:pt x="2406" y="1086"/>
                  <a:pt x="2403" y="1085"/>
                  <a:pt x="2401" y="1083"/>
                </a:cubicBezTo>
                <a:cubicBezTo>
                  <a:pt x="2400" y="1083"/>
                  <a:pt x="2399" y="1084"/>
                  <a:pt x="2398" y="1085"/>
                </a:cubicBezTo>
                <a:cubicBezTo>
                  <a:pt x="2394" y="1081"/>
                  <a:pt x="2388" y="1077"/>
                  <a:pt x="2386" y="1072"/>
                </a:cubicBezTo>
                <a:cubicBezTo>
                  <a:pt x="2384" y="1067"/>
                  <a:pt x="2379" y="1065"/>
                  <a:pt x="2375" y="1062"/>
                </a:cubicBezTo>
                <a:cubicBezTo>
                  <a:pt x="2375" y="1062"/>
                  <a:pt x="2373" y="1062"/>
                  <a:pt x="2372" y="1062"/>
                </a:cubicBezTo>
                <a:cubicBezTo>
                  <a:pt x="2368" y="1062"/>
                  <a:pt x="2366" y="1060"/>
                  <a:pt x="2365" y="1056"/>
                </a:cubicBezTo>
                <a:cubicBezTo>
                  <a:pt x="2365" y="1055"/>
                  <a:pt x="2365" y="1055"/>
                  <a:pt x="2364" y="1054"/>
                </a:cubicBezTo>
                <a:cubicBezTo>
                  <a:pt x="2364" y="1054"/>
                  <a:pt x="2363" y="1054"/>
                  <a:pt x="2362" y="1054"/>
                </a:cubicBezTo>
                <a:cubicBezTo>
                  <a:pt x="2361" y="1054"/>
                  <a:pt x="2361" y="1054"/>
                  <a:pt x="2360" y="1055"/>
                </a:cubicBezTo>
                <a:cubicBezTo>
                  <a:pt x="2360" y="1055"/>
                  <a:pt x="2360" y="1055"/>
                  <a:pt x="2360" y="1056"/>
                </a:cubicBezTo>
                <a:cubicBezTo>
                  <a:pt x="2359" y="1064"/>
                  <a:pt x="2357" y="1073"/>
                  <a:pt x="2354" y="1081"/>
                </a:cubicBezTo>
                <a:cubicBezTo>
                  <a:pt x="2353" y="1083"/>
                  <a:pt x="2353" y="1085"/>
                  <a:pt x="2353" y="1087"/>
                </a:cubicBezTo>
                <a:cubicBezTo>
                  <a:pt x="2354" y="1091"/>
                  <a:pt x="2355" y="1093"/>
                  <a:pt x="2359" y="1093"/>
                </a:cubicBezTo>
                <a:cubicBezTo>
                  <a:pt x="2360" y="1096"/>
                  <a:pt x="2361" y="1099"/>
                  <a:pt x="2364" y="1102"/>
                </a:cubicBezTo>
                <a:cubicBezTo>
                  <a:pt x="2365" y="1103"/>
                  <a:pt x="2366" y="1106"/>
                  <a:pt x="2366" y="1108"/>
                </a:cubicBezTo>
                <a:cubicBezTo>
                  <a:pt x="2366" y="1112"/>
                  <a:pt x="2368" y="1114"/>
                  <a:pt x="2371" y="1116"/>
                </a:cubicBezTo>
                <a:cubicBezTo>
                  <a:pt x="2376" y="1118"/>
                  <a:pt x="2379" y="1122"/>
                  <a:pt x="2383" y="1124"/>
                </a:cubicBezTo>
                <a:cubicBezTo>
                  <a:pt x="2387" y="1127"/>
                  <a:pt x="2390" y="1130"/>
                  <a:pt x="2393" y="1133"/>
                </a:cubicBezTo>
                <a:cubicBezTo>
                  <a:pt x="2394" y="1135"/>
                  <a:pt x="2395" y="1138"/>
                  <a:pt x="2395" y="1140"/>
                </a:cubicBezTo>
                <a:cubicBezTo>
                  <a:pt x="2395" y="1143"/>
                  <a:pt x="2395" y="1145"/>
                  <a:pt x="2395" y="1147"/>
                </a:cubicBezTo>
                <a:cubicBezTo>
                  <a:pt x="2395" y="1151"/>
                  <a:pt x="2396" y="1154"/>
                  <a:pt x="2398" y="1157"/>
                </a:cubicBezTo>
                <a:cubicBezTo>
                  <a:pt x="2400" y="1160"/>
                  <a:pt x="2401" y="1163"/>
                  <a:pt x="2403" y="1166"/>
                </a:cubicBezTo>
                <a:cubicBezTo>
                  <a:pt x="2403" y="1168"/>
                  <a:pt x="2403" y="1169"/>
                  <a:pt x="2402" y="1170"/>
                </a:cubicBezTo>
                <a:cubicBezTo>
                  <a:pt x="2401" y="1171"/>
                  <a:pt x="2400" y="1171"/>
                  <a:pt x="2399" y="1172"/>
                </a:cubicBezTo>
                <a:cubicBezTo>
                  <a:pt x="2396" y="1170"/>
                  <a:pt x="2392" y="1168"/>
                  <a:pt x="2388" y="1166"/>
                </a:cubicBezTo>
                <a:cubicBezTo>
                  <a:pt x="2385" y="1165"/>
                  <a:pt x="2382" y="1164"/>
                  <a:pt x="2381" y="1160"/>
                </a:cubicBezTo>
                <a:cubicBezTo>
                  <a:pt x="2380" y="1159"/>
                  <a:pt x="2378" y="1158"/>
                  <a:pt x="2377" y="1157"/>
                </a:cubicBezTo>
                <a:cubicBezTo>
                  <a:pt x="2376" y="1156"/>
                  <a:pt x="2375" y="1156"/>
                  <a:pt x="2375" y="1155"/>
                </a:cubicBezTo>
                <a:cubicBezTo>
                  <a:pt x="2374" y="1151"/>
                  <a:pt x="2372" y="1149"/>
                  <a:pt x="2370" y="1147"/>
                </a:cubicBezTo>
                <a:cubicBezTo>
                  <a:pt x="2368" y="1145"/>
                  <a:pt x="2367" y="1143"/>
                  <a:pt x="2367" y="1141"/>
                </a:cubicBezTo>
                <a:cubicBezTo>
                  <a:pt x="2367" y="1138"/>
                  <a:pt x="2367" y="1136"/>
                  <a:pt x="2366" y="1134"/>
                </a:cubicBezTo>
                <a:cubicBezTo>
                  <a:pt x="2366" y="1133"/>
                  <a:pt x="2365" y="1133"/>
                  <a:pt x="2365" y="1132"/>
                </a:cubicBezTo>
                <a:cubicBezTo>
                  <a:pt x="2365" y="1128"/>
                  <a:pt x="2365" y="1125"/>
                  <a:pt x="2363" y="1122"/>
                </a:cubicBezTo>
                <a:cubicBezTo>
                  <a:pt x="2359" y="1117"/>
                  <a:pt x="2354" y="1111"/>
                  <a:pt x="2350" y="1106"/>
                </a:cubicBezTo>
                <a:cubicBezTo>
                  <a:pt x="2350" y="1105"/>
                  <a:pt x="2349" y="1105"/>
                  <a:pt x="2349" y="1105"/>
                </a:cubicBezTo>
                <a:cubicBezTo>
                  <a:pt x="2344" y="1103"/>
                  <a:pt x="2343" y="1100"/>
                  <a:pt x="2345" y="1095"/>
                </a:cubicBezTo>
                <a:cubicBezTo>
                  <a:pt x="2346" y="1091"/>
                  <a:pt x="2347" y="1087"/>
                  <a:pt x="2346" y="1083"/>
                </a:cubicBezTo>
                <a:cubicBezTo>
                  <a:pt x="2345" y="1082"/>
                  <a:pt x="2346" y="1080"/>
                  <a:pt x="2346" y="1079"/>
                </a:cubicBezTo>
                <a:cubicBezTo>
                  <a:pt x="2348" y="1073"/>
                  <a:pt x="2348" y="1067"/>
                  <a:pt x="2346" y="1062"/>
                </a:cubicBezTo>
                <a:cubicBezTo>
                  <a:pt x="2346" y="1061"/>
                  <a:pt x="2345" y="1059"/>
                  <a:pt x="2345" y="1058"/>
                </a:cubicBezTo>
                <a:cubicBezTo>
                  <a:pt x="2345" y="1056"/>
                  <a:pt x="2344" y="1055"/>
                  <a:pt x="2343" y="1054"/>
                </a:cubicBezTo>
                <a:cubicBezTo>
                  <a:pt x="2339" y="1048"/>
                  <a:pt x="2338" y="1041"/>
                  <a:pt x="2336" y="1035"/>
                </a:cubicBezTo>
                <a:cubicBezTo>
                  <a:pt x="2336" y="1032"/>
                  <a:pt x="2335" y="1030"/>
                  <a:pt x="2334" y="1027"/>
                </a:cubicBezTo>
                <a:cubicBezTo>
                  <a:pt x="2334" y="1024"/>
                  <a:pt x="2331" y="1022"/>
                  <a:pt x="2329" y="1020"/>
                </a:cubicBezTo>
                <a:cubicBezTo>
                  <a:pt x="2329" y="1020"/>
                  <a:pt x="2328" y="1020"/>
                  <a:pt x="2327" y="1021"/>
                </a:cubicBezTo>
                <a:cubicBezTo>
                  <a:pt x="2324" y="1022"/>
                  <a:pt x="2321" y="1024"/>
                  <a:pt x="2319" y="1024"/>
                </a:cubicBezTo>
                <a:close/>
                <a:moveTo>
                  <a:pt x="2521" y="860"/>
                </a:moveTo>
                <a:cubicBezTo>
                  <a:pt x="2521" y="861"/>
                  <a:pt x="2521" y="861"/>
                  <a:pt x="2522" y="861"/>
                </a:cubicBezTo>
                <a:cubicBezTo>
                  <a:pt x="2522" y="862"/>
                  <a:pt x="2522" y="862"/>
                  <a:pt x="2522" y="862"/>
                </a:cubicBezTo>
                <a:cubicBezTo>
                  <a:pt x="2523" y="862"/>
                  <a:pt x="2523" y="862"/>
                  <a:pt x="2523" y="862"/>
                </a:cubicBezTo>
                <a:cubicBezTo>
                  <a:pt x="2522" y="861"/>
                  <a:pt x="2522" y="861"/>
                  <a:pt x="2522" y="861"/>
                </a:cubicBezTo>
                <a:cubicBezTo>
                  <a:pt x="2522" y="861"/>
                  <a:pt x="2522" y="861"/>
                  <a:pt x="2522" y="861"/>
                </a:cubicBezTo>
                <a:cubicBezTo>
                  <a:pt x="2522" y="861"/>
                  <a:pt x="2522" y="860"/>
                  <a:pt x="2522" y="860"/>
                </a:cubicBezTo>
                <a:cubicBezTo>
                  <a:pt x="2522" y="859"/>
                  <a:pt x="2522" y="859"/>
                  <a:pt x="2521" y="859"/>
                </a:cubicBezTo>
                <a:cubicBezTo>
                  <a:pt x="2521" y="859"/>
                  <a:pt x="2520" y="860"/>
                  <a:pt x="2521" y="860"/>
                </a:cubicBezTo>
                <a:close/>
                <a:moveTo>
                  <a:pt x="2501" y="836"/>
                </a:moveTo>
                <a:cubicBezTo>
                  <a:pt x="2501" y="836"/>
                  <a:pt x="2502" y="836"/>
                  <a:pt x="2502" y="836"/>
                </a:cubicBezTo>
                <a:cubicBezTo>
                  <a:pt x="2502" y="836"/>
                  <a:pt x="2502" y="836"/>
                  <a:pt x="2503" y="836"/>
                </a:cubicBezTo>
                <a:cubicBezTo>
                  <a:pt x="2503" y="835"/>
                  <a:pt x="2502" y="835"/>
                  <a:pt x="2502" y="835"/>
                </a:cubicBezTo>
                <a:cubicBezTo>
                  <a:pt x="2501" y="835"/>
                  <a:pt x="2501" y="835"/>
                  <a:pt x="2501" y="836"/>
                </a:cubicBezTo>
                <a:close/>
                <a:moveTo>
                  <a:pt x="2491" y="886"/>
                </a:moveTo>
                <a:cubicBezTo>
                  <a:pt x="2491" y="886"/>
                  <a:pt x="2491" y="887"/>
                  <a:pt x="2492" y="888"/>
                </a:cubicBezTo>
                <a:cubicBezTo>
                  <a:pt x="2492" y="888"/>
                  <a:pt x="2492" y="888"/>
                  <a:pt x="2492" y="888"/>
                </a:cubicBezTo>
                <a:cubicBezTo>
                  <a:pt x="2492" y="887"/>
                  <a:pt x="2492" y="886"/>
                  <a:pt x="2492" y="886"/>
                </a:cubicBezTo>
                <a:cubicBezTo>
                  <a:pt x="2492" y="886"/>
                  <a:pt x="2491" y="886"/>
                  <a:pt x="2491" y="885"/>
                </a:cubicBezTo>
                <a:cubicBezTo>
                  <a:pt x="2491" y="885"/>
                  <a:pt x="2490" y="886"/>
                  <a:pt x="2491" y="886"/>
                </a:cubicBezTo>
                <a:close/>
                <a:moveTo>
                  <a:pt x="2587" y="673"/>
                </a:moveTo>
                <a:cubicBezTo>
                  <a:pt x="2587" y="674"/>
                  <a:pt x="2588" y="676"/>
                  <a:pt x="2589" y="678"/>
                </a:cubicBezTo>
                <a:cubicBezTo>
                  <a:pt x="2589" y="678"/>
                  <a:pt x="2590" y="678"/>
                  <a:pt x="2591" y="678"/>
                </a:cubicBezTo>
                <a:cubicBezTo>
                  <a:pt x="2591" y="677"/>
                  <a:pt x="2592" y="676"/>
                  <a:pt x="2592" y="675"/>
                </a:cubicBezTo>
                <a:cubicBezTo>
                  <a:pt x="2592" y="674"/>
                  <a:pt x="2592" y="673"/>
                  <a:pt x="2591" y="671"/>
                </a:cubicBezTo>
                <a:cubicBezTo>
                  <a:pt x="2591" y="671"/>
                  <a:pt x="2590" y="670"/>
                  <a:pt x="2589" y="670"/>
                </a:cubicBezTo>
                <a:cubicBezTo>
                  <a:pt x="2587" y="670"/>
                  <a:pt x="2586" y="672"/>
                  <a:pt x="2587" y="673"/>
                </a:cubicBezTo>
                <a:close/>
                <a:moveTo>
                  <a:pt x="2788" y="251"/>
                </a:moveTo>
                <a:cubicBezTo>
                  <a:pt x="2788" y="252"/>
                  <a:pt x="2789" y="253"/>
                  <a:pt x="2790" y="253"/>
                </a:cubicBezTo>
                <a:cubicBezTo>
                  <a:pt x="2791" y="252"/>
                  <a:pt x="2792" y="251"/>
                  <a:pt x="2793" y="251"/>
                </a:cubicBezTo>
                <a:cubicBezTo>
                  <a:pt x="2793" y="250"/>
                  <a:pt x="2794" y="249"/>
                  <a:pt x="2793" y="249"/>
                </a:cubicBezTo>
                <a:cubicBezTo>
                  <a:pt x="2793" y="249"/>
                  <a:pt x="2793" y="249"/>
                  <a:pt x="2793" y="249"/>
                </a:cubicBezTo>
                <a:cubicBezTo>
                  <a:pt x="2791" y="249"/>
                  <a:pt x="2790" y="249"/>
                  <a:pt x="2788" y="250"/>
                </a:cubicBezTo>
                <a:cubicBezTo>
                  <a:pt x="2788" y="250"/>
                  <a:pt x="2787" y="250"/>
                  <a:pt x="2788" y="251"/>
                </a:cubicBezTo>
                <a:close/>
                <a:moveTo>
                  <a:pt x="2598" y="184"/>
                </a:moveTo>
                <a:cubicBezTo>
                  <a:pt x="2598" y="184"/>
                  <a:pt x="2598" y="184"/>
                  <a:pt x="2599" y="184"/>
                </a:cubicBezTo>
                <a:cubicBezTo>
                  <a:pt x="2599" y="184"/>
                  <a:pt x="2599" y="184"/>
                  <a:pt x="2599" y="184"/>
                </a:cubicBezTo>
                <a:cubicBezTo>
                  <a:pt x="2599" y="184"/>
                  <a:pt x="2600" y="185"/>
                  <a:pt x="2600" y="185"/>
                </a:cubicBezTo>
                <a:cubicBezTo>
                  <a:pt x="2600" y="186"/>
                  <a:pt x="2601" y="185"/>
                  <a:pt x="2601" y="185"/>
                </a:cubicBezTo>
                <a:cubicBezTo>
                  <a:pt x="2601" y="184"/>
                  <a:pt x="2600" y="184"/>
                  <a:pt x="2599" y="184"/>
                </a:cubicBezTo>
                <a:cubicBezTo>
                  <a:pt x="2599" y="184"/>
                  <a:pt x="2599" y="184"/>
                  <a:pt x="2598" y="184"/>
                </a:cubicBezTo>
                <a:close/>
                <a:moveTo>
                  <a:pt x="2498" y="537"/>
                </a:moveTo>
                <a:cubicBezTo>
                  <a:pt x="2498" y="537"/>
                  <a:pt x="2498" y="537"/>
                  <a:pt x="2498" y="537"/>
                </a:cubicBezTo>
                <a:cubicBezTo>
                  <a:pt x="2499" y="537"/>
                  <a:pt x="2499" y="537"/>
                  <a:pt x="2499" y="537"/>
                </a:cubicBezTo>
                <a:cubicBezTo>
                  <a:pt x="2499" y="536"/>
                  <a:pt x="2499" y="536"/>
                  <a:pt x="2499" y="536"/>
                </a:cubicBezTo>
                <a:cubicBezTo>
                  <a:pt x="2499" y="536"/>
                  <a:pt x="2498" y="537"/>
                  <a:pt x="2498" y="537"/>
                </a:cubicBezTo>
                <a:close/>
                <a:moveTo>
                  <a:pt x="2452" y="888"/>
                </a:moveTo>
                <a:cubicBezTo>
                  <a:pt x="2452" y="889"/>
                  <a:pt x="2452" y="889"/>
                  <a:pt x="2452" y="889"/>
                </a:cubicBezTo>
                <a:cubicBezTo>
                  <a:pt x="2452" y="889"/>
                  <a:pt x="2452" y="889"/>
                  <a:pt x="2452" y="889"/>
                </a:cubicBezTo>
                <a:cubicBezTo>
                  <a:pt x="2453" y="889"/>
                  <a:pt x="2453" y="889"/>
                  <a:pt x="2453" y="889"/>
                </a:cubicBezTo>
                <a:cubicBezTo>
                  <a:pt x="2454" y="890"/>
                  <a:pt x="2456" y="890"/>
                  <a:pt x="2457" y="890"/>
                </a:cubicBezTo>
                <a:cubicBezTo>
                  <a:pt x="2458" y="890"/>
                  <a:pt x="2458" y="889"/>
                  <a:pt x="2458" y="888"/>
                </a:cubicBezTo>
                <a:cubicBezTo>
                  <a:pt x="2458" y="887"/>
                  <a:pt x="2458" y="887"/>
                  <a:pt x="2457" y="887"/>
                </a:cubicBezTo>
                <a:cubicBezTo>
                  <a:pt x="2456" y="889"/>
                  <a:pt x="2454" y="889"/>
                  <a:pt x="2453" y="889"/>
                </a:cubicBezTo>
                <a:cubicBezTo>
                  <a:pt x="2453" y="889"/>
                  <a:pt x="2453" y="889"/>
                  <a:pt x="2453" y="889"/>
                </a:cubicBezTo>
                <a:cubicBezTo>
                  <a:pt x="2452" y="889"/>
                  <a:pt x="2452" y="889"/>
                  <a:pt x="2452" y="889"/>
                </a:cubicBezTo>
                <a:cubicBezTo>
                  <a:pt x="2452" y="889"/>
                  <a:pt x="2452" y="889"/>
                  <a:pt x="2452" y="888"/>
                </a:cubicBezTo>
                <a:close/>
                <a:moveTo>
                  <a:pt x="2448" y="164"/>
                </a:moveTo>
                <a:cubicBezTo>
                  <a:pt x="2448" y="166"/>
                  <a:pt x="2447" y="169"/>
                  <a:pt x="2447" y="171"/>
                </a:cubicBezTo>
                <a:cubicBezTo>
                  <a:pt x="2447" y="171"/>
                  <a:pt x="2447" y="172"/>
                  <a:pt x="2448" y="172"/>
                </a:cubicBezTo>
                <a:cubicBezTo>
                  <a:pt x="2448" y="172"/>
                  <a:pt x="2449" y="172"/>
                  <a:pt x="2449" y="172"/>
                </a:cubicBezTo>
                <a:cubicBezTo>
                  <a:pt x="2449" y="170"/>
                  <a:pt x="2450" y="169"/>
                  <a:pt x="2450" y="168"/>
                </a:cubicBezTo>
                <a:cubicBezTo>
                  <a:pt x="2451" y="166"/>
                  <a:pt x="2450" y="164"/>
                  <a:pt x="2448" y="164"/>
                </a:cubicBezTo>
                <a:cubicBezTo>
                  <a:pt x="2448" y="164"/>
                  <a:pt x="2448" y="164"/>
                  <a:pt x="2448" y="164"/>
                </a:cubicBezTo>
                <a:cubicBezTo>
                  <a:pt x="2447" y="163"/>
                  <a:pt x="2447" y="163"/>
                  <a:pt x="2447" y="163"/>
                </a:cubicBezTo>
                <a:lnTo>
                  <a:pt x="2448" y="164"/>
                </a:lnTo>
                <a:close/>
                <a:moveTo>
                  <a:pt x="2438" y="630"/>
                </a:moveTo>
                <a:cubicBezTo>
                  <a:pt x="2438" y="630"/>
                  <a:pt x="2438" y="629"/>
                  <a:pt x="2437" y="629"/>
                </a:cubicBezTo>
                <a:cubicBezTo>
                  <a:pt x="2437" y="630"/>
                  <a:pt x="2437" y="631"/>
                  <a:pt x="2437" y="631"/>
                </a:cubicBezTo>
                <a:cubicBezTo>
                  <a:pt x="2437" y="631"/>
                  <a:pt x="2437" y="631"/>
                  <a:pt x="2438" y="631"/>
                </a:cubicBezTo>
                <a:cubicBezTo>
                  <a:pt x="2438" y="631"/>
                  <a:pt x="2438" y="630"/>
                  <a:pt x="2438" y="630"/>
                </a:cubicBezTo>
                <a:close/>
                <a:moveTo>
                  <a:pt x="2435" y="160"/>
                </a:moveTo>
                <a:cubicBezTo>
                  <a:pt x="2435" y="161"/>
                  <a:pt x="2436" y="161"/>
                  <a:pt x="2436" y="161"/>
                </a:cubicBezTo>
                <a:cubicBezTo>
                  <a:pt x="2437" y="161"/>
                  <a:pt x="2437" y="161"/>
                  <a:pt x="2437" y="161"/>
                </a:cubicBezTo>
                <a:cubicBezTo>
                  <a:pt x="2438" y="161"/>
                  <a:pt x="2439" y="160"/>
                  <a:pt x="2440" y="159"/>
                </a:cubicBezTo>
                <a:cubicBezTo>
                  <a:pt x="2440" y="159"/>
                  <a:pt x="2440" y="158"/>
                  <a:pt x="2440" y="158"/>
                </a:cubicBezTo>
                <a:cubicBezTo>
                  <a:pt x="2440" y="158"/>
                  <a:pt x="2439" y="158"/>
                  <a:pt x="2438" y="158"/>
                </a:cubicBezTo>
                <a:cubicBezTo>
                  <a:pt x="2436" y="158"/>
                  <a:pt x="2435" y="158"/>
                  <a:pt x="2435" y="160"/>
                </a:cubicBezTo>
                <a:close/>
                <a:moveTo>
                  <a:pt x="2400" y="199"/>
                </a:moveTo>
                <a:cubicBezTo>
                  <a:pt x="2401" y="201"/>
                  <a:pt x="2403" y="202"/>
                  <a:pt x="2405" y="201"/>
                </a:cubicBezTo>
                <a:cubicBezTo>
                  <a:pt x="2405" y="201"/>
                  <a:pt x="2405" y="200"/>
                  <a:pt x="2406" y="199"/>
                </a:cubicBezTo>
                <a:cubicBezTo>
                  <a:pt x="2405" y="199"/>
                  <a:pt x="2405" y="199"/>
                  <a:pt x="2405" y="199"/>
                </a:cubicBezTo>
                <a:cubicBezTo>
                  <a:pt x="2404" y="198"/>
                  <a:pt x="2402" y="198"/>
                  <a:pt x="2401" y="198"/>
                </a:cubicBezTo>
                <a:cubicBezTo>
                  <a:pt x="2400" y="197"/>
                  <a:pt x="2400" y="198"/>
                  <a:pt x="2400" y="199"/>
                </a:cubicBezTo>
                <a:close/>
                <a:moveTo>
                  <a:pt x="2397" y="1058"/>
                </a:moveTo>
                <a:cubicBezTo>
                  <a:pt x="2397" y="1058"/>
                  <a:pt x="2398" y="1059"/>
                  <a:pt x="2398" y="1058"/>
                </a:cubicBezTo>
                <a:cubicBezTo>
                  <a:pt x="2398" y="1058"/>
                  <a:pt x="2398" y="1058"/>
                  <a:pt x="2398" y="1057"/>
                </a:cubicBezTo>
                <a:cubicBezTo>
                  <a:pt x="2397" y="1058"/>
                  <a:pt x="2397" y="1058"/>
                  <a:pt x="2397" y="1058"/>
                </a:cubicBezTo>
                <a:close/>
                <a:moveTo>
                  <a:pt x="2165" y="149"/>
                </a:moveTo>
                <a:cubicBezTo>
                  <a:pt x="2166" y="150"/>
                  <a:pt x="2166" y="150"/>
                  <a:pt x="2166" y="150"/>
                </a:cubicBezTo>
                <a:cubicBezTo>
                  <a:pt x="2166" y="150"/>
                  <a:pt x="2166" y="150"/>
                  <a:pt x="2166" y="150"/>
                </a:cubicBezTo>
                <a:cubicBezTo>
                  <a:pt x="2166" y="150"/>
                  <a:pt x="2166" y="150"/>
                  <a:pt x="2166" y="150"/>
                </a:cubicBezTo>
                <a:lnTo>
                  <a:pt x="2165" y="149"/>
                </a:lnTo>
                <a:close/>
                <a:moveTo>
                  <a:pt x="1508" y="489"/>
                </a:moveTo>
                <a:cubicBezTo>
                  <a:pt x="1507" y="489"/>
                  <a:pt x="1507" y="489"/>
                  <a:pt x="1507" y="489"/>
                </a:cubicBezTo>
                <a:cubicBezTo>
                  <a:pt x="1507" y="489"/>
                  <a:pt x="1507" y="489"/>
                  <a:pt x="1507" y="489"/>
                </a:cubicBezTo>
                <a:lnTo>
                  <a:pt x="1508" y="489"/>
                </a:lnTo>
                <a:close/>
                <a:moveTo>
                  <a:pt x="1537" y="554"/>
                </a:moveTo>
                <a:cubicBezTo>
                  <a:pt x="1536" y="553"/>
                  <a:pt x="1536" y="552"/>
                  <a:pt x="1535" y="552"/>
                </a:cubicBezTo>
                <a:cubicBezTo>
                  <a:pt x="1535" y="551"/>
                  <a:pt x="1534" y="552"/>
                  <a:pt x="1533" y="553"/>
                </a:cubicBezTo>
                <a:cubicBezTo>
                  <a:pt x="1532" y="554"/>
                  <a:pt x="1532" y="555"/>
                  <a:pt x="1531" y="556"/>
                </a:cubicBezTo>
                <a:cubicBezTo>
                  <a:pt x="1528" y="557"/>
                  <a:pt x="1528" y="559"/>
                  <a:pt x="1528" y="562"/>
                </a:cubicBezTo>
                <a:cubicBezTo>
                  <a:pt x="1528" y="562"/>
                  <a:pt x="1528" y="562"/>
                  <a:pt x="1528" y="562"/>
                </a:cubicBezTo>
                <a:cubicBezTo>
                  <a:pt x="1528" y="562"/>
                  <a:pt x="1528" y="562"/>
                  <a:pt x="1528" y="563"/>
                </a:cubicBezTo>
                <a:cubicBezTo>
                  <a:pt x="1528" y="562"/>
                  <a:pt x="1528" y="562"/>
                  <a:pt x="1528" y="562"/>
                </a:cubicBezTo>
                <a:cubicBezTo>
                  <a:pt x="1528" y="562"/>
                  <a:pt x="1528" y="562"/>
                  <a:pt x="1528" y="562"/>
                </a:cubicBezTo>
                <a:cubicBezTo>
                  <a:pt x="1530" y="562"/>
                  <a:pt x="1532" y="562"/>
                  <a:pt x="1533" y="561"/>
                </a:cubicBezTo>
                <a:cubicBezTo>
                  <a:pt x="1535" y="561"/>
                  <a:pt x="1536" y="560"/>
                  <a:pt x="1537" y="558"/>
                </a:cubicBezTo>
                <a:cubicBezTo>
                  <a:pt x="1537" y="557"/>
                  <a:pt x="1537" y="555"/>
                  <a:pt x="1537" y="554"/>
                </a:cubicBezTo>
                <a:close/>
                <a:moveTo>
                  <a:pt x="1545" y="563"/>
                </a:moveTo>
                <a:cubicBezTo>
                  <a:pt x="1545" y="562"/>
                  <a:pt x="1545" y="562"/>
                  <a:pt x="1545" y="562"/>
                </a:cubicBezTo>
                <a:cubicBezTo>
                  <a:pt x="1544" y="562"/>
                  <a:pt x="1544" y="563"/>
                  <a:pt x="1544" y="564"/>
                </a:cubicBezTo>
                <a:cubicBezTo>
                  <a:pt x="1544" y="564"/>
                  <a:pt x="1544" y="564"/>
                  <a:pt x="1543" y="564"/>
                </a:cubicBezTo>
                <a:cubicBezTo>
                  <a:pt x="1543" y="565"/>
                  <a:pt x="1543" y="565"/>
                  <a:pt x="1543" y="566"/>
                </a:cubicBezTo>
                <a:cubicBezTo>
                  <a:pt x="1543" y="566"/>
                  <a:pt x="1543" y="565"/>
                  <a:pt x="1543" y="565"/>
                </a:cubicBezTo>
                <a:cubicBezTo>
                  <a:pt x="1543" y="565"/>
                  <a:pt x="1543" y="564"/>
                  <a:pt x="1544" y="564"/>
                </a:cubicBezTo>
                <a:cubicBezTo>
                  <a:pt x="1544" y="564"/>
                  <a:pt x="1544" y="564"/>
                  <a:pt x="1544" y="564"/>
                </a:cubicBezTo>
                <a:cubicBezTo>
                  <a:pt x="1544" y="563"/>
                  <a:pt x="1545" y="563"/>
                  <a:pt x="1545" y="563"/>
                </a:cubicBezTo>
                <a:close/>
                <a:moveTo>
                  <a:pt x="1563" y="548"/>
                </a:moveTo>
                <a:cubicBezTo>
                  <a:pt x="1563" y="548"/>
                  <a:pt x="1564" y="548"/>
                  <a:pt x="1565" y="548"/>
                </a:cubicBezTo>
                <a:cubicBezTo>
                  <a:pt x="1565" y="548"/>
                  <a:pt x="1565" y="548"/>
                  <a:pt x="1565" y="547"/>
                </a:cubicBezTo>
                <a:cubicBezTo>
                  <a:pt x="1564" y="547"/>
                  <a:pt x="1564" y="547"/>
                  <a:pt x="1563" y="547"/>
                </a:cubicBezTo>
                <a:cubicBezTo>
                  <a:pt x="1563" y="547"/>
                  <a:pt x="1562" y="547"/>
                  <a:pt x="1562" y="547"/>
                </a:cubicBezTo>
                <a:cubicBezTo>
                  <a:pt x="1562" y="548"/>
                  <a:pt x="1562" y="548"/>
                  <a:pt x="1563" y="548"/>
                </a:cubicBezTo>
                <a:close/>
                <a:moveTo>
                  <a:pt x="1580" y="378"/>
                </a:moveTo>
                <a:cubicBezTo>
                  <a:pt x="1580" y="378"/>
                  <a:pt x="1579" y="376"/>
                  <a:pt x="1578" y="376"/>
                </a:cubicBezTo>
                <a:cubicBezTo>
                  <a:pt x="1577" y="376"/>
                  <a:pt x="1576" y="377"/>
                  <a:pt x="1576" y="377"/>
                </a:cubicBezTo>
                <a:cubicBezTo>
                  <a:pt x="1576" y="377"/>
                  <a:pt x="1576" y="378"/>
                  <a:pt x="1577" y="379"/>
                </a:cubicBezTo>
                <a:cubicBezTo>
                  <a:pt x="1577" y="379"/>
                  <a:pt x="1578" y="379"/>
                  <a:pt x="1578" y="379"/>
                </a:cubicBezTo>
                <a:cubicBezTo>
                  <a:pt x="1579" y="379"/>
                  <a:pt x="1579" y="379"/>
                  <a:pt x="1580" y="378"/>
                </a:cubicBezTo>
                <a:close/>
                <a:moveTo>
                  <a:pt x="1591" y="371"/>
                </a:moveTo>
                <a:cubicBezTo>
                  <a:pt x="1590" y="371"/>
                  <a:pt x="1590" y="372"/>
                  <a:pt x="1589" y="372"/>
                </a:cubicBezTo>
                <a:cubicBezTo>
                  <a:pt x="1590" y="373"/>
                  <a:pt x="1590" y="373"/>
                  <a:pt x="1590" y="373"/>
                </a:cubicBezTo>
                <a:cubicBezTo>
                  <a:pt x="1591" y="373"/>
                  <a:pt x="1591" y="372"/>
                  <a:pt x="1591" y="371"/>
                </a:cubicBezTo>
                <a:close/>
                <a:moveTo>
                  <a:pt x="1607" y="365"/>
                </a:moveTo>
                <a:cubicBezTo>
                  <a:pt x="1607" y="366"/>
                  <a:pt x="1607" y="366"/>
                  <a:pt x="1607" y="366"/>
                </a:cubicBezTo>
                <a:cubicBezTo>
                  <a:pt x="1607" y="366"/>
                  <a:pt x="1607" y="366"/>
                  <a:pt x="1606" y="366"/>
                </a:cubicBezTo>
                <a:cubicBezTo>
                  <a:pt x="1606" y="366"/>
                  <a:pt x="1606" y="367"/>
                  <a:pt x="1606" y="367"/>
                </a:cubicBezTo>
                <a:cubicBezTo>
                  <a:pt x="1606" y="368"/>
                  <a:pt x="1605" y="370"/>
                  <a:pt x="1605" y="371"/>
                </a:cubicBezTo>
                <a:cubicBezTo>
                  <a:pt x="1605" y="371"/>
                  <a:pt x="1606" y="372"/>
                  <a:pt x="1606" y="372"/>
                </a:cubicBezTo>
                <a:cubicBezTo>
                  <a:pt x="1606" y="372"/>
                  <a:pt x="1606" y="371"/>
                  <a:pt x="1606" y="371"/>
                </a:cubicBezTo>
                <a:cubicBezTo>
                  <a:pt x="1606" y="370"/>
                  <a:pt x="1606" y="368"/>
                  <a:pt x="1606" y="367"/>
                </a:cubicBezTo>
                <a:cubicBezTo>
                  <a:pt x="1606" y="367"/>
                  <a:pt x="1606" y="367"/>
                  <a:pt x="1607" y="366"/>
                </a:cubicBezTo>
                <a:cubicBezTo>
                  <a:pt x="1607" y="366"/>
                  <a:pt x="1607" y="366"/>
                  <a:pt x="1607" y="366"/>
                </a:cubicBezTo>
                <a:cubicBezTo>
                  <a:pt x="1608" y="366"/>
                  <a:pt x="1608" y="366"/>
                  <a:pt x="1607" y="365"/>
                </a:cubicBezTo>
                <a:close/>
                <a:moveTo>
                  <a:pt x="1627" y="513"/>
                </a:moveTo>
                <a:cubicBezTo>
                  <a:pt x="1626" y="512"/>
                  <a:pt x="1626" y="512"/>
                  <a:pt x="1626" y="512"/>
                </a:cubicBezTo>
                <a:cubicBezTo>
                  <a:pt x="1626" y="513"/>
                  <a:pt x="1626" y="513"/>
                  <a:pt x="1626" y="513"/>
                </a:cubicBezTo>
                <a:lnTo>
                  <a:pt x="1627" y="513"/>
                </a:lnTo>
                <a:close/>
                <a:moveTo>
                  <a:pt x="1628" y="396"/>
                </a:moveTo>
                <a:cubicBezTo>
                  <a:pt x="1628" y="396"/>
                  <a:pt x="1629" y="396"/>
                  <a:pt x="1629" y="396"/>
                </a:cubicBezTo>
                <a:cubicBezTo>
                  <a:pt x="1629" y="395"/>
                  <a:pt x="1630" y="395"/>
                  <a:pt x="1630" y="394"/>
                </a:cubicBezTo>
                <a:cubicBezTo>
                  <a:pt x="1630" y="393"/>
                  <a:pt x="1630" y="392"/>
                  <a:pt x="1629" y="391"/>
                </a:cubicBezTo>
                <a:cubicBezTo>
                  <a:pt x="1630" y="390"/>
                  <a:pt x="1630" y="390"/>
                  <a:pt x="1630" y="390"/>
                </a:cubicBezTo>
                <a:cubicBezTo>
                  <a:pt x="1629" y="391"/>
                  <a:pt x="1629" y="391"/>
                  <a:pt x="1629" y="391"/>
                </a:cubicBezTo>
                <a:cubicBezTo>
                  <a:pt x="1629" y="391"/>
                  <a:pt x="1629" y="391"/>
                  <a:pt x="1629" y="391"/>
                </a:cubicBezTo>
                <a:cubicBezTo>
                  <a:pt x="1629" y="392"/>
                  <a:pt x="1628" y="393"/>
                  <a:pt x="1627" y="394"/>
                </a:cubicBezTo>
                <a:cubicBezTo>
                  <a:pt x="1627" y="394"/>
                  <a:pt x="1628" y="395"/>
                  <a:pt x="1628" y="396"/>
                </a:cubicBezTo>
                <a:close/>
                <a:moveTo>
                  <a:pt x="1633" y="496"/>
                </a:moveTo>
                <a:cubicBezTo>
                  <a:pt x="1632" y="496"/>
                  <a:pt x="1632" y="496"/>
                  <a:pt x="1632" y="496"/>
                </a:cubicBezTo>
                <a:cubicBezTo>
                  <a:pt x="1632" y="495"/>
                  <a:pt x="1631" y="495"/>
                  <a:pt x="1631" y="495"/>
                </a:cubicBezTo>
                <a:cubicBezTo>
                  <a:pt x="1630" y="495"/>
                  <a:pt x="1630" y="494"/>
                  <a:pt x="1629" y="494"/>
                </a:cubicBezTo>
                <a:cubicBezTo>
                  <a:pt x="1629" y="494"/>
                  <a:pt x="1628" y="494"/>
                  <a:pt x="1628" y="494"/>
                </a:cubicBezTo>
                <a:cubicBezTo>
                  <a:pt x="1629" y="496"/>
                  <a:pt x="1630" y="496"/>
                  <a:pt x="1631" y="496"/>
                </a:cubicBezTo>
                <a:cubicBezTo>
                  <a:pt x="1631" y="496"/>
                  <a:pt x="1631" y="496"/>
                  <a:pt x="1631" y="496"/>
                </a:cubicBezTo>
                <a:cubicBezTo>
                  <a:pt x="1632" y="497"/>
                  <a:pt x="1632" y="496"/>
                  <a:pt x="1633" y="496"/>
                </a:cubicBezTo>
                <a:close/>
                <a:moveTo>
                  <a:pt x="1637" y="471"/>
                </a:moveTo>
                <a:cubicBezTo>
                  <a:pt x="1636" y="470"/>
                  <a:pt x="1636" y="469"/>
                  <a:pt x="1634" y="469"/>
                </a:cubicBezTo>
                <a:cubicBezTo>
                  <a:pt x="1634" y="470"/>
                  <a:pt x="1633" y="471"/>
                  <a:pt x="1633" y="471"/>
                </a:cubicBezTo>
                <a:cubicBezTo>
                  <a:pt x="1634" y="472"/>
                  <a:pt x="1634" y="472"/>
                  <a:pt x="1635" y="473"/>
                </a:cubicBezTo>
                <a:cubicBezTo>
                  <a:pt x="1636" y="473"/>
                  <a:pt x="1637" y="472"/>
                  <a:pt x="1637" y="472"/>
                </a:cubicBezTo>
                <a:cubicBezTo>
                  <a:pt x="1637" y="472"/>
                  <a:pt x="1637" y="471"/>
                  <a:pt x="1637" y="471"/>
                </a:cubicBezTo>
                <a:close/>
                <a:moveTo>
                  <a:pt x="1647" y="505"/>
                </a:moveTo>
                <a:cubicBezTo>
                  <a:pt x="1648" y="505"/>
                  <a:pt x="1648" y="505"/>
                  <a:pt x="1648" y="505"/>
                </a:cubicBezTo>
                <a:cubicBezTo>
                  <a:pt x="1648" y="504"/>
                  <a:pt x="1648" y="504"/>
                  <a:pt x="1648" y="504"/>
                </a:cubicBezTo>
                <a:lnTo>
                  <a:pt x="1647" y="505"/>
                </a:lnTo>
                <a:close/>
                <a:moveTo>
                  <a:pt x="1652" y="512"/>
                </a:moveTo>
                <a:cubicBezTo>
                  <a:pt x="1652" y="512"/>
                  <a:pt x="1652" y="511"/>
                  <a:pt x="1652" y="511"/>
                </a:cubicBezTo>
                <a:cubicBezTo>
                  <a:pt x="1651" y="511"/>
                  <a:pt x="1651" y="511"/>
                  <a:pt x="1651" y="511"/>
                </a:cubicBezTo>
                <a:cubicBezTo>
                  <a:pt x="1649" y="512"/>
                  <a:pt x="1648" y="514"/>
                  <a:pt x="1646" y="515"/>
                </a:cubicBezTo>
                <a:cubicBezTo>
                  <a:pt x="1645" y="516"/>
                  <a:pt x="1646" y="518"/>
                  <a:pt x="1647" y="519"/>
                </a:cubicBezTo>
                <a:cubicBezTo>
                  <a:pt x="1648" y="519"/>
                  <a:pt x="1649" y="520"/>
                  <a:pt x="1650" y="520"/>
                </a:cubicBezTo>
                <a:cubicBezTo>
                  <a:pt x="1652" y="519"/>
                  <a:pt x="1651" y="518"/>
                  <a:pt x="1651" y="517"/>
                </a:cubicBezTo>
                <a:cubicBezTo>
                  <a:pt x="1650" y="516"/>
                  <a:pt x="1651" y="515"/>
                  <a:pt x="1651" y="514"/>
                </a:cubicBezTo>
                <a:cubicBezTo>
                  <a:pt x="1652" y="513"/>
                  <a:pt x="1652" y="512"/>
                  <a:pt x="1652" y="512"/>
                </a:cubicBezTo>
                <a:close/>
                <a:moveTo>
                  <a:pt x="1657" y="489"/>
                </a:moveTo>
                <a:cubicBezTo>
                  <a:pt x="1657" y="489"/>
                  <a:pt x="1657" y="488"/>
                  <a:pt x="1657" y="488"/>
                </a:cubicBezTo>
                <a:cubicBezTo>
                  <a:pt x="1657" y="487"/>
                  <a:pt x="1657" y="487"/>
                  <a:pt x="1657" y="487"/>
                </a:cubicBezTo>
                <a:cubicBezTo>
                  <a:pt x="1656" y="487"/>
                  <a:pt x="1655" y="486"/>
                  <a:pt x="1655" y="486"/>
                </a:cubicBezTo>
                <a:cubicBezTo>
                  <a:pt x="1655" y="486"/>
                  <a:pt x="1655" y="487"/>
                  <a:pt x="1654" y="487"/>
                </a:cubicBezTo>
                <a:cubicBezTo>
                  <a:pt x="1655" y="487"/>
                  <a:pt x="1656" y="488"/>
                  <a:pt x="1657" y="489"/>
                </a:cubicBezTo>
                <a:close/>
                <a:moveTo>
                  <a:pt x="1658" y="501"/>
                </a:moveTo>
                <a:cubicBezTo>
                  <a:pt x="1658" y="501"/>
                  <a:pt x="1658" y="500"/>
                  <a:pt x="1658" y="500"/>
                </a:cubicBezTo>
                <a:cubicBezTo>
                  <a:pt x="1657" y="500"/>
                  <a:pt x="1657" y="501"/>
                  <a:pt x="1657" y="501"/>
                </a:cubicBezTo>
                <a:cubicBezTo>
                  <a:pt x="1657" y="501"/>
                  <a:pt x="1657" y="502"/>
                  <a:pt x="1657" y="502"/>
                </a:cubicBezTo>
                <a:cubicBezTo>
                  <a:pt x="1657" y="502"/>
                  <a:pt x="1658" y="501"/>
                  <a:pt x="1658" y="501"/>
                </a:cubicBezTo>
                <a:close/>
                <a:moveTo>
                  <a:pt x="1647" y="555"/>
                </a:moveTo>
                <a:cubicBezTo>
                  <a:pt x="1647" y="555"/>
                  <a:pt x="1646" y="554"/>
                  <a:pt x="1646" y="555"/>
                </a:cubicBezTo>
                <a:cubicBezTo>
                  <a:pt x="1645" y="555"/>
                  <a:pt x="1645" y="557"/>
                  <a:pt x="1646" y="558"/>
                </a:cubicBezTo>
                <a:cubicBezTo>
                  <a:pt x="1646" y="559"/>
                  <a:pt x="1646" y="559"/>
                  <a:pt x="1647" y="559"/>
                </a:cubicBezTo>
                <a:cubicBezTo>
                  <a:pt x="1648" y="559"/>
                  <a:pt x="1648" y="558"/>
                  <a:pt x="1648" y="558"/>
                </a:cubicBezTo>
                <a:cubicBezTo>
                  <a:pt x="1649" y="557"/>
                  <a:pt x="1648" y="555"/>
                  <a:pt x="1647" y="555"/>
                </a:cubicBezTo>
                <a:close/>
                <a:moveTo>
                  <a:pt x="1652" y="567"/>
                </a:moveTo>
                <a:cubicBezTo>
                  <a:pt x="1652" y="567"/>
                  <a:pt x="1652" y="567"/>
                  <a:pt x="1652" y="567"/>
                </a:cubicBezTo>
                <a:cubicBezTo>
                  <a:pt x="1651" y="566"/>
                  <a:pt x="1651" y="566"/>
                  <a:pt x="1651" y="566"/>
                </a:cubicBezTo>
                <a:cubicBezTo>
                  <a:pt x="1652" y="567"/>
                  <a:pt x="1652" y="567"/>
                  <a:pt x="1652" y="567"/>
                </a:cubicBezTo>
                <a:close/>
                <a:moveTo>
                  <a:pt x="1425" y="1101"/>
                </a:moveTo>
                <a:cubicBezTo>
                  <a:pt x="1425" y="1101"/>
                  <a:pt x="1424" y="1101"/>
                  <a:pt x="1424" y="1100"/>
                </a:cubicBezTo>
                <a:cubicBezTo>
                  <a:pt x="1424" y="1100"/>
                  <a:pt x="1424" y="1100"/>
                  <a:pt x="1424" y="1100"/>
                </a:cubicBezTo>
                <a:cubicBezTo>
                  <a:pt x="1424" y="1101"/>
                  <a:pt x="1425" y="1101"/>
                  <a:pt x="1425" y="1101"/>
                </a:cubicBezTo>
                <a:close/>
                <a:moveTo>
                  <a:pt x="1427" y="1102"/>
                </a:moveTo>
                <a:cubicBezTo>
                  <a:pt x="1426" y="1102"/>
                  <a:pt x="1426" y="1102"/>
                  <a:pt x="1425" y="1101"/>
                </a:cubicBezTo>
                <a:cubicBezTo>
                  <a:pt x="1426" y="1102"/>
                  <a:pt x="1426" y="1102"/>
                  <a:pt x="1426" y="1102"/>
                </a:cubicBezTo>
                <a:cubicBezTo>
                  <a:pt x="1427" y="1103"/>
                  <a:pt x="1427" y="1103"/>
                  <a:pt x="1427" y="1103"/>
                </a:cubicBezTo>
                <a:lnTo>
                  <a:pt x="1427" y="1102"/>
                </a:lnTo>
                <a:close/>
                <a:moveTo>
                  <a:pt x="1434" y="1110"/>
                </a:moveTo>
                <a:cubicBezTo>
                  <a:pt x="1434" y="1110"/>
                  <a:pt x="1434" y="1109"/>
                  <a:pt x="1434" y="1109"/>
                </a:cubicBezTo>
                <a:cubicBezTo>
                  <a:pt x="1433" y="1109"/>
                  <a:pt x="1432" y="1109"/>
                  <a:pt x="1432" y="1110"/>
                </a:cubicBezTo>
                <a:cubicBezTo>
                  <a:pt x="1432" y="1110"/>
                  <a:pt x="1432" y="1110"/>
                  <a:pt x="1432" y="1110"/>
                </a:cubicBezTo>
                <a:cubicBezTo>
                  <a:pt x="1433" y="1111"/>
                  <a:pt x="1434" y="1110"/>
                  <a:pt x="1434" y="1110"/>
                </a:cubicBezTo>
                <a:close/>
                <a:moveTo>
                  <a:pt x="1660" y="1475"/>
                </a:moveTo>
                <a:cubicBezTo>
                  <a:pt x="1659" y="1475"/>
                  <a:pt x="1659" y="1475"/>
                  <a:pt x="1659" y="1475"/>
                </a:cubicBezTo>
                <a:cubicBezTo>
                  <a:pt x="1659" y="1475"/>
                  <a:pt x="1659" y="1475"/>
                  <a:pt x="1659" y="1475"/>
                </a:cubicBezTo>
                <a:lnTo>
                  <a:pt x="1660" y="1475"/>
                </a:lnTo>
                <a:close/>
                <a:moveTo>
                  <a:pt x="1690" y="1338"/>
                </a:moveTo>
                <a:cubicBezTo>
                  <a:pt x="1690" y="1338"/>
                  <a:pt x="1690" y="1338"/>
                  <a:pt x="1690" y="1337"/>
                </a:cubicBezTo>
                <a:cubicBezTo>
                  <a:pt x="1689" y="1337"/>
                  <a:pt x="1689" y="1338"/>
                  <a:pt x="1690" y="1338"/>
                </a:cubicBezTo>
                <a:cubicBezTo>
                  <a:pt x="1690" y="1338"/>
                  <a:pt x="1690" y="1338"/>
                  <a:pt x="1690" y="1338"/>
                </a:cubicBezTo>
                <a:close/>
                <a:moveTo>
                  <a:pt x="1700" y="1199"/>
                </a:moveTo>
                <a:cubicBezTo>
                  <a:pt x="1700" y="1200"/>
                  <a:pt x="1700" y="1200"/>
                  <a:pt x="1700" y="1200"/>
                </a:cubicBezTo>
                <a:cubicBezTo>
                  <a:pt x="1700" y="1199"/>
                  <a:pt x="1700" y="1199"/>
                  <a:pt x="1700" y="1199"/>
                </a:cubicBezTo>
                <a:close/>
                <a:moveTo>
                  <a:pt x="1696" y="1265"/>
                </a:moveTo>
                <a:cubicBezTo>
                  <a:pt x="1696" y="1265"/>
                  <a:pt x="1696" y="1265"/>
                  <a:pt x="1696" y="1265"/>
                </a:cubicBezTo>
                <a:cubicBezTo>
                  <a:pt x="1695" y="1264"/>
                  <a:pt x="1694" y="1265"/>
                  <a:pt x="1693" y="1266"/>
                </a:cubicBezTo>
                <a:cubicBezTo>
                  <a:pt x="1693" y="1267"/>
                  <a:pt x="1694" y="1267"/>
                  <a:pt x="1694" y="1267"/>
                </a:cubicBezTo>
                <a:cubicBezTo>
                  <a:pt x="1694" y="1267"/>
                  <a:pt x="1695" y="1267"/>
                  <a:pt x="1696" y="1266"/>
                </a:cubicBezTo>
                <a:cubicBezTo>
                  <a:pt x="1696" y="1266"/>
                  <a:pt x="1696" y="1266"/>
                  <a:pt x="1696" y="1265"/>
                </a:cubicBezTo>
                <a:close/>
                <a:moveTo>
                  <a:pt x="1703" y="1285"/>
                </a:moveTo>
                <a:cubicBezTo>
                  <a:pt x="1703" y="1285"/>
                  <a:pt x="1703" y="1285"/>
                  <a:pt x="1703" y="1286"/>
                </a:cubicBezTo>
                <a:cubicBezTo>
                  <a:pt x="1703" y="1286"/>
                  <a:pt x="1703" y="1286"/>
                  <a:pt x="1703" y="1287"/>
                </a:cubicBezTo>
                <a:cubicBezTo>
                  <a:pt x="1703" y="1287"/>
                  <a:pt x="1703" y="1287"/>
                  <a:pt x="1703" y="1287"/>
                </a:cubicBezTo>
                <a:cubicBezTo>
                  <a:pt x="1703" y="1286"/>
                  <a:pt x="1703" y="1286"/>
                  <a:pt x="1703" y="1286"/>
                </a:cubicBezTo>
                <a:cubicBezTo>
                  <a:pt x="1703" y="1285"/>
                  <a:pt x="1703" y="1285"/>
                  <a:pt x="1703" y="1285"/>
                </a:cubicBezTo>
                <a:close/>
                <a:moveTo>
                  <a:pt x="1715" y="1260"/>
                </a:moveTo>
                <a:cubicBezTo>
                  <a:pt x="1715" y="1258"/>
                  <a:pt x="1715" y="1256"/>
                  <a:pt x="1713" y="1255"/>
                </a:cubicBezTo>
                <a:cubicBezTo>
                  <a:pt x="1713" y="1255"/>
                  <a:pt x="1713" y="1255"/>
                  <a:pt x="1713" y="1255"/>
                </a:cubicBezTo>
                <a:cubicBezTo>
                  <a:pt x="1712" y="1255"/>
                  <a:pt x="1712" y="1255"/>
                  <a:pt x="1712" y="1255"/>
                </a:cubicBezTo>
                <a:cubicBezTo>
                  <a:pt x="1712" y="1253"/>
                  <a:pt x="1712" y="1251"/>
                  <a:pt x="1712" y="1250"/>
                </a:cubicBezTo>
                <a:cubicBezTo>
                  <a:pt x="1712" y="1248"/>
                  <a:pt x="1711" y="1246"/>
                  <a:pt x="1709" y="1244"/>
                </a:cubicBezTo>
                <a:cubicBezTo>
                  <a:pt x="1705" y="1241"/>
                  <a:pt x="1704" y="1238"/>
                  <a:pt x="1705" y="1234"/>
                </a:cubicBezTo>
                <a:cubicBezTo>
                  <a:pt x="1704" y="1229"/>
                  <a:pt x="1703" y="1225"/>
                  <a:pt x="1702" y="1220"/>
                </a:cubicBezTo>
                <a:cubicBezTo>
                  <a:pt x="1702" y="1220"/>
                  <a:pt x="1701" y="1219"/>
                  <a:pt x="1701" y="1219"/>
                </a:cubicBezTo>
                <a:cubicBezTo>
                  <a:pt x="1700" y="1219"/>
                  <a:pt x="1699" y="1220"/>
                  <a:pt x="1699" y="1220"/>
                </a:cubicBezTo>
                <a:cubicBezTo>
                  <a:pt x="1699" y="1227"/>
                  <a:pt x="1701" y="1234"/>
                  <a:pt x="1702" y="1240"/>
                </a:cubicBezTo>
                <a:cubicBezTo>
                  <a:pt x="1702" y="1242"/>
                  <a:pt x="1703" y="1244"/>
                  <a:pt x="1705" y="1245"/>
                </a:cubicBezTo>
                <a:cubicBezTo>
                  <a:pt x="1706" y="1247"/>
                  <a:pt x="1708" y="1248"/>
                  <a:pt x="1709" y="1250"/>
                </a:cubicBezTo>
                <a:cubicBezTo>
                  <a:pt x="1711" y="1251"/>
                  <a:pt x="1711" y="1254"/>
                  <a:pt x="1712" y="1255"/>
                </a:cubicBezTo>
                <a:cubicBezTo>
                  <a:pt x="1712" y="1255"/>
                  <a:pt x="1712" y="1255"/>
                  <a:pt x="1712" y="1256"/>
                </a:cubicBezTo>
                <a:cubicBezTo>
                  <a:pt x="1713" y="1256"/>
                  <a:pt x="1713" y="1256"/>
                  <a:pt x="1713" y="1256"/>
                </a:cubicBezTo>
                <a:cubicBezTo>
                  <a:pt x="1712" y="1257"/>
                  <a:pt x="1712" y="1259"/>
                  <a:pt x="1714" y="1260"/>
                </a:cubicBezTo>
                <a:cubicBezTo>
                  <a:pt x="1714" y="1261"/>
                  <a:pt x="1714" y="1261"/>
                  <a:pt x="1715" y="1261"/>
                </a:cubicBezTo>
                <a:cubicBezTo>
                  <a:pt x="1715" y="1261"/>
                  <a:pt x="1715" y="1260"/>
                  <a:pt x="1715" y="1260"/>
                </a:cubicBezTo>
                <a:close/>
                <a:moveTo>
                  <a:pt x="1718" y="1165"/>
                </a:moveTo>
                <a:cubicBezTo>
                  <a:pt x="1717" y="1165"/>
                  <a:pt x="1717" y="1165"/>
                  <a:pt x="1717" y="1165"/>
                </a:cubicBezTo>
                <a:cubicBezTo>
                  <a:pt x="1717" y="1166"/>
                  <a:pt x="1717" y="1166"/>
                  <a:pt x="1717" y="1166"/>
                </a:cubicBezTo>
                <a:cubicBezTo>
                  <a:pt x="1717" y="1165"/>
                  <a:pt x="1717" y="1165"/>
                  <a:pt x="1717" y="1165"/>
                </a:cubicBezTo>
                <a:lnTo>
                  <a:pt x="1718" y="1165"/>
                </a:lnTo>
                <a:close/>
                <a:moveTo>
                  <a:pt x="1775" y="1068"/>
                </a:moveTo>
                <a:cubicBezTo>
                  <a:pt x="1775" y="1068"/>
                  <a:pt x="1775" y="1069"/>
                  <a:pt x="1776" y="1069"/>
                </a:cubicBezTo>
                <a:cubicBezTo>
                  <a:pt x="1777" y="1069"/>
                  <a:pt x="1777" y="1069"/>
                  <a:pt x="1777" y="1068"/>
                </a:cubicBezTo>
                <a:cubicBezTo>
                  <a:pt x="1777" y="1067"/>
                  <a:pt x="1776" y="1067"/>
                  <a:pt x="1775" y="1067"/>
                </a:cubicBezTo>
                <a:cubicBezTo>
                  <a:pt x="1775" y="1067"/>
                  <a:pt x="1775" y="1067"/>
                  <a:pt x="1775" y="1068"/>
                </a:cubicBezTo>
                <a:close/>
                <a:moveTo>
                  <a:pt x="1730" y="908"/>
                </a:moveTo>
                <a:cubicBezTo>
                  <a:pt x="1731" y="909"/>
                  <a:pt x="1731" y="909"/>
                  <a:pt x="1731" y="909"/>
                </a:cubicBezTo>
                <a:cubicBezTo>
                  <a:pt x="1731" y="909"/>
                  <a:pt x="1732" y="908"/>
                  <a:pt x="1732" y="908"/>
                </a:cubicBezTo>
                <a:cubicBezTo>
                  <a:pt x="1732" y="908"/>
                  <a:pt x="1731" y="908"/>
                  <a:pt x="1731" y="908"/>
                </a:cubicBezTo>
                <a:cubicBezTo>
                  <a:pt x="1731" y="908"/>
                  <a:pt x="1730" y="908"/>
                  <a:pt x="1730" y="908"/>
                </a:cubicBezTo>
                <a:close/>
                <a:moveTo>
                  <a:pt x="1726" y="902"/>
                </a:moveTo>
                <a:cubicBezTo>
                  <a:pt x="1726" y="902"/>
                  <a:pt x="1726" y="902"/>
                  <a:pt x="1726" y="902"/>
                </a:cubicBezTo>
                <a:cubicBezTo>
                  <a:pt x="1727" y="903"/>
                  <a:pt x="1727" y="903"/>
                  <a:pt x="1727" y="903"/>
                </a:cubicBezTo>
                <a:cubicBezTo>
                  <a:pt x="1727" y="902"/>
                  <a:pt x="1727" y="902"/>
                  <a:pt x="1726" y="902"/>
                </a:cubicBezTo>
                <a:cubicBezTo>
                  <a:pt x="1726" y="902"/>
                  <a:pt x="1726" y="902"/>
                  <a:pt x="1726" y="902"/>
                </a:cubicBezTo>
                <a:close/>
                <a:moveTo>
                  <a:pt x="1745" y="1275"/>
                </a:moveTo>
                <a:cubicBezTo>
                  <a:pt x="1745" y="1275"/>
                  <a:pt x="1745" y="1276"/>
                  <a:pt x="1745" y="1276"/>
                </a:cubicBezTo>
                <a:cubicBezTo>
                  <a:pt x="1745" y="1278"/>
                  <a:pt x="1745" y="1281"/>
                  <a:pt x="1745" y="1283"/>
                </a:cubicBezTo>
                <a:cubicBezTo>
                  <a:pt x="1746" y="1287"/>
                  <a:pt x="1747" y="1291"/>
                  <a:pt x="1745" y="1295"/>
                </a:cubicBezTo>
                <a:cubicBezTo>
                  <a:pt x="1744" y="1296"/>
                  <a:pt x="1744" y="1298"/>
                  <a:pt x="1745" y="1299"/>
                </a:cubicBezTo>
                <a:cubicBezTo>
                  <a:pt x="1745" y="1304"/>
                  <a:pt x="1747" y="1308"/>
                  <a:pt x="1749" y="1312"/>
                </a:cubicBezTo>
                <a:cubicBezTo>
                  <a:pt x="1750" y="1312"/>
                  <a:pt x="1750" y="1313"/>
                  <a:pt x="1751" y="1313"/>
                </a:cubicBezTo>
                <a:cubicBezTo>
                  <a:pt x="1751" y="1312"/>
                  <a:pt x="1751" y="1311"/>
                  <a:pt x="1751" y="1311"/>
                </a:cubicBezTo>
                <a:cubicBezTo>
                  <a:pt x="1751" y="1309"/>
                  <a:pt x="1750" y="1307"/>
                  <a:pt x="1750" y="1304"/>
                </a:cubicBezTo>
                <a:cubicBezTo>
                  <a:pt x="1749" y="1301"/>
                  <a:pt x="1749" y="1298"/>
                  <a:pt x="1750" y="1296"/>
                </a:cubicBezTo>
                <a:cubicBezTo>
                  <a:pt x="1751" y="1293"/>
                  <a:pt x="1751" y="1290"/>
                  <a:pt x="1750" y="1287"/>
                </a:cubicBezTo>
                <a:cubicBezTo>
                  <a:pt x="1749" y="1285"/>
                  <a:pt x="1749" y="1283"/>
                  <a:pt x="1748" y="1281"/>
                </a:cubicBezTo>
                <a:cubicBezTo>
                  <a:pt x="1748" y="1279"/>
                  <a:pt x="1748" y="1278"/>
                  <a:pt x="1747" y="1276"/>
                </a:cubicBezTo>
                <a:cubicBezTo>
                  <a:pt x="1747" y="1276"/>
                  <a:pt x="1746" y="1275"/>
                  <a:pt x="1745" y="1275"/>
                </a:cubicBezTo>
                <a:close/>
                <a:moveTo>
                  <a:pt x="1737" y="1169"/>
                </a:moveTo>
                <a:cubicBezTo>
                  <a:pt x="1738" y="1169"/>
                  <a:pt x="1738" y="1169"/>
                  <a:pt x="1738" y="1169"/>
                </a:cubicBezTo>
                <a:cubicBezTo>
                  <a:pt x="1737" y="1168"/>
                  <a:pt x="1737" y="1168"/>
                  <a:pt x="1737" y="1168"/>
                </a:cubicBezTo>
                <a:lnTo>
                  <a:pt x="1737" y="1169"/>
                </a:lnTo>
                <a:close/>
                <a:moveTo>
                  <a:pt x="1729" y="1182"/>
                </a:moveTo>
                <a:cubicBezTo>
                  <a:pt x="1728" y="1182"/>
                  <a:pt x="1727" y="1183"/>
                  <a:pt x="1727" y="1184"/>
                </a:cubicBezTo>
                <a:cubicBezTo>
                  <a:pt x="1726" y="1185"/>
                  <a:pt x="1726" y="1186"/>
                  <a:pt x="1726" y="1187"/>
                </a:cubicBezTo>
                <a:cubicBezTo>
                  <a:pt x="1726" y="1192"/>
                  <a:pt x="1726" y="1196"/>
                  <a:pt x="1725" y="1200"/>
                </a:cubicBezTo>
                <a:cubicBezTo>
                  <a:pt x="1724" y="1201"/>
                  <a:pt x="1724" y="1202"/>
                  <a:pt x="1725" y="1202"/>
                </a:cubicBezTo>
                <a:cubicBezTo>
                  <a:pt x="1725" y="1203"/>
                  <a:pt x="1726" y="1204"/>
                  <a:pt x="1726" y="1204"/>
                </a:cubicBezTo>
                <a:cubicBezTo>
                  <a:pt x="1727" y="1204"/>
                  <a:pt x="1729" y="1204"/>
                  <a:pt x="1730" y="1204"/>
                </a:cubicBezTo>
                <a:cubicBezTo>
                  <a:pt x="1731" y="1204"/>
                  <a:pt x="1732" y="1204"/>
                  <a:pt x="1733" y="1204"/>
                </a:cubicBezTo>
                <a:cubicBezTo>
                  <a:pt x="1733" y="1204"/>
                  <a:pt x="1734" y="1204"/>
                  <a:pt x="1735" y="1204"/>
                </a:cubicBezTo>
                <a:cubicBezTo>
                  <a:pt x="1736" y="1204"/>
                  <a:pt x="1737" y="1203"/>
                  <a:pt x="1738" y="1203"/>
                </a:cubicBezTo>
                <a:cubicBezTo>
                  <a:pt x="1738" y="1202"/>
                  <a:pt x="1738" y="1201"/>
                  <a:pt x="1738" y="1201"/>
                </a:cubicBezTo>
                <a:cubicBezTo>
                  <a:pt x="1738" y="1199"/>
                  <a:pt x="1739" y="1198"/>
                  <a:pt x="1740" y="1197"/>
                </a:cubicBezTo>
                <a:cubicBezTo>
                  <a:pt x="1743" y="1193"/>
                  <a:pt x="1745" y="1190"/>
                  <a:pt x="1747" y="1186"/>
                </a:cubicBezTo>
                <a:cubicBezTo>
                  <a:pt x="1747" y="1185"/>
                  <a:pt x="1747" y="1184"/>
                  <a:pt x="1747" y="1184"/>
                </a:cubicBezTo>
                <a:cubicBezTo>
                  <a:pt x="1745" y="1182"/>
                  <a:pt x="1743" y="1180"/>
                  <a:pt x="1740" y="1180"/>
                </a:cubicBezTo>
                <a:cubicBezTo>
                  <a:pt x="1736" y="1180"/>
                  <a:pt x="1733" y="1181"/>
                  <a:pt x="1729" y="1182"/>
                </a:cubicBezTo>
                <a:close/>
                <a:moveTo>
                  <a:pt x="1732" y="550"/>
                </a:moveTo>
                <a:cubicBezTo>
                  <a:pt x="1732" y="551"/>
                  <a:pt x="1732" y="551"/>
                  <a:pt x="1733" y="551"/>
                </a:cubicBezTo>
                <a:cubicBezTo>
                  <a:pt x="1733" y="551"/>
                  <a:pt x="1733" y="551"/>
                  <a:pt x="1733" y="551"/>
                </a:cubicBezTo>
                <a:cubicBezTo>
                  <a:pt x="1733" y="551"/>
                  <a:pt x="1733" y="551"/>
                  <a:pt x="1733" y="551"/>
                </a:cubicBezTo>
                <a:cubicBezTo>
                  <a:pt x="1733" y="552"/>
                  <a:pt x="1733" y="553"/>
                  <a:pt x="1733" y="554"/>
                </a:cubicBezTo>
                <a:cubicBezTo>
                  <a:pt x="1733" y="554"/>
                  <a:pt x="1733" y="555"/>
                  <a:pt x="1733" y="555"/>
                </a:cubicBezTo>
                <a:cubicBezTo>
                  <a:pt x="1732" y="556"/>
                  <a:pt x="1732" y="557"/>
                  <a:pt x="1733" y="558"/>
                </a:cubicBezTo>
                <a:cubicBezTo>
                  <a:pt x="1735" y="559"/>
                  <a:pt x="1736" y="560"/>
                  <a:pt x="1738" y="559"/>
                </a:cubicBezTo>
                <a:cubicBezTo>
                  <a:pt x="1739" y="559"/>
                  <a:pt x="1739" y="557"/>
                  <a:pt x="1739" y="557"/>
                </a:cubicBezTo>
                <a:cubicBezTo>
                  <a:pt x="1737" y="555"/>
                  <a:pt x="1735" y="553"/>
                  <a:pt x="1733" y="551"/>
                </a:cubicBezTo>
                <a:cubicBezTo>
                  <a:pt x="1733" y="551"/>
                  <a:pt x="1733" y="551"/>
                  <a:pt x="1733" y="551"/>
                </a:cubicBezTo>
                <a:cubicBezTo>
                  <a:pt x="1733" y="551"/>
                  <a:pt x="1733" y="551"/>
                  <a:pt x="1733" y="551"/>
                </a:cubicBezTo>
                <a:cubicBezTo>
                  <a:pt x="1733" y="550"/>
                  <a:pt x="1732" y="550"/>
                  <a:pt x="1732" y="550"/>
                </a:cubicBezTo>
                <a:cubicBezTo>
                  <a:pt x="1732" y="550"/>
                  <a:pt x="1731" y="550"/>
                  <a:pt x="1732" y="550"/>
                </a:cubicBezTo>
                <a:close/>
                <a:moveTo>
                  <a:pt x="1725" y="531"/>
                </a:moveTo>
                <a:cubicBezTo>
                  <a:pt x="1725" y="531"/>
                  <a:pt x="1726" y="532"/>
                  <a:pt x="1726" y="532"/>
                </a:cubicBezTo>
                <a:cubicBezTo>
                  <a:pt x="1727" y="532"/>
                  <a:pt x="1727" y="531"/>
                  <a:pt x="1726" y="530"/>
                </a:cubicBezTo>
                <a:cubicBezTo>
                  <a:pt x="1726" y="530"/>
                  <a:pt x="1726" y="530"/>
                  <a:pt x="1726" y="530"/>
                </a:cubicBezTo>
                <a:cubicBezTo>
                  <a:pt x="1725" y="530"/>
                  <a:pt x="1725" y="531"/>
                  <a:pt x="1725" y="531"/>
                </a:cubicBezTo>
                <a:close/>
                <a:moveTo>
                  <a:pt x="1726" y="696"/>
                </a:moveTo>
                <a:cubicBezTo>
                  <a:pt x="1726" y="696"/>
                  <a:pt x="1726" y="696"/>
                  <a:pt x="1726" y="696"/>
                </a:cubicBezTo>
                <a:cubicBezTo>
                  <a:pt x="1726" y="697"/>
                  <a:pt x="1727" y="697"/>
                  <a:pt x="1727" y="697"/>
                </a:cubicBezTo>
                <a:cubicBezTo>
                  <a:pt x="1727" y="697"/>
                  <a:pt x="1727" y="696"/>
                  <a:pt x="1727" y="696"/>
                </a:cubicBezTo>
                <a:cubicBezTo>
                  <a:pt x="1727" y="696"/>
                  <a:pt x="1727" y="696"/>
                  <a:pt x="1726" y="696"/>
                </a:cubicBezTo>
                <a:close/>
                <a:moveTo>
                  <a:pt x="1697" y="506"/>
                </a:moveTo>
                <a:cubicBezTo>
                  <a:pt x="1698" y="508"/>
                  <a:pt x="1700" y="511"/>
                  <a:pt x="1702" y="512"/>
                </a:cubicBezTo>
                <a:cubicBezTo>
                  <a:pt x="1705" y="513"/>
                  <a:pt x="1707" y="515"/>
                  <a:pt x="1707" y="519"/>
                </a:cubicBezTo>
                <a:cubicBezTo>
                  <a:pt x="1707" y="520"/>
                  <a:pt x="1708" y="520"/>
                  <a:pt x="1709" y="520"/>
                </a:cubicBezTo>
                <a:cubicBezTo>
                  <a:pt x="1709" y="520"/>
                  <a:pt x="1710" y="519"/>
                  <a:pt x="1711" y="519"/>
                </a:cubicBezTo>
                <a:cubicBezTo>
                  <a:pt x="1711" y="518"/>
                  <a:pt x="1712" y="517"/>
                  <a:pt x="1712" y="516"/>
                </a:cubicBezTo>
                <a:cubicBezTo>
                  <a:pt x="1712" y="514"/>
                  <a:pt x="1712" y="513"/>
                  <a:pt x="1711" y="512"/>
                </a:cubicBezTo>
                <a:cubicBezTo>
                  <a:pt x="1709" y="508"/>
                  <a:pt x="1706" y="505"/>
                  <a:pt x="1705" y="501"/>
                </a:cubicBezTo>
                <a:cubicBezTo>
                  <a:pt x="1705" y="500"/>
                  <a:pt x="1705" y="500"/>
                  <a:pt x="1705" y="500"/>
                </a:cubicBezTo>
                <a:cubicBezTo>
                  <a:pt x="1705" y="500"/>
                  <a:pt x="1704" y="501"/>
                  <a:pt x="1703" y="501"/>
                </a:cubicBezTo>
                <a:cubicBezTo>
                  <a:pt x="1702" y="502"/>
                  <a:pt x="1701" y="503"/>
                  <a:pt x="1699" y="503"/>
                </a:cubicBezTo>
                <a:cubicBezTo>
                  <a:pt x="1698" y="503"/>
                  <a:pt x="1697" y="505"/>
                  <a:pt x="1697" y="506"/>
                </a:cubicBezTo>
                <a:close/>
                <a:moveTo>
                  <a:pt x="1706" y="677"/>
                </a:moveTo>
                <a:cubicBezTo>
                  <a:pt x="1705" y="677"/>
                  <a:pt x="1705" y="677"/>
                  <a:pt x="1705" y="677"/>
                </a:cubicBezTo>
                <a:cubicBezTo>
                  <a:pt x="1705" y="677"/>
                  <a:pt x="1705" y="678"/>
                  <a:pt x="1705" y="678"/>
                </a:cubicBezTo>
                <a:cubicBezTo>
                  <a:pt x="1706" y="678"/>
                  <a:pt x="1706" y="678"/>
                  <a:pt x="1706" y="678"/>
                </a:cubicBezTo>
                <a:cubicBezTo>
                  <a:pt x="1706" y="677"/>
                  <a:pt x="1706" y="677"/>
                  <a:pt x="1706" y="677"/>
                </a:cubicBezTo>
                <a:close/>
                <a:moveTo>
                  <a:pt x="1694" y="480"/>
                </a:moveTo>
                <a:cubicBezTo>
                  <a:pt x="1694" y="481"/>
                  <a:pt x="1695" y="481"/>
                  <a:pt x="1695" y="481"/>
                </a:cubicBezTo>
                <a:cubicBezTo>
                  <a:pt x="1696" y="481"/>
                  <a:pt x="1696" y="481"/>
                  <a:pt x="1696" y="481"/>
                </a:cubicBezTo>
                <a:cubicBezTo>
                  <a:pt x="1696" y="480"/>
                  <a:pt x="1696" y="480"/>
                  <a:pt x="1695" y="479"/>
                </a:cubicBezTo>
                <a:cubicBezTo>
                  <a:pt x="1695" y="478"/>
                  <a:pt x="1694" y="478"/>
                  <a:pt x="1694" y="478"/>
                </a:cubicBezTo>
                <a:cubicBezTo>
                  <a:pt x="1694" y="479"/>
                  <a:pt x="1693" y="480"/>
                  <a:pt x="1694" y="480"/>
                </a:cubicBezTo>
                <a:close/>
                <a:moveTo>
                  <a:pt x="1669" y="416"/>
                </a:moveTo>
                <a:cubicBezTo>
                  <a:pt x="1670" y="416"/>
                  <a:pt x="1670" y="416"/>
                  <a:pt x="1670" y="415"/>
                </a:cubicBezTo>
                <a:cubicBezTo>
                  <a:pt x="1670" y="415"/>
                  <a:pt x="1670" y="414"/>
                  <a:pt x="1671" y="414"/>
                </a:cubicBezTo>
                <a:cubicBezTo>
                  <a:pt x="1670" y="414"/>
                  <a:pt x="1670" y="415"/>
                  <a:pt x="1670" y="415"/>
                </a:cubicBezTo>
                <a:cubicBezTo>
                  <a:pt x="1670" y="416"/>
                  <a:pt x="1669" y="416"/>
                  <a:pt x="1669" y="416"/>
                </a:cubicBezTo>
                <a:close/>
                <a:moveTo>
                  <a:pt x="1668" y="448"/>
                </a:moveTo>
                <a:cubicBezTo>
                  <a:pt x="1668" y="448"/>
                  <a:pt x="1668" y="448"/>
                  <a:pt x="1669" y="448"/>
                </a:cubicBezTo>
                <a:cubicBezTo>
                  <a:pt x="1668" y="448"/>
                  <a:pt x="1668" y="448"/>
                  <a:pt x="1668" y="448"/>
                </a:cubicBezTo>
                <a:cubicBezTo>
                  <a:pt x="1668" y="447"/>
                  <a:pt x="1668" y="447"/>
                  <a:pt x="1668" y="447"/>
                </a:cubicBezTo>
                <a:cubicBezTo>
                  <a:pt x="1668" y="447"/>
                  <a:pt x="1668" y="448"/>
                  <a:pt x="1668" y="448"/>
                </a:cubicBezTo>
                <a:close/>
                <a:moveTo>
                  <a:pt x="1675" y="533"/>
                </a:moveTo>
                <a:cubicBezTo>
                  <a:pt x="1676" y="534"/>
                  <a:pt x="1677" y="534"/>
                  <a:pt x="1679" y="533"/>
                </a:cubicBezTo>
                <a:cubicBezTo>
                  <a:pt x="1679" y="533"/>
                  <a:pt x="1679" y="533"/>
                  <a:pt x="1680" y="532"/>
                </a:cubicBezTo>
                <a:cubicBezTo>
                  <a:pt x="1686" y="529"/>
                  <a:pt x="1687" y="524"/>
                  <a:pt x="1682" y="519"/>
                </a:cubicBezTo>
                <a:cubicBezTo>
                  <a:pt x="1681" y="518"/>
                  <a:pt x="1681" y="518"/>
                  <a:pt x="1680" y="518"/>
                </a:cubicBezTo>
                <a:cubicBezTo>
                  <a:pt x="1678" y="516"/>
                  <a:pt x="1675" y="514"/>
                  <a:pt x="1673" y="512"/>
                </a:cubicBezTo>
                <a:cubicBezTo>
                  <a:pt x="1672" y="512"/>
                  <a:pt x="1672" y="512"/>
                  <a:pt x="1671" y="511"/>
                </a:cubicBezTo>
                <a:cubicBezTo>
                  <a:pt x="1671" y="511"/>
                  <a:pt x="1670" y="511"/>
                  <a:pt x="1670" y="512"/>
                </a:cubicBezTo>
                <a:cubicBezTo>
                  <a:pt x="1667" y="513"/>
                  <a:pt x="1666" y="515"/>
                  <a:pt x="1666" y="518"/>
                </a:cubicBezTo>
                <a:cubicBezTo>
                  <a:pt x="1666" y="519"/>
                  <a:pt x="1666" y="520"/>
                  <a:pt x="1666" y="520"/>
                </a:cubicBezTo>
                <a:cubicBezTo>
                  <a:pt x="1669" y="524"/>
                  <a:pt x="1671" y="529"/>
                  <a:pt x="1675" y="533"/>
                </a:cubicBezTo>
                <a:close/>
                <a:moveTo>
                  <a:pt x="1680" y="776"/>
                </a:moveTo>
                <a:cubicBezTo>
                  <a:pt x="1676" y="776"/>
                  <a:pt x="1673" y="775"/>
                  <a:pt x="1670" y="777"/>
                </a:cubicBezTo>
                <a:cubicBezTo>
                  <a:pt x="1669" y="778"/>
                  <a:pt x="1669" y="779"/>
                  <a:pt x="1668" y="780"/>
                </a:cubicBezTo>
                <a:cubicBezTo>
                  <a:pt x="1668" y="781"/>
                  <a:pt x="1669" y="782"/>
                  <a:pt x="1670" y="782"/>
                </a:cubicBezTo>
                <a:cubicBezTo>
                  <a:pt x="1672" y="782"/>
                  <a:pt x="1673" y="782"/>
                  <a:pt x="1674" y="782"/>
                </a:cubicBezTo>
                <a:cubicBezTo>
                  <a:pt x="1675" y="782"/>
                  <a:pt x="1675" y="782"/>
                  <a:pt x="1676" y="782"/>
                </a:cubicBezTo>
                <a:cubicBezTo>
                  <a:pt x="1677" y="782"/>
                  <a:pt x="1678" y="782"/>
                  <a:pt x="1678" y="782"/>
                </a:cubicBezTo>
                <a:cubicBezTo>
                  <a:pt x="1679" y="782"/>
                  <a:pt x="1680" y="781"/>
                  <a:pt x="1681" y="780"/>
                </a:cubicBezTo>
                <a:cubicBezTo>
                  <a:pt x="1682" y="778"/>
                  <a:pt x="1682" y="776"/>
                  <a:pt x="1680" y="776"/>
                </a:cubicBezTo>
                <a:close/>
                <a:moveTo>
                  <a:pt x="1792" y="762"/>
                </a:moveTo>
                <a:cubicBezTo>
                  <a:pt x="1791" y="756"/>
                  <a:pt x="1789" y="751"/>
                  <a:pt x="1783" y="749"/>
                </a:cubicBezTo>
                <a:cubicBezTo>
                  <a:pt x="1778" y="746"/>
                  <a:pt x="1772" y="743"/>
                  <a:pt x="1768" y="739"/>
                </a:cubicBezTo>
                <a:cubicBezTo>
                  <a:pt x="1765" y="735"/>
                  <a:pt x="1760" y="733"/>
                  <a:pt x="1756" y="731"/>
                </a:cubicBezTo>
                <a:cubicBezTo>
                  <a:pt x="1752" y="730"/>
                  <a:pt x="1750" y="728"/>
                  <a:pt x="1747" y="725"/>
                </a:cubicBezTo>
                <a:cubicBezTo>
                  <a:pt x="1747" y="724"/>
                  <a:pt x="1747" y="723"/>
                  <a:pt x="1748" y="723"/>
                </a:cubicBezTo>
                <a:cubicBezTo>
                  <a:pt x="1751" y="721"/>
                  <a:pt x="1752" y="717"/>
                  <a:pt x="1754" y="714"/>
                </a:cubicBezTo>
                <a:cubicBezTo>
                  <a:pt x="1755" y="713"/>
                  <a:pt x="1755" y="712"/>
                  <a:pt x="1754" y="711"/>
                </a:cubicBezTo>
                <a:cubicBezTo>
                  <a:pt x="1753" y="709"/>
                  <a:pt x="1753" y="708"/>
                  <a:pt x="1755" y="707"/>
                </a:cubicBezTo>
                <a:cubicBezTo>
                  <a:pt x="1756" y="705"/>
                  <a:pt x="1758" y="703"/>
                  <a:pt x="1760" y="701"/>
                </a:cubicBezTo>
                <a:cubicBezTo>
                  <a:pt x="1760" y="701"/>
                  <a:pt x="1760" y="701"/>
                  <a:pt x="1760" y="701"/>
                </a:cubicBezTo>
                <a:cubicBezTo>
                  <a:pt x="1761" y="701"/>
                  <a:pt x="1761" y="701"/>
                  <a:pt x="1761" y="701"/>
                </a:cubicBezTo>
                <a:cubicBezTo>
                  <a:pt x="1760" y="701"/>
                  <a:pt x="1760" y="701"/>
                  <a:pt x="1760" y="701"/>
                </a:cubicBezTo>
                <a:cubicBezTo>
                  <a:pt x="1760" y="701"/>
                  <a:pt x="1760" y="701"/>
                  <a:pt x="1760" y="701"/>
                </a:cubicBezTo>
                <a:cubicBezTo>
                  <a:pt x="1759" y="701"/>
                  <a:pt x="1759" y="701"/>
                  <a:pt x="1758" y="701"/>
                </a:cubicBezTo>
                <a:cubicBezTo>
                  <a:pt x="1753" y="701"/>
                  <a:pt x="1749" y="701"/>
                  <a:pt x="1745" y="705"/>
                </a:cubicBezTo>
                <a:cubicBezTo>
                  <a:pt x="1743" y="707"/>
                  <a:pt x="1741" y="708"/>
                  <a:pt x="1738" y="708"/>
                </a:cubicBezTo>
                <a:cubicBezTo>
                  <a:pt x="1733" y="709"/>
                  <a:pt x="1730" y="711"/>
                  <a:pt x="1727" y="715"/>
                </a:cubicBezTo>
                <a:cubicBezTo>
                  <a:pt x="1727" y="715"/>
                  <a:pt x="1727" y="715"/>
                  <a:pt x="1727" y="715"/>
                </a:cubicBezTo>
                <a:cubicBezTo>
                  <a:pt x="1726" y="715"/>
                  <a:pt x="1726" y="715"/>
                  <a:pt x="1726" y="715"/>
                </a:cubicBezTo>
                <a:cubicBezTo>
                  <a:pt x="1727" y="715"/>
                  <a:pt x="1727" y="715"/>
                  <a:pt x="1727" y="715"/>
                </a:cubicBezTo>
                <a:cubicBezTo>
                  <a:pt x="1732" y="722"/>
                  <a:pt x="1732" y="722"/>
                  <a:pt x="1740" y="721"/>
                </a:cubicBezTo>
                <a:cubicBezTo>
                  <a:pt x="1741" y="721"/>
                  <a:pt x="1741" y="721"/>
                  <a:pt x="1741" y="721"/>
                </a:cubicBezTo>
                <a:cubicBezTo>
                  <a:pt x="1742" y="721"/>
                  <a:pt x="1744" y="721"/>
                  <a:pt x="1744" y="722"/>
                </a:cubicBezTo>
                <a:cubicBezTo>
                  <a:pt x="1744" y="724"/>
                  <a:pt x="1744" y="725"/>
                  <a:pt x="1743" y="725"/>
                </a:cubicBezTo>
                <a:cubicBezTo>
                  <a:pt x="1742" y="726"/>
                  <a:pt x="1741" y="726"/>
                  <a:pt x="1741" y="726"/>
                </a:cubicBezTo>
                <a:cubicBezTo>
                  <a:pt x="1738" y="727"/>
                  <a:pt x="1735" y="727"/>
                  <a:pt x="1732" y="729"/>
                </a:cubicBezTo>
                <a:cubicBezTo>
                  <a:pt x="1730" y="730"/>
                  <a:pt x="1728" y="731"/>
                  <a:pt x="1726" y="732"/>
                </a:cubicBezTo>
                <a:cubicBezTo>
                  <a:pt x="1726" y="732"/>
                  <a:pt x="1724" y="732"/>
                  <a:pt x="1723" y="733"/>
                </a:cubicBezTo>
                <a:cubicBezTo>
                  <a:pt x="1721" y="734"/>
                  <a:pt x="1718" y="733"/>
                  <a:pt x="1718" y="730"/>
                </a:cubicBezTo>
                <a:cubicBezTo>
                  <a:pt x="1717" y="727"/>
                  <a:pt x="1716" y="726"/>
                  <a:pt x="1714" y="725"/>
                </a:cubicBezTo>
                <a:cubicBezTo>
                  <a:pt x="1713" y="724"/>
                  <a:pt x="1712" y="724"/>
                  <a:pt x="1712" y="724"/>
                </a:cubicBezTo>
                <a:cubicBezTo>
                  <a:pt x="1711" y="723"/>
                  <a:pt x="1710" y="722"/>
                  <a:pt x="1711" y="721"/>
                </a:cubicBezTo>
                <a:cubicBezTo>
                  <a:pt x="1712" y="720"/>
                  <a:pt x="1713" y="719"/>
                  <a:pt x="1714" y="718"/>
                </a:cubicBezTo>
                <a:cubicBezTo>
                  <a:pt x="1715" y="717"/>
                  <a:pt x="1714" y="715"/>
                  <a:pt x="1713" y="715"/>
                </a:cubicBezTo>
                <a:cubicBezTo>
                  <a:pt x="1708" y="715"/>
                  <a:pt x="1704" y="713"/>
                  <a:pt x="1700" y="710"/>
                </a:cubicBezTo>
                <a:cubicBezTo>
                  <a:pt x="1700" y="710"/>
                  <a:pt x="1699" y="710"/>
                  <a:pt x="1699" y="710"/>
                </a:cubicBezTo>
                <a:cubicBezTo>
                  <a:pt x="1697" y="709"/>
                  <a:pt x="1695" y="710"/>
                  <a:pt x="1694" y="711"/>
                </a:cubicBezTo>
                <a:cubicBezTo>
                  <a:pt x="1691" y="715"/>
                  <a:pt x="1688" y="718"/>
                  <a:pt x="1686" y="721"/>
                </a:cubicBezTo>
                <a:cubicBezTo>
                  <a:pt x="1685" y="722"/>
                  <a:pt x="1685" y="724"/>
                  <a:pt x="1685" y="725"/>
                </a:cubicBezTo>
                <a:cubicBezTo>
                  <a:pt x="1684" y="728"/>
                  <a:pt x="1683" y="730"/>
                  <a:pt x="1680" y="731"/>
                </a:cubicBezTo>
                <a:cubicBezTo>
                  <a:pt x="1679" y="732"/>
                  <a:pt x="1678" y="733"/>
                  <a:pt x="1678" y="734"/>
                </a:cubicBezTo>
                <a:cubicBezTo>
                  <a:pt x="1677" y="737"/>
                  <a:pt x="1677" y="739"/>
                  <a:pt x="1677" y="741"/>
                </a:cubicBezTo>
                <a:cubicBezTo>
                  <a:pt x="1677" y="744"/>
                  <a:pt x="1676" y="746"/>
                  <a:pt x="1674" y="748"/>
                </a:cubicBezTo>
                <a:cubicBezTo>
                  <a:pt x="1672" y="750"/>
                  <a:pt x="1672" y="753"/>
                  <a:pt x="1671" y="755"/>
                </a:cubicBezTo>
                <a:cubicBezTo>
                  <a:pt x="1671" y="756"/>
                  <a:pt x="1671" y="757"/>
                  <a:pt x="1671" y="758"/>
                </a:cubicBezTo>
                <a:cubicBezTo>
                  <a:pt x="1672" y="760"/>
                  <a:pt x="1673" y="762"/>
                  <a:pt x="1673" y="764"/>
                </a:cubicBezTo>
                <a:cubicBezTo>
                  <a:pt x="1676" y="769"/>
                  <a:pt x="1680" y="771"/>
                  <a:pt x="1686" y="771"/>
                </a:cubicBezTo>
                <a:cubicBezTo>
                  <a:pt x="1690" y="771"/>
                  <a:pt x="1694" y="771"/>
                  <a:pt x="1698" y="772"/>
                </a:cubicBezTo>
                <a:cubicBezTo>
                  <a:pt x="1700" y="773"/>
                  <a:pt x="1702" y="772"/>
                  <a:pt x="1703" y="770"/>
                </a:cubicBezTo>
                <a:cubicBezTo>
                  <a:pt x="1705" y="768"/>
                  <a:pt x="1708" y="766"/>
                  <a:pt x="1710" y="765"/>
                </a:cubicBezTo>
                <a:cubicBezTo>
                  <a:pt x="1717" y="762"/>
                  <a:pt x="1725" y="761"/>
                  <a:pt x="1732" y="762"/>
                </a:cubicBezTo>
                <a:cubicBezTo>
                  <a:pt x="1736" y="763"/>
                  <a:pt x="1740" y="765"/>
                  <a:pt x="1744" y="765"/>
                </a:cubicBezTo>
                <a:cubicBezTo>
                  <a:pt x="1745" y="765"/>
                  <a:pt x="1745" y="766"/>
                  <a:pt x="1746" y="767"/>
                </a:cubicBezTo>
                <a:cubicBezTo>
                  <a:pt x="1747" y="767"/>
                  <a:pt x="1747" y="768"/>
                  <a:pt x="1748" y="768"/>
                </a:cubicBezTo>
                <a:cubicBezTo>
                  <a:pt x="1753" y="770"/>
                  <a:pt x="1757" y="771"/>
                  <a:pt x="1761" y="773"/>
                </a:cubicBezTo>
                <a:cubicBezTo>
                  <a:pt x="1763" y="773"/>
                  <a:pt x="1766" y="774"/>
                  <a:pt x="1768" y="773"/>
                </a:cubicBezTo>
                <a:cubicBezTo>
                  <a:pt x="1771" y="772"/>
                  <a:pt x="1774" y="771"/>
                  <a:pt x="1778" y="772"/>
                </a:cubicBezTo>
                <a:cubicBezTo>
                  <a:pt x="1780" y="773"/>
                  <a:pt x="1783" y="773"/>
                  <a:pt x="1785" y="771"/>
                </a:cubicBezTo>
                <a:cubicBezTo>
                  <a:pt x="1786" y="770"/>
                  <a:pt x="1787" y="770"/>
                  <a:pt x="1789" y="769"/>
                </a:cubicBezTo>
                <a:cubicBezTo>
                  <a:pt x="1791" y="767"/>
                  <a:pt x="1792" y="765"/>
                  <a:pt x="1792" y="762"/>
                </a:cubicBezTo>
                <a:close/>
                <a:moveTo>
                  <a:pt x="1835" y="594"/>
                </a:moveTo>
                <a:cubicBezTo>
                  <a:pt x="1834" y="593"/>
                  <a:pt x="1834" y="593"/>
                  <a:pt x="1834" y="593"/>
                </a:cubicBezTo>
                <a:cubicBezTo>
                  <a:pt x="1834" y="594"/>
                  <a:pt x="1834" y="594"/>
                  <a:pt x="1834" y="594"/>
                </a:cubicBezTo>
                <a:lnTo>
                  <a:pt x="1835" y="594"/>
                </a:lnTo>
                <a:close/>
                <a:moveTo>
                  <a:pt x="1910" y="816"/>
                </a:moveTo>
                <a:cubicBezTo>
                  <a:pt x="1908" y="811"/>
                  <a:pt x="1906" y="805"/>
                  <a:pt x="1906" y="800"/>
                </a:cubicBezTo>
                <a:cubicBezTo>
                  <a:pt x="1906" y="796"/>
                  <a:pt x="1905" y="794"/>
                  <a:pt x="1902" y="792"/>
                </a:cubicBezTo>
                <a:cubicBezTo>
                  <a:pt x="1901" y="792"/>
                  <a:pt x="1901" y="790"/>
                  <a:pt x="1900" y="790"/>
                </a:cubicBezTo>
                <a:cubicBezTo>
                  <a:pt x="1900" y="789"/>
                  <a:pt x="1900" y="789"/>
                  <a:pt x="1900" y="789"/>
                </a:cubicBezTo>
                <a:cubicBezTo>
                  <a:pt x="1901" y="788"/>
                  <a:pt x="1901" y="787"/>
                  <a:pt x="1901" y="786"/>
                </a:cubicBezTo>
                <a:cubicBezTo>
                  <a:pt x="1900" y="785"/>
                  <a:pt x="1899" y="785"/>
                  <a:pt x="1898" y="785"/>
                </a:cubicBezTo>
                <a:cubicBezTo>
                  <a:pt x="1895" y="784"/>
                  <a:pt x="1894" y="782"/>
                  <a:pt x="1893" y="780"/>
                </a:cubicBezTo>
                <a:cubicBezTo>
                  <a:pt x="1892" y="779"/>
                  <a:pt x="1892" y="777"/>
                  <a:pt x="1892" y="776"/>
                </a:cubicBezTo>
                <a:cubicBezTo>
                  <a:pt x="1893" y="772"/>
                  <a:pt x="1892" y="768"/>
                  <a:pt x="1890" y="765"/>
                </a:cubicBezTo>
                <a:cubicBezTo>
                  <a:pt x="1888" y="762"/>
                  <a:pt x="1887" y="759"/>
                  <a:pt x="1887" y="756"/>
                </a:cubicBezTo>
                <a:cubicBezTo>
                  <a:pt x="1888" y="755"/>
                  <a:pt x="1888" y="754"/>
                  <a:pt x="1888" y="753"/>
                </a:cubicBezTo>
                <a:cubicBezTo>
                  <a:pt x="1888" y="752"/>
                  <a:pt x="1887" y="751"/>
                  <a:pt x="1885" y="750"/>
                </a:cubicBezTo>
                <a:cubicBezTo>
                  <a:pt x="1880" y="749"/>
                  <a:pt x="1875" y="746"/>
                  <a:pt x="1873" y="740"/>
                </a:cubicBezTo>
                <a:cubicBezTo>
                  <a:pt x="1871" y="737"/>
                  <a:pt x="1869" y="734"/>
                  <a:pt x="1866" y="732"/>
                </a:cubicBezTo>
                <a:cubicBezTo>
                  <a:pt x="1864" y="731"/>
                  <a:pt x="1865" y="730"/>
                  <a:pt x="1868" y="729"/>
                </a:cubicBezTo>
                <a:cubicBezTo>
                  <a:pt x="1868" y="729"/>
                  <a:pt x="1869" y="729"/>
                  <a:pt x="1869" y="729"/>
                </a:cubicBezTo>
                <a:cubicBezTo>
                  <a:pt x="1871" y="728"/>
                  <a:pt x="1871" y="728"/>
                  <a:pt x="1871" y="725"/>
                </a:cubicBezTo>
                <a:cubicBezTo>
                  <a:pt x="1871" y="720"/>
                  <a:pt x="1872" y="718"/>
                  <a:pt x="1877" y="718"/>
                </a:cubicBezTo>
                <a:cubicBezTo>
                  <a:pt x="1879" y="718"/>
                  <a:pt x="1880" y="718"/>
                  <a:pt x="1882" y="718"/>
                </a:cubicBezTo>
                <a:cubicBezTo>
                  <a:pt x="1883" y="717"/>
                  <a:pt x="1884" y="717"/>
                  <a:pt x="1884" y="715"/>
                </a:cubicBezTo>
                <a:cubicBezTo>
                  <a:pt x="1885" y="713"/>
                  <a:pt x="1885" y="711"/>
                  <a:pt x="1885" y="709"/>
                </a:cubicBezTo>
                <a:cubicBezTo>
                  <a:pt x="1886" y="707"/>
                  <a:pt x="1885" y="705"/>
                  <a:pt x="1884" y="703"/>
                </a:cubicBezTo>
                <a:cubicBezTo>
                  <a:pt x="1883" y="701"/>
                  <a:pt x="1882" y="700"/>
                  <a:pt x="1880" y="700"/>
                </a:cubicBezTo>
                <a:cubicBezTo>
                  <a:pt x="1876" y="701"/>
                  <a:pt x="1873" y="701"/>
                  <a:pt x="1869" y="699"/>
                </a:cubicBezTo>
                <a:cubicBezTo>
                  <a:pt x="1868" y="699"/>
                  <a:pt x="1867" y="699"/>
                  <a:pt x="1866" y="700"/>
                </a:cubicBezTo>
                <a:cubicBezTo>
                  <a:pt x="1862" y="702"/>
                  <a:pt x="1857" y="705"/>
                  <a:pt x="1853" y="707"/>
                </a:cubicBezTo>
                <a:cubicBezTo>
                  <a:pt x="1852" y="708"/>
                  <a:pt x="1851" y="709"/>
                  <a:pt x="1851" y="709"/>
                </a:cubicBezTo>
                <a:cubicBezTo>
                  <a:pt x="1848" y="713"/>
                  <a:pt x="1845" y="715"/>
                  <a:pt x="1841" y="716"/>
                </a:cubicBezTo>
                <a:cubicBezTo>
                  <a:pt x="1839" y="717"/>
                  <a:pt x="1838" y="718"/>
                  <a:pt x="1837" y="720"/>
                </a:cubicBezTo>
                <a:cubicBezTo>
                  <a:pt x="1836" y="722"/>
                  <a:pt x="1835" y="724"/>
                  <a:pt x="1835" y="727"/>
                </a:cubicBezTo>
                <a:cubicBezTo>
                  <a:pt x="1834" y="729"/>
                  <a:pt x="1835" y="731"/>
                  <a:pt x="1837" y="732"/>
                </a:cubicBezTo>
                <a:cubicBezTo>
                  <a:pt x="1840" y="736"/>
                  <a:pt x="1843" y="740"/>
                  <a:pt x="1844" y="745"/>
                </a:cubicBezTo>
                <a:cubicBezTo>
                  <a:pt x="1845" y="750"/>
                  <a:pt x="1848" y="755"/>
                  <a:pt x="1853" y="758"/>
                </a:cubicBezTo>
                <a:cubicBezTo>
                  <a:pt x="1856" y="761"/>
                  <a:pt x="1859" y="764"/>
                  <a:pt x="1861" y="768"/>
                </a:cubicBezTo>
                <a:cubicBezTo>
                  <a:pt x="1862" y="771"/>
                  <a:pt x="1865" y="774"/>
                  <a:pt x="1869" y="775"/>
                </a:cubicBezTo>
                <a:cubicBezTo>
                  <a:pt x="1870" y="775"/>
                  <a:pt x="1870" y="776"/>
                  <a:pt x="1871" y="776"/>
                </a:cubicBezTo>
                <a:cubicBezTo>
                  <a:pt x="1871" y="777"/>
                  <a:pt x="1871" y="778"/>
                  <a:pt x="1871" y="778"/>
                </a:cubicBezTo>
                <a:cubicBezTo>
                  <a:pt x="1868" y="780"/>
                  <a:pt x="1865" y="782"/>
                  <a:pt x="1865" y="786"/>
                </a:cubicBezTo>
                <a:cubicBezTo>
                  <a:pt x="1865" y="789"/>
                  <a:pt x="1864" y="791"/>
                  <a:pt x="1863" y="793"/>
                </a:cubicBezTo>
                <a:cubicBezTo>
                  <a:pt x="1861" y="799"/>
                  <a:pt x="1863" y="804"/>
                  <a:pt x="1865" y="808"/>
                </a:cubicBezTo>
                <a:cubicBezTo>
                  <a:pt x="1865" y="809"/>
                  <a:pt x="1867" y="810"/>
                  <a:pt x="1868" y="810"/>
                </a:cubicBezTo>
                <a:cubicBezTo>
                  <a:pt x="1869" y="811"/>
                  <a:pt x="1871" y="811"/>
                  <a:pt x="1872" y="811"/>
                </a:cubicBezTo>
                <a:cubicBezTo>
                  <a:pt x="1874" y="812"/>
                  <a:pt x="1876" y="813"/>
                  <a:pt x="1877" y="814"/>
                </a:cubicBezTo>
                <a:cubicBezTo>
                  <a:pt x="1881" y="818"/>
                  <a:pt x="1886" y="819"/>
                  <a:pt x="1891" y="819"/>
                </a:cubicBezTo>
                <a:cubicBezTo>
                  <a:pt x="1892" y="819"/>
                  <a:pt x="1894" y="819"/>
                  <a:pt x="1895" y="819"/>
                </a:cubicBezTo>
                <a:cubicBezTo>
                  <a:pt x="1900" y="818"/>
                  <a:pt x="1904" y="818"/>
                  <a:pt x="1909" y="817"/>
                </a:cubicBezTo>
                <a:cubicBezTo>
                  <a:pt x="1910" y="817"/>
                  <a:pt x="1910" y="816"/>
                  <a:pt x="1910" y="816"/>
                </a:cubicBezTo>
                <a:close/>
                <a:moveTo>
                  <a:pt x="1934" y="340"/>
                </a:moveTo>
                <a:cubicBezTo>
                  <a:pt x="1933" y="340"/>
                  <a:pt x="1933" y="340"/>
                  <a:pt x="1933" y="340"/>
                </a:cubicBezTo>
                <a:cubicBezTo>
                  <a:pt x="1934" y="341"/>
                  <a:pt x="1934" y="341"/>
                  <a:pt x="1934" y="341"/>
                </a:cubicBezTo>
                <a:lnTo>
                  <a:pt x="1934" y="340"/>
                </a:lnTo>
                <a:close/>
                <a:moveTo>
                  <a:pt x="1956" y="716"/>
                </a:moveTo>
                <a:cubicBezTo>
                  <a:pt x="1955" y="715"/>
                  <a:pt x="1954" y="713"/>
                  <a:pt x="1954" y="711"/>
                </a:cubicBezTo>
                <a:cubicBezTo>
                  <a:pt x="1953" y="710"/>
                  <a:pt x="1952" y="709"/>
                  <a:pt x="1950" y="709"/>
                </a:cubicBezTo>
                <a:cubicBezTo>
                  <a:pt x="1944" y="708"/>
                  <a:pt x="1936" y="715"/>
                  <a:pt x="1937" y="722"/>
                </a:cubicBezTo>
                <a:cubicBezTo>
                  <a:pt x="1937" y="724"/>
                  <a:pt x="1937" y="725"/>
                  <a:pt x="1939" y="726"/>
                </a:cubicBezTo>
                <a:cubicBezTo>
                  <a:pt x="1942" y="727"/>
                  <a:pt x="1944" y="728"/>
                  <a:pt x="1946" y="728"/>
                </a:cubicBezTo>
                <a:cubicBezTo>
                  <a:pt x="1949" y="729"/>
                  <a:pt x="1952" y="727"/>
                  <a:pt x="1953" y="725"/>
                </a:cubicBezTo>
                <a:cubicBezTo>
                  <a:pt x="1954" y="722"/>
                  <a:pt x="1955" y="719"/>
                  <a:pt x="1956" y="716"/>
                </a:cubicBezTo>
                <a:close/>
                <a:moveTo>
                  <a:pt x="2001" y="363"/>
                </a:moveTo>
                <a:cubicBezTo>
                  <a:pt x="1999" y="361"/>
                  <a:pt x="1998" y="359"/>
                  <a:pt x="1996" y="358"/>
                </a:cubicBezTo>
                <a:cubicBezTo>
                  <a:pt x="1996" y="357"/>
                  <a:pt x="1994" y="357"/>
                  <a:pt x="1993" y="356"/>
                </a:cubicBezTo>
                <a:cubicBezTo>
                  <a:pt x="1992" y="356"/>
                  <a:pt x="1991" y="357"/>
                  <a:pt x="1991" y="357"/>
                </a:cubicBezTo>
                <a:cubicBezTo>
                  <a:pt x="1991" y="358"/>
                  <a:pt x="1991" y="358"/>
                  <a:pt x="1991" y="358"/>
                </a:cubicBezTo>
                <a:cubicBezTo>
                  <a:pt x="1994" y="362"/>
                  <a:pt x="1997" y="366"/>
                  <a:pt x="2000" y="370"/>
                </a:cubicBezTo>
                <a:cubicBezTo>
                  <a:pt x="2000" y="370"/>
                  <a:pt x="2000" y="370"/>
                  <a:pt x="2000" y="370"/>
                </a:cubicBezTo>
                <a:cubicBezTo>
                  <a:pt x="2002" y="368"/>
                  <a:pt x="2002" y="365"/>
                  <a:pt x="2001" y="363"/>
                </a:cubicBezTo>
                <a:close/>
                <a:moveTo>
                  <a:pt x="2004" y="378"/>
                </a:moveTo>
                <a:cubicBezTo>
                  <a:pt x="2003" y="377"/>
                  <a:pt x="2003" y="377"/>
                  <a:pt x="2003" y="378"/>
                </a:cubicBezTo>
                <a:cubicBezTo>
                  <a:pt x="2003" y="378"/>
                  <a:pt x="2003" y="378"/>
                  <a:pt x="2004" y="379"/>
                </a:cubicBezTo>
                <a:cubicBezTo>
                  <a:pt x="2004" y="378"/>
                  <a:pt x="2004" y="378"/>
                  <a:pt x="2004" y="378"/>
                </a:cubicBezTo>
                <a:close/>
                <a:moveTo>
                  <a:pt x="2021" y="765"/>
                </a:moveTo>
                <a:cubicBezTo>
                  <a:pt x="2020" y="765"/>
                  <a:pt x="2020" y="765"/>
                  <a:pt x="2020" y="765"/>
                </a:cubicBezTo>
                <a:cubicBezTo>
                  <a:pt x="2020" y="766"/>
                  <a:pt x="2020" y="766"/>
                  <a:pt x="2020" y="766"/>
                </a:cubicBezTo>
                <a:lnTo>
                  <a:pt x="2021" y="765"/>
                </a:lnTo>
                <a:close/>
                <a:moveTo>
                  <a:pt x="2027" y="323"/>
                </a:moveTo>
                <a:cubicBezTo>
                  <a:pt x="2026" y="322"/>
                  <a:pt x="2026" y="322"/>
                  <a:pt x="2026" y="322"/>
                </a:cubicBezTo>
                <a:cubicBezTo>
                  <a:pt x="2025" y="321"/>
                  <a:pt x="2024" y="322"/>
                  <a:pt x="2024" y="323"/>
                </a:cubicBezTo>
                <a:cubicBezTo>
                  <a:pt x="2024" y="323"/>
                  <a:pt x="2024" y="324"/>
                  <a:pt x="2024" y="324"/>
                </a:cubicBezTo>
                <a:cubicBezTo>
                  <a:pt x="2024" y="325"/>
                  <a:pt x="2025" y="325"/>
                  <a:pt x="2026" y="323"/>
                </a:cubicBezTo>
                <a:cubicBezTo>
                  <a:pt x="2026" y="323"/>
                  <a:pt x="2026" y="323"/>
                  <a:pt x="2027" y="323"/>
                </a:cubicBezTo>
                <a:close/>
                <a:moveTo>
                  <a:pt x="2073" y="168"/>
                </a:moveTo>
                <a:cubicBezTo>
                  <a:pt x="2073" y="168"/>
                  <a:pt x="2073" y="168"/>
                  <a:pt x="2073" y="168"/>
                </a:cubicBezTo>
                <a:cubicBezTo>
                  <a:pt x="2074" y="169"/>
                  <a:pt x="2075" y="169"/>
                  <a:pt x="2076" y="170"/>
                </a:cubicBezTo>
                <a:cubicBezTo>
                  <a:pt x="2076" y="170"/>
                  <a:pt x="2076" y="170"/>
                  <a:pt x="2076" y="170"/>
                </a:cubicBezTo>
                <a:cubicBezTo>
                  <a:pt x="2076" y="170"/>
                  <a:pt x="2076" y="170"/>
                  <a:pt x="2076" y="170"/>
                </a:cubicBezTo>
                <a:cubicBezTo>
                  <a:pt x="2075" y="169"/>
                  <a:pt x="2074" y="169"/>
                  <a:pt x="2073" y="168"/>
                </a:cubicBezTo>
                <a:cubicBezTo>
                  <a:pt x="2073" y="168"/>
                  <a:pt x="2073" y="168"/>
                  <a:pt x="2073" y="168"/>
                </a:cubicBezTo>
                <a:close/>
                <a:moveTo>
                  <a:pt x="2070" y="584"/>
                </a:moveTo>
                <a:cubicBezTo>
                  <a:pt x="2070" y="584"/>
                  <a:pt x="2070" y="584"/>
                  <a:pt x="2070" y="584"/>
                </a:cubicBezTo>
                <a:cubicBezTo>
                  <a:pt x="2071" y="584"/>
                  <a:pt x="2072" y="584"/>
                  <a:pt x="2072" y="584"/>
                </a:cubicBezTo>
                <a:cubicBezTo>
                  <a:pt x="2073" y="584"/>
                  <a:pt x="2073" y="584"/>
                  <a:pt x="2073" y="584"/>
                </a:cubicBezTo>
                <a:cubicBezTo>
                  <a:pt x="2073" y="583"/>
                  <a:pt x="2073" y="583"/>
                  <a:pt x="2073" y="583"/>
                </a:cubicBezTo>
                <a:cubicBezTo>
                  <a:pt x="2072" y="583"/>
                  <a:pt x="2071" y="583"/>
                  <a:pt x="2070" y="584"/>
                </a:cubicBezTo>
                <a:close/>
                <a:moveTo>
                  <a:pt x="2078" y="692"/>
                </a:moveTo>
                <a:cubicBezTo>
                  <a:pt x="2078" y="692"/>
                  <a:pt x="2077" y="691"/>
                  <a:pt x="2077" y="691"/>
                </a:cubicBezTo>
                <a:cubicBezTo>
                  <a:pt x="2076" y="691"/>
                  <a:pt x="2075" y="692"/>
                  <a:pt x="2074" y="692"/>
                </a:cubicBezTo>
                <a:cubicBezTo>
                  <a:pt x="2072" y="693"/>
                  <a:pt x="2071" y="695"/>
                  <a:pt x="2070" y="696"/>
                </a:cubicBezTo>
                <a:cubicBezTo>
                  <a:pt x="2067" y="698"/>
                  <a:pt x="2067" y="701"/>
                  <a:pt x="2067" y="704"/>
                </a:cubicBezTo>
                <a:cubicBezTo>
                  <a:pt x="2067" y="704"/>
                  <a:pt x="2067" y="705"/>
                  <a:pt x="2067" y="705"/>
                </a:cubicBezTo>
                <a:cubicBezTo>
                  <a:pt x="2067" y="706"/>
                  <a:pt x="2068" y="707"/>
                  <a:pt x="2069" y="707"/>
                </a:cubicBezTo>
                <a:cubicBezTo>
                  <a:pt x="2070" y="707"/>
                  <a:pt x="2070" y="707"/>
                  <a:pt x="2071" y="706"/>
                </a:cubicBezTo>
                <a:cubicBezTo>
                  <a:pt x="2072" y="703"/>
                  <a:pt x="2073" y="700"/>
                  <a:pt x="2075" y="697"/>
                </a:cubicBezTo>
                <a:cubicBezTo>
                  <a:pt x="2076" y="696"/>
                  <a:pt x="2077" y="694"/>
                  <a:pt x="2078" y="692"/>
                </a:cubicBezTo>
                <a:close/>
                <a:moveTo>
                  <a:pt x="2090" y="131"/>
                </a:moveTo>
                <a:cubicBezTo>
                  <a:pt x="2089" y="131"/>
                  <a:pt x="2089" y="131"/>
                  <a:pt x="2089" y="131"/>
                </a:cubicBezTo>
                <a:cubicBezTo>
                  <a:pt x="2089" y="131"/>
                  <a:pt x="2089" y="131"/>
                  <a:pt x="2089" y="131"/>
                </a:cubicBezTo>
                <a:lnTo>
                  <a:pt x="2090" y="131"/>
                </a:lnTo>
                <a:close/>
                <a:moveTo>
                  <a:pt x="2114" y="195"/>
                </a:moveTo>
                <a:cubicBezTo>
                  <a:pt x="2114" y="195"/>
                  <a:pt x="2114" y="195"/>
                  <a:pt x="2114" y="195"/>
                </a:cubicBezTo>
                <a:cubicBezTo>
                  <a:pt x="2114" y="195"/>
                  <a:pt x="2114" y="195"/>
                  <a:pt x="2114" y="195"/>
                </a:cubicBezTo>
                <a:cubicBezTo>
                  <a:pt x="2114" y="195"/>
                  <a:pt x="2114" y="195"/>
                  <a:pt x="2114" y="196"/>
                </a:cubicBezTo>
                <a:cubicBezTo>
                  <a:pt x="2112" y="195"/>
                  <a:pt x="2111" y="196"/>
                  <a:pt x="2109" y="197"/>
                </a:cubicBezTo>
                <a:cubicBezTo>
                  <a:pt x="2107" y="199"/>
                  <a:pt x="2105" y="199"/>
                  <a:pt x="2102" y="197"/>
                </a:cubicBezTo>
                <a:cubicBezTo>
                  <a:pt x="2101" y="197"/>
                  <a:pt x="2100" y="196"/>
                  <a:pt x="2099" y="195"/>
                </a:cubicBezTo>
                <a:cubicBezTo>
                  <a:pt x="2099" y="195"/>
                  <a:pt x="2099" y="195"/>
                  <a:pt x="2099" y="195"/>
                </a:cubicBezTo>
                <a:cubicBezTo>
                  <a:pt x="2098" y="195"/>
                  <a:pt x="2098" y="195"/>
                  <a:pt x="2098" y="195"/>
                </a:cubicBezTo>
                <a:cubicBezTo>
                  <a:pt x="2099" y="195"/>
                  <a:pt x="2099" y="195"/>
                  <a:pt x="2099" y="195"/>
                </a:cubicBezTo>
                <a:cubicBezTo>
                  <a:pt x="2099" y="195"/>
                  <a:pt x="2099" y="195"/>
                  <a:pt x="2099" y="195"/>
                </a:cubicBezTo>
                <a:cubicBezTo>
                  <a:pt x="2099" y="196"/>
                  <a:pt x="2099" y="197"/>
                  <a:pt x="2099" y="198"/>
                </a:cubicBezTo>
                <a:cubicBezTo>
                  <a:pt x="2100" y="200"/>
                  <a:pt x="2100" y="202"/>
                  <a:pt x="2101" y="204"/>
                </a:cubicBezTo>
                <a:cubicBezTo>
                  <a:pt x="2103" y="207"/>
                  <a:pt x="2105" y="207"/>
                  <a:pt x="2107" y="208"/>
                </a:cubicBezTo>
                <a:cubicBezTo>
                  <a:pt x="2107" y="208"/>
                  <a:pt x="2107" y="208"/>
                  <a:pt x="2107" y="208"/>
                </a:cubicBezTo>
                <a:cubicBezTo>
                  <a:pt x="2107" y="208"/>
                  <a:pt x="2107" y="208"/>
                  <a:pt x="2107" y="209"/>
                </a:cubicBezTo>
                <a:cubicBezTo>
                  <a:pt x="2107" y="209"/>
                  <a:pt x="2107" y="209"/>
                  <a:pt x="2107" y="209"/>
                </a:cubicBezTo>
                <a:cubicBezTo>
                  <a:pt x="2108" y="209"/>
                  <a:pt x="2109" y="210"/>
                  <a:pt x="2109" y="211"/>
                </a:cubicBezTo>
                <a:cubicBezTo>
                  <a:pt x="2110" y="212"/>
                  <a:pt x="2111" y="212"/>
                  <a:pt x="2112" y="213"/>
                </a:cubicBezTo>
                <a:cubicBezTo>
                  <a:pt x="2112" y="213"/>
                  <a:pt x="2112" y="213"/>
                  <a:pt x="2112" y="213"/>
                </a:cubicBezTo>
                <a:cubicBezTo>
                  <a:pt x="2112" y="213"/>
                  <a:pt x="2112" y="213"/>
                  <a:pt x="2112" y="213"/>
                </a:cubicBezTo>
                <a:cubicBezTo>
                  <a:pt x="2111" y="212"/>
                  <a:pt x="2110" y="211"/>
                  <a:pt x="2109" y="211"/>
                </a:cubicBezTo>
                <a:cubicBezTo>
                  <a:pt x="2109" y="210"/>
                  <a:pt x="2108" y="209"/>
                  <a:pt x="2107" y="209"/>
                </a:cubicBezTo>
                <a:cubicBezTo>
                  <a:pt x="2107" y="209"/>
                  <a:pt x="2107" y="208"/>
                  <a:pt x="2107" y="208"/>
                </a:cubicBezTo>
                <a:cubicBezTo>
                  <a:pt x="2107" y="208"/>
                  <a:pt x="2107" y="208"/>
                  <a:pt x="2107" y="208"/>
                </a:cubicBezTo>
                <a:cubicBezTo>
                  <a:pt x="2108" y="206"/>
                  <a:pt x="2108" y="204"/>
                  <a:pt x="2110" y="204"/>
                </a:cubicBezTo>
                <a:cubicBezTo>
                  <a:pt x="2111" y="204"/>
                  <a:pt x="2112" y="204"/>
                  <a:pt x="2112" y="202"/>
                </a:cubicBezTo>
                <a:cubicBezTo>
                  <a:pt x="2113" y="200"/>
                  <a:pt x="2113" y="198"/>
                  <a:pt x="2114" y="196"/>
                </a:cubicBezTo>
                <a:cubicBezTo>
                  <a:pt x="2114" y="196"/>
                  <a:pt x="2114" y="196"/>
                  <a:pt x="2114" y="196"/>
                </a:cubicBezTo>
                <a:cubicBezTo>
                  <a:pt x="2114" y="195"/>
                  <a:pt x="2114" y="195"/>
                  <a:pt x="2114" y="195"/>
                </a:cubicBezTo>
                <a:cubicBezTo>
                  <a:pt x="2114" y="195"/>
                  <a:pt x="2114" y="195"/>
                  <a:pt x="2114" y="195"/>
                </a:cubicBezTo>
                <a:close/>
                <a:moveTo>
                  <a:pt x="2128" y="186"/>
                </a:moveTo>
                <a:cubicBezTo>
                  <a:pt x="2128" y="186"/>
                  <a:pt x="2127" y="185"/>
                  <a:pt x="2127" y="185"/>
                </a:cubicBezTo>
                <a:cubicBezTo>
                  <a:pt x="2126" y="184"/>
                  <a:pt x="2124" y="184"/>
                  <a:pt x="2123" y="184"/>
                </a:cubicBezTo>
                <a:cubicBezTo>
                  <a:pt x="2124" y="184"/>
                  <a:pt x="2124" y="184"/>
                  <a:pt x="2124" y="184"/>
                </a:cubicBezTo>
                <a:cubicBezTo>
                  <a:pt x="2123" y="184"/>
                  <a:pt x="2123" y="184"/>
                  <a:pt x="2123" y="184"/>
                </a:cubicBezTo>
                <a:cubicBezTo>
                  <a:pt x="2123" y="183"/>
                  <a:pt x="2122" y="182"/>
                  <a:pt x="2121" y="181"/>
                </a:cubicBezTo>
                <a:cubicBezTo>
                  <a:pt x="2121" y="180"/>
                  <a:pt x="2120" y="180"/>
                  <a:pt x="2120" y="179"/>
                </a:cubicBezTo>
                <a:cubicBezTo>
                  <a:pt x="2119" y="179"/>
                  <a:pt x="2118" y="179"/>
                  <a:pt x="2118" y="179"/>
                </a:cubicBezTo>
                <a:cubicBezTo>
                  <a:pt x="2118" y="179"/>
                  <a:pt x="2118" y="180"/>
                  <a:pt x="2118" y="181"/>
                </a:cubicBezTo>
                <a:cubicBezTo>
                  <a:pt x="2118" y="183"/>
                  <a:pt x="2121" y="184"/>
                  <a:pt x="2123" y="184"/>
                </a:cubicBezTo>
                <a:cubicBezTo>
                  <a:pt x="2123" y="184"/>
                  <a:pt x="2123" y="184"/>
                  <a:pt x="2123" y="184"/>
                </a:cubicBezTo>
                <a:cubicBezTo>
                  <a:pt x="2122" y="186"/>
                  <a:pt x="2120" y="188"/>
                  <a:pt x="2119" y="190"/>
                </a:cubicBezTo>
                <a:cubicBezTo>
                  <a:pt x="2118" y="191"/>
                  <a:pt x="2117" y="192"/>
                  <a:pt x="2117" y="193"/>
                </a:cubicBezTo>
                <a:cubicBezTo>
                  <a:pt x="2116" y="193"/>
                  <a:pt x="2116" y="193"/>
                  <a:pt x="2116" y="193"/>
                </a:cubicBezTo>
                <a:cubicBezTo>
                  <a:pt x="2116" y="193"/>
                  <a:pt x="2116" y="193"/>
                  <a:pt x="2116" y="193"/>
                </a:cubicBezTo>
                <a:cubicBezTo>
                  <a:pt x="2116" y="193"/>
                  <a:pt x="2116" y="193"/>
                  <a:pt x="2116" y="193"/>
                </a:cubicBezTo>
                <a:cubicBezTo>
                  <a:pt x="2117" y="193"/>
                  <a:pt x="2117" y="193"/>
                  <a:pt x="2117" y="193"/>
                </a:cubicBezTo>
                <a:cubicBezTo>
                  <a:pt x="2118" y="193"/>
                  <a:pt x="2119" y="193"/>
                  <a:pt x="2119" y="192"/>
                </a:cubicBezTo>
                <a:cubicBezTo>
                  <a:pt x="2122" y="190"/>
                  <a:pt x="2124" y="188"/>
                  <a:pt x="2127" y="187"/>
                </a:cubicBezTo>
                <a:cubicBezTo>
                  <a:pt x="2128" y="187"/>
                  <a:pt x="2128" y="186"/>
                  <a:pt x="2128" y="186"/>
                </a:cubicBezTo>
                <a:close/>
                <a:moveTo>
                  <a:pt x="2143" y="185"/>
                </a:moveTo>
                <a:cubicBezTo>
                  <a:pt x="2142" y="185"/>
                  <a:pt x="2142" y="185"/>
                  <a:pt x="2142" y="185"/>
                </a:cubicBezTo>
                <a:cubicBezTo>
                  <a:pt x="2143" y="185"/>
                  <a:pt x="2143" y="185"/>
                  <a:pt x="2143" y="185"/>
                </a:cubicBezTo>
                <a:close/>
                <a:moveTo>
                  <a:pt x="2160" y="671"/>
                </a:moveTo>
                <a:cubicBezTo>
                  <a:pt x="2159" y="671"/>
                  <a:pt x="2159" y="670"/>
                  <a:pt x="2159" y="670"/>
                </a:cubicBezTo>
                <a:cubicBezTo>
                  <a:pt x="2157" y="670"/>
                  <a:pt x="2156" y="669"/>
                  <a:pt x="2154" y="668"/>
                </a:cubicBezTo>
                <a:cubicBezTo>
                  <a:pt x="2151" y="667"/>
                  <a:pt x="2150" y="666"/>
                  <a:pt x="2148" y="664"/>
                </a:cubicBezTo>
                <a:cubicBezTo>
                  <a:pt x="2147" y="663"/>
                  <a:pt x="2147" y="662"/>
                  <a:pt x="2146" y="663"/>
                </a:cubicBezTo>
                <a:cubicBezTo>
                  <a:pt x="2145" y="663"/>
                  <a:pt x="2145" y="664"/>
                  <a:pt x="2145" y="666"/>
                </a:cubicBezTo>
                <a:cubicBezTo>
                  <a:pt x="2145" y="668"/>
                  <a:pt x="2145" y="669"/>
                  <a:pt x="2146" y="669"/>
                </a:cubicBezTo>
                <a:cubicBezTo>
                  <a:pt x="2150" y="671"/>
                  <a:pt x="2153" y="672"/>
                  <a:pt x="2156" y="674"/>
                </a:cubicBezTo>
                <a:cubicBezTo>
                  <a:pt x="2157" y="674"/>
                  <a:pt x="2159" y="674"/>
                  <a:pt x="2159" y="673"/>
                </a:cubicBezTo>
                <a:cubicBezTo>
                  <a:pt x="2160" y="672"/>
                  <a:pt x="2160" y="672"/>
                  <a:pt x="2160" y="671"/>
                </a:cubicBezTo>
                <a:close/>
                <a:moveTo>
                  <a:pt x="2160" y="229"/>
                </a:moveTo>
                <a:cubicBezTo>
                  <a:pt x="2160" y="229"/>
                  <a:pt x="2160" y="229"/>
                  <a:pt x="2159" y="229"/>
                </a:cubicBezTo>
                <a:cubicBezTo>
                  <a:pt x="2159" y="229"/>
                  <a:pt x="2159" y="229"/>
                  <a:pt x="2159" y="228"/>
                </a:cubicBezTo>
                <a:cubicBezTo>
                  <a:pt x="2159" y="228"/>
                  <a:pt x="2159" y="228"/>
                  <a:pt x="2159" y="228"/>
                </a:cubicBezTo>
                <a:cubicBezTo>
                  <a:pt x="2159" y="229"/>
                  <a:pt x="2159" y="229"/>
                  <a:pt x="2159" y="229"/>
                </a:cubicBezTo>
                <a:cubicBezTo>
                  <a:pt x="2159" y="229"/>
                  <a:pt x="2159" y="229"/>
                  <a:pt x="2159" y="229"/>
                </a:cubicBezTo>
                <a:cubicBezTo>
                  <a:pt x="2160" y="230"/>
                  <a:pt x="2160" y="230"/>
                  <a:pt x="2160" y="229"/>
                </a:cubicBezTo>
                <a:close/>
                <a:moveTo>
                  <a:pt x="2221" y="635"/>
                </a:moveTo>
                <a:cubicBezTo>
                  <a:pt x="2221" y="634"/>
                  <a:pt x="2221" y="634"/>
                  <a:pt x="2220" y="633"/>
                </a:cubicBezTo>
                <a:cubicBezTo>
                  <a:pt x="2220" y="632"/>
                  <a:pt x="2219" y="631"/>
                  <a:pt x="2218" y="632"/>
                </a:cubicBezTo>
                <a:cubicBezTo>
                  <a:pt x="2217" y="633"/>
                  <a:pt x="2216" y="633"/>
                  <a:pt x="2216" y="634"/>
                </a:cubicBezTo>
                <a:cubicBezTo>
                  <a:pt x="2216" y="634"/>
                  <a:pt x="2217" y="636"/>
                  <a:pt x="2217" y="637"/>
                </a:cubicBezTo>
                <a:cubicBezTo>
                  <a:pt x="2217" y="638"/>
                  <a:pt x="2219" y="638"/>
                  <a:pt x="2220" y="637"/>
                </a:cubicBezTo>
                <a:cubicBezTo>
                  <a:pt x="2220" y="636"/>
                  <a:pt x="2220" y="636"/>
                  <a:pt x="2221" y="635"/>
                </a:cubicBezTo>
                <a:close/>
                <a:moveTo>
                  <a:pt x="2225" y="663"/>
                </a:moveTo>
                <a:cubicBezTo>
                  <a:pt x="2224" y="661"/>
                  <a:pt x="2223" y="663"/>
                  <a:pt x="2222" y="664"/>
                </a:cubicBezTo>
                <a:cubicBezTo>
                  <a:pt x="2222" y="664"/>
                  <a:pt x="2222" y="665"/>
                  <a:pt x="2222" y="665"/>
                </a:cubicBezTo>
                <a:cubicBezTo>
                  <a:pt x="2222" y="665"/>
                  <a:pt x="2222" y="666"/>
                  <a:pt x="2222" y="666"/>
                </a:cubicBezTo>
                <a:cubicBezTo>
                  <a:pt x="2223" y="667"/>
                  <a:pt x="2224" y="667"/>
                  <a:pt x="2224" y="666"/>
                </a:cubicBezTo>
                <a:cubicBezTo>
                  <a:pt x="2224" y="665"/>
                  <a:pt x="2224" y="665"/>
                  <a:pt x="2224" y="664"/>
                </a:cubicBezTo>
                <a:cubicBezTo>
                  <a:pt x="2225" y="664"/>
                  <a:pt x="2225" y="663"/>
                  <a:pt x="2225" y="663"/>
                </a:cubicBezTo>
                <a:close/>
                <a:moveTo>
                  <a:pt x="2229" y="651"/>
                </a:moveTo>
                <a:cubicBezTo>
                  <a:pt x="2229" y="650"/>
                  <a:pt x="2229" y="650"/>
                  <a:pt x="2229" y="650"/>
                </a:cubicBezTo>
                <a:cubicBezTo>
                  <a:pt x="2228" y="650"/>
                  <a:pt x="2228" y="650"/>
                  <a:pt x="2228" y="650"/>
                </a:cubicBezTo>
                <a:cubicBezTo>
                  <a:pt x="2228" y="650"/>
                  <a:pt x="2228" y="650"/>
                  <a:pt x="2228" y="650"/>
                </a:cubicBezTo>
                <a:lnTo>
                  <a:pt x="2229" y="651"/>
                </a:lnTo>
                <a:close/>
                <a:moveTo>
                  <a:pt x="2274" y="548"/>
                </a:moveTo>
                <a:cubicBezTo>
                  <a:pt x="2273" y="547"/>
                  <a:pt x="2272" y="546"/>
                  <a:pt x="2271" y="545"/>
                </a:cubicBezTo>
                <a:cubicBezTo>
                  <a:pt x="2271" y="544"/>
                  <a:pt x="2270" y="543"/>
                  <a:pt x="2270" y="542"/>
                </a:cubicBezTo>
                <a:cubicBezTo>
                  <a:pt x="2269" y="541"/>
                  <a:pt x="2268" y="541"/>
                  <a:pt x="2268" y="542"/>
                </a:cubicBezTo>
                <a:cubicBezTo>
                  <a:pt x="2268" y="543"/>
                  <a:pt x="2268" y="543"/>
                  <a:pt x="2268" y="544"/>
                </a:cubicBezTo>
                <a:cubicBezTo>
                  <a:pt x="2269" y="546"/>
                  <a:pt x="2271" y="548"/>
                  <a:pt x="2273" y="550"/>
                </a:cubicBezTo>
                <a:cubicBezTo>
                  <a:pt x="2273" y="550"/>
                  <a:pt x="2273" y="550"/>
                  <a:pt x="2274" y="550"/>
                </a:cubicBezTo>
                <a:cubicBezTo>
                  <a:pt x="2274" y="550"/>
                  <a:pt x="2274" y="549"/>
                  <a:pt x="2274" y="548"/>
                </a:cubicBezTo>
                <a:close/>
                <a:moveTo>
                  <a:pt x="2274" y="539"/>
                </a:moveTo>
                <a:cubicBezTo>
                  <a:pt x="2274" y="538"/>
                  <a:pt x="2274" y="538"/>
                  <a:pt x="2274" y="538"/>
                </a:cubicBezTo>
                <a:cubicBezTo>
                  <a:pt x="2273" y="538"/>
                  <a:pt x="2273" y="538"/>
                  <a:pt x="2274" y="539"/>
                </a:cubicBezTo>
                <a:cubicBezTo>
                  <a:pt x="2274" y="539"/>
                  <a:pt x="2274" y="539"/>
                  <a:pt x="2274" y="539"/>
                </a:cubicBezTo>
                <a:close/>
                <a:moveTo>
                  <a:pt x="2282" y="616"/>
                </a:moveTo>
                <a:cubicBezTo>
                  <a:pt x="2282" y="615"/>
                  <a:pt x="2282" y="615"/>
                  <a:pt x="2281" y="615"/>
                </a:cubicBezTo>
                <a:cubicBezTo>
                  <a:pt x="2281" y="615"/>
                  <a:pt x="2280" y="615"/>
                  <a:pt x="2280" y="616"/>
                </a:cubicBezTo>
                <a:cubicBezTo>
                  <a:pt x="2281" y="616"/>
                  <a:pt x="2281" y="617"/>
                  <a:pt x="2281" y="618"/>
                </a:cubicBezTo>
                <a:cubicBezTo>
                  <a:pt x="2281" y="618"/>
                  <a:pt x="2282" y="619"/>
                  <a:pt x="2282" y="620"/>
                </a:cubicBezTo>
                <a:cubicBezTo>
                  <a:pt x="2282" y="619"/>
                  <a:pt x="2282" y="619"/>
                  <a:pt x="2282" y="618"/>
                </a:cubicBezTo>
                <a:cubicBezTo>
                  <a:pt x="2282" y="618"/>
                  <a:pt x="2282" y="617"/>
                  <a:pt x="2282" y="616"/>
                </a:cubicBezTo>
                <a:close/>
                <a:moveTo>
                  <a:pt x="2314" y="606"/>
                </a:moveTo>
                <a:cubicBezTo>
                  <a:pt x="2316" y="607"/>
                  <a:pt x="2319" y="606"/>
                  <a:pt x="2321" y="604"/>
                </a:cubicBezTo>
                <a:cubicBezTo>
                  <a:pt x="2323" y="603"/>
                  <a:pt x="2325" y="602"/>
                  <a:pt x="2325" y="599"/>
                </a:cubicBezTo>
                <a:cubicBezTo>
                  <a:pt x="2325" y="596"/>
                  <a:pt x="2327" y="594"/>
                  <a:pt x="2329" y="593"/>
                </a:cubicBezTo>
                <a:cubicBezTo>
                  <a:pt x="2334" y="588"/>
                  <a:pt x="2338" y="584"/>
                  <a:pt x="2341" y="578"/>
                </a:cubicBezTo>
                <a:cubicBezTo>
                  <a:pt x="2342" y="576"/>
                  <a:pt x="2341" y="575"/>
                  <a:pt x="2340" y="574"/>
                </a:cubicBezTo>
                <a:cubicBezTo>
                  <a:pt x="2340" y="573"/>
                  <a:pt x="2340" y="571"/>
                  <a:pt x="2341" y="570"/>
                </a:cubicBezTo>
                <a:cubicBezTo>
                  <a:pt x="2343" y="568"/>
                  <a:pt x="2344" y="566"/>
                  <a:pt x="2343" y="563"/>
                </a:cubicBezTo>
                <a:cubicBezTo>
                  <a:pt x="2341" y="560"/>
                  <a:pt x="2341" y="558"/>
                  <a:pt x="2341" y="555"/>
                </a:cubicBezTo>
                <a:cubicBezTo>
                  <a:pt x="2340" y="551"/>
                  <a:pt x="2340" y="546"/>
                  <a:pt x="2338" y="542"/>
                </a:cubicBezTo>
                <a:cubicBezTo>
                  <a:pt x="2338" y="542"/>
                  <a:pt x="2337" y="541"/>
                  <a:pt x="2336" y="541"/>
                </a:cubicBezTo>
                <a:cubicBezTo>
                  <a:pt x="2336" y="541"/>
                  <a:pt x="2336" y="542"/>
                  <a:pt x="2336" y="542"/>
                </a:cubicBezTo>
                <a:cubicBezTo>
                  <a:pt x="2336" y="543"/>
                  <a:pt x="2335" y="544"/>
                  <a:pt x="2335" y="544"/>
                </a:cubicBezTo>
                <a:cubicBezTo>
                  <a:pt x="2337" y="555"/>
                  <a:pt x="2336" y="567"/>
                  <a:pt x="2331" y="577"/>
                </a:cubicBezTo>
                <a:cubicBezTo>
                  <a:pt x="2330" y="579"/>
                  <a:pt x="2329" y="582"/>
                  <a:pt x="2328" y="584"/>
                </a:cubicBezTo>
                <a:cubicBezTo>
                  <a:pt x="2328" y="586"/>
                  <a:pt x="2327" y="587"/>
                  <a:pt x="2326" y="588"/>
                </a:cubicBezTo>
                <a:cubicBezTo>
                  <a:pt x="2324" y="592"/>
                  <a:pt x="2323" y="595"/>
                  <a:pt x="2321" y="599"/>
                </a:cubicBezTo>
                <a:cubicBezTo>
                  <a:pt x="2321" y="599"/>
                  <a:pt x="2320" y="600"/>
                  <a:pt x="2319" y="601"/>
                </a:cubicBezTo>
                <a:cubicBezTo>
                  <a:pt x="2318" y="602"/>
                  <a:pt x="2316" y="601"/>
                  <a:pt x="2315" y="600"/>
                </a:cubicBezTo>
                <a:cubicBezTo>
                  <a:pt x="2315" y="600"/>
                  <a:pt x="2315" y="600"/>
                  <a:pt x="2315" y="599"/>
                </a:cubicBezTo>
                <a:cubicBezTo>
                  <a:pt x="2314" y="600"/>
                  <a:pt x="2314" y="600"/>
                  <a:pt x="2315" y="600"/>
                </a:cubicBezTo>
                <a:cubicBezTo>
                  <a:pt x="2315" y="600"/>
                  <a:pt x="2315" y="600"/>
                  <a:pt x="2315" y="600"/>
                </a:cubicBezTo>
                <a:cubicBezTo>
                  <a:pt x="2314" y="602"/>
                  <a:pt x="2313" y="603"/>
                  <a:pt x="2313" y="605"/>
                </a:cubicBezTo>
                <a:cubicBezTo>
                  <a:pt x="2313" y="605"/>
                  <a:pt x="2312" y="606"/>
                  <a:pt x="2312" y="606"/>
                </a:cubicBezTo>
                <a:cubicBezTo>
                  <a:pt x="2313" y="606"/>
                  <a:pt x="2314" y="607"/>
                  <a:pt x="2314" y="606"/>
                </a:cubicBezTo>
                <a:close/>
                <a:moveTo>
                  <a:pt x="1612" y="807"/>
                </a:moveTo>
                <a:cubicBezTo>
                  <a:pt x="1612" y="807"/>
                  <a:pt x="1612" y="807"/>
                  <a:pt x="1613" y="807"/>
                </a:cubicBezTo>
                <a:cubicBezTo>
                  <a:pt x="1612" y="806"/>
                  <a:pt x="1612" y="806"/>
                  <a:pt x="1612" y="806"/>
                </a:cubicBezTo>
                <a:lnTo>
                  <a:pt x="1612" y="807"/>
                </a:lnTo>
                <a:close/>
                <a:moveTo>
                  <a:pt x="732" y="314"/>
                </a:moveTo>
                <a:cubicBezTo>
                  <a:pt x="732" y="314"/>
                  <a:pt x="732" y="314"/>
                  <a:pt x="732" y="314"/>
                </a:cubicBezTo>
                <a:cubicBezTo>
                  <a:pt x="733" y="314"/>
                  <a:pt x="733" y="314"/>
                  <a:pt x="733" y="314"/>
                </a:cubicBezTo>
                <a:cubicBezTo>
                  <a:pt x="733" y="314"/>
                  <a:pt x="733" y="314"/>
                  <a:pt x="733" y="314"/>
                </a:cubicBezTo>
                <a:lnTo>
                  <a:pt x="732" y="314"/>
                </a:lnTo>
                <a:close/>
                <a:moveTo>
                  <a:pt x="1112" y="1247"/>
                </a:moveTo>
                <a:cubicBezTo>
                  <a:pt x="1113" y="1250"/>
                  <a:pt x="1112" y="1259"/>
                  <a:pt x="1110" y="1262"/>
                </a:cubicBezTo>
                <a:cubicBezTo>
                  <a:pt x="1109" y="1266"/>
                  <a:pt x="1107" y="1270"/>
                  <a:pt x="1104" y="1273"/>
                </a:cubicBezTo>
                <a:cubicBezTo>
                  <a:pt x="1101" y="1276"/>
                  <a:pt x="1098" y="1279"/>
                  <a:pt x="1095" y="1281"/>
                </a:cubicBezTo>
                <a:cubicBezTo>
                  <a:pt x="1093" y="1284"/>
                  <a:pt x="1091" y="1287"/>
                  <a:pt x="1089" y="1290"/>
                </a:cubicBezTo>
                <a:cubicBezTo>
                  <a:pt x="1089" y="1291"/>
                  <a:pt x="1088" y="1292"/>
                  <a:pt x="1088" y="1293"/>
                </a:cubicBezTo>
                <a:cubicBezTo>
                  <a:pt x="1086" y="1298"/>
                  <a:pt x="1083" y="1302"/>
                  <a:pt x="1078" y="1304"/>
                </a:cubicBezTo>
                <a:cubicBezTo>
                  <a:pt x="1076" y="1305"/>
                  <a:pt x="1076" y="1307"/>
                  <a:pt x="1076" y="1309"/>
                </a:cubicBezTo>
                <a:cubicBezTo>
                  <a:pt x="1076" y="1313"/>
                  <a:pt x="1076" y="1317"/>
                  <a:pt x="1076" y="1321"/>
                </a:cubicBezTo>
                <a:cubicBezTo>
                  <a:pt x="1076" y="1327"/>
                  <a:pt x="1076" y="1333"/>
                  <a:pt x="1076" y="1339"/>
                </a:cubicBezTo>
                <a:cubicBezTo>
                  <a:pt x="1075" y="1344"/>
                  <a:pt x="1075" y="1349"/>
                  <a:pt x="1072" y="1353"/>
                </a:cubicBezTo>
                <a:cubicBezTo>
                  <a:pt x="1070" y="1355"/>
                  <a:pt x="1070" y="1358"/>
                  <a:pt x="1071" y="1361"/>
                </a:cubicBezTo>
                <a:cubicBezTo>
                  <a:pt x="1071" y="1364"/>
                  <a:pt x="1070" y="1367"/>
                  <a:pt x="1068" y="1370"/>
                </a:cubicBezTo>
                <a:cubicBezTo>
                  <a:pt x="1066" y="1374"/>
                  <a:pt x="1064" y="1378"/>
                  <a:pt x="1062" y="1382"/>
                </a:cubicBezTo>
                <a:cubicBezTo>
                  <a:pt x="1061" y="1384"/>
                  <a:pt x="1060" y="1385"/>
                  <a:pt x="1061" y="1387"/>
                </a:cubicBezTo>
                <a:cubicBezTo>
                  <a:pt x="1061" y="1389"/>
                  <a:pt x="1060" y="1390"/>
                  <a:pt x="1059" y="1391"/>
                </a:cubicBezTo>
                <a:cubicBezTo>
                  <a:pt x="1058" y="1392"/>
                  <a:pt x="1055" y="1393"/>
                  <a:pt x="1054" y="1395"/>
                </a:cubicBezTo>
                <a:cubicBezTo>
                  <a:pt x="1051" y="1399"/>
                  <a:pt x="1047" y="1399"/>
                  <a:pt x="1043" y="1399"/>
                </a:cubicBezTo>
                <a:cubicBezTo>
                  <a:pt x="1041" y="1399"/>
                  <a:pt x="1039" y="1399"/>
                  <a:pt x="1036" y="1399"/>
                </a:cubicBezTo>
                <a:cubicBezTo>
                  <a:pt x="1034" y="1399"/>
                  <a:pt x="1032" y="1400"/>
                  <a:pt x="1030" y="1399"/>
                </a:cubicBezTo>
                <a:cubicBezTo>
                  <a:pt x="1029" y="1399"/>
                  <a:pt x="1028" y="1400"/>
                  <a:pt x="1028" y="1400"/>
                </a:cubicBezTo>
                <a:cubicBezTo>
                  <a:pt x="1027" y="1403"/>
                  <a:pt x="1026" y="1404"/>
                  <a:pt x="1024" y="1405"/>
                </a:cubicBezTo>
                <a:cubicBezTo>
                  <a:pt x="1022" y="1407"/>
                  <a:pt x="1020" y="1408"/>
                  <a:pt x="1017" y="1409"/>
                </a:cubicBezTo>
                <a:cubicBezTo>
                  <a:pt x="1013" y="1411"/>
                  <a:pt x="1009" y="1413"/>
                  <a:pt x="1005" y="1417"/>
                </a:cubicBezTo>
                <a:cubicBezTo>
                  <a:pt x="1003" y="1419"/>
                  <a:pt x="1001" y="1421"/>
                  <a:pt x="999" y="1423"/>
                </a:cubicBezTo>
                <a:cubicBezTo>
                  <a:pt x="993" y="1427"/>
                  <a:pt x="992" y="1433"/>
                  <a:pt x="993" y="1440"/>
                </a:cubicBezTo>
                <a:cubicBezTo>
                  <a:pt x="993" y="1441"/>
                  <a:pt x="993" y="1442"/>
                  <a:pt x="993" y="1442"/>
                </a:cubicBezTo>
                <a:cubicBezTo>
                  <a:pt x="996" y="1447"/>
                  <a:pt x="994" y="1452"/>
                  <a:pt x="991" y="1457"/>
                </a:cubicBezTo>
                <a:cubicBezTo>
                  <a:pt x="987" y="1463"/>
                  <a:pt x="984" y="1470"/>
                  <a:pt x="981" y="1477"/>
                </a:cubicBezTo>
                <a:cubicBezTo>
                  <a:pt x="980" y="1479"/>
                  <a:pt x="979" y="1481"/>
                  <a:pt x="977" y="1481"/>
                </a:cubicBezTo>
                <a:cubicBezTo>
                  <a:pt x="977" y="1480"/>
                  <a:pt x="976" y="1479"/>
                  <a:pt x="976" y="1478"/>
                </a:cubicBezTo>
                <a:cubicBezTo>
                  <a:pt x="976" y="1477"/>
                  <a:pt x="975" y="1477"/>
                  <a:pt x="975" y="1477"/>
                </a:cubicBezTo>
                <a:cubicBezTo>
                  <a:pt x="974" y="1477"/>
                  <a:pt x="973" y="1477"/>
                  <a:pt x="973" y="1478"/>
                </a:cubicBezTo>
                <a:cubicBezTo>
                  <a:pt x="971" y="1480"/>
                  <a:pt x="970" y="1483"/>
                  <a:pt x="970" y="1486"/>
                </a:cubicBezTo>
                <a:cubicBezTo>
                  <a:pt x="969" y="1486"/>
                  <a:pt x="968" y="1486"/>
                  <a:pt x="967" y="1486"/>
                </a:cubicBezTo>
                <a:cubicBezTo>
                  <a:pt x="965" y="1488"/>
                  <a:pt x="965" y="1489"/>
                  <a:pt x="965" y="1492"/>
                </a:cubicBezTo>
                <a:cubicBezTo>
                  <a:pt x="965" y="1496"/>
                  <a:pt x="963" y="1500"/>
                  <a:pt x="963" y="1503"/>
                </a:cubicBezTo>
                <a:cubicBezTo>
                  <a:pt x="962" y="1507"/>
                  <a:pt x="960" y="1510"/>
                  <a:pt x="958" y="1512"/>
                </a:cubicBezTo>
                <a:cubicBezTo>
                  <a:pt x="955" y="1514"/>
                  <a:pt x="955" y="1517"/>
                  <a:pt x="953" y="1519"/>
                </a:cubicBezTo>
                <a:cubicBezTo>
                  <a:pt x="950" y="1525"/>
                  <a:pt x="946" y="1526"/>
                  <a:pt x="940" y="1526"/>
                </a:cubicBezTo>
                <a:cubicBezTo>
                  <a:pt x="938" y="1526"/>
                  <a:pt x="935" y="1526"/>
                  <a:pt x="933" y="1526"/>
                </a:cubicBezTo>
                <a:cubicBezTo>
                  <a:pt x="932" y="1526"/>
                  <a:pt x="931" y="1526"/>
                  <a:pt x="930" y="1526"/>
                </a:cubicBezTo>
                <a:cubicBezTo>
                  <a:pt x="925" y="1523"/>
                  <a:pt x="920" y="1523"/>
                  <a:pt x="914" y="1522"/>
                </a:cubicBezTo>
                <a:cubicBezTo>
                  <a:pt x="914" y="1522"/>
                  <a:pt x="914" y="1522"/>
                  <a:pt x="914" y="1522"/>
                </a:cubicBezTo>
                <a:cubicBezTo>
                  <a:pt x="914" y="1522"/>
                  <a:pt x="914" y="1522"/>
                  <a:pt x="914" y="1522"/>
                </a:cubicBezTo>
                <a:cubicBezTo>
                  <a:pt x="914" y="1521"/>
                  <a:pt x="914" y="1521"/>
                  <a:pt x="914" y="1521"/>
                </a:cubicBezTo>
                <a:cubicBezTo>
                  <a:pt x="914" y="1521"/>
                  <a:pt x="914" y="1521"/>
                  <a:pt x="913" y="1521"/>
                </a:cubicBezTo>
                <a:cubicBezTo>
                  <a:pt x="914" y="1521"/>
                  <a:pt x="914" y="1521"/>
                  <a:pt x="914" y="1522"/>
                </a:cubicBezTo>
                <a:cubicBezTo>
                  <a:pt x="914" y="1522"/>
                  <a:pt x="914" y="1522"/>
                  <a:pt x="914" y="1522"/>
                </a:cubicBezTo>
                <a:cubicBezTo>
                  <a:pt x="914" y="1522"/>
                  <a:pt x="914" y="1522"/>
                  <a:pt x="914" y="1522"/>
                </a:cubicBezTo>
                <a:cubicBezTo>
                  <a:pt x="917" y="1525"/>
                  <a:pt x="920" y="1526"/>
                  <a:pt x="922" y="1528"/>
                </a:cubicBezTo>
                <a:cubicBezTo>
                  <a:pt x="924" y="1530"/>
                  <a:pt x="925" y="1532"/>
                  <a:pt x="924" y="1535"/>
                </a:cubicBezTo>
                <a:cubicBezTo>
                  <a:pt x="924" y="1536"/>
                  <a:pt x="924" y="1537"/>
                  <a:pt x="924" y="1538"/>
                </a:cubicBezTo>
                <a:cubicBezTo>
                  <a:pt x="924" y="1539"/>
                  <a:pt x="924" y="1540"/>
                  <a:pt x="925" y="1541"/>
                </a:cubicBezTo>
                <a:cubicBezTo>
                  <a:pt x="926" y="1542"/>
                  <a:pt x="927" y="1542"/>
                  <a:pt x="928" y="1543"/>
                </a:cubicBezTo>
                <a:cubicBezTo>
                  <a:pt x="930" y="1543"/>
                  <a:pt x="931" y="1546"/>
                  <a:pt x="930" y="1547"/>
                </a:cubicBezTo>
                <a:cubicBezTo>
                  <a:pt x="930" y="1549"/>
                  <a:pt x="929" y="1550"/>
                  <a:pt x="929" y="1551"/>
                </a:cubicBezTo>
                <a:cubicBezTo>
                  <a:pt x="928" y="1554"/>
                  <a:pt x="926" y="1556"/>
                  <a:pt x="926" y="1559"/>
                </a:cubicBezTo>
                <a:cubicBezTo>
                  <a:pt x="925" y="1563"/>
                  <a:pt x="922" y="1565"/>
                  <a:pt x="919" y="1566"/>
                </a:cubicBezTo>
                <a:cubicBezTo>
                  <a:pt x="917" y="1568"/>
                  <a:pt x="914" y="1568"/>
                  <a:pt x="912" y="1569"/>
                </a:cubicBezTo>
                <a:cubicBezTo>
                  <a:pt x="904" y="1572"/>
                  <a:pt x="896" y="1573"/>
                  <a:pt x="888" y="1571"/>
                </a:cubicBezTo>
                <a:cubicBezTo>
                  <a:pt x="886" y="1571"/>
                  <a:pt x="885" y="1572"/>
                  <a:pt x="885" y="1574"/>
                </a:cubicBezTo>
                <a:cubicBezTo>
                  <a:pt x="885" y="1575"/>
                  <a:pt x="886" y="1576"/>
                  <a:pt x="886" y="1577"/>
                </a:cubicBezTo>
                <a:cubicBezTo>
                  <a:pt x="886" y="1577"/>
                  <a:pt x="886" y="1577"/>
                  <a:pt x="886" y="1578"/>
                </a:cubicBezTo>
                <a:cubicBezTo>
                  <a:pt x="886" y="1580"/>
                  <a:pt x="885" y="1583"/>
                  <a:pt x="885" y="1585"/>
                </a:cubicBezTo>
                <a:cubicBezTo>
                  <a:pt x="885" y="1587"/>
                  <a:pt x="886" y="1590"/>
                  <a:pt x="886" y="1592"/>
                </a:cubicBezTo>
                <a:cubicBezTo>
                  <a:pt x="886" y="1595"/>
                  <a:pt x="882" y="1598"/>
                  <a:pt x="879" y="1599"/>
                </a:cubicBezTo>
                <a:cubicBezTo>
                  <a:pt x="876" y="1599"/>
                  <a:pt x="873" y="1599"/>
                  <a:pt x="871" y="1597"/>
                </a:cubicBezTo>
                <a:cubicBezTo>
                  <a:pt x="869" y="1596"/>
                  <a:pt x="867" y="1596"/>
                  <a:pt x="864" y="1595"/>
                </a:cubicBezTo>
                <a:cubicBezTo>
                  <a:pt x="863" y="1595"/>
                  <a:pt x="861" y="1596"/>
                  <a:pt x="861" y="1597"/>
                </a:cubicBezTo>
                <a:cubicBezTo>
                  <a:pt x="861" y="1598"/>
                  <a:pt x="862" y="1599"/>
                  <a:pt x="862" y="1599"/>
                </a:cubicBezTo>
                <a:cubicBezTo>
                  <a:pt x="862" y="1602"/>
                  <a:pt x="863" y="1604"/>
                  <a:pt x="863" y="1606"/>
                </a:cubicBezTo>
                <a:cubicBezTo>
                  <a:pt x="864" y="1609"/>
                  <a:pt x="868" y="1611"/>
                  <a:pt x="871" y="1609"/>
                </a:cubicBezTo>
                <a:cubicBezTo>
                  <a:pt x="872" y="1609"/>
                  <a:pt x="872" y="1609"/>
                  <a:pt x="873" y="1608"/>
                </a:cubicBezTo>
                <a:cubicBezTo>
                  <a:pt x="874" y="1608"/>
                  <a:pt x="876" y="1609"/>
                  <a:pt x="876" y="1609"/>
                </a:cubicBezTo>
                <a:cubicBezTo>
                  <a:pt x="877" y="1611"/>
                  <a:pt x="877" y="1613"/>
                  <a:pt x="877" y="1615"/>
                </a:cubicBezTo>
                <a:cubicBezTo>
                  <a:pt x="878" y="1617"/>
                  <a:pt x="876" y="1619"/>
                  <a:pt x="873" y="1619"/>
                </a:cubicBezTo>
                <a:cubicBezTo>
                  <a:pt x="873" y="1619"/>
                  <a:pt x="872" y="1619"/>
                  <a:pt x="871" y="1619"/>
                </a:cubicBezTo>
                <a:cubicBezTo>
                  <a:pt x="871" y="1619"/>
                  <a:pt x="871" y="1619"/>
                  <a:pt x="871" y="1619"/>
                </a:cubicBezTo>
                <a:cubicBezTo>
                  <a:pt x="871" y="1619"/>
                  <a:pt x="871" y="1619"/>
                  <a:pt x="871" y="1619"/>
                </a:cubicBezTo>
                <a:cubicBezTo>
                  <a:pt x="870" y="1618"/>
                  <a:pt x="870" y="1617"/>
                  <a:pt x="869" y="1617"/>
                </a:cubicBezTo>
                <a:cubicBezTo>
                  <a:pt x="869" y="1617"/>
                  <a:pt x="868" y="1617"/>
                  <a:pt x="868" y="1617"/>
                </a:cubicBezTo>
                <a:cubicBezTo>
                  <a:pt x="868" y="1617"/>
                  <a:pt x="867" y="1618"/>
                  <a:pt x="868" y="1618"/>
                </a:cubicBezTo>
                <a:cubicBezTo>
                  <a:pt x="869" y="1619"/>
                  <a:pt x="870" y="1619"/>
                  <a:pt x="871" y="1619"/>
                </a:cubicBezTo>
                <a:cubicBezTo>
                  <a:pt x="871" y="1619"/>
                  <a:pt x="871" y="1619"/>
                  <a:pt x="871" y="1619"/>
                </a:cubicBezTo>
                <a:cubicBezTo>
                  <a:pt x="870" y="1621"/>
                  <a:pt x="869" y="1623"/>
                  <a:pt x="867" y="1624"/>
                </a:cubicBezTo>
                <a:cubicBezTo>
                  <a:pt x="865" y="1626"/>
                  <a:pt x="864" y="1629"/>
                  <a:pt x="865" y="1632"/>
                </a:cubicBezTo>
                <a:cubicBezTo>
                  <a:pt x="865" y="1633"/>
                  <a:pt x="865" y="1634"/>
                  <a:pt x="865" y="1635"/>
                </a:cubicBezTo>
                <a:cubicBezTo>
                  <a:pt x="867" y="1639"/>
                  <a:pt x="864" y="1642"/>
                  <a:pt x="864" y="1645"/>
                </a:cubicBezTo>
                <a:cubicBezTo>
                  <a:pt x="864" y="1645"/>
                  <a:pt x="863" y="1646"/>
                  <a:pt x="862" y="1646"/>
                </a:cubicBezTo>
                <a:cubicBezTo>
                  <a:pt x="860" y="1647"/>
                  <a:pt x="857" y="1648"/>
                  <a:pt x="855" y="1650"/>
                </a:cubicBezTo>
                <a:cubicBezTo>
                  <a:pt x="853" y="1650"/>
                  <a:pt x="852" y="1652"/>
                  <a:pt x="851" y="1653"/>
                </a:cubicBezTo>
                <a:cubicBezTo>
                  <a:pt x="848" y="1657"/>
                  <a:pt x="849" y="1661"/>
                  <a:pt x="852" y="1664"/>
                </a:cubicBezTo>
                <a:cubicBezTo>
                  <a:pt x="854" y="1666"/>
                  <a:pt x="856" y="1667"/>
                  <a:pt x="857" y="1668"/>
                </a:cubicBezTo>
                <a:cubicBezTo>
                  <a:pt x="859" y="1670"/>
                  <a:pt x="861" y="1670"/>
                  <a:pt x="862" y="1670"/>
                </a:cubicBezTo>
                <a:cubicBezTo>
                  <a:pt x="866" y="1670"/>
                  <a:pt x="868" y="1673"/>
                  <a:pt x="868" y="1676"/>
                </a:cubicBezTo>
                <a:cubicBezTo>
                  <a:pt x="868" y="1677"/>
                  <a:pt x="868" y="1678"/>
                  <a:pt x="869" y="1679"/>
                </a:cubicBezTo>
                <a:cubicBezTo>
                  <a:pt x="869" y="1681"/>
                  <a:pt x="868" y="1683"/>
                  <a:pt x="867" y="1685"/>
                </a:cubicBezTo>
                <a:cubicBezTo>
                  <a:pt x="865" y="1687"/>
                  <a:pt x="863" y="1690"/>
                  <a:pt x="861" y="1692"/>
                </a:cubicBezTo>
                <a:cubicBezTo>
                  <a:pt x="859" y="1695"/>
                  <a:pt x="858" y="1697"/>
                  <a:pt x="858" y="1700"/>
                </a:cubicBezTo>
                <a:cubicBezTo>
                  <a:pt x="858" y="1704"/>
                  <a:pt x="857" y="1707"/>
                  <a:pt x="854" y="1709"/>
                </a:cubicBezTo>
                <a:cubicBezTo>
                  <a:pt x="853" y="1710"/>
                  <a:pt x="852" y="1711"/>
                  <a:pt x="851" y="1712"/>
                </a:cubicBezTo>
                <a:cubicBezTo>
                  <a:pt x="849" y="1715"/>
                  <a:pt x="848" y="1717"/>
                  <a:pt x="849" y="1721"/>
                </a:cubicBezTo>
                <a:cubicBezTo>
                  <a:pt x="850" y="1723"/>
                  <a:pt x="851" y="1726"/>
                  <a:pt x="852" y="1729"/>
                </a:cubicBezTo>
                <a:cubicBezTo>
                  <a:pt x="853" y="1732"/>
                  <a:pt x="856" y="1734"/>
                  <a:pt x="857" y="1736"/>
                </a:cubicBezTo>
                <a:cubicBezTo>
                  <a:pt x="858" y="1737"/>
                  <a:pt x="858" y="1738"/>
                  <a:pt x="857" y="1738"/>
                </a:cubicBezTo>
                <a:cubicBezTo>
                  <a:pt x="857" y="1739"/>
                  <a:pt x="856" y="1739"/>
                  <a:pt x="855" y="1739"/>
                </a:cubicBezTo>
                <a:cubicBezTo>
                  <a:pt x="855" y="1739"/>
                  <a:pt x="855" y="1739"/>
                  <a:pt x="854" y="1739"/>
                </a:cubicBezTo>
                <a:cubicBezTo>
                  <a:pt x="852" y="1738"/>
                  <a:pt x="850" y="1740"/>
                  <a:pt x="850" y="1742"/>
                </a:cubicBezTo>
                <a:cubicBezTo>
                  <a:pt x="849" y="1742"/>
                  <a:pt x="849" y="1742"/>
                  <a:pt x="849" y="1742"/>
                </a:cubicBezTo>
                <a:cubicBezTo>
                  <a:pt x="849" y="1742"/>
                  <a:pt x="849" y="1742"/>
                  <a:pt x="849" y="1742"/>
                </a:cubicBezTo>
                <a:cubicBezTo>
                  <a:pt x="845" y="1743"/>
                  <a:pt x="843" y="1746"/>
                  <a:pt x="843" y="1750"/>
                </a:cubicBezTo>
                <a:cubicBezTo>
                  <a:pt x="842" y="1751"/>
                  <a:pt x="843" y="1753"/>
                  <a:pt x="843" y="1754"/>
                </a:cubicBezTo>
                <a:cubicBezTo>
                  <a:pt x="843" y="1754"/>
                  <a:pt x="843" y="1755"/>
                  <a:pt x="843" y="1755"/>
                </a:cubicBezTo>
                <a:cubicBezTo>
                  <a:pt x="844" y="1755"/>
                  <a:pt x="844" y="1755"/>
                  <a:pt x="844" y="1754"/>
                </a:cubicBezTo>
                <a:cubicBezTo>
                  <a:pt x="844" y="1754"/>
                  <a:pt x="844" y="1753"/>
                  <a:pt x="844" y="1753"/>
                </a:cubicBezTo>
                <a:cubicBezTo>
                  <a:pt x="845" y="1750"/>
                  <a:pt x="845" y="1747"/>
                  <a:pt x="849" y="1745"/>
                </a:cubicBezTo>
                <a:cubicBezTo>
                  <a:pt x="849" y="1745"/>
                  <a:pt x="849" y="1743"/>
                  <a:pt x="849" y="1742"/>
                </a:cubicBezTo>
                <a:cubicBezTo>
                  <a:pt x="850" y="1742"/>
                  <a:pt x="850" y="1742"/>
                  <a:pt x="850" y="1742"/>
                </a:cubicBezTo>
                <a:cubicBezTo>
                  <a:pt x="850" y="1742"/>
                  <a:pt x="850" y="1742"/>
                  <a:pt x="850" y="1742"/>
                </a:cubicBezTo>
                <a:cubicBezTo>
                  <a:pt x="851" y="1742"/>
                  <a:pt x="853" y="1742"/>
                  <a:pt x="854" y="1742"/>
                </a:cubicBezTo>
                <a:cubicBezTo>
                  <a:pt x="859" y="1742"/>
                  <a:pt x="862" y="1744"/>
                  <a:pt x="862" y="1749"/>
                </a:cubicBezTo>
                <a:cubicBezTo>
                  <a:pt x="863" y="1751"/>
                  <a:pt x="864" y="1752"/>
                  <a:pt x="865" y="1754"/>
                </a:cubicBezTo>
                <a:cubicBezTo>
                  <a:pt x="867" y="1756"/>
                  <a:pt x="870" y="1758"/>
                  <a:pt x="872" y="1761"/>
                </a:cubicBezTo>
                <a:cubicBezTo>
                  <a:pt x="872" y="1761"/>
                  <a:pt x="873" y="1762"/>
                  <a:pt x="874" y="1762"/>
                </a:cubicBezTo>
                <a:cubicBezTo>
                  <a:pt x="878" y="1764"/>
                  <a:pt x="883" y="1766"/>
                  <a:pt x="888" y="1768"/>
                </a:cubicBezTo>
                <a:cubicBezTo>
                  <a:pt x="889" y="1769"/>
                  <a:pt x="891" y="1768"/>
                  <a:pt x="892" y="1769"/>
                </a:cubicBezTo>
                <a:cubicBezTo>
                  <a:pt x="892" y="1770"/>
                  <a:pt x="892" y="1770"/>
                  <a:pt x="892" y="1770"/>
                </a:cubicBezTo>
                <a:cubicBezTo>
                  <a:pt x="890" y="1772"/>
                  <a:pt x="887" y="1774"/>
                  <a:pt x="885" y="1775"/>
                </a:cubicBezTo>
                <a:cubicBezTo>
                  <a:pt x="884" y="1776"/>
                  <a:pt x="882" y="1775"/>
                  <a:pt x="881" y="1775"/>
                </a:cubicBezTo>
                <a:cubicBezTo>
                  <a:pt x="880" y="1774"/>
                  <a:pt x="879" y="1775"/>
                  <a:pt x="879" y="1776"/>
                </a:cubicBezTo>
                <a:cubicBezTo>
                  <a:pt x="879" y="1777"/>
                  <a:pt x="878" y="1778"/>
                  <a:pt x="876" y="1779"/>
                </a:cubicBezTo>
                <a:cubicBezTo>
                  <a:pt x="874" y="1779"/>
                  <a:pt x="872" y="1780"/>
                  <a:pt x="870" y="1780"/>
                </a:cubicBezTo>
                <a:cubicBezTo>
                  <a:pt x="870" y="1780"/>
                  <a:pt x="870" y="1780"/>
                  <a:pt x="870" y="1780"/>
                </a:cubicBezTo>
                <a:cubicBezTo>
                  <a:pt x="870" y="1780"/>
                  <a:pt x="870" y="1780"/>
                  <a:pt x="870" y="1780"/>
                </a:cubicBezTo>
                <a:cubicBezTo>
                  <a:pt x="870" y="1779"/>
                  <a:pt x="870" y="1779"/>
                  <a:pt x="869" y="1780"/>
                </a:cubicBezTo>
                <a:cubicBezTo>
                  <a:pt x="870" y="1780"/>
                  <a:pt x="870" y="1780"/>
                  <a:pt x="870" y="1780"/>
                </a:cubicBezTo>
                <a:cubicBezTo>
                  <a:pt x="870" y="1780"/>
                  <a:pt x="870" y="1780"/>
                  <a:pt x="870" y="1780"/>
                </a:cubicBezTo>
                <a:cubicBezTo>
                  <a:pt x="870" y="1780"/>
                  <a:pt x="870" y="1780"/>
                  <a:pt x="870" y="1780"/>
                </a:cubicBezTo>
                <a:cubicBezTo>
                  <a:pt x="871" y="1784"/>
                  <a:pt x="871" y="1784"/>
                  <a:pt x="868" y="1784"/>
                </a:cubicBezTo>
                <a:cubicBezTo>
                  <a:pt x="867" y="1784"/>
                  <a:pt x="865" y="1783"/>
                  <a:pt x="864" y="1783"/>
                </a:cubicBezTo>
                <a:cubicBezTo>
                  <a:pt x="863" y="1783"/>
                  <a:pt x="862" y="1784"/>
                  <a:pt x="861" y="1784"/>
                </a:cubicBezTo>
                <a:cubicBezTo>
                  <a:pt x="859" y="1783"/>
                  <a:pt x="858" y="1783"/>
                  <a:pt x="857" y="1782"/>
                </a:cubicBezTo>
                <a:cubicBezTo>
                  <a:pt x="855" y="1781"/>
                  <a:pt x="856" y="1779"/>
                  <a:pt x="856" y="1778"/>
                </a:cubicBezTo>
                <a:cubicBezTo>
                  <a:pt x="856" y="1777"/>
                  <a:pt x="856" y="1776"/>
                  <a:pt x="855" y="1776"/>
                </a:cubicBezTo>
                <a:cubicBezTo>
                  <a:pt x="855" y="1775"/>
                  <a:pt x="854" y="1775"/>
                  <a:pt x="853" y="1775"/>
                </a:cubicBezTo>
                <a:cubicBezTo>
                  <a:pt x="852" y="1776"/>
                  <a:pt x="851" y="1778"/>
                  <a:pt x="849" y="1780"/>
                </a:cubicBezTo>
                <a:cubicBezTo>
                  <a:pt x="848" y="1780"/>
                  <a:pt x="846" y="1780"/>
                  <a:pt x="846" y="1778"/>
                </a:cubicBezTo>
                <a:cubicBezTo>
                  <a:pt x="844" y="1776"/>
                  <a:pt x="843" y="1774"/>
                  <a:pt x="840" y="1773"/>
                </a:cubicBezTo>
                <a:cubicBezTo>
                  <a:pt x="839" y="1773"/>
                  <a:pt x="839" y="1773"/>
                  <a:pt x="839" y="1772"/>
                </a:cubicBezTo>
                <a:cubicBezTo>
                  <a:pt x="840" y="1769"/>
                  <a:pt x="838" y="1768"/>
                  <a:pt x="835" y="1767"/>
                </a:cubicBezTo>
                <a:cubicBezTo>
                  <a:pt x="835" y="1767"/>
                  <a:pt x="834" y="1767"/>
                  <a:pt x="834" y="1767"/>
                </a:cubicBezTo>
                <a:cubicBezTo>
                  <a:pt x="834" y="1766"/>
                  <a:pt x="833" y="1766"/>
                  <a:pt x="834" y="1765"/>
                </a:cubicBezTo>
                <a:cubicBezTo>
                  <a:pt x="834" y="1764"/>
                  <a:pt x="834" y="1764"/>
                  <a:pt x="833" y="1764"/>
                </a:cubicBezTo>
                <a:cubicBezTo>
                  <a:pt x="833" y="1764"/>
                  <a:pt x="832" y="1764"/>
                  <a:pt x="832" y="1764"/>
                </a:cubicBezTo>
                <a:cubicBezTo>
                  <a:pt x="832" y="1765"/>
                  <a:pt x="831" y="1766"/>
                  <a:pt x="831" y="1767"/>
                </a:cubicBezTo>
                <a:cubicBezTo>
                  <a:pt x="829" y="1767"/>
                  <a:pt x="828" y="1767"/>
                  <a:pt x="827" y="1767"/>
                </a:cubicBezTo>
                <a:cubicBezTo>
                  <a:pt x="825" y="1766"/>
                  <a:pt x="822" y="1765"/>
                  <a:pt x="821" y="1764"/>
                </a:cubicBezTo>
                <a:cubicBezTo>
                  <a:pt x="818" y="1759"/>
                  <a:pt x="813" y="1757"/>
                  <a:pt x="808" y="1753"/>
                </a:cubicBezTo>
                <a:cubicBezTo>
                  <a:pt x="808" y="1753"/>
                  <a:pt x="808" y="1752"/>
                  <a:pt x="808" y="1752"/>
                </a:cubicBezTo>
                <a:cubicBezTo>
                  <a:pt x="808" y="1752"/>
                  <a:pt x="808" y="1751"/>
                  <a:pt x="809" y="1751"/>
                </a:cubicBezTo>
                <a:cubicBezTo>
                  <a:pt x="809" y="1751"/>
                  <a:pt x="810" y="1751"/>
                  <a:pt x="811" y="1752"/>
                </a:cubicBezTo>
                <a:cubicBezTo>
                  <a:pt x="813" y="1753"/>
                  <a:pt x="816" y="1754"/>
                  <a:pt x="820" y="1753"/>
                </a:cubicBezTo>
                <a:cubicBezTo>
                  <a:pt x="820" y="1754"/>
                  <a:pt x="820" y="1754"/>
                  <a:pt x="820" y="1754"/>
                </a:cubicBezTo>
                <a:cubicBezTo>
                  <a:pt x="820" y="1754"/>
                  <a:pt x="820" y="1754"/>
                  <a:pt x="821" y="1754"/>
                </a:cubicBezTo>
                <a:cubicBezTo>
                  <a:pt x="821" y="1755"/>
                  <a:pt x="821" y="1755"/>
                  <a:pt x="822" y="1755"/>
                </a:cubicBezTo>
                <a:cubicBezTo>
                  <a:pt x="822" y="1756"/>
                  <a:pt x="822" y="1756"/>
                  <a:pt x="822" y="1756"/>
                </a:cubicBezTo>
                <a:cubicBezTo>
                  <a:pt x="823" y="1756"/>
                  <a:pt x="823" y="1756"/>
                  <a:pt x="823" y="1756"/>
                </a:cubicBezTo>
                <a:cubicBezTo>
                  <a:pt x="822" y="1756"/>
                  <a:pt x="822" y="1756"/>
                  <a:pt x="822" y="1756"/>
                </a:cubicBezTo>
                <a:cubicBezTo>
                  <a:pt x="822" y="1756"/>
                  <a:pt x="822" y="1755"/>
                  <a:pt x="822" y="1755"/>
                </a:cubicBezTo>
                <a:cubicBezTo>
                  <a:pt x="822" y="1755"/>
                  <a:pt x="821" y="1754"/>
                  <a:pt x="821" y="1754"/>
                </a:cubicBezTo>
                <a:cubicBezTo>
                  <a:pt x="821" y="1754"/>
                  <a:pt x="820" y="1754"/>
                  <a:pt x="820" y="1753"/>
                </a:cubicBezTo>
                <a:cubicBezTo>
                  <a:pt x="820" y="1753"/>
                  <a:pt x="820" y="1753"/>
                  <a:pt x="820" y="1753"/>
                </a:cubicBezTo>
                <a:cubicBezTo>
                  <a:pt x="818" y="1752"/>
                  <a:pt x="815" y="1750"/>
                  <a:pt x="813" y="1749"/>
                </a:cubicBezTo>
                <a:cubicBezTo>
                  <a:pt x="811" y="1748"/>
                  <a:pt x="810" y="1746"/>
                  <a:pt x="811" y="1744"/>
                </a:cubicBezTo>
                <a:cubicBezTo>
                  <a:pt x="810" y="1742"/>
                  <a:pt x="809" y="1739"/>
                  <a:pt x="805" y="1738"/>
                </a:cubicBezTo>
                <a:cubicBezTo>
                  <a:pt x="804" y="1738"/>
                  <a:pt x="803" y="1738"/>
                  <a:pt x="802" y="1737"/>
                </a:cubicBezTo>
                <a:cubicBezTo>
                  <a:pt x="801" y="1737"/>
                  <a:pt x="801" y="1737"/>
                  <a:pt x="801" y="1736"/>
                </a:cubicBezTo>
                <a:cubicBezTo>
                  <a:pt x="801" y="1735"/>
                  <a:pt x="802" y="1735"/>
                  <a:pt x="803" y="1734"/>
                </a:cubicBezTo>
                <a:cubicBezTo>
                  <a:pt x="803" y="1734"/>
                  <a:pt x="804" y="1734"/>
                  <a:pt x="805" y="1734"/>
                </a:cubicBezTo>
                <a:cubicBezTo>
                  <a:pt x="806" y="1734"/>
                  <a:pt x="807" y="1733"/>
                  <a:pt x="808" y="1732"/>
                </a:cubicBezTo>
                <a:cubicBezTo>
                  <a:pt x="809" y="1731"/>
                  <a:pt x="809" y="1730"/>
                  <a:pt x="808" y="1728"/>
                </a:cubicBezTo>
                <a:cubicBezTo>
                  <a:pt x="807" y="1727"/>
                  <a:pt x="806" y="1726"/>
                  <a:pt x="806" y="1724"/>
                </a:cubicBezTo>
                <a:cubicBezTo>
                  <a:pt x="806" y="1722"/>
                  <a:pt x="806" y="1721"/>
                  <a:pt x="804" y="1720"/>
                </a:cubicBezTo>
                <a:cubicBezTo>
                  <a:pt x="805" y="1720"/>
                  <a:pt x="805" y="1720"/>
                  <a:pt x="805" y="1720"/>
                </a:cubicBezTo>
                <a:cubicBezTo>
                  <a:pt x="804" y="1719"/>
                  <a:pt x="804" y="1719"/>
                  <a:pt x="804" y="1719"/>
                </a:cubicBezTo>
                <a:cubicBezTo>
                  <a:pt x="804" y="1720"/>
                  <a:pt x="804" y="1720"/>
                  <a:pt x="804" y="1720"/>
                </a:cubicBezTo>
                <a:cubicBezTo>
                  <a:pt x="804" y="1720"/>
                  <a:pt x="804" y="1720"/>
                  <a:pt x="804" y="1720"/>
                </a:cubicBezTo>
                <a:cubicBezTo>
                  <a:pt x="803" y="1723"/>
                  <a:pt x="803" y="1726"/>
                  <a:pt x="803" y="1728"/>
                </a:cubicBezTo>
                <a:cubicBezTo>
                  <a:pt x="803" y="1730"/>
                  <a:pt x="802" y="1731"/>
                  <a:pt x="800" y="1731"/>
                </a:cubicBezTo>
                <a:cubicBezTo>
                  <a:pt x="799" y="1731"/>
                  <a:pt x="797" y="1730"/>
                  <a:pt x="798" y="1728"/>
                </a:cubicBezTo>
                <a:cubicBezTo>
                  <a:pt x="799" y="1726"/>
                  <a:pt x="798" y="1723"/>
                  <a:pt x="798" y="1721"/>
                </a:cubicBezTo>
                <a:cubicBezTo>
                  <a:pt x="798" y="1721"/>
                  <a:pt x="798" y="1722"/>
                  <a:pt x="798" y="1722"/>
                </a:cubicBezTo>
                <a:cubicBezTo>
                  <a:pt x="797" y="1722"/>
                  <a:pt x="796" y="1721"/>
                  <a:pt x="795" y="1721"/>
                </a:cubicBezTo>
                <a:cubicBezTo>
                  <a:pt x="794" y="1720"/>
                  <a:pt x="794" y="1718"/>
                  <a:pt x="795" y="1718"/>
                </a:cubicBezTo>
                <a:cubicBezTo>
                  <a:pt x="796" y="1718"/>
                  <a:pt x="797" y="1717"/>
                  <a:pt x="798" y="1717"/>
                </a:cubicBezTo>
                <a:cubicBezTo>
                  <a:pt x="798" y="1717"/>
                  <a:pt x="798" y="1717"/>
                  <a:pt x="798" y="1717"/>
                </a:cubicBezTo>
                <a:cubicBezTo>
                  <a:pt x="799" y="1716"/>
                  <a:pt x="799" y="1715"/>
                  <a:pt x="798" y="1713"/>
                </a:cubicBezTo>
                <a:cubicBezTo>
                  <a:pt x="797" y="1713"/>
                  <a:pt x="797" y="1713"/>
                  <a:pt x="797" y="1713"/>
                </a:cubicBezTo>
                <a:cubicBezTo>
                  <a:pt x="797" y="1713"/>
                  <a:pt x="797" y="1713"/>
                  <a:pt x="797" y="1713"/>
                </a:cubicBezTo>
                <a:cubicBezTo>
                  <a:pt x="796" y="1712"/>
                  <a:pt x="794" y="1711"/>
                  <a:pt x="792" y="1710"/>
                </a:cubicBezTo>
                <a:cubicBezTo>
                  <a:pt x="790" y="1708"/>
                  <a:pt x="790" y="1708"/>
                  <a:pt x="790" y="1705"/>
                </a:cubicBezTo>
                <a:cubicBezTo>
                  <a:pt x="791" y="1704"/>
                  <a:pt x="791" y="1703"/>
                  <a:pt x="791" y="1702"/>
                </a:cubicBezTo>
                <a:cubicBezTo>
                  <a:pt x="791" y="1702"/>
                  <a:pt x="791" y="1702"/>
                  <a:pt x="791" y="1702"/>
                </a:cubicBezTo>
                <a:cubicBezTo>
                  <a:pt x="791" y="1702"/>
                  <a:pt x="791" y="1702"/>
                  <a:pt x="791" y="1702"/>
                </a:cubicBezTo>
                <a:cubicBezTo>
                  <a:pt x="791" y="1702"/>
                  <a:pt x="791" y="1702"/>
                  <a:pt x="791" y="1702"/>
                </a:cubicBezTo>
                <a:cubicBezTo>
                  <a:pt x="790" y="1702"/>
                  <a:pt x="789" y="1701"/>
                  <a:pt x="789" y="1701"/>
                </a:cubicBezTo>
                <a:cubicBezTo>
                  <a:pt x="788" y="1700"/>
                  <a:pt x="789" y="1698"/>
                  <a:pt x="788" y="1697"/>
                </a:cubicBezTo>
                <a:cubicBezTo>
                  <a:pt x="788" y="1696"/>
                  <a:pt x="787" y="1695"/>
                  <a:pt x="787" y="1694"/>
                </a:cubicBezTo>
                <a:cubicBezTo>
                  <a:pt x="786" y="1693"/>
                  <a:pt x="786" y="1691"/>
                  <a:pt x="786" y="1690"/>
                </a:cubicBezTo>
                <a:cubicBezTo>
                  <a:pt x="785" y="1688"/>
                  <a:pt x="786" y="1687"/>
                  <a:pt x="787" y="1686"/>
                </a:cubicBezTo>
                <a:cubicBezTo>
                  <a:pt x="789" y="1685"/>
                  <a:pt x="791" y="1684"/>
                  <a:pt x="793" y="1684"/>
                </a:cubicBezTo>
                <a:cubicBezTo>
                  <a:pt x="793" y="1684"/>
                  <a:pt x="793" y="1684"/>
                  <a:pt x="793" y="1684"/>
                </a:cubicBezTo>
                <a:cubicBezTo>
                  <a:pt x="793" y="1684"/>
                  <a:pt x="793" y="1684"/>
                  <a:pt x="794" y="1684"/>
                </a:cubicBezTo>
                <a:cubicBezTo>
                  <a:pt x="794" y="1685"/>
                  <a:pt x="794" y="1685"/>
                  <a:pt x="794" y="1685"/>
                </a:cubicBezTo>
                <a:cubicBezTo>
                  <a:pt x="794" y="1685"/>
                  <a:pt x="794" y="1684"/>
                  <a:pt x="794" y="1684"/>
                </a:cubicBezTo>
                <a:cubicBezTo>
                  <a:pt x="793" y="1684"/>
                  <a:pt x="793" y="1684"/>
                  <a:pt x="793" y="1684"/>
                </a:cubicBezTo>
                <a:cubicBezTo>
                  <a:pt x="793" y="1684"/>
                  <a:pt x="793" y="1684"/>
                  <a:pt x="793" y="1684"/>
                </a:cubicBezTo>
                <a:cubicBezTo>
                  <a:pt x="792" y="1681"/>
                  <a:pt x="793" y="1678"/>
                  <a:pt x="794" y="1675"/>
                </a:cubicBezTo>
                <a:cubicBezTo>
                  <a:pt x="794" y="1674"/>
                  <a:pt x="793" y="1672"/>
                  <a:pt x="792" y="1672"/>
                </a:cubicBezTo>
                <a:cubicBezTo>
                  <a:pt x="790" y="1671"/>
                  <a:pt x="788" y="1671"/>
                  <a:pt x="785" y="1671"/>
                </a:cubicBezTo>
                <a:cubicBezTo>
                  <a:pt x="785" y="1671"/>
                  <a:pt x="784" y="1672"/>
                  <a:pt x="783" y="1672"/>
                </a:cubicBezTo>
                <a:cubicBezTo>
                  <a:pt x="782" y="1673"/>
                  <a:pt x="781" y="1672"/>
                  <a:pt x="781" y="1672"/>
                </a:cubicBezTo>
                <a:cubicBezTo>
                  <a:pt x="780" y="1671"/>
                  <a:pt x="780" y="1670"/>
                  <a:pt x="780" y="1670"/>
                </a:cubicBezTo>
                <a:cubicBezTo>
                  <a:pt x="781" y="1667"/>
                  <a:pt x="783" y="1664"/>
                  <a:pt x="784" y="1660"/>
                </a:cubicBezTo>
                <a:cubicBezTo>
                  <a:pt x="785" y="1657"/>
                  <a:pt x="788" y="1655"/>
                  <a:pt x="791" y="1655"/>
                </a:cubicBezTo>
                <a:cubicBezTo>
                  <a:pt x="791" y="1655"/>
                  <a:pt x="791" y="1655"/>
                  <a:pt x="791" y="1656"/>
                </a:cubicBezTo>
                <a:cubicBezTo>
                  <a:pt x="791" y="1656"/>
                  <a:pt x="791" y="1655"/>
                  <a:pt x="791" y="1655"/>
                </a:cubicBezTo>
                <a:cubicBezTo>
                  <a:pt x="791" y="1655"/>
                  <a:pt x="791" y="1656"/>
                  <a:pt x="791" y="1656"/>
                </a:cubicBezTo>
                <a:cubicBezTo>
                  <a:pt x="791" y="1656"/>
                  <a:pt x="791" y="1656"/>
                  <a:pt x="791" y="1656"/>
                </a:cubicBezTo>
                <a:cubicBezTo>
                  <a:pt x="791" y="1657"/>
                  <a:pt x="792" y="1658"/>
                  <a:pt x="792" y="1659"/>
                </a:cubicBezTo>
                <a:cubicBezTo>
                  <a:pt x="792" y="1659"/>
                  <a:pt x="793" y="1659"/>
                  <a:pt x="793" y="1660"/>
                </a:cubicBezTo>
                <a:cubicBezTo>
                  <a:pt x="794" y="1660"/>
                  <a:pt x="794" y="1660"/>
                  <a:pt x="795" y="1659"/>
                </a:cubicBezTo>
                <a:cubicBezTo>
                  <a:pt x="797" y="1654"/>
                  <a:pt x="798" y="1650"/>
                  <a:pt x="795" y="1646"/>
                </a:cubicBezTo>
                <a:cubicBezTo>
                  <a:pt x="794" y="1645"/>
                  <a:pt x="794" y="1643"/>
                  <a:pt x="794" y="1642"/>
                </a:cubicBezTo>
                <a:cubicBezTo>
                  <a:pt x="795" y="1637"/>
                  <a:pt x="796" y="1632"/>
                  <a:pt x="795" y="1627"/>
                </a:cubicBezTo>
                <a:cubicBezTo>
                  <a:pt x="795" y="1623"/>
                  <a:pt x="796" y="1618"/>
                  <a:pt x="796" y="1613"/>
                </a:cubicBezTo>
                <a:cubicBezTo>
                  <a:pt x="796" y="1612"/>
                  <a:pt x="796" y="1611"/>
                  <a:pt x="795" y="1610"/>
                </a:cubicBezTo>
                <a:cubicBezTo>
                  <a:pt x="795" y="1608"/>
                  <a:pt x="795" y="1608"/>
                  <a:pt x="794" y="1608"/>
                </a:cubicBezTo>
                <a:cubicBezTo>
                  <a:pt x="792" y="1609"/>
                  <a:pt x="790" y="1610"/>
                  <a:pt x="788" y="1609"/>
                </a:cubicBezTo>
                <a:cubicBezTo>
                  <a:pt x="790" y="1611"/>
                  <a:pt x="791" y="1613"/>
                  <a:pt x="791" y="1615"/>
                </a:cubicBezTo>
                <a:cubicBezTo>
                  <a:pt x="790" y="1618"/>
                  <a:pt x="790" y="1621"/>
                  <a:pt x="790" y="1623"/>
                </a:cubicBezTo>
                <a:cubicBezTo>
                  <a:pt x="791" y="1625"/>
                  <a:pt x="789" y="1626"/>
                  <a:pt x="788" y="1628"/>
                </a:cubicBezTo>
                <a:cubicBezTo>
                  <a:pt x="787" y="1629"/>
                  <a:pt x="784" y="1628"/>
                  <a:pt x="784" y="1627"/>
                </a:cubicBezTo>
                <a:cubicBezTo>
                  <a:pt x="783" y="1623"/>
                  <a:pt x="783" y="1619"/>
                  <a:pt x="782" y="1616"/>
                </a:cubicBezTo>
                <a:cubicBezTo>
                  <a:pt x="782" y="1615"/>
                  <a:pt x="782" y="1614"/>
                  <a:pt x="783" y="1612"/>
                </a:cubicBezTo>
                <a:cubicBezTo>
                  <a:pt x="784" y="1609"/>
                  <a:pt x="784" y="1609"/>
                  <a:pt x="788" y="1609"/>
                </a:cubicBezTo>
                <a:cubicBezTo>
                  <a:pt x="788" y="1608"/>
                  <a:pt x="786" y="1606"/>
                  <a:pt x="786" y="1605"/>
                </a:cubicBezTo>
                <a:cubicBezTo>
                  <a:pt x="784" y="1603"/>
                  <a:pt x="783" y="1601"/>
                  <a:pt x="783" y="1598"/>
                </a:cubicBezTo>
                <a:cubicBezTo>
                  <a:pt x="783" y="1596"/>
                  <a:pt x="783" y="1593"/>
                  <a:pt x="783" y="1591"/>
                </a:cubicBezTo>
                <a:cubicBezTo>
                  <a:pt x="783" y="1589"/>
                  <a:pt x="783" y="1587"/>
                  <a:pt x="784" y="1585"/>
                </a:cubicBezTo>
                <a:cubicBezTo>
                  <a:pt x="786" y="1581"/>
                  <a:pt x="786" y="1578"/>
                  <a:pt x="784" y="1574"/>
                </a:cubicBezTo>
                <a:cubicBezTo>
                  <a:pt x="782" y="1570"/>
                  <a:pt x="781" y="1565"/>
                  <a:pt x="779" y="1562"/>
                </a:cubicBezTo>
                <a:cubicBezTo>
                  <a:pt x="777" y="1559"/>
                  <a:pt x="777" y="1557"/>
                  <a:pt x="780" y="1554"/>
                </a:cubicBezTo>
                <a:cubicBezTo>
                  <a:pt x="781" y="1554"/>
                  <a:pt x="782" y="1552"/>
                  <a:pt x="782" y="1551"/>
                </a:cubicBezTo>
                <a:cubicBezTo>
                  <a:pt x="784" y="1543"/>
                  <a:pt x="786" y="1534"/>
                  <a:pt x="788" y="1526"/>
                </a:cubicBezTo>
                <a:cubicBezTo>
                  <a:pt x="788" y="1523"/>
                  <a:pt x="789" y="1520"/>
                  <a:pt x="790" y="1518"/>
                </a:cubicBezTo>
                <a:cubicBezTo>
                  <a:pt x="790" y="1516"/>
                  <a:pt x="791" y="1514"/>
                  <a:pt x="790" y="1513"/>
                </a:cubicBezTo>
                <a:cubicBezTo>
                  <a:pt x="789" y="1511"/>
                  <a:pt x="789" y="1509"/>
                  <a:pt x="789" y="1507"/>
                </a:cubicBezTo>
                <a:cubicBezTo>
                  <a:pt x="789" y="1505"/>
                  <a:pt x="790" y="1502"/>
                  <a:pt x="789" y="1501"/>
                </a:cubicBezTo>
                <a:cubicBezTo>
                  <a:pt x="787" y="1496"/>
                  <a:pt x="789" y="1492"/>
                  <a:pt x="787" y="1487"/>
                </a:cubicBezTo>
                <a:cubicBezTo>
                  <a:pt x="785" y="1484"/>
                  <a:pt x="785" y="1481"/>
                  <a:pt x="787" y="1477"/>
                </a:cubicBezTo>
                <a:cubicBezTo>
                  <a:pt x="788" y="1474"/>
                  <a:pt x="788" y="1471"/>
                  <a:pt x="787" y="1468"/>
                </a:cubicBezTo>
                <a:cubicBezTo>
                  <a:pt x="786" y="1465"/>
                  <a:pt x="786" y="1463"/>
                  <a:pt x="787" y="1461"/>
                </a:cubicBezTo>
                <a:cubicBezTo>
                  <a:pt x="788" y="1458"/>
                  <a:pt x="789" y="1454"/>
                  <a:pt x="789" y="1450"/>
                </a:cubicBezTo>
                <a:cubicBezTo>
                  <a:pt x="789" y="1447"/>
                  <a:pt x="790" y="1444"/>
                  <a:pt x="790" y="1441"/>
                </a:cubicBezTo>
                <a:cubicBezTo>
                  <a:pt x="789" y="1430"/>
                  <a:pt x="791" y="1419"/>
                  <a:pt x="788" y="1408"/>
                </a:cubicBezTo>
                <a:cubicBezTo>
                  <a:pt x="788" y="1407"/>
                  <a:pt x="788" y="1406"/>
                  <a:pt x="789" y="1404"/>
                </a:cubicBezTo>
                <a:cubicBezTo>
                  <a:pt x="791" y="1397"/>
                  <a:pt x="791" y="1390"/>
                  <a:pt x="789" y="1382"/>
                </a:cubicBezTo>
                <a:cubicBezTo>
                  <a:pt x="788" y="1381"/>
                  <a:pt x="788" y="1379"/>
                  <a:pt x="788" y="1378"/>
                </a:cubicBezTo>
                <a:cubicBezTo>
                  <a:pt x="789" y="1374"/>
                  <a:pt x="789" y="1371"/>
                  <a:pt x="788" y="1367"/>
                </a:cubicBezTo>
                <a:cubicBezTo>
                  <a:pt x="788" y="1365"/>
                  <a:pt x="788" y="1363"/>
                  <a:pt x="788" y="1361"/>
                </a:cubicBezTo>
                <a:cubicBezTo>
                  <a:pt x="787" y="1360"/>
                  <a:pt x="787" y="1359"/>
                  <a:pt x="786" y="1358"/>
                </a:cubicBezTo>
                <a:cubicBezTo>
                  <a:pt x="781" y="1354"/>
                  <a:pt x="776" y="1350"/>
                  <a:pt x="772" y="1346"/>
                </a:cubicBezTo>
                <a:cubicBezTo>
                  <a:pt x="769" y="1342"/>
                  <a:pt x="765" y="1341"/>
                  <a:pt x="761" y="1339"/>
                </a:cubicBezTo>
                <a:cubicBezTo>
                  <a:pt x="759" y="1338"/>
                  <a:pt x="757" y="1338"/>
                  <a:pt x="756" y="1337"/>
                </a:cubicBezTo>
                <a:cubicBezTo>
                  <a:pt x="748" y="1331"/>
                  <a:pt x="740" y="1327"/>
                  <a:pt x="733" y="1320"/>
                </a:cubicBezTo>
                <a:cubicBezTo>
                  <a:pt x="731" y="1318"/>
                  <a:pt x="729" y="1315"/>
                  <a:pt x="730" y="1312"/>
                </a:cubicBezTo>
                <a:cubicBezTo>
                  <a:pt x="730" y="1311"/>
                  <a:pt x="730" y="1309"/>
                  <a:pt x="729" y="1309"/>
                </a:cubicBezTo>
                <a:cubicBezTo>
                  <a:pt x="726" y="1303"/>
                  <a:pt x="722" y="1297"/>
                  <a:pt x="719" y="1292"/>
                </a:cubicBezTo>
                <a:cubicBezTo>
                  <a:pt x="715" y="1286"/>
                  <a:pt x="712" y="1281"/>
                  <a:pt x="710" y="1275"/>
                </a:cubicBezTo>
                <a:cubicBezTo>
                  <a:pt x="708" y="1270"/>
                  <a:pt x="705" y="1266"/>
                  <a:pt x="704" y="1262"/>
                </a:cubicBezTo>
                <a:cubicBezTo>
                  <a:pt x="703" y="1260"/>
                  <a:pt x="702" y="1259"/>
                  <a:pt x="701" y="1258"/>
                </a:cubicBezTo>
                <a:cubicBezTo>
                  <a:pt x="699" y="1256"/>
                  <a:pt x="698" y="1254"/>
                  <a:pt x="697" y="1252"/>
                </a:cubicBezTo>
                <a:cubicBezTo>
                  <a:pt x="696" y="1249"/>
                  <a:pt x="693" y="1247"/>
                  <a:pt x="690" y="1246"/>
                </a:cubicBezTo>
                <a:cubicBezTo>
                  <a:pt x="688" y="1244"/>
                  <a:pt x="686" y="1243"/>
                  <a:pt x="684" y="1242"/>
                </a:cubicBezTo>
                <a:cubicBezTo>
                  <a:pt x="682" y="1241"/>
                  <a:pt x="681" y="1239"/>
                  <a:pt x="682" y="1237"/>
                </a:cubicBezTo>
                <a:cubicBezTo>
                  <a:pt x="682" y="1236"/>
                  <a:pt x="682" y="1235"/>
                  <a:pt x="682" y="1234"/>
                </a:cubicBezTo>
                <a:cubicBezTo>
                  <a:pt x="682" y="1232"/>
                  <a:pt x="681" y="1230"/>
                  <a:pt x="681" y="1228"/>
                </a:cubicBezTo>
                <a:cubicBezTo>
                  <a:pt x="679" y="1224"/>
                  <a:pt x="681" y="1221"/>
                  <a:pt x="684" y="1219"/>
                </a:cubicBezTo>
                <a:cubicBezTo>
                  <a:pt x="686" y="1217"/>
                  <a:pt x="688" y="1216"/>
                  <a:pt x="690" y="1214"/>
                </a:cubicBezTo>
                <a:cubicBezTo>
                  <a:pt x="692" y="1213"/>
                  <a:pt x="693" y="1211"/>
                  <a:pt x="693" y="1209"/>
                </a:cubicBezTo>
                <a:cubicBezTo>
                  <a:pt x="693" y="1208"/>
                  <a:pt x="692" y="1208"/>
                  <a:pt x="692" y="1207"/>
                </a:cubicBezTo>
                <a:cubicBezTo>
                  <a:pt x="691" y="1208"/>
                  <a:pt x="691" y="1208"/>
                  <a:pt x="691" y="1209"/>
                </a:cubicBezTo>
                <a:cubicBezTo>
                  <a:pt x="690" y="1209"/>
                  <a:pt x="690" y="1210"/>
                  <a:pt x="690" y="1210"/>
                </a:cubicBezTo>
                <a:cubicBezTo>
                  <a:pt x="687" y="1208"/>
                  <a:pt x="684" y="1206"/>
                  <a:pt x="684" y="1204"/>
                </a:cubicBezTo>
                <a:cubicBezTo>
                  <a:pt x="683" y="1200"/>
                  <a:pt x="684" y="1196"/>
                  <a:pt x="684" y="1192"/>
                </a:cubicBezTo>
                <a:cubicBezTo>
                  <a:pt x="684" y="1192"/>
                  <a:pt x="685" y="1191"/>
                  <a:pt x="685" y="1191"/>
                </a:cubicBezTo>
                <a:cubicBezTo>
                  <a:pt x="689" y="1184"/>
                  <a:pt x="689" y="1184"/>
                  <a:pt x="691" y="1175"/>
                </a:cubicBezTo>
                <a:cubicBezTo>
                  <a:pt x="691" y="1174"/>
                  <a:pt x="691" y="1173"/>
                  <a:pt x="692" y="1173"/>
                </a:cubicBezTo>
                <a:cubicBezTo>
                  <a:pt x="694" y="1172"/>
                  <a:pt x="696" y="1171"/>
                  <a:pt x="698" y="1170"/>
                </a:cubicBezTo>
                <a:cubicBezTo>
                  <a:pt x="700" y="1169"/>
                  <a:pt x="702" y="1167"/>
                  <a:pt x="702" y="1165"/>
                </a:cubicBezTo>
                <a:cubicBezTo>
                  <a:pt x="703" y="1161"/>
                  <a:pt x="706" y="1158"/>
                  <a:pt x="710" y="1156"/>
                </a:cubicBezTo>
                <a:cubicBezTo>
                  <a:pt x="714" y="1154"/>
                  <a:pt x="716" y="1151"/>
                  <a:pt x="718" y="1147"/>
                </a:cubicBezTo>
                <a:cubicBezTo>
                  <a:pt x="719" y="1146"/>
                  <a:pt x="719" y="1145"/>
                  <a:pt x="718" y="1144"/>
                </a:cubicBezTo>
                <a:cubicBezTo>
                  <a:pt x="717" y="1142"/>
                  <a:pt x="717" y="1139"/>
                  <a:pt x="717" y="1137"/>
                </a:cubicBezTo>
                <a:cubicBezTo>
                  <a:pt x="717" y="1132"/>
                  <a:pt x="717" y="1127"/>
                  <a:pt x="717" y="1122"/>
                </a:cubicBezTo>
                <a:cubicBezTo>
                  <a:pt x="717" y="1121"/>
                  <a:pt x="717" y="1120"/>
                  <a:pt x="716" y="1119"/>
                </a:cubicBezTo>
                <a:cubicBezTo>
                  <a:pt x="714" y="1117"/>
                  <a:pt x="713" y="1113"/>
                  <a:pt x="711" y="1110"/>
                </a:cubicBezTo>
                <a:cubicBezTo>
                  <a:pt x="709" y="1109"/>
                  <a:pt x="709" y="1106"/>
                  <a:pt x="708" y="1103"/>
                </a:cubicBezTo>
                <a:cubicBezTo>
                  <a:pt x="708" y="1100"/>
                  <a:pt x="706" y="1097"/>
                  <a:pt x="702" y="1096"/>
                </a:cubicBezTo>
                <a:cubicBezTo>
                  <a:pt x="702" y="1095"/>
                  <a:pt x="700" y="1095"/>
                  <a:pt x="699" y="1096"/>
                </a:cubicBezTo>
                <a:cubicBezTo>
                  <a:pt x="697" y="1098"/>
                  <a:pt x="696" y="1101"/>
                  <a:pt x="693" y="1103"/>
                </a:cubicBezTo>
                <a:cubicBezTo>
                  <a:pt x="691" y="1104"/>
                  <a:pt x="692" y="1105"/>
                  <a:pt x="693" y="1106"/>
                </a:cubicBezTo>
                <a:cubicBezTo>
                  <a:pt x="693" y="1107"/>
                  <a:pt x="693" y="1109"/>
                  <a:pt x="691" y="1110"/>
                </a:cubicBezTo>
                <a:cubicBezTo>
                  <a:pt x="688" y="1112"/>
                  <a:pt x="687" y="1113"/>
                  <a:pt x="685" y="1110"/>
                </a:cubicBezTo>
                <a:cubicBezTo>
                  <a:pt x="682" y="1109"/>
                  <a:pt x="680" y="1107"/>
                  <a:pt x="678" y="1105"/>
                </a:cubicBezTo>
                <a:cubicBezTo>
                  <a:pt x="675" y="1103"/>
                  <a:pt x="672" y="1101"/>
                  <a:pt x="668" y="1103"/>
                </a:cubicBezTo>
                <a:cubicBezTo>
                  <a:pt x="667" y="1103"/>
                  <a:pt x="666" y="1103"/>
                  <a:pt x="665" y="1103"/>
                </a:cubicBezTo>
                <a:cubicBezTo>
                  <a:pt x="662" y="1102"/>
                  <a:pt x="658" y="1101"/>
                  <a:pt x="657" y="1097"/>
                </a:cubicBezTo>
                <a:cubicBezTo>
                  <a:pt x="657" y="1093"/>
                  <a:pt x="654" y="1092"/>
                  <a:pt x="651" y="1090"/>
                </a:cubicBezTo>
                <a:cubicBezTo>
                  <a:pt x="650" y="1089"/>
                  <a:pt x="649" y="1089"/>
                  <a:pt x="648" y="1089"/>
                </a:cubicBezTo>
                <a:cubicBezTo>
                  <a:pt x="646" y="1089"/>
                  <a:pt x="645" y="1088"/>
                  <a:pt x="644" y="1088"/>
                </a:cubicBezTo>
                <a:cubicBezTo>
                  <a:pt x="640" y="1087"/>
                  <a:pt x="638" y="1085"/>
                  <a:pt x="639" y="1081"/>
                </a:cubicBezTo>
                <a:cubicBezTo>
                  <a:pt x="640" y="1079"/>
                  <a:pt x="639" y="1077"/>
                  <a:pt x="638" y="1075"/>
                </a:cubicBezTo>
                <a:cubicBezTo>
                  <a:pt x="636" y="1072"/>
                  <a:pt x="633" y="1069"/>
                  <a:pt x="631" y="1066"/>
                </a:cubicBezTo>
                <a:cubicBezTo>
                  <a:pt x="629" y="1064"/>
                  <a:pt x="626" y="1061"/>
                  <a:pt x="625" y="1058"/>
                </a:cubicBezTo>
                <a:cubicBezTo>
                  <a:pt x="624" y="1057"/>
                  <a:pt x="624" y="1057"/>
                  <a:pt x="622" y="1057"/>
                </a:cubicBezTo>
                <a:cubicBezTo>
                  <a:pt x="617" y="1057"/>
                  <a:pt x="611" y="1055"/>
                  <a:pt x="606" y="1053"/>
                </a:cubicBezTo>
                <a:cubicBezTo>
                  <a:pt x="601" y="1052"/>
                  <a:pt x="597" y="1050"/>
                  <a:pt x="592" y="1049"/>
                </a:cubicBezTo>
                <a:cubicBezTo>
                  <a:pt x="588" y="1049"/>
                  <a:pt x="585" y="1048"/>
                  <a:pt x="583" y="1045"/>
                </a:cubicBezTo>
                <a:cubicBezTo>
                  <a:pt x="578" y="1039"/>
                  <a:pt x="571" y="1035"/>
                  <a:pt x="565" y="1029"/>
                </a:cubicBezTo>
                <a:cubicBezTo>
                  <a:pt x="563" y="1027"/>
                  <a:pt x="559" y="1026"/>
                  <a:pt x="556" y="1028"/>
                </a:cubicBezTo>
                <a:cubicBezTo>
                  <a:pt x="544" y="1032"/>
                  <a:pt x="543" y="1032"/>
                  <a:pt x="531" y="1029"/>
                </a:cubicBezTo>
                <a:cubicBezTo>
                  <a:pt x="528" y="1027"/>
                  <a:pt x="524" y="1026"/>
                  <a:pt x="521" y="1024"/>
                </a:cubicBezTo>
                <a:cubicBezTo>
                  <a:pt x="518" y="1023"/>
                  <a:pt x="515" y="1021"/>
                  <a:pt x="511" y="1020"/>
                </a:cubicBezTo>
                <a:cubicBezTo>
                  <a:pt x="505" y="1019"/>
                  <a:pt x="500" y="1015"/>
                  <a:pt x="495" y="1011"/>
                </a:cubicBezTo>
                <a:cubicBezTo>
                  <a:pt x="494" y="1010"/>
                  <a:pt x="492" y="1010"/>
                  <a:pt x="491" y="1009"/>
                </a:cubicBezTo>
                <a:cubicBezTo>
                  <a:pt x="489" y="1009"/>
                  <a:pt x="488" y="1009"/>
                  <a:pt x="486" y="1008"/>
                </a:cubicBezTo>
                <a:cubicBezTo>
                  <a:pt x="483" y="1008"/>
                  <a:pt x="480" y="1006"/>
                  <a:pt x="478" y="1003"/>
                </a:cubicBezTo>
                <a:cubicBezTo>
                  <a:pt x="476" y="1000"/>
                  <a:pt x="473" y="998"/>
                  <a:pt x="470" y="997"/>
                </a:cubicBezTo>
                <a:cubicBezTo>
                  <a:pt x="467" y="996"/>
                  <a:pt x="465" y="993"/>
                  <a:pt x="463" y="990"/>
                </a:cubicBezTo>
                <a:cubicBezTo>
                  <a:pt x="461" y="987"/>
                  <a:pt x="460" y="984"/>
                  <a:pt x="463" y="980"/>
                </a:cubicBezTo>
                <a:cubicBezTo>
                  <a:pt x="464" y="979"/>
                  <a:pt x="464" y="977"/>
                  <a:pt x="465" y="976"/>
                </a:cubicBezTo>
                <a:cubicBezTo>
                  <a:pt x="465" y="975"/>
                  <a:pt x="465" y="974"/>
                  <a:pt x="465" y="973"/>
                </a:cubicBezTo>
                <a:cubicBezTo>
                  <a:pt x="461" y="959"/>
                  <a:pt x="458" y="953"/>
                  <a:pt x="446" y="941"/>
                </a:cubicBezTo>
                <a:cubicBezTo>
                  <a:pt x="445" y="940"/>
                  <a:pt x="444" y="939"/>
                  <a:pt x="444" y="938"/>
                </a:cubicBezTo>
                <a:cubicBezTo>
                  <a:pt x="444" y="935"/>
                  <a:pt x="442" y="933"/>
                  <a:pt x="440" y="932"/>
                </a:cubicBezTo>
                <a:cubicBezTo>
                  <a:pt x="437" y="931"/>
                  <a:pt x="435" y="929"/>
                  <a:pt x="433" y="927"/>
                </a:cubicBezTo>
                <a:cubicBezTo>
                  <a:pt x="431" y="926"/>
                  <a:pt x="431" y="924"/>
                  <a:pt x="432" y="922"/>
                </a:cubicBezTo>
                <a:cubicBezTo>
                  <a:pt x="433" y="922"/>
                  <a:pt x="433" y="921"/>
                  <a:pt x="433" y="920"/>
                </a:cubicBezTo>
                <a:cubicBezTo>
                  <a:pt x="434" y="919"/>
                  <a:pt x="434" y="918"/>
                  <a:pt x="433" y="917"/>
                </a:cubicBezTo>
                <a:cubicBezTo>
                  <a:pt x="431" y="916"/>
                  <a:pt x="430" y="914"/>
                  <a:pt x="428" y="913"/>
                </a:cubicBezTo>
                <a:cubicBezTo>
                  <a:pt x="425" y="911"/>
                  <a:pt x="423" y="908"/>
                  <a:pt x="422" y="905"/>
                </a:cubicBezTo>
                <a:cubicBezTo>
                  <a:pt x="422" y="904"/>
                  <a:pt x="420" y="902"/>
                  <a:pt x="419" y="901"/>
                </a:cubicBezTo>
                <a:cubicBezTo>
                  <a:pt x="415" y="896"/>
                  <a:pt x="411" y="889"/>
                  <a:pt x="408" y="882"/>
                </a:cubicBezTo>
                <a:cubicBezTo>
                  <a:pt x="406" y="877"/>
                  <a:pt x="406" y="873"/>
                  <a:pt x="405" y="868"/>
                </a:cubicBezTo>
                <a:cubicBezTo>
                  <a:pt x="405" y="865"/>
                  <a:pt x="403" y="864"/>
                  <a:pt x="401" y="863"/>
                </a:cubicBezTo>
                <a:cubicBezTo>
                  <a:pt x="399" y="862"/>
                  <a:pt x="397" y="861"/>
                  <a:pt x="395" y="860"/>
                </a:cubicBezTo>
                <a:cubicBezTo>
                  <a:pt x="394" y="860"/>
                  <a:pt x="394" y="861"/>
                  <a:pt x="394" y="861"/>
                </a:cubicBezTo>
                <a:cubicBezTo>
                  <a:pt x="392" y="867"/>
                  <a:pt x="393" y="873"/>
                  <a:pt x="394" y="878"/>
                </a:cubicBezTo>
                <a:cubicBezTo>
                  <a:pt x="394" y="879"/>
                  <a:pt x="394" y="880"/>
                  <a:pt x="395" y="881"/>
                </a:cubicBezTo>
                <a:cubicBezTo>
                  <a:pt x="399" y="885"/>
                  <a:pt x="401" y="891"/>
                  <a:pt x="404" y="895"/>
                </a:cubicBezTo>
                <a:cubicBezTo>
                  <a:pt x="406" y="900"/>
                  <a:pt x="409" y="905"/>
                  <a:pt x="410" y="910"/>
                </a:cubicBezTo>
                <a:cubicBezTo>
                  <a:pt x="411" y="913"/>
                  <a:pt x="415" y="914"/>
                  <a:pt x="415" y="918"/>
                </a:cubicBezTo>
                <a:cubicBezTo>
                  <a:pt x="416" y="921"/>
                  <a:pt x="416" y="924"/>
                  <a:pt x="417" y="927"/>
                </a:cubicBezTo>
                <a:cubicBezTo>
                  <a:pt x="417" y="929"/>
                  <a:pt x="418" y="931"/>
                  <a:pt x="419" y="932"/>
                </a:cubicBezTo>
                <a:cubicBezTo>
                  <a:pt x="419" y="935"/>
                  <a:pt x="424" y="943"/>
                  <a:pt x="425" y="944"/>
                </a:cubicBezTo>
                <a:cubicBezTo>
                  <a:pt x="427" y="946"/>
                  <a:pt x="428" y="948"/>
                  <a:pt x="429" y="951"/>
                </a:cubicBezTo>
                <a:cubicBezTo>
                  <a:pt x="430" y="953"/>
                  <a:pt x="429" y="954"/>
                  <a:pt x="427" y="956"/>
                </a:cubicBezTo>
                <a:cubicBezTo>
                  <a:pt x="426" y="957"/>
                  <a:pt x="424" y="957"/>
                  <a:pt x="423" y="956"/>
                </a:cubicBezTo>
                <a:cubicBezTo>
                  <a:pt x="419" y="948"/>
                  <a:pt x="413" y="944"/>
                  <a:pt x="407" y="938"/>
                </a:cubicBezTo>
                <a:cubicBezTo>
                  <a:pt x="406" y="936"/>
                  <a:pt x="405" y="935"/>
                  <a:pt x="406" y="932"/>
                </a:cubicBezTo>
                <a:cubicBezTo>
                  <a:pt x="406" y="931"/>
                  <a:pt x="406" y="929"/>
                  <a:pt x="406" y="927"/>
                </a:cubicBezTo>
                <a:cubicBezTo>
                  <a:pt x="406" y="925"/>
                  <a:pt x="406" y="923"/>
                  <a:pt x="404" y="922"/>
                </a:cubicBezTo>
                <a:cubicBezTo>
                  <a:pt x="401" y="918"/>
                  <a:pt x="397" y="915"/>
                  <a:pt x="393" y="913"/>
                </a:cubicBezTo>
                <a:cubicBezTo>
                  <a:pt x="389" y="911"/>
                  <a:pt x="387" y="908"/>
                  <a:pt x="385" y="905"/>
                </a:cubicBezTo>
                <a:cubicBezTo>
                  <a:pt x="384" y="904"/>
                  <a:pt x="385" y="902"/>
                  <a:pt x="386" y="902"/>
                </a:cubicBezTo>
                <a:cubicBezTo>
                  <a:pt x="386" y="902"/>
                  <a:pt x="387" y="902"/>
                  <a:pt x="387" y="902"/>
                </a:cubicBezTo>
                <a:cubicBezTo>
                  <a:pt x="389" y="902"/>
                  <a:pt x="390" y="902"/>
                  <a:pt x="391" y="900"/>
                </a:cubicBezTo>
                <a:cubicBezTo>
                  <a:pt x="392" y="898"/>
                  <a:pt x="393" y="896"/>
                  <a:pt x="391" y="894"/>
                </a:cubicBezTo>
                <a:cubicBezTo>
                  <a:pt x="389" y="890"/>
                  <a:pt x="387" y="886"/>
                  <a:pt x="383" y="883"/>
                </a:cubicBezTo>
                <a:cubicBezTo>
                  <a:pt x="381" y="881"/>
                  <a:pt x="380" y="879"/>
                  <a:pt x="380" y="877"/>
                </a:cubicBezTo>
                <a:cubicBezTo>
                  <a:pt x="379" y="870"/>
                  <a:pt x="376" y="864"/>
                  <a:pt x="374" y="857"/>
                </a:cubicBezTo>
                <a:cubicBezTo>
                  <a:pt x="373" y="853"/>
                  <a:pt x="372" y="849"/>
                  <a:pt x="371" y="845"/>
                </a:cubicBezTo>
                <a:cubicBezTo>
                  <a:pt x="371" y="840"/>
                  <a:pt x="369" y="836"/>
                  <a:pt x="364" y="833"/>
                </a:cubicBezTo>
                <a:cubicBezTo>
                  <a:pt x="358" y="830"/>
                  <a:pt x="354" y="826"/>
                  <a:pt x="347" y="825"/>
                </a:cubicBezTo>
                <a:cubicBezTo>
                  <a:pt x="345" y="824"/>
                  <a:pt x="344" y="823"/>
                  <a:pt x="345" y="820"/>
                </a:cubicBezTo>
                <a:cubicBezTo>
                  <a:pt x="345" y="818"/>
                  <a:pt x="344" y="816"/>
                  <a:pt x="343" y="814"/>
                </a:cubicBezTo>
                <a:cubicBezTo>
                  <a:pt x="341" y="810"/>
                  <a:pt x="340" y="806"/>
                  <a:pt x="338" y="801"/>
                </a:cubicBezTo>
                <a:cubicBezTo>
                  <a:pt x="338" y="800"/>
                  <a:pt x="337" y="799"/>
                  <a:pt x="337" y="798"/>
                </a:cubicBezTo>
                <a:cubicBezTo>
                  <a:pt x="339" y="795"/>
                  <a:pt x="337" y="792"/>
                  <a:pt x="336" y="789"/>
                </a:cubicBezTo>
                <a:cubicBezTo>
                  <a:pt x="335" y="788"/>
                  <a:pt x="336" y="787"/>
                  <a:pt x="336" y="785"/>
                </a:cubicBezTo>
                <a:cubicBezTo>
                  <a:pt x="336" y="784"/>
                  <a:pt x="337" y="784"/>
                  <a:pt x="337" y="782"/>
                </a:cubicBezTo>
                <a:cubicBezTo>
                  <a:pt x="338" y="781"/>
                  <a:pt x="338" y="781"/>
                  <a:pt x="336" y="779"/>
                </a:cubicBezTo>
                <a:cubicBezTo>
                  <a:pt x="335" y="779"/>
                  <a:pt x="334" y="778"/>
                  <a:pt x="333" y="777"/>
                </a:cubicBezTo>
                <a:cubicBezTo>
                  <a:pt x="332" y="774"/>
                  <a:pt x="331" y="771"/>
                  <a:pt x="329" y="768"/>
                </a:cubicBezTo>
                <a:cubicBezTo>
                  <a:pt x="329" y="767"/>
                  <a:pt x="329" y="766"/>
                  <a:pt x="329" y="765"/>
                </a:cubicBezTo>
                <a:cubicBezTo>
                  <a:pt x="329" y="763"/>
                  <a:pt x="328" y="761"/>
                  <a:pt x="329" y="759"/>
                </a:cubicBezTo>
                <a:cubicBezTo>
                  <a:pt x="330" y="755"/>
                  <a:pt x="329" y="751"/>
                  <a:pt x="327" y="747"/>
                </a:cubicBezTo>
                <a:cubicBezTo>
                  <a:pt x="327" y="745"/>
                  <a:pt x="327" y="744"/>
                  <a:pt x="328" y="742"/>
                </a:cubicBezTo>
                <a:cubicBezTo>
                  <a:pt x="332" y="737"/>
                  <a:pt x="332" y="731"/>
                  <a:pt x="332" y="725"/>
                </a:cubicBezTo>
                <a:cubicBezTo>
                  <a:pt x="332" y="724"/>
                  <a:pt x="332" y="723"/>
                  <a:pt x="332" y="721"/>
                </a:cubicBezTo>
                <a:cubicBezTo>
                  <a:pt x="332" y="716"/>
                  <a:pt x="332" y="711"/>
                  <a:pt x="336" y="706"/>
                </a:cubicBezTo>
                <a:cubicBezTo>
                  <a:pt x="339" y="702"/>
                  <a:pt x="341" y="696"/>
                  <a:pt x="342" y="690"/>
                </a:cubicBezTo>
                <a:cubicBezTo>
                  <a:pt x="344" y="684"/>
                  <a:pt x="347" y="678"/>
                  <a:pt x="349" y="672"/>
                </a:cubicBezTo>
                <a:cubicBezTo>
                  <a:pt x="351" y="666"/>
                  <a:pt x="352" y="661"/>
                  <a:pt x="352" y="655"/>
                </a:cubicBezTo>
                <a:cubicBezTo>
                  <a:pt x="352" y="650"/>
                  <a:pt x="352" y="645"/>
                  <a:pt x="352" y="640"/>
                </a:cubicBezTo>
                <a:cubicBezTo>
                  <a:pt x="352" y="637"/>
                  <a:pt x="354" y="634"/>
                  <a:pt x="357" y="633"/>
                </a:cubicBezTo>
                <a:cubicBezTo>
                  <a:pt x="356" y="633"/>
                  <a:pt x="355" y="632"/>
                  <a:pt x="354" y="631"/>
                </a:cubicBezTo>
                <a:cubicBezTo>
                  <a:pt x="350" y="625"/>
                  <a:pt x="344" y="619"/>
                  <a:pt x="340" y="613"/>
                </a:cubicBezTo>
                <a:cubicBezTo>
                  <a:pt x="339" y="610"/>
                  <a:pt x="337" y="609"/>
                  <a:pt x="335" y="607"/>
                </a:cubicBezTo>
                <a:cubicBezTo>
                  <a:pt x="335" y="606"/>
                  <a:pt x="334" y="605"/>
                  <a:pt x="334" y="604"/>
                </a:cubicBezTo>
                <a:cubicBezTo>
                  <a:pt x="334" y="601"/>
                  <a:pt x="333" y="599"/>
                  <a:pt x="333" y="597"/>
                </a:cubicBezTo>
                <a:cubicBezTo>
                  <a:pt x="333" y="596"/>
                  <a:pt x="335" y="595"/>
                  <a:pt x="335" y="595"/>
                </a:cubicBezTo>
                <a:cubicBezTo>
                  <a:pt x="336" y="595"/>
                  <a:pt x="338" y="595"/>
                  <a:pt x="339" y="596"/>
                </a:cubicBezTo>
                <a:cubicBezTo>
                  <a:pt x="340" y="597"/>
                  <a:pt x="342" y="598"/>
                  <a:pt x="343" y="599"/>
                </a:cubicBezTo>
                <a:cubicBezTo>
                  <a:pt x="345" y="601"/>
                  <a:pt x="348" y="603"/>
                  <a:pt x="351" y="604"/>
                </a:cubicBezTo>
                <a:cubicBezTo>
                  <a:pt x="355" y="605"/>
                  <a:pt x="357" y="607"/>
                  <a:pt x="358" y="611"/>
                </a:cubicBezTo>
                <a:cubicBezTo>
                  <a:pt x="359" y="613"/>
                  <a:pt x="359" y="615"/>
                  <a:pt x="360" y="617"/>
                </a:cubicBezTo>
                <a:cubicBezTo>
                  <a:pt x="360" y="619"/>
                  <a:pt x="362" y="620"/>
                  <a:pt x="364" y="620"/>
                </a:cubicBezTo>
                <a:cubicBezTo>
                  <a:pt x="365" y="625"/>
                  <a:pt x="366" y="629"/>
                  <a:pt x="366" y="633"/>
                </a:cubicBezTo>
                <a:cubicBezTo>
                  <a:pt x="366" y="635"/>
                  <a:pt x="364" y="636"/>
                  <a:pt x="362" y="636"/>
                </a:cubicBezTo>
                <a:cubicBezTo>
                  <a:pt x="361" y="636"/>
                  <a:pt x="360" y="636"/>
                  <a:pt x="359" y="636"/>
                </a:cubicBezTo>
                <a:cubicBezTo>
                  <a:pt x="361" y="638"/>
                  <a:pt x="365" y="638"/>
                  <a:pt x="368" y="640"/>
                </a:cubicBezTo>
                <a:cubicBezTo>
                  <a:pt x="369" y="640"/>
                  <a:pt x="370" y="639"/>
                  <a:pt x="371" y="638"/>
                </a:cubicBezTo>
                <a:cubicBezTo>
                  <a:pt x="372" y="638"/>
                  <a:pt x="372" y="637"/>
                  <a:pt x="372" y="637"/>
                </a:cubicBezTo>
                <a:cubicBezTo>
                  <a:pt x="373" y="635"/>
                  <a:pt x="374" y="633"/>
                  <a:pt x="373" y="630"/>
                </a:cubicBezTo>
                <a:cubicBezTo>
                  <a:pt x="372" y="628"/>
                  <a:pt x="371" y="625"/>
                  <a:pt x="370" y="623"/>
                </a:cubicBezTo>
                <a:cubicBezTo>
                  <a:pt x="369" y="621"/>
                  <a:pt x="368" y="620"/>
                  <a:pt x="367" y="620"/>
                </a:cubicBezTo>
                <a:cubicBezTo>
                  <a:pt x="366" y="620"/>
                  <a:pt x="365" y="620"/>
                  <a:pt x="364" y="620"/>
                </a:cubicBezTo>
                <a:cubicBezTo>
                  <a:pt x="363" y="619"/>
                  <a:pt x="363" y="618"/>
                  <a:pt x="363" y="617"/>
                </a:cubicBezTo>
                <a:cubicBezTo>
                  <a:pt x="363" y="618"/>
                  <a:pt x="363" y="618"/>
                  <a:pt x="363" y="618"/>
                </a:cubicBezTo>
                <a:cubicBezTo>
                  <a:pt x="364" y="617"/>
                  <a:pt x="364" y="617"/>
                  <a:pt x="364" y="617"/>
                </a:cubicBezTo>
                <a:cubicBezTo>
                  <a:pt x="363" y="617"/>
                  <a:pt x="363" y="617"/>
                  <a:pt x="363" y="617"/>
                </a:cubicBezTo>
                <a:cubicBezTo>
                  <a:pt x="363" y="617"/>
                  <a:pt x="362" y="616"/>
                  <a:pt x="361" y="615"/>
                </a:cubicBezTo>
                <a:cubicBezTo>
                  <a:pt x="361" y="613"/>
                  <a:pt x="361" y="611"/>
                  <a:pt x="362" y="608"/>
                </a:cubicBezTo>
                <a:cubicBezTo>
                  <a:pt x="362" y="607"/>
                  <a:pt x="362" y="606"/>
                  <a:pt x="361" y="606"/>
                </a:cubicBezTo>
                <a:cubicBezTo>
                  <a:pt x="359" y="605"/>
                  <a:pt x="357" y="604"/>
                  <a:pt x="356" y="603"/>
                </a:cubicBezTo>
                <a:cubicBezTo>
                  <a:pt x="354" y="602"/>
                  <a:pt x="352" y="601"/>
                  <a:pt x="351" y="599"/>
                </a:cubicBezTo>
                <a:cubicBezTo>
                  <a:pt x="349" y="598"/>
                  <a:pt x="347" y="596"/>
                  <a:pt x="345" y="595"/>
                </a:cubicBezTo>
                <a:cubicBezTo>
                  <a:pt x="342" y="589"/>
                  <a:pt x="342" y="589"/>
                  <a:pt x="342" y="589"/>
                </a:cubicBezTo>
                <a:cubicBezTo>
                  <a:pt x="342" y="588"/>
                  <a:pt x="342" y="588"/>
                  <a:pt x="342" y="588"/>
                </a:cubicBezTo>
                <a:cubicBezTo>
                  <a:pt x="344" y="586"/>
                  <a:pt x="343" y="585"/>
                  <a:pt x="343" y="583"/>
                </a:cubicBezTo>
                <a:cubicBezTo>
                  <a:pt x="343" y="582"/>
                  <a:pt x="343" y="580"/>
                  <a:pt x="343" y="579"/>
                </a:cubicBezTo>
                <a:cubicBezTo>
                  <a:pt x="344" y="578"/>
                  <a:pt x="344" y="577"/>
                  <a:pt x="345" y="576"/>
                </a:cubicBezTo>
                <a:cubicBezTo>
                  <a:pt x="345" y="574"/>
                  <a:pt x="345" y="573"/>
                  <a:pt x="344" y="572"/>
                </a:cubicBezTo>
                <a:cubicBezTo>
                  <a:pt x="342" y="570"/>
                  <a:pt x="341" y="568"/>
                  <a:pt x="339" y="566"/>
                </a:cubicBezTo>
                <a:cubicBezTo>
                  <a:pt x="339" y="566"/>
                  <a:pt x="339" y="566"/>
                  <a:pt x="339" y="566"/>
                </a:cubicBezTo>
                <a:cubicBezTo>
                  <a:pt x="339" y="566"/>
                  <a:pt x="340" y="565"/>
                  <a:pt x="339" y="565"/>
                </a:cubicBezTo>
                <a:cubicBezTo>
                  <a:pt x="339" y="565"/>
                  <a:pt x="339" y="565"/>
                  <a:pt x="339" y="566"/>
                </a:cubicBezTo>
                <a:cubicBezTo>
                  <a:pt x="339" y="566"/>
                  <a:pt x="339" y="566"/>
                  <a:pt x="338" y="566"/>
                </a:cubicBezTo>
                <a:cubicBezTo>
                  <a:pt x="339" y="566"/>
                  <a:pt x="339" y="566"/>
                  <a:pt x="339" y="566"/>
                </a:cubicBezTo>
                <a:cubicBezTo>
                  <a:pt x="338" y="565"/>
                  <a:pt x="337" y="565"/>
                  <a:pt x="337" y="564"/>
                </a:cubicBezTo>
                <a:cubicBezTo>
                  <a:pt x="337" y="562"/>
                  <a:pt x="338" y="559"/>
                  <a:pt x="340" y="557"/>
                </a:cubicBezTo>
                <a:cubicBezTo>
                  <a:pt x="341" y="556"/>
                  <a:pt x="342" y="555"/>
                  <a:pt x="343" y="554"/>
                </a:cubicBezTo>
                <a:cubicBezTo>
                  <a:pt x="344" y="554"/>
                  <a:pt x="343" y="553"/>
                  <a:pt x="343" y="552"/>
                </a:cubicBezTo>
                <a:cubicBezTo>
                  <a:pt x="343" y="552"/>
                  <a:pt x="343" y="552"/>
                  <a:pt x="343" y="552"/>
                </a:cubicBezTo>
                <a:cubicBezTo>
                  <a:pt x="340" y="552"/>
                  <a:pt x="338" y="553"/>
                  <a:pt x="335" y="554"/>
                </a:cubicBezTo>
                <a:cubicBezTo>
                  <a:pt x="333" y="554"/>
                  <a:pt x="331" y="553"/>
                  <a:pt x="330" y="550"/>
                </a:cubicBezTo>
                <a:cubicBezTo>
                  <a:pt x="330" y="549"/>
                  <a:pt x="331" y="549"/>
                  <a:pt x="332" y="549"/>
                </a:cubicBezTo>
                <a:cubicBezTo>
                  <a:pt x="335" y="547"/>
                  <a:pt x="335" y="546"/>
                  <a:pt x="333" y="543"/>
                </a:cubicBezTo>
                <a:cubicBezTo>
                  <a:pt x="332" y="542"/>
                  <a:pt x="332" y="542"/>
                  <a:pt x="333" y="541"/>
                </a:cubicBezTo>
                <a:cubicBezTo>
                  <a:pt x="334" y="540"/>
                  <a:pt x="336" y="540"/>
                  <a:pt x="336" y="539"/>
                </a:cubicBezTo>
                <a:cubicBezTo>
                  <a:pt x="336" y="536"/>
                  <a:pt x="337" y="533"/>
                  <a:pt x="339" y="531"/>
                </a:cubicBezTo>
                <a:cubicBezTo>
                  <a:pt x="340" y="530"/>
                  <a:pt x="339" y="529"/>
                  <a:pt x="338" y="529"/>
                </a:cubicBezTo>
                <a:cubicBezTo>
                  <a:pt x="337" y="529"/>
                  <a:pt x="336" y="529"/>
                  <a:pt x="335" y="528"/>
                </a:cubicBezTo>
                <a:cubicBezTo>
                  <a:pt x="333" y="527"/>
                  <a:pt x="333" y="526"/>
                  <a:pt x="332" y="525"/>
                </a:cubicBezTo>
                <a:cubicBezTo>
                  <a:pt x="332" y="523"/>
                  <a:pt x="332" y="521"/>
                  <a:pt x="334" y="520"/>
                </a:cubicBezTo>
                <a:cubicBezTo>
                  <a:pt x="334" y="521"/>
                  <a:pt x="334" y="521"/>
                  <a:pt x="334" y="521"/>
                </a:cubicBezTo>
                <a:cubicBezTo>
                  <a:pt x="334" y="521"/>
                  <a:pt x="334" y="521"/>
                  <a:pt x="334" y="521"/>
                </a:cubicBezTo>
                <a:cubicBezTo>
                  <a:pt x="334" y="521"/>
                  <a:pt x="334" y="522"/>
                  <a:pt x="334" y="522"/>
                </a:cubicBezTo>
                <a:cubicBezTo>
                  <a:pt x="335" y="523"/>
                  <a:pt x="335" y="523"/>
                  <a:pt x="335" y="522"/>
                </a:cubicBezTo>
                <a:cubicBezTo>
                  <a:pt x="335" y="522"/>
                  <a:pt x="335" y="521"/>
                  <a:pt x="334" y="521"/>
                </a:cubicBezTo>
                <a:cubicBezTo>
                  <a:pt x="334" y="521"/>
                  <a:pt x="334" y="520"/>
                  <a:pt x="334" y="520"/>
                </a:cubicBezTo>
                <a:cubicBezTo>
                  <a:pt x="334" y="520"/>
                  <a:pt x="334" y="520"/>
                  <a:pt x="334" y="520"/>
                </a:cubicBezTo>
                <a:cubicBezTo>
                  <a:pt x="333" y="519"/>
                  <a:pt x="332" y="518"/>
                  <a:pt x="332" y="516"/>
                </a:cubicBezTo>
                <a:cubicBezTo>
                  <a:pt x="332" y="516"/>
                  <a:pt x="332" y="516"/>
                  <a:pt x="332" y="516"/>
                </a:cubicBezTo>
                <a:cubicBezTo>
                  <a:pt x="332" y="516"/>
                  <a:pt x="332" y="516"/>
                  <a:pt x="331" y="516"/>
                </a:cubicBezTo>
                <a:cubicBezTo>
                  <a:pt x="332" y="516"/>
                  <a:pt x="332" y="516"/>
                  <a:pt x="332" y="516"/>
                </a:cubicBezTo>
                <a:cubicBezTo>
                  <a:pt x="331" y="516"/>
                  <a:pt x="330" y="516"/>
                  <a:pt x="329" y="516"/>
                </a:cubicBezTo>
                <a:cubicBezTo>
                  <a:pt x="329" y="516"/>
                  <a:pt x="329" y="516"/>
                  <a:pt x="329" y="516"/>
                </a:cubicBezTo>
                <a:cubicBezTo>
                  <a:pt x="329" y="516"/>
                  <a:pt x="329" y="516"/>
                  <a:pt x="329" y="516"/>
                </a:cubicBezTo>
                <a:cubicBezTo>
                  <a:pt x="329" y="516"/>
                  <a:pt x="329" y="516"/>
                  <a:pt x="329" y="516"/>
                </a:cubicBezTo>
                <a:cubicBezTo>
                  <a:pt x="329" y="515"/>
                  <a:pt x="329" y="515"/>
                  <a:pt x="329" y="515"/>
                </a:cubicBezTo>
                <a:cubicBezTo>
                  <a:pt x="329" y="516"/>
                  <a:pt x="329" y="516"/>
                  <a:pt x="329" y="516"/>
                </a:cubicBezTo>
                <a:cubicBezTo>
                  <a:pt x="329" y="516"/>
                  <a:pt x="329" y="516"/>
                  <a:pt x="329" y="516"/>
                </a:cubicBezTo>
                <a:cubicBezTo>
                  <a:pt x="329" y="516"/>
                  <a:pt x="329" y="516"/>
                  <a:pt x="329" y="516"/>
                </a:cubicBezTo>
                <a:cubicBezTo>
                  <a:pt x="329" y="520"/>
                  <a:pt x="327" y="524"/>
                  <a:pt x="326" y="527"/>
                </a:cubicBezTo>
                <a:cubicBezTo>
                  <a:pt x="326" y="527"/>
                  <a:pt x="325" y="528"/>
                  <a:pt x="324" y="528"/>
                </a:cubicBezTo>
                <a:cubicBezTo>
                  <a:pt x="324" y="528"/>
                  <a:pt x="323" y="528"/>
                  <a:pt x="323" y="527"/>
                </a:cubicBezTo>
                <a:cubicBezTo>
                  <a:pt x="321" y="524"/>
                  <a:pt x="322" y="521"/>
                  <a:pt x="320" y="519"/>
                </a:cubicBezTo>
                <a:cubicBezTo>
                  <a:pt x="320" y="518"/>
                  <a:pt x="320" y="516"/>
                  <a:pt x="320" y="515"/>
                </a:cubicBezTo>
                <a:cubicBezTo>
                  <a:pt x="320" y="514"/>
                  <a:pt x="321" y="512"/>
                  <a:pt x="321" y="511"/>
                </a:cubicBezTo>
                <a:cubicBezTo>
                  <a:pt x="322" y="509"/>
                  <a:pt x="321" y="507"/>
                  <a:pt x="320" y="506"/>
                </a:cubicBezTo>
                <a:cubicBezTo>
                  <a:pt x="320" y="505"/>
                  <a:pt x="320" y="504"/>
                  <a:pt x="320" y="503"/>
                </a:cubicBezTo>
                <a:cubicBezTo>
                  <a:pt x="321" y="503"/>
                  <a:pt x="321" y="503"/>
                  <a:pt x="321" y="503"/>
                </a:cubicBezTo>
                <a:cubicBezTo>
                  <a:pt x="321" y="503"/>
                  <a:pt x="321" y="502"/>
                  <a:pt x="321" y="502"/>
                </a:cubicBezTo>
                <a:cubicBezTo>
                  <a:pt x="321" y="502"/>
                  <a:pt x="321" y="501"/>
                  <a:pt x="322" y="501"/>
                </a:cubicBezTo>
                <a:cubicBezTo>
                  <a:pt x="322" y="501"/>
                  <a:pt x="321" y="501"/>
                  <a:pt x="321" y="500"/>
                </a:cubicBezTo>
                <a:cubicBezTo>
                  <a:pt x="321" y="501"/>
                  <a:pt x="321" y="501"/>
                  <a:pt x="321" y="502"/>
                </a:cubicBezTo>
                <a:cubicBezTo>
                  <a:pt x="321" y="502"/>
                  <a:pt x="321" y="502"/>
                  <a:pt x="320" y="503"/>
                </a:cubicBezTo>
                <a:cubicBezTo>
                  <a:pt x="320" y="503"/>
                  <a:pt x="320" y="503"/>
                  <a:pt x="320" y="503"/>
                </a:cubicBezTo>
                <a:cubicBezTo>
                  <a:pt x="320" y="503"/>
                  <a:pt x="319" y="503"/>
                  <a:pt x="318" y="503"/>
                </a:cubicBezTo>
                <a:cubicBezTo>
                  <a:pt x="317" y="502"/>
                  <a:pt x="316" y="500"/>
                  <a:pt x="316" y="499"/>
                </a:cubicBezTo>
                <a:cubicBezTo>
                  <a:pt x="318" y="496"/>
                  <a:pt x="317" y="493"/>
                  <a:pt x="318" y="490"/>
                </a:cubicBezTo>
                <a:cubicBezTo>
                  <a:pt x="318" y="490"/>
                  <a:pt x="318" y="489"/>
                  <a:pt x="318" y="489"/>
                </a:cubicBezTo>
                <a:cubicBezTo>
                  <a:pt x="318" y="489"/>
                  <a:pt x="318" y="489"/>
                  <a:pt x="318" y="489"/>
                </a:cubicBezTo>
                <a:cubicBezTo>
                  <a:pt x="320" y="489"/>
                  <a:pt x="321" y="489"/>
                  <a:pt x="323" y="487"/>
                </a:cubicBezTo>
                <a:cubicBezTo>
                  <a:pt x="323" y="487"/>
                  <a:pt x="323" y="487"/>
                  <a:pt x="323" y="487"/>
                </a:cubicBezTo>
                <a:cubicBezTo>
                  <a:pt x="323" y="487"/>
                  <a:pt x="323" y="487"/>
                  <a:pt x="323" y="487"/>
                </a:cubicBezTo>
                <a:cubicBezTo>
                  <a:pt x="325" y="487"/>
                  <a:pt x="326" y="487"/>
                  <a:pt x="328" y="488"/>
                </a:cubicBezTo>
                <a:cubicBezTo>
                  <a:pt x="329" y="488"/>
                  <a:pt x="330" y="488"/>
                  <a:pt x="332" y="488"/>
                </a:cubicBezTo>
                <a:cubicBezTo>
                  <a:pt x="332" y="488"/>
                  <a:pt x="332" y="489"/>
                  <a:pt x="332" y="489"/>
                </a:cubicBezTo>
                <a:cubicBezTo>
                  <a:pt x="332" y="489"/>
                  <a:pt x="332" y="489"/>
                  <a:pt x="332" y="489"/>
                </a:cubicBezTo>
                <a:cubicBezTo>
                  <a:pt x="332" y="491"/>
                  <a:pt x="332" y="492"/>
                  <a:pt x="334" y="493"/>
                </a:cubicBezTo>
                <a:cubicBezTo>
                  <a:pt x="334" y="493"/>
                  <a:pt x="334" y="493"/>
                  <a:pt x="334" y="494"/>
                </a:cubicBezTo>
                <a:cubicBezTo>
                  <a:pt x="334" y="494"/>
                  <a:pt x="334" y="494"/>
                  <a:pt x="334" y="494"/>
                </a:cubicBezTo>
                <a:cubicBezTo>
                  <a:pt x="334" y="493"/>
                  <a:pt x="334" y="493"/>
                  <a:pt x="334" y="493"/>
                </a:cubicBezTo>
                <a:cubicBezTo>
                  <a:pt x="334" y="493"/>
                  <a:pt x="334" y="493"/>
                  <a:pt x="334" y="493"/>
                </a:cubicBezTo>
                <a:cubicBezTo>
                  <a:pt x="333" y="492"/>
                  <a:pt x="333" y="490"/>
                  <a:pt x="332" y="489"/>
                </a:cubicBezTo>
                <a:cubicBezTo>
                  <a:pt x="332" y="489"/>
                  <a:pt x="332" y="489"/>
                  <a:pt x="332" y="488"/>
                </a:cubicBezTo>
                <a:cubicBezTo>
                  <a:pt x="332" y="488"/>
                  <a:pt x="332" y="488"/>
                  <a:pt x="332" y="488"/>
                </a:cubicBezTo>
                <a:cubicBezTo>
                  <a:pt x="331" y="487"/>
                  <a:pt x="330" y="486"/>
                  <a:pt x="330" y="484"/>
                </a:cubicBezTo>
                <a:cubicBezTo>
                  <a:pt x="332" y="482"/>
                  <a:pt x="332" y="479"/>
                  <a:pt x="333" y="477"/>
                </a:cubicBezTo>
                <a:cubicBezTo>
                  <a:pt x="333" y="476"/>
                  <a:pt x="333" y="475"/>
                  <a:pt x="333" y="473"/>
                </a:cubicBezTo>
                <a:cubicBezTo>
                  <a:pt x="333" y="473"/>
                  <a:pt x="333" y="473"/>
                  <a:pt x="333" y="473"/>
                </a:cubicBezTo>
                <a:cubicBezTo>
                  <a:pt x="332" y="473"/>
                  <a:pt x="331" y="473"/>
                  <a:pt x="331" y="473"/>
                </a:cubicBezTo>
                <a:cubicBezTo>
                  <a:pt x="329" y="478"/>
                  <a:pt x="326" y="482"/>
                  <a:pt x="323" y="486"/>
                </a:cubicBezTo>
                <a:cubicBezTo>
                  <a:pt x="323" y="486"/>
                  <a:pt x="323" y="487"/>
                  <a:pt x="323" y="487"/>
                </a:cubicBezTo>
                <a:cubicBezTo>
                  <a:pt x="323" y="487"/>
                  <a:pt x="323" y="487"/>
                  <a:pt x="323" y="487"/>
                </a:cubicBezTo>
                <a:cubicBezTo>
                  <a:pt x="323" y="487"/>
                  <a:pt x="323" y="487"/>
                  <a:pt x="323" y="487"/>
                </a:cubicBezTo>
                <a:cubicBezTo>
                  <a:pt x="321" y="487"/>
                  <a:pt x="319" y="487"/>
                  <a:pt x="318" y="489"/>
                </a:cubicBezTo>
                <a:cubicBezTo>
                  <a:pt x="318" y="489"/>
                  <a:pt x="318" y="489"/>
                  <a:pt x="318" y="489"/>
                </a:cubicBezTo>
                <a:cubicBezTo>
                  <a:pt x="318" y="489"/>
                  <a:pt x="318" y="490"/>
                  <a:pt x="318" y="490"/>
                </a:cubicBezTo>
                <a:cubicBezTo>
                  <a:pt x="316" y="492"/>
                  <a:pt x="315" y="495"/>
                  <a:pt x="314" y="497"/>
                </a:cubicBezTo>
                <a:cubicBezTo>
                  <a:pt x="314" y="497"/>
                  <a:pt x="312" y="498"/>
                  <a:pt x="312" y="498"/>
                </a:cubicBezTo>
                <a:cubicBezTo>
                  <a:pt x="312" y="498"/>
                  <a:pt x="311" y="497"/>
                  <a:pt x="311" y="497"/>
                </a:cubicBezTo>
                <a:cubicBezTo>
                  <a:pt x="311" y="493"/>
                  <a:pt x="311" y="490"/>
                  <a:pt x="312" y="486"/>
                </a:cubicBezTo>
                <a:cubicBezTo>
                  <a:pt x="313" y="484"/>
                  <a:pt x="313" y="482"/>
                  <a:pt x="311" y="481"/>
                </a:cubicBezTo>
                <a:cubicBezTo>
                  <a:pt x="311" y="481"/>
                  <a:pt x="311" y="481"/>
                  <a:pt x="311" y="481"/>
                </a:cubicBezTo>
                <a:cubicBezTo>
                  <a:pt x="311" y="481"/>
                  <a:pt x="311" y="482"/>
                  <a:pt x="311" y="482"/>
                </a:cubicBezTo>
                <a:cubicBezTo>
                  <a:pt x="311" y="482"/>
                  <a:pt x="311" y="482"/>
                  <a:pt x="311" y="481"/>
                </a:cubicBezTo>
                <a:cubicBezTo>
                  <a:pt x="311" y="481"/>
                  <a:pt x="311" y="481"/>
                  <a:pt x="311" y="480"/>
                </a:cubicBezTo>
                <a:cubicBezTo>
                  <a:pt x="311" y="480"/>
                  <a:pt x="311" y="480"/>
                  <a:pt x="311" y="480"/>
                </a:cubicBezTo>
                <a:cubicBezTo>
                  <a:pt x="311" y="478"/>
                  <a:pt x="311" y="476"/>
                  <a:pt x="310" y="473"/>
                </a:cubicBezTo>
                <a:cubicBezTo>
                  <a:pt x="310" y="471"/>
                  <a:pt x="311" y="469"/>
                  <a:pt x="311" y="467"/>
                </a:cubicBezTo>
                <a:cubicBezTo>
                  <a:pt x="312" y="465"/>
                  <a:pt x="315" y="464"/>
                  <a:pt x="317" y="464"/>
                </a:cubicBezTo>
                <a:cubicBezTo>
                  <a:pt x="318" y="465"/>
                  <a:pt x="318" y="465"/>
                  <a:pt x="319" y="466"/>
                </a:cubicBezTo>
                <a:cubicBezTo>
                  <a:pt x="320" y="466"/>
                  <a:pt x="320" y="466"/>
                  <a:pt x="321" y="465"/>
                </a:cubicBezTo>
                <a:cubicBezTo>
                  <a:pt x="321" y="465"/>
                  <a:pt x="321" y="464"/>
                  <a:pt x="321" y="464"/>
                </a:cubicBezTo>
                <a:cubicBezTo>
                  <a:pt x="319" y="463"/>
                  <a:pt x="318" y="461"/>
                  <a:pt x="318" y="458"/>
                </a:cubicBezTo>
                <a:cubicBezTo>
                  <a:pt x="317" y="457"/>
                  <a:pt x="317" y="456"/>
                  <a:pt x="316" y="454"/>
                </a:cubicBezTo>
                <a:cubicBezTo>
                  <a:pt x="316" y="453"/>
                  <a:pt x="315" y="453"/>
                  <a:pt x="315" y="454"/>
                </a:cubicBezTo>
                <a:cubicBezTo>
                  <a:pt x="315" y="454"/>
                  <a:pt x="315" y="455"/>
                  <a:pt x="315" y="455"/>
                </a:cubicBezTo>
                <a:cubicBezTo>
                  <a:pt x="315" y="456"/>
                  <a:pt x="315" y="457"/>
                  <a:pt x="315" y="458"/>
                </a:cubicBezTo>
                <a:cubicBezTo>
                  <a:pt x="316" y="460"/>
                  <a:pt x="315" y="461"/>
                  <a:pt x="313" y="461"/>
                </a:cubicBezTo>
                <a:cubicBezTo>
                  <a:pt x="311" y="461"/>
                  <a:pt x="309" y="461"/>
                  <a:pt x="308" y="459"/>
                </a:cubicBezTo>
                <a:cubicBezTo>
                  <a:pt x="306" y="457"/>
                  <a:pt x="304" y="454"/>
                  <a:pt x="304" y="450"/>
                </a:cubicBezTo>
                <a:cubicBezTo>
                  <a:pt x="303" y="449"/>
                  <a:pt x="303" y="447"/>
                  <a:pt x="303" y="446"/>
                </a:cubicBezTo>
                <a:cubicBezTo>
                  <a:pt x="303" y="443"/>
                  <a:pt x="302" y="443"/>
                  <a:pt x="300" y="442"/>
                </a:cubicBezTo>
                <a:cubicBezTo>
                  <a:pt x="299" y="441"/>
                  <a:pt x="298" y="440"/>
                  <a:pt x="297" y="439"/>
                </a:cubicBezTo>
                <a:cubicBezTo>
                  <a:pt x="295" y="436"/>
                  <a:pt x="295" y="434"/>
                  <a:pt x="297" y="432"/>
                </a:cubicBezTo>
                <a:cubicBezTo>
                  <a:pt x="298" y="431"/>
                  <a:pt x="297" y="430"/>
                  <a:pt x="296" y="430"/>
                </a:cubicBezTo>
                <a:cubicBezTo>
                  <a:pt x="296" y="430"/>
                  <a:pt x="296" y="430"/>
                  <a:pt x="295" y="430"/>
                </a:cubicBezTo>
                <a:cubicBezTo>
                  <a:pt x="291" y="431"/>
                  <a:pt x="289" y="429"/>
                  <a:pt x="286" y="427"/>
                </a:cubicBezTo>
                <a:cubicBezTo>
                  <a:pt x="286" y="426"/>
                  <a:pt x="285" y="425"/>
                  <a:pt x="284" y="424"/>
                </a:cubicBezTo>
                <a:cubicBezTo>
                  <a:pt x="285" y="424"/>
                  <a:pt x="285" y="424"/>
                  <a:pt x="285" y="424"/>
                </a:cubicBezTo>
                <a:cubicBezTo>
                  <a:pt x="284" y="424"/>
                  <a:pt x="284" y="424"/>
                  <a:pt x="284" y="424"/>
                </a:cubicBezTo>
                <a:cubicBezTo>
                  <a:pt x="284" y="424"/>
                  <a:pt x="284" y="424"/>
                  <a:pt x="284" y="424"/>
                </a:cubicBezTo>
                <a:cubicBezTo>
                  <a:pt x="283" y="424"/>
                  <a:pt x="282" y="423"/>
                  <a:pt x="281" y="423"/>
                </a:cubicBezTo>
                <a:cubicBezTo>
                  <a:pt x="279" y="420"/>
                  <a:pt x="276" y="419"/>
                  <a:pt x="272" y="419"/>
                </a:cubicBezTo>
                <a:cubicBezTo>
                  <a:pt x="271" y="419"/>
                  <a:pt x="269" y="419"/>
                  <a:pt x="268" y="418"/>
                </a:cubicBezTo>
                <a:cubicBezTo>
                  <a:pt x="266" y="418"/>
                  <a:pt x="265" y="417"/>
                  <a:pt x="264" y="416"/>
                </a:cubicBezTo>
                <a:cubicBezTo>
                  <a:pt x="264" y="415"/>
                  <a:pt x="264" y="414"/>
                  <a:pt x="263" y="413"/>
                </a:cubicBezTo>
                <a:cubicBezTo>
                  <a:pt x="262" y="411"/>
                  <a:pt x="260" y="408"/>
                  <a:pt x="258" y="408"/>
                </a:cubicBezTo>
                <a:cubicBezTo>
                  <a:pt x="253" y="406"/>
                  <a:pt x="251" y="402"/>
                  <a:pt x="251" y="398"/>
                </a:cubicBezTo>
                <a:cubicBezTo>
                  <a:pt x="251" y="397"/>
                  <a:pt x="251" y="396"/>
                  <a:pt x="251" y="395"/>
                </a:cubicBezTo>
                <a:cubicBezTo>
                  <a:pt x="251" y="395"/>
                  <a:pt x="251" y="395"/>
                  <a:pt x="251" y="395"/>
                </a:cubicBezTo>
                <a:cubicBezTo>
                  <a:pt x="251" y="394"/>
                  <a:pt x="251" y="394"/>
                  <a:pt x="251" y="394"/>
                </a:cubicBezTo>
                <a:cubicBezTo>
                  <a:pt x="251" y="395"/>
                  <a:pt x="251" y="395"/>
                  <a:pt x="251" y="395"/>
                </a:cubicBezTo>
                <a:cubicBezTo>
                  <a:pt x="251" y="395"/>
                  <a:pt x="251" y="395"/>
                  <a:pt x="251" y="395"/>
                </a:cubicBezTo>
                <a:cubicBezTo>
                  <a:pt x="249" y="395"/>
                  <a:pt x="247" y="395"/>
                  <a:pt x="245" y="395"/>
                </a:cubicBezTo>
                <a:cubicBezTo>
                  <a:pt x="243" y="396"/>
                  <a:pt x="242" y="394"/>
                  <a:pt x="241" y="392"/>
                </a:cubicBezTo>
                <a:cubicBezTo>
                  <a:pt x="240" y="391"/>
                  <a:pt x="239" y="391"/>
                  <a:pt x="238" y="392"/>
                </a:cubicBezTo>
                <a:cubicBezTo>
                  <a:pt x="236" y="393"/>
                  <a:pt x="236" y="395"/>
                  <a:pt x="236" y="397"/>
                </a:cubicBezTo>
                <a:cubicBezTo>
                  <a:pt x="237" y="399"/>
                  <a:pt x="238" y="400"/>
                  <a:pt x="239" y="401"/>
                </a:cubicBezTo>
                <a:cubicBezTo>
                  <a:pt x="241" y="402"/>
                  <a:pt x="240" y="404"/>
                  <a:pt x="240" y="405"/>
                </a:cubicBezTo>
                <a:cubicBezTo>
                  <a:pt x="239" y="405"/>
                  <a:pt x="238" y="405"/>
                  <a:pt x="238" y="405"/>
                </a:cubicBezTo>
                <a:cubicBezTo>
                  <a:pt x="236" y="404"/>
                  <a:pt x="235" y="404"/>
                  <a:pt x="234" y="405"/>
                </a:cubicBezTo>
                <a:cubicBezTo>
                  <a:pt x="233" y="407"/>
                  <a:pt x="232" y="408"/>
                  <a:pt x="230" y="409"/>
                </a:cubicBezTo>
                <a:cubicBezTo>
                  <a:pt x="229" y="409"/>
                  <a:pt x="228" y="411"/>
                  <a:pt x="227" y="410"/>
                </a:cubicBezTo>
                <a:cubicBezTo>
                  <a:pt x="223" y="409"/>
                  <a:pt x="220" y="411"/>
                  <a:pt x="216" y="413"/>
                </a:cubicBezTo>
                <a:cubicBezTo>
                  <a:pt x="215" y="414"/>
                  <a:pt x="214" y="414"/>
                  <a:pt x="212" y="415"/>
                </a:cubicBezTo>
                <a:cubicBezTo>
                  <a:pt x="209" y="415"/>
                  <a:pt x="205" y="417"/>
                  <a:pt x="202" y="419"/>
                </a:cubicBezTo>
                <a:cubicBezTo>
                  <a:pt x="200" y="420"/>
                  <a:pt x="198" y="420"/>
                  <a:pt x="196" y="420"/>
                </a:cubicBezTo>
                <a:cubicBezTo>
                  <a:pt x="196" y="420"/>
                  <a:pt x="195" y="419"/>
                  <a:pt x="194" y="418"/>
                </a:cubicBezTo>
                <a:cubicBezTo>
                  <a:pt x="193" y="417"/>
                  <a:pt x="194" y="416"/>
                  <a:pt x="195" y="415"/>
                </a:cubicBezTo>
                <a:cubicBezTo>
                  <a:pt x="196" y="414"/>
                  <a:pt x="199" y="413"/>
                  <a:pt x="201" y="412"/>
                </a:cubicBezTo>
                <a:cubicBezTo>
                  <a:pt x="201" y="412"/>
                  <a:pt x="201" y="411"/>
                  <a:pt x="201" y="411"/>
                </a:cubicBezTo>
                <a:cubicBezTo>
                  <a:pt x="199" y="409"/>
                  <a:pt x="199" y="407"/>
                  <a:pt x="201" y="406"/>
                </a:cubicBezTo>
                <a:cubicBezTo>
                  <a:pt x="204" y="402"/>
                  <a:pt x="208" y="398"/>
                  <a:pt x="210" y="392"/>
                </a:cubicBezTo>
                <a:cubicBezTo>
                  <a:pt x="211" y="392"/>
                  <a:pt x="212" y="391"/>
                  <a:pt x="213" y="390"/>
                </a:cubicBezTo>
                <a:cubicBezTo>
                  <a:pt x="216" y="387"/>
                  <a:pt x="221" y="387"/>
                  <a:pt x="225" y="389"/>
                </a:cubicBezTo>
                <a:cubicBezTo>
                  <a:pt x="225" y="389"/>
                  <a:pt x="227" y="389"/>
                  <a:pt x="227" y="388"/>
                </a:cubicBezTo>
                <a:cubicBezTo>
                  <a:pt x="227" y="387"/>
                  <a:pt x="227" y="386"/>
                  <a:pt x="227" y="385"/>
                </a:cubicBezTo>
                <a:cubicBezTo>
                  <a:pt x="227" y="383"/>
                  <a:pt x="224" y="381"/>
                  <a:pt x="222" y="382"/>
                </a:cubicBezTo>
                <a:cubicBezTo>
                  <a:pt x="216" y="385"/>
                  <a:pt x="209" y="387"/>
                  <a:pt x="205" y="394"/>
                </a:cubicBezTo>
                <a:cubicBezTo>
                  <a:pt x="204" y="395"/>
                  <a:pt x="203" y="395"/>
                  <a:pt x="201" y="396"/>
                </a:cubicBezTo>
                <a:cubicBezTo>
                  <a:pt x="199" y="396"/>
                  <a:pt x="198" y="397"/>
                  <a:pt x="197" y="399"/>
                </a:cubicBezTo>
                <a:cubicBezTo>
                  <a:pt x="196" y="402"/>
                  <a:pt x="194" y="403"/>
                  <a:pt x="192" y="405"/>
                </a:cubicBezTo>
                <a:cubicBezTo>
                  <a:pt x="190" y="407"/>
                  <a:pt x="188" y="407"/>
                  <a:pt x="186" y="407"/>
                </a:cubicBezTo>
                <a:cubicBezTo>
                  <a:pt x="183" y="406"/>
                  <a:pt x="180" y="407"/>
                  <a:pt x="178" y="409"/>
                </a:cubicBezTo>
                <a:cubicBezTo>
                  <a:pt x="177" y="411"/>
                  <a:pt x="177" y="412"/>
                  <a:pt x="178" y="414"/>
                </a:cubicBezTo>
                <a:cubicBezTo>
                  <a:pt x="178" y="415"/>
                  <a:pt x="179" y="415"/>
                  <a:pt x="179" y="417"/>
                </a:cubicBezTo>
                <a:cubicBezTo>
                  <a:pt x="180" y="419"/>
                  <a:pt x="180" y="421"/>
                  <a:pt x="178" y="422"/>
                </a:cubicBezTo>
                <a:cubicBezTo>
                  <a:pt x="177" y="423"/>
                  <a:pt x="175" y="424"/>
                  <a:pt x="174" y="424"/>
                </a:cubicBezTo>
                <a:cubicBezTo>
                  <a:pt x="173" y="426"/>
                  <a:pt x="171" y="426"/>
                  <a:pt x="170" y="428"/>
                </a:cubicBezTo>
                <a:cubicBezTo>
                  <a:pt x="167" y="431"/>
                  <a:pt x="164" y="433"/>
                  <a:pt x="160" y="434"/>
                </a:cubicBezTo>
                <a:cubicBezTo>
                  <a:pt x="154" y="436"/>
                  <a:pt x="149" y="439"/>
                  <a:pt x="144" y="442"/>
                </a:cubicBezTo>
                <a:cubicBezTo>
                  <a:pt x="143" y="443"/>
                  <a:pt x="142" y="444"/>
                  <a:pt x="141" y="445"/>
                </a:cubicBezTo>
                <a:cubicBezTo>
                  <a:pt x="140" y="447"/>
                  <a:pt x="139" y="449"/>
                  <a:pt x="136" y="450"/>
                </a:cubicBezTo>
                <a:cubicBezTo>
                  <a:pt x="134" y="451"/>
                  <a:pt x="132" y="452"/>
                  <a:pt x="129" y="453"/>
                </a:cubicBezTo>
                <a:cubicBezTo>
                  <a:pt x="128" y="453"/>
                  <a:pt x="128" y="455"/>
                  <a:pt x="127" y="455"/>
                </a:cubicBezTo>
                <a:cubicBezTo>
                  <a:pt x="126" y="455"/>
                  <a:pt x="125" y="455"/>
                  <a:pt x="124" y="455"/>
                </a:cubicBezTo>
                <a:cubicBezTo>
                  <a:pt x="121" y="456"/>
                  <a:pt x="119" y="458"/>
                  <a:pt x="116" y="460"/>
                </a:cubicBezTo>
                <a:cubicBezTo>
                  <a:pt x="115" y="464"/>
                  <a:pt x="111" y="464"/>
                  <a:pt x="108" y="466"/>
                </a:cubicBezTo>
                <a:cubicBezTo>
                  <a:pt x="106" y="467"/>
                  <a:pt x="103" y="467"/>
                  <a:pt x="102" y="469"/>
                </a:cubicBezTo>
                <a:cubicBezTo>
                  <a:pt x="100" y="470"/>
                  <a:pt x="99" y="469"/>
                  <a:pt x="98" y="469"/>
                </a:cubicBezTo>
                <a:cubicBezTo>
                  <a:pt x="94" y="469"/>
                  <a:pt x="91" y="470"/>
                  <a:pt x="88" y="471"/>
                </a:cubicBezTo>
                <a:cubicBezTo>
                  <a:pt x="87" y="471"/>
                  <a:pt x="87" y="472"/>
                  <a:pt x="87" y="473"/>
                </a:cubicBezTo>
                <a:cubicBezTo>
                  <a:pt x="86" y="475"/>
                  <a:pt x="86" y="475"/>
                  <a:pt x="85" y="474"/>
                </a:cubicBezTo>
                <a:cubicBezTo>
                  <a:pt x="84" y="473"/>
                  <a:pt x="83" y="471"/>
                  <a:pt x="82" y="470"/>
                </a:cubicBezTo>
                <a:cubicBezTo>
                  <a:pt x="82" y="469"/>
                  <a:pt x="82" y="469"/>
                  <a:pt x="82" y="469"/>
                </a:cubicBezTo>
                <a:cubicBezTo>
                  <a:pt x="82" y="470"/>
                  <a:pt x="82" y="470"/>
                  <a:pt x="82" y="470"/>
                </a:cubicBezTo>
                <a:cubicBezTo>
                  <a:pt x="82" y="470"/>
                  <a:pt x="82" y="470"/>
                  <a:pt x="82" y="470"/>
                </a:cubicBezTo>
                <a:cubicBezTo>
                  <a:pt x="80" y="474"/>
                  <a:pt x="76" y="476"/>
                  <a:pt x="72" y="477"/>
                </a:cubicBezTo>
                <a:cubicBezTo>
                  <a:pt x="68" y="477"/>
                  <a:pt x="65" y="478"/>
                  <a:pt x="63" y="481"/>
                </a:cubicBezTo>
                <a:cubicBezTo>
                  <a:pt x="62" y="482"/>
                  <a:pt x="60" y="482"/>
                  <a:pt x="58" y="482"/>
                </a:cubicBezTo>
                <a:cubicBezTo>
                  <a:pt x="56" y="482"/>
                  <a:pt x="54" y="482"/>
                  <a:pt x="52" y="483"/>
                </a:cubicBezTo>
                <a:cubicBezTo>
                  <a:pt x="51" y="483"/>
                  <a:pt x="50" y="483"/>
                  <a:pt x="49" y="483"/>
                </a:cubicBezTo>
                <a:cubicBezTo>
                  <a:pt x="48" y="483"/>
                  <a:pt x="47" y="483"/>
                  <a:pt x="47" y="482"/>
                </a:cubicBezTo>
                <a:cubicBezTo>
                  <a:pt x="46" y="482"/>
                  <a:pt x="46" y="481"/>
                  <a:pt x="46" y="480"/>
                </a:cubicBezTo>
                <a:cubicBezTo>
                  <a:pt x="49" y="478"/>
                  <a:pt x="51" y="475"/>
                  <a:pt x="54" y="475"/>
                </a:cubicBezTo>
                <a:cubicBezTo>
                  <a:pt x="56" y="475"/>
                  <a:pt x="58" y="474"/>
                  <a:pt x="60" y="474"/>
                </a:cubicBezTo>
                <a:cubicBezTo>
                  <a:pt x="65" y="474"/>
                  <a:pt x="69" y="472"/>
                  <a:pt x="73" y="468"/>
                </a:cubicBezTo>
                <a:cubicBezTo>
                  <a:pt x="76" y="466"/>
                  <a:pt x="78" y="465"/>
                  <a:pt x="80" y="463"/>
                </a:cubicBezTo>
                <a:cubicBezTo>
                  <a:pt x="83" y="461"/>
                  <a:pt x="86" y="460"/>
                  <a:pt x="90" y="461"/>
                </a:cubicBezTo>
                <a:cubicBezTo>
                  <a:pt x="91" y="462"/>
                  <a:pt x="93" y="462"/>
                  <a:pt x="94" y="460"/>
                </a:cubicBezTo>
                <a:cubicBezTo>
                  <a:pt x="96" y="458"/>
                  <a:pt x="98" y="456"/>
                  <a:pt x="101" y="455"/>
                </a:cubicBezTo>
                <a:cubicBezTo>
                  <a:pt x="105" y="452"/>
                  <a:pt x="109" y="450"/>
                  <a:pt x="113" y="448"/>
                </a:cubicBezTo>
                <a:cubicBezTo>
                  <a:pt x="116" y="446"/>
                  <a:pt x="118" y="445"/>
                  <a:pt x="121" y="443"/>
                </a:cubicBezTo>
                <a:cubicBezTo>
                  <a:pt x="129" y="439"/>
                  <a:pt x="134" y="432"/>
                  <a:pt x="138" y="424"/>
                </a:cubicBezTo>
                <a:cubicBezTo>
                  <a:pt x="140" y="421"/>
                  <a:pt x="142" y="418"/>
                  <a:pt x="145" y="416"/>
                </a:cubicBezTo>
                <a:cubicBezTo>
                  <a:pt x="146" y="415"/>
                  <a:pt x="146" y="415"/>
                  <a:pt x="145" y="414"/>
                </a:cubicBezTo>
                <a:cubicBezTo>
                  <a:pt x="145" y="414"/>
                  <a:pt x="144" y="414"/>
                  <a:pt x="144" y="414"/>
                </a:cubicBezTo>
                <a:cubicBezTo>
                  <a:pt x="143" y="414"/>
                  <a:pt x="142" y="414"/>
                  <a:pt x="141" y="414"/>
                </a:cubicBezTo>
                <a:cubicBezTo>
                  <a:pt x="140" y="414"/>
                  <a:pt x="139" y="414"/>
                  <a:pt x="138" y="414"/>
                </a:cubicBezTo>
                <a:cubicBezTo>
                  <a:pt x="134" y="412"/>
                  <a:pt x="134" y="412"/>
                  <a:pt x="132" y="415"/>
                </a:cubicBezTo>
                <a:cubicBezTo>
                  <a:pt x="132" y="415"/>
                  <a:pt x="132" y="415"/>
                  <a:pt x="132" y="415"/>
                </a:cubicBezTo>
                <a:cubicBezTo>
                  <a:pt x="131" y="417"/>
                  <a:pt x="130" y="416"/>
                  <a:pt x="129" y="415"/>
                </a:cubicBezTo>
                <a:cubicBezTo>
                  <a:pt x="128" y="411"/>
                  <a:pt x="124" y="409"/>
                  <a:pt x="122" y="406"/>
                </a:cubicBezTo>
                <a:cubicBezTo>
                  <a:pt x="121" y="406"/>
                  <a:pt x="121" y="406"/>
                  <a:pt x="121" y="406"/>
                </a:cubicBezTo>
                <a:cubicBezTo>
                  <a:pt x="118" y="411"/>
                  <a:pt x="115" y="410"/>
                  <a:pt x="112" y="409"/>
                </a:cubicBezTo>
                <a:cubicBezTo>
                  <a:pt x="111" y="408"/>
                  <a:pt x="110" y="408"/>
                  <a:pt x="111" y="406"/>
                </a:cubicBezTo>
                <a:cubicBezTo>
                  <a:pt x="112" y="405"/>
                  <a:pt x="113" y="405"/>
                  <a:pt x="113" y="403"/>
                </a:cubicBezTo>
                <a:cubicBezTo>
                  <a:pt x="114" y="402"/>
                  <a:pt x="114" y="401"/>
                  <a:pt x="113" y="399"/>
                </a:cubicBezTo>
                <a:cubicBezTo>
                  <a:pt x="113" y="397"/>
                  <a:pt x="113" y="395"/>
                  <a:pt x="114" y="394"/>
                </a:cubicBezTo>
                <a:cubicBezTo>
                  <a:pt x="116" y="392"/>
                  <a:pt x="118" y="390"/>
                  <a:pt x="118" y="387"/>
                </a:cubicBezTo>
                <a:cubicBezTo>
                  <a:pt x="118" y="386"/>
                  <a:pt x="118" y="384"/>
                  <a:pt x="119" y="382"/>
                </a:cubicBezTo>
                <a:cubicBezTo>
                  <a:pt x="119" y="382"/>
                  <a:pt x="119" y="382"/>
                  <a:pt x="119" y="382"/>
                </a:cubicBezTo>
                <a:cubicBezTo>
                  <a:pt x="119" y="382"/>
                  <a:pt x="119" y="382"/>
                  <a:pt x="119" y="382"/>
                </a:cubicBezTo>
                <a:cubicBezTo>
                  <a:pt x="116" y="381"/>
                  <a:pt x="113" y="382"/>
                  <a:pt x="110" y="383"/>
                </a:cubicBezTo>
                <a:cubicBezTo>
                  <a:pt x="109" y="383"/>
                  <a:pt x="107" y="383"/>
                  <a:pt x="106" y="382"/>
                </a:cubicBezTo>
                <a:cubicBezTo>
                  <a:pt x="104" y="382"/>
                  <a:pt x="103" y="381"/>
                  <a:pt x="103" y="379"/>
                </a:cubicBezTo>
                <a:cubicBezTo>
                  <a:pt x="102" y="377"/>
                  <a:pt x="102" y="374"/>
                  <a:pt x="101" y="372"/>
                </a:cubicBezTo>
                <a:cubicBezTo>
                  <a:pt x="100" y="367"/>
                  <a:pt x="100" y="363"/>
                  <a:pt x="103" y="360"/>
                </a:cubicBezTo>
                <a:cubicBezTo>
                  <a:pt x="105" y="359"/>
                  <a:pt x="105" y="357"/>
                  <a:pt x="104" y="355"/>
                </a:cubicBezTo>
                <a:cubicBezTo>
                  <a:pt x="104" y="353"/>
                  <a:pt x="104" y="351"/>
                  <a:pt x="103" y="350"/>
                </a:cubicBezTo>
                <a:cubicBezTo>
                  <a:pt x="102" y="345"/>
                  <a:pt x="103" y="341"/>
                  <a:pt x="107" y="338"/>
                </a:cubicBezTo>
                <a:cubicBezTo>
                  <a:pt x="113" y="334"/>
                  <a:pt x="118" y="327"/>
                  <a:pt x="124" y="324"/>
                </a:cubicBezTo>
                <a:cubicBezTo>
                  <a:pt x="125" y="323"/>
                  <a:pt x="125" y="323"/>
                  <a:pt x="126" y="322"/>
                </a:cubicBezTo>
                <a:cubicBezTo>
                  <a:pt x="127" y="317"/>
                  <a:pt x="132" y="314"/>
                  <a:pt x="136" y="312"/>
                </a:cubicBezTo>
                <a:cubicBezTo>
                  <a:pt x="138" y="311"/>
                  <a:pt x="140" y="311"/>
                  <a:pt x="142" y="314"/>
                </a:cubicBezTo>
                <a:cubicBezTo>
                  <a:pt x="143" y="315"/>
                  <a:pt x="143" y="316"/>
                  <a:pt x="144" y="316"/>
                </a:cubicBezTo>
                <a:cubicBezTo>
                  <a:pt x="144" y="317"/>
                  <a:pt x="145" y="317"/>
                  <a:pt x="146" y="317"/>
                </a:cubicBezTo>
                <a:cubicBezTo>
                  <a:pt x="150" y="316"/>
                  <a:pt x="153" y="314"/>
                  <a:pt x="155" y="310"/>
                </a:cubicBezTo>
                <a:cubicBezTo>
                  <a:pt x="155" y="309"/>
                  <a:pt x="155" y="307"/>
                  <a:pt x="156" y="307"/>
                </a:cubicBezTo>
                <a:cubicBezTo>
                  <a:pt x="157" y="307"/>
                  <a:pt x="158" y="309"/>
                  <a:pt x="158" y="310"/>
                </a:cubicBezTo>
                <a:cubicBezTo>
                  <a:pt x="159" y="311"/>
                  <a:pt x="161" y="311"/>
                  <a:pt x="162" y="312"/>
                </a:cubicBezTo>
                <a:cubicBezTo>
                  <a:pt x="162" y="313"/>
                  <a:pt x="163" y="313"/>
                  <a:pt x="164" y="313"/>
                </a:cubicBezTo>
                <a:cubicBezTo>
                  <a:pt x="168" y="313"/>
                  <a:pt x="174" y="309"/>
                  <a:pt x="174" y="305"/>
                </a:cubicBezTo>
                <a:cubicBezTo>
                  <a:pt x="175" y="302"/>
                  <a:pt x="176" y="299"/>
                  <a:pt x="178" y="296"/>
                </a:cubicBezTo>
                <a:cubicBezTo>
                  <a:pt x="178" y="295"/>
                  <a:pt x="178" y="293"/>
                  <a:pt x="178" y="292"/>
                </a:cubicBezTo>
                <a:cubicBezTo>
                  <a:pt x="177" y="290"/>
                  <a:pt x="179" y="289"/>
                  <a:pt x="181" y="289"/>
                </a:cubicBezTo>
                <a:cubicBezTo>
                  <a:pt x="182" y="288"/>
                  <a:pt x="182" y="288"/>
                  <a:pt x="183" y="288"/>
                </a:cubicBezTo>
                <a:cubicBezTo>
                  <a:pt x="183" y="287"/>
                  <a:pt x="183" y="287"/>
                  <a:pt x="183" y="286"/>
                </a:cubicBezTo>
                <a:cubicBezTo>
                  <a:pt x="183" y="286"/>
                  <a:pt x="183" y="286"/>
                  <a:pt x="182" y="286"/>
                </a:cubicBezTo>
                <a:cubicBezTo>
                  <a:pt x="181" y="285"/>
                  <a:pt x="180" y="285"/>
                  <a:pt x="179" y="285"/>
                </a:cubicBezTo>
                <a:cubicBezTo>
                  <a:pt x="175" y="287"/>
                  <a:pt x="171" y="288"/>
                  <a:pt x="168" y="290"/>
                </a:cubicBezTo>
                <a:cubicBezTo>
                  <a:pt x="165" y="292"/>
                  <a:pt x="163" y="291"/>
                  <a:pt x="161" y="290"/>
                </a:cubicBezTo>
                <a:cubicBezTo>
                  <a:pt x="158" y="287"/>
                  <a:pt x="154" y="286"/>
                  <a:pt x="150" y="287"/>
                </a:cubicBezTo>
                <a:cubicBezTo>
                  <a:pt x="144" y="288"/>
                  <a:pt x="141" y="285"/>
                  <a:pt x="139" y="281"/>
                </a:cubicBezTo>
                <a:cubicBezTo>
                  <a:pt x="138" y="280"/>
                  <a:pt x="138" y="278"/>
                  <a:pt x="138" y="277"/>
                </a:cubicBezTo>
                <a:cubicBezTo>
                  <a:pt x="139" y="273"/>
                  <a:pt x="141" y="270"/>
                  <a:pt x="142" y="267"/>
                </a:cubicBezTo>
                <a:cubicBezTo>
                  <a:pt x="142" y="266"/>
                  <a:pt x="143" y="266"/>
                  <a:pt x="144" y="265"/>
                </a:cubicBezTo>
                <a:cubicBezTo>
                  <a:pt x="146" y="265"/>
                  <a:pt x="146" y="264"/>
                  <a:pt x="146" y="263"/>
                </a:cubicBezTo>
                <a:cubicBezTo>
                  <a:pt x="144" y="261"/>
                  <a:pt x="142" y="259"/>
                  <a:pt x="140" y="256"/>
                </a:cubicBezTo>
                <a:cubicBezTo>
                  <a:pt x="139" y="255"/>
                  <a:pt x="140" y="252"/>
                  <a:pt x="142" y="252"/>
                </a:cubicBezTo>
                <a:cubicBezTo>
                  <a:pt x="147" y="250"/>
                  <a:pt x="151" y="246"/>
                  <a:pt x="156" y="245"/>
                </a:cubicBezTo>
                <a:cubicBezTo>
                  <a:pt x="158" y="245"/>
                  <a:pt x="160" y="244"/>
                  <a:pt x="162" y="244"/>
                </a:cubicBezTo>
                <a:cubicBezTo>
                  <a:pt x="164" y="245"/>
                  <a:pt x="166" y="245"/>
                  <a:pt x="168" y="243"/>
                </a:cubicBezTo>
                <a:cubicBezTo>
                  <a:pt x="169" y="241"/>
                  <a:pt x="171" y="240"/>
                  <a:pt x="173" y="240"/>
                </a:cubicBezTo>
                <a:cubicBezTo>
                  <a:pt x="176" y="240"/>
                  <a:pt x="179" y="240"/>
                  <a:pt x="181" y="240"/>
                </a:cubicBezTo>
                <a:cubicBezTo>
                  <a:pt x="184" y="240"/>
                  <a:pt x="186" y="243"/>
                  <a:pt x="185" y="245"/>
                </a:cubicBezTo>
                <a:cubicBezTo>
                  <a:pt x="184" y="247"/>
                  <a:pt x="183" y="248"/>
                  <a:pt x="182" y="249"/>
                </a:cubicBezTo>
                <a:cubicBezTo>
                  <a:pt x="181" y="250"/>
                  <a:pt x="182" y="252"/>
                  <a:pt x="183" y="253"/>
                </a:cubicBezTo>
                <a:cubicBezTo>
                  <a:pt x="186" y="254"/>
                  <a:pt x="188" y="256"/>
                  <a:pt x="190" y="257"/>
                </a:cubicBezTo>
                <a:cubicBezTo>
                  <a:pt x="192" y="258"/>
                  <a:pt x="195" y="258"/>
                  <a:pt x="196" y="256"/>
                </a:cubicBezTo>
                <a:cubicBezTo>
                  <a:pt x="198" y="255"/>
                  <a:pt x="201" y="254"/>
                  <a:pt x="203" y="254"/>
                </a:cubicBezTo>
                <a:cubicBezTo>
                  <a:pt x="204" y="254"/>
                  <a:pt x="204" y="252"/>
                  <a:pt x="204" y="251"/>
                </a:cubicBezTo>
                <a:cubicBezTo>
                  <a:pt x="204" y="251"/>
                  <a:pt x="204" y="251"/>
                  <a:pt x="205" y="251"/>
                </a:cubicBezTo>
                <a:cubicBezTo>
                  <a:pt x="204" y="251"/>
                  <a:pt x="203" y="251"/>
                  <a:pt x="202" y="251"/>
                </a:cubicBezTo>
                <a:cubicBezTo>
                  <a:pt x="201" y="250"/>
                  <a:pt x="200" y="250"/>
                  <a:pt x="200" y="249"/>
                </a:cubicBezTo>
                <a:cubicBezTo>
                  <a:pt x="200" y="246"/>
                  <a:pt x="201" y="243"/>
                  <a:pt x="201" y="240"/>
                </a:cubicBezTo>
                <a:cubicBezTo>
                  <a:pt x="201" y="239"/>
                  <a:pt x="202" y="239"/>
                  <a:pt x="203" y="239"/>
                </a:cubicBezTo>
                <a:cubicBezTo>
                  <a:pt x="204" y="239"/>
                  <a:pt x="204" y="238"/>
                  <a:pt x="204" y="238"/>
                </a:cubicBezTo>
                <a:cubicBezTo>
                  <a:pt x="204" y="238"/>
                  <a:pt x="204" y="237"/>
                  <a:pt x="204" y="234"/>
                </a:cubicBezTo>
                <a:cubicBezTo>
                  <a:pt x="202" y="233"/>
                  <a:pt x="200" y="233"/>
                  <a:pt x="198" y="231"/>
                </a:cubicBezTo>
                <a:cubicBezTo>
                  <a:pt x="197" y="230"/>
                  <a:pt x="196" y="228"/>
                  <a:pt x="196" y="226"/>
                </a:cubicBezTo>
                <a:cubicBezTo>
                  <a:pt x="200" y="219"/>
                  <a:pt x="199" y="213"/>
                  <a:pt x="197" y="206"/>
                </a:cubicBezTo>
                <a:cubicBezTo>
                  <a:pt x="196" y="203"/>
                  <a:pt x="196" y="200"/>
                  <a:pt x="195" y="198"/>
                </a:cubicBezTo>
                <a:cubicBezTo>
                  <a:pt x="193" y="194"/>
                  <a:pt x="194" y="191"/>
                  <a:pt x="197" y="189"/>
                </a:cubicBezTo>
                <a:cubicBezTo>
                  <a:pt x="199" y="187"/>
                  <a:pt x="201" y="185"/>
                  <a:pt x="202" y="183"/>
                </a:cubicBezTo>
                <a:cubicBezTo>
                  <a:pt x="205" y="180"/>
                  <a:pt x="207" y="179"/>
                  <a:pt x="210" y="181"/>
                </a:cubicBezTo>
                <a:cubicBezTo>
                  <a:pt x="210" y="181"/>
                  <a:pt x="211" y="181"/>
                  <a:pt x="211" y="181"/>
                </a:cubicBezTo>
                <a:cubicBezTo>
                  <a:pt x="220" y="186"/>
                  <a:pt x="227" y="182"/>
                  <a:pt x="234" y="178"/>
                </a:cubicBezTo>
                <a:cubicBezTo>
                  <a:pt x="235" y="178"/>
                  <a:pt x="236" y="177"/>
                  <a:pt x="237" y="176"/>
                </a:cubicBezTo>
                <a:cubicBezTo>
                  <a:pt x="243" y="170"/>
                  <a:pt x="250" y="167"/>
                  <a:pt x="256" y="163"/>
                </a:cubicBezTo>
                <a:cubicBezTo>
                  <a:pt x="260" y="160"/>
                  <a:pt x="264" y="159"/>
                  <a:pt x="268" y="160"/>
                </a:cubicBezTo>
                <a:cubicBezTo>
                  <a:pt x="271" y="161"/>
                  <a:pt x="274" y="160"/>
                  <a:pt x="277" y="159"/>
                </a:cubicBezTo>
                <a:cubicBezTo>
                  <a:pt x="278" y="159"/>
                  <a:pt x="278" y="158"/>
                  <a:pt x="279" y="157"/>
                </a:cubicBezTo>
                <a:cubicBezTo>
                  <a:pt x="280" y="156"/>
                  <a:pt x="280" y="155"/>
                  <a:pt x="281" y="154"/>
                </a:cubicBezTo>
                <a:cubicBezTo>
                  <a:pt x="283" y="152"/>
                  <a:pt x="286" y="150"/>
                  <a:pt x="290" y="151"/>
                </a:cubicBezTo>
                <a:cubicBezTo>
                  <a:pt x="292" y="152"/>
                  <a:pt x="294" y="153"/>
                  <a:pt x="296" y="153"/>
                </a:cubicBezTo>
                <a:cubicBezTo>
                  <a:pt x="300" y="154"/>
                  <a:pt x="304" y="154"/>
                  <a:pt x="307" y="152"/>
                </a:cubicBezTo>
                <a:cubicBezTo>
                  <a:pt x="309" y="150"/>
                  <a:pt x="312" y="149"/>
                  <a:pt x="314" y="148"/>
                </a:cubicBezTo>
                <a:cubicBezTo>
                  <a:pt x="316" y="148"/>
                  <a:pt x="317" y="148"/>
                  <a:pt x="318" y="149"/>
                </a:cubicBezTo>
                <a:cubicBezTo>
                  <a:pt x="320" y="151"/>
                  <a:pt x="322" y="154"/>
                  <a:pt x="323" y="157"/>
                </a:cubicBezTo>
                <a:cubicBezTo>
                  <a:pt x="322" y="157"/>
                  <a:pt x="322" y="157"/>
                  <a:pt x="322" y="157"/>
                </a:cubicBezTo>
                <a:cubicBezTo>
                  <a:pt x="322" y="157"/>
                  <a:pt x="322" y="157"/>
                  <a:pt x="322" y="157"/>
                </a:cubicBezTo>
                <a:cubicBezTo>
                  <a:pt x="320" y="157"/>
                  <a:pt x="320" y="157"/>
                  <a:pt x="318" y="158"/>
                </a:cubicBezTo>
                <a:cubicBezTo>
                  <a:pt x="318" y="158"/>
                  <a:pt x="318" y="158"/>
                  <a:pt x="317" y="158"/>
                </a:cubicBezTo>
                <a:cubicBezTo>
                  <a:pt x="317" y="159"/>
                  <a:pt x="317" y="159"/>
                  <a:pt x="317" y="159"/>
                </a:cubicBezTo>
                <a:cubicBezTo>
                  <a:pt x="316" y="159"/>
                  <a:pt x="314" y="159"/>
                  <a:pt x="313" y="159"/>
                </a:cubicBezTo>
                <a:cubicBezTo>
                  <a:pt x="313" y="159"/>
                  <a:pt x="312" y="160"/>
                  <a:pt x="312" y="160"/>
                </a:cubicBezTo>
                <a:cubicBezTo>
                  <a:pt x="312" y="161"/>
                  <a:pt x="312" y="161"/>
                  <a:pt x="313" y="162"/>
                </a:cubicBezTo>
                <a:cubicBezTo>
                  <a:pt x="315" y="163"/>
                  <a:pt x="316" y="162"/>
                  <a:pt x="317" y="161"/>
                </a:cubicBezTo>
                <a:cubicBezTo>
                  <a:pt x="317" y="160"/>
                  <a:pt x="317" y="159"/>
                  <a:pt x="317" y="159"/>
                </a:cubicBezTo>
                <a:cubicBezTo>
                  <a:pt x="317" y="159"/>
                  <a:pt x="317" y="159"/>
                  <a:pt x="317" y="159"/>
                </a:cubicBezTo>
                <a:cubicBezTo>
                  <a:pt x="318" y="158"/>
                  <a:pt x="318" y="158"/>
                  <a:pt x="318" y="158"/>
                </a:cubicBezTo>
                <a:cubicBezTo>
                  <a:pt x="320" y="158"/>
                  <a:pt x="321" y="157"/>
                  <a:pt x="322" y="157"/>
                </a:cubicBezTo>
                <a:cubicBezTo>
                  <a:pt x="322" y="157"/>
                  <a:pt x="322" y="157"/>
                  <a:pt x="323" y="157"/>
                </a:cubicBezTo>
                <a:cubicBezTo>
                  <a:pt x="324" y="158"/>
                  <a:pt x="324" y="159"/>
                  <a:pt x="324" y="161"/>
                </a:cubicBezTo>
                <a:cubicBezTo>
                  <a:pt x="324" y="164"/>
                  <a:pt x="324" y="164"/>
                  <a:pt x="326" y="164"/>
                </a:cubicBezTo>
                <a:cubicBezTo>
                  <a:pt x="327" y="165"/>
                  <a:pt x="328" y="165"/>
                  <a:pt x="329" y="165"/>
                </a:cubicBezTo>
                <a:cubicBezTo>
                  <a:pt x="331" y="166"/>
                  <a:pt x="333" y="166"/>
                  <a:pt x="335" y="167"/>
                </a:cubicBezTo>
                <a:cubicBezTo>
                  <a:pt x="335" y="167"/>
                  <a:pt x="336" y="168"/>
                  <a:pt x="337" y="169"/>
                </a:cubicBezTo>
                <a:cubicBezTo>
                  <a:pt x="337" y="170"/>
                  <a:pt x="337" y="172"/>
                  <a:pt x="336" y="172"/>
                </a:cubicBezTo>
                <a:cubicBezTo>
                  <a:pt x="335" y="173"/>
                  <a:pt x="335" y="174"/>
                  <a:pt x="335" y="174"/>
                </a:cubicBezTo>
                <a:cubicBezTo>
                  <a:pt x="337" y="177"/>
                  <a:pt x="337" y="181"/>
                  <a:pt x="338" y="184"/>
                </a:cubicBezTo>
                <a:cubicBezTo>
                  <a:pt x="339" y="185"/>
                  <a:pt x="340" y="185"/>
                  <a:pt x="341" y="185"/>
                </a:cubicBezTo>
                <a:cubicBezTo>
                  <a:pt x="343" y="184"/>
                  <a:pt x="345" y="184"/>
                  <a:pt x="346" y="184"/>
                </a:cubicBezTo>
                <a:cubicBezTo>
                  <a:pt x="349" y="183"/>
                  <a:pt x="352" y="184"/>
                  <a:pt x="353" y="187"/>
                </a:cubicBezTo>
                <a:cubicBezTo>
                  <a:pt x="354" y="189"/>
                  <a:pt x="355" y="191"/>
                  <a:pt x="357" y="193"/>
                </a:cubicBezTo>
                <a:cubicBezTo>
                  <a:pt x="359" y="195"/>
                  <a:pt x="361" y="196"/>
                  <a:pt x="363" y="197"/>
                </a:cubicBezTo>
                <a:cubicBezTo>
                  <a:pt x="367" y="199"/>
                  <a:pt x="370" y="202"/>
                  <a:pt x="374" y="204"/>
                </a:cubicBezTo>
                <a:cubicBezTo>
                  <a:pt x="376" y="207"/>
                  <a:pt x="379" y="208"/>
                  <a:pt x="382" y="208"/>
                </a:cubicBezTo>
                <a:cubicBezTo>
                  <a:pt x="384" y="208"/>
                  <a:pt x="385" y="208"/>
                  <a:pt x="387" y="208"/>
                </a:cubicBezTo>
                <a:cubicBezTo>
                  <a:pt x="388" y="208"/>
                  <a:pt x="390" y="209"/>
                  <a:pt x="390" y="210"/>
                </a:cubicBezTo>
                <a:cubicBezTo>
                  <a:pt x="391" y="211"/>
                  <a:pt x="391" y="211"/>
                  <a:pt x="391" y="212"/>
                </a:cubicBezTo>
                <a:cubicBezTo>
                  <a:pt x="393" y="218"/>
                  <a:pt x="398" y="221"/>
                  <a:pt x="403" y="224"/>
                </a:cubicBezTo>
                <a:cubicBezTo>
                  <a:pt x="406" y="226"/>
                  <a:pt x="409" y="228"/>
                  <a:pt x="412" y="231"/>
                </a:cubicBezTo>
                <a:cubicBezTo>
                  <a:pt x="412" y="232"/>
                  <a:pt x="413" y="234"/>
                  <a:pt x="414" y="236"/>
                </a:cubicBezTo>
                <a:cubicBezTo>
                  <a:pt x="415" y="238"/>
                  <a:pt x="416" y="240"/>
                  <a:pt x="416" y="243"/>
                </a:cubicBezTo>
                <a:cubicBezTo>
                  <a:pt x="417" y="246"/>
                  <a:pt x="419" y="247"/>
                  <a:pt x="421" y="249"/>
                </a:cubicBezTo>
                <a:cubicBezTo>
                  <a:pt x="422" y="250"/>
                  <a:pt x="424" y="251"/>
                  <a:pt x="425" y="252"/>
                </a:cubicBezTo>
                <a:cubicBezTo>
                  <a:pt x="426" y="253"/>
                  <a:pt x="427" y="252"/>
                  <a:pt x="428" y="251"/>
                </a:cubicBezTo>
                <a:cubicBezTo>
                  <a:pt x="428" y="247"/>
                  <a:pt x="430" y="246"/>
                  <a:pt x="433" y="245"/>
                </a:cubicBezTo>
                <a:cubicBezTo>
                  <a:pt x="436" y="244"/>
                  <a:pt x="439" y="243"/>
                  <a:pt x="441" y="243"/>
                </a:cubicBezTo>
                <a:cubicBezTo>
                  <a:pt x="443" y="243"/>
                  <a:pt x="444" y="242"/>
                  <a:pt x="445" y="241"/>
                </a:cubicBezTo>
                <a:cubicBezTo>
                  <a:pt x="447" y="240"/>
                  <a:pt x="448" y="240"/>
                  <a:pt x="449" y="241"/>
                </a:cubicBezTo>
                <a:cubicBezTo>
                  <a:pt x="450" y="243"/>
                  <a:pt x="450" y="244"/>
                  <a:pt x="449" y="245"/>
                </a:cubicBezTo>
                <a:cubicBezTo>
                  <a:pt x="448" y="246"/>
                  <a:pt x="448" y="246"/>
                  <a:pt x="448" y="246"/>
                </a:cubicBezTo>
                <a:cubicBezTo>
                  <a:pt x="448" y="246"/>
                  <a:pt x="448" y="246"/>
                  <a:pt x="448" y="246"/>
                </a:cubicBezTo>
                <a:cubicBezTo>
                  <a:pt x="448" y="247"/>
                  <a:pt x="448" y="247"/>
                  <a:pt x="448" y="247"/>
                </a:cubicBezTo>
                <a:cubicBezTo>
                  <a:pt x="448" y="246"/>
                  <a:pt x="448" y="246"/>
                  <a:pt x="448" y="246"/>
                </a:cubicBezTo>
                <a:cubicBezTo>
                  <a:pt x="448" y="246"/>
                  <a:pt x="448" y="246"/>
                  <a:pt x="448" y="246"/>
                </a:cubicBezTo>
                <a:cubicBezTo>
                  <a:pt x="452" y="246"/>
                  <a:pt x="455" y="247"/>
                  <a:pt x="458" y="244"/>
                </a:cubicBezTo>
                <a:cubicBezTo>
                  <a:pt x="460" y="243"/>
                  <a:pt x="462" y="242"/>
                  <a:pt x="464" y="242"/>
                </a:cubicBezTo>
                <a:cubicBezTo>
                  <a:pt x="470" y="242"/>
                  <a:pt x="475" y="240"/>
                  <a:pt x="481" y="238"/>
                </a:cubicBezTo>
                <a:cubicBezTo>
                  <a:pt x="483" y="237"/>
                  <a:pt x="486" y="237"/>
                  <a:pt x="488" y="238"/>
                </a:cubicBezTo>
                <a:cubicBezTo>
                  <a:pt x="489" y="239"/>
                  <a:pt x="490" y="240"/>
                  <a:pt x="490" y="241"/>
                </a:cubicBezTo>
                <a:cubicBezTo>
                  <a:pt x="489" y="242"/>
                  <a:pt x="489" y="243"/>
                  <a:pt x="489" y="244"/>
                </a:cubicBezTo>
                <a:cubicBezTo>
                  <a:pt x="489" y="244"/>
                  <a:pt x="489" y="244"/>
                  <a:pt x="489" y="244"/>
                </a:cubicBezTo>
                <a:cubicBezTo>
                  <a:pt x="488" y="244"/>
                  <a:pt x="488" y="244"/>
                  <a:pt x="488" y="244"/>
                </a:cubicBezTo>
                <a:cubicBezTo>
                  <a:pt x="488" y="244"/>
                  <a:pt x="487" y="244"/>
                  <a:pt x="486" y="244"/>
                </a:cubicBezTo>
                <a:cubicBezTo>
                  <a:pt x="485" y="245"/>
                  <a:pt x="485" y="245"/>
                  <a:pt x="485" y="246"/>
                </a:cubicBezTo>
                <a:cubicBezTo>
                  <a:pt x="486" y="246"/>
                  <a:pt x="486" y="246"/>
                  <a:pt x="486" y="246"/>
                </a:cubicBezTo>
                <a:cubicBezTo>
                  <a:pt x="487" y="245"/>
                  <a:pt x="488" y="245"/>
                  <a:pt x="488" y="244"/>
                </a:cubicBezTo>
                <a:cubicBezTo>
                  <a:pt x="489" y="244"/>
                  <a:pt x="489" y="244"/>
                  <a:pt x="489" y="244"/>
                </a:cubicBezTo>
                <a:cubicBezTo>
                  <a:pt x="489" y="244"/>
                  <a:pt x="489" y="244"/>
                  <a:pt x="489" y="244"/>
                </a:cubicBezTo>
                <a:cubicBezTo>
                  <a:pt x="490" y="245"/>
                  <a:pt x="490" y="245"/>
                  <a:pt x="491" y="246"/>
                </a:cubicBezTo>
                <a:cubicBezTo>
                  <a:pt x="492" y="247"/>
                  <a:pt x="493" y="247"/>
                  <a:pt x="495" y="246"/>
                </a:cubicBezTo>
                <a:cubicBezTo>
                  <a:pt x="497" y="245"/>
                  <a:pt x="499" y="244"/>
                  <a:pt x="501" y="243"/>
                </a:cubicBezTo>
                <a:cubicBezTo>
                  <a:pt x="503" y="241"/>
                  <a:pt x="504" y="240"/>
                  <a:pt x="504" y="238"/>
                </a:cubicBezTo>
                <a:cubicBezTo>
                  <a:pt x="504" y="236"/>
                  <a:pt x="505" y="234"/>
                  <a:pt x="507" y="233"/>
                </a:cubicBezTo>
                <a:cubicBezTo>
                  <a:pt x="507" y="233"/>
                  <a:pt x="508" y="233"/>
                  <a:pt x="508" y="233"/>
                </a:cubicBezTo>
                <a:cubicBezTo>
                  <a:pt x="509" y="234"/>
                  <a:pt x="509" y="236"/>
                  <a:pt x="509" y="237"/>
                </a:cubicBezTo>
                <a:cubicBezTo>
                  <a:pt x="510" y="242"/>
                  <a:pt x="509" y="247"/>
                  <a:pt x="508" y="252"/>
                </a:cubicBezTo>
                <a:cubicBezTo>
                  <a:pt x="507" y="255"/>
                  <a:pt x="507" y="258"/>
                  <a:pt x="508" y="261"/>
                </a:cubicBezTo>
                <a:cubicBezTo>
                  <a:pt x="508" y="262"/>
                  <a:pt x="508" y="262"/>
                  <a:pt x="509" y="263"/>
                </a:cubicBezTo>
                <a:cubicBezTo>
                  <a:pt x="510" y="263"/>
                  <a:pt x="511" y="263"/>
                  <a:pt x="511" y="262"/>
                </a:cubicBezTo>
                <a:cubicBezTo>
                  <a:pt x="514" y="260"/>
                  <a:pt x="517" y="257"/>
                  <a:pt x="521" y="255"/>
                </a:cubicBezTo>
                <a:cubicBezTo>
                  <a:pt x="522" y="254"/>
                  <a:pt x="523" y="253"/>
                  <a:pt x="524" y="253"/>
                </a:cubicBezTo>
                <a:cubicBezTo>
                  <a:pt x="524" y="253"/>
                  <a:pt x="524" y="253"/>
                  <a:pt x="525" y="253"/>
                </a:cubicBezTo>
                <a:cubicBezTo>
                  <a:pt x="525" y="253"/>
                  <a:pt x="525" y="254"/>
                  <a:pt x="525" y="254"/>
                </a:cubicBezTo>
                <a:cubicBezTo>
                  <a:pt x="525" y="258"/>
                  <a:pt x="524" y="263"/>
                  <a:pt x="521" y="266"/>
                </a:cubicBezTo>
                <a:cubicBezTo>
                  <a:pt x="520" y="267"/>
                  <a:pt x="521" y="268"/>
                  <a:pt x="523" y="268"/>
                </a:cubicBezTo>
                <a:cubicBezTo>
                  <a:pt x="524" y="268"/>
                  <a:pt x="525" y="268"/>
                  <a:pt x="526" y="268"/>
                </a:cubicBezTo>
                <a:cubicBezTo>
                  <a:pt x="527" y="267"/>
                  <a:pt x="528" y="266"/>
                  <a:pt x="529" y="265"/>
                </a:cubicBezTo>
                <a:cubicBezTo>
                  <a:pt x="532" y="262"/>
                  <a:pt x="535" y="261"/>
                  <a:pt x="538" y="263"/>
                </a:cubicBezTo>
                <a:cubicBezTo>
                  <a:pt x="542" y="265"/>
                  <a:pt x="545" y="267"/>
                  <a:pt x="546" y="272"/>
                </a:cubicBezTo>
                <a:cubicBezTo>
                  <a:pt x="547" y="275"/>
                  <a:pt x="549" y="277"/>
                  <a:pt x="552" y="280"/>
                </a:cubicBezTo>
                <a:cubicBezTo>
                  <a:pt x="556" y="283"/>
                  <a:pt x="560" y="286"/>
                  <a:pt x="564" y="289"/>
                </a:cubicBezTo>
                <a:cubicBezTo>
                  <a:pt x="567" y="292"/>
                  <a:pt x="570" y="293"/>
                  <a:pt x="574" y="293"/>
                </a:cubicBezTo>
                <a:cubicBezTo>
                  <a:pt x="578" y="292"/>
                  <a:pt x="580" y="295"/>
                  <a:pt x="582" y="297"/>
                </a:cubicBezTo>
                <a:cubicBezTo>
                  <a:pt x="583" y="299"/>
                  <a:pt x="584" y="301"/>
                  <a:pt x="584" y="304"/>
                </a:cubicBezTo>
                <a:cubicBezTo>
                  <a:pt x="585" y="308"/>
                  <a:pt x="583" y="311"/>
                  <a:pt x="578" y="311"/>
                </a:cubicBezTo>
                <a:cubicBezTo>
                  <a:pt x="577" y="311"/>
                  <a:pt x="576" y="311"/>
                  <a:pt x="575" y="311"/>
                </a:cubicBezTo>
                <a:cubicBezTo>
                  <a:pt x="572" y="311"/>
                  <a:pt x="571" y="312"/>
                  <a:pt x="570" y="314"/>
                </a:cubicBezTo>
                <a:cubicBezTo>
                  <a:pt x="569" y="315"/>
                  <a:pt x="569" y="317"/>
                  <a:pt x="570" y="317"/>
                </a:cubicBezTo>
                <a:cubicBezTo>
                  <a:pt x="579" y="324"/>
                  <a:pt x="589" y="326"/>
                  <a:pt x="601" y="324"/>
                </a:cubicBezTo>
                <a:cubicBezTo>
                  <a:pt x="602" y="324"/>
                  <a:pt x="604" y="323"/>
                  <a:pt x="605" y="323"/>
                </a:cubicBezTo>
                <a:cubicBezTo>
                  <a:pt x="606" y="323"/>
                  <a:pt x="608" y="324"/>
                  <a:pt x="609" y="325"/>
                </a:cubicBezTo>
                <a:cubicBezTo>
                  <a:pt x="610" y="327"/>
                  <a:pt x="611" y="329"/>
                  <a:pt x="612" y="331"/>
                </a:cubicBezTo>
                <a:cubicBezTo>
                  <a:pt x="613" y="333"/>
                  <a:pt x="614" y="335"/>
                  <a:pt x="615" y="338"/>
                </a:cubicBezTo>
                <a:cubicBezTo>
                  <a:pt x="616" y="340"/>
                  <a:pt x="616" y="341"/>
                  <a:pt x="615" y="343"/>
                </a:cubicBezTo>
                <a:cubicBezTo>
                  <a:pt x="614" y="344"/>
                  <a:pt x="614" y="345"/>
                  <a:pt x="615" y="346"/>
                </a:cubicBezTo>
                <a:cubicBezTo>
                  <a:pt x="615" y="346"/>
                  <a:pt x="617" y="345"/>
                  <a:pt x="618" y="345"/>
                </a:cubicBezTo>
                <a:cubicBezTo>
                  <a:pt x="618" y="344"/>
                  <a:pt x="619" y="343"/>
                  <a:pt x="619" y="342"/>
                </a:cubicBezTo>
                <a:cubicBezTo>
                  <a:pt x="620" y="338"/>
                  <a:pt x="621" y="335"/>
                  <a:pt x="622" y="331"/>
                </a:cubicBezTo>
                <a:cubicBezTo>
                  <a:pt x="623" y="329"/>
                  <a:pt x="624" y="327"/>
                  <a:pt x="626" y="326"/>
                </a:cubicBezTo>
                <a:cubicBezTo>
                  <a:pt x="628" y="326"/>
                  <a:pt x="629" y="325"/>
                  <a:pt x="631" y="325"/>
                </a:cubicBezTo>
                <a:cubicBezTo>
                  <a:pt x="634" y="325"/>
                  <a:pt x="636" y="323"/>
                  <a:pt x="639" y="322"/>
                </a:cubicBezTo>
                <a:cubicBezTo>
                  <a:pt x="641" y="320"/>
                  <a:pt x="643" y="320"/>
                  <a:pt x="645" y="319"/>
                </a:cubicBezTo>
                <a:cubicBezTo>
                  <a:pt x="645" y="319"/>
                  <a:pt x="645" y="318"/>
                  <a:pt x="645" y="318"/>
                </a:cubicBezTo>
                <a:cubicBezTo>
                  <a:pt x="645" y="318"/>
                  <a:pt x="644" y="317"/>
                  <a:pt x="644" y="317"/>
                </a:cubicBezTo>
                <a:cubicBezTo>
                  <a:pt x="642" y="318"/>
                  <a:pt x="640" y="319"/>
                  <a:pt x="638" y="319"/>
                </a:cubicBezTo>
                <a:cubicBezTo>
                  <a:pt x="636" y="320"/>
                  <a:pt x="633" y="320"/>
                  <a:pt x="631" y="320"/>
                </a:cubicBezTo>
                <a:cubicBezTo>
                  <a:pt x="630" y="320"/>
                  <a:pt x="630" y="321"/>
                  <a:pt x="629" y="322"/>
                </a:cubicBezTo>
                <a:cubicBezTo>
                  <a:pt x="628" y="322"/>
                  <a:pt x="627" y="322"/>
                  <a:pt x="626" y="321"/>
                </a:cubicBezTo>
                <a:cubicBezTo>
                  <a:pt x="625" y="320"/>
                  <a:pt x="624" y="318"/>
                  <a:pt x="625" y="316"/>
                </a:cubicBezTo>
                <a:cubicBezTo>
                  <a:pt x="626" y="314"/>
                  <a:pt x="627" y="312"/>
                  <a:pt x="629" y="312"/>
                </a:cubicBezTo>
                <a:cubicBezTo>
                  <a:pt x="635" y="312"/>
                  <a:pt x="640" y="311"/>
                  <a:pt x="645" y="310"/>
                </a:cubicBezTo>
                <a:cubicBezTo>
                  <a:pt x="647" y="310"/>
                  <a:pt x="650" y="312"/>
                  <a:pt x="650" y="315"/>
                </a:cubicBezTo>
                <a:cubicBezTo>
                  <a:pt x="650" y="316"/>
                  <a:pt x="651" y="317"/>
                  <a:pt x="650" y="318"/>
                </a:cubicBezTo>
                <a:cubicBezTo>
                  <a:pt x="650" y="322"/>
                  <a:pt x="652" y="325"/>
                  <a:pt x="653" y="329"/>
                </a:cubicBezTo>
                <a:cubicBezTo>
                  <a:pt x="653" y="331"/>
                  <a:pt x="654" y="332"/>
                  <a:pt x="656" y="332"/>
                </a:cubicBezTo>
                <a:cubicBezTo>
                  <a:pt x="659" y="333"/>
                  <a:pt x="662" y="334"/>
                  <a:pt x="663" y="338"/>
                </a:cubicBezTo>
                <a:cubicBezTo>
                  <a:pt x="665" y="340"/>
                  <a:pt x="667" y="341"/>
                  <a:pt x="669" y="342"/>
                </a:cubicBezTo>
                <a:cubicBezTo>
                  <a:pt x="671" y="343"/>
                  <a:pt x="672" y="343"/>
                  <a:pt x="674" y="343"/>
                </a:cubicBezTo>
                <a:cubicBezTo>
                  <a:pt x="675" y="343"/>
                  <a:pt x="676" y="343"/>
                  <a:pt x="677" y="342"/>
                </a:cubicBezTo>
                <a:cubicBezTo>
                  <a:pt x="680" y="341"/>
                  <a:pt x="682" y="341"/>
                  <a:pt x="685" y="342"/>
                </a:cubicBezTo>
                <a:cubicBezTo>
                  <a:pt x="686" y="343"/>
                  <a:pt x="687" y="344"/>
                  <a:pt x="689" y="344"/>
                </a:cubicBezTo>
                <a:cubicBezTo>
                  <a:pt x="690" y="345"/>
                  <a:pt x="692" y="345"/>
                  <a:pt x="693" y="344"/>
                </a:cubicBezTo>
                <a:cubicBezTo>
                  <a:pt x="694" y="344"/>
                  <a:pt x="694" y="342"/>
                  <a:pt x="694" y="341"/>
                </a:cubicBezTo>
                <a:cubicBezTo>
                  <a:pt x="694" y="340"/>
                  <a:pt x="695" y="340"/>
                  <a:pt x="696" y="339"/>
                </a:cubicBezTo>
                <a:cubicBezTo>
                  <a:pt x="697" y="338"/>
                  <a:pt x="698" y="337"/>
                  <a:pt x="699" y="335"/>
                </a:cubicBezTo>
                <a:cubicBezTo>
                  <a:pt x="700" y="333"/>
                  <a:pt x="701" y="333"/>
                  <a:pt x="703" y="333"/>
                </a:cubicBezTo>
                <a:cubicBezTo>
                  <a:pt x="705" y="333"/>
                  <a:pt x="707" y="332"/>
                  <a:pt x="709" y="332"/>
                </a:cubicBezTo>
                <a:cubicBezTo>
                  <a:pt x="707" y="328"/>
                  <a:pt x="702" y="325"/>
                  <a:pt x="699" y="322"/>
                </a:cubicBezTo>
                <a:cubicBezTo>
                  <a:pt x="698" y="322"/>
                  <a:pt x="698" y="320"/>
                  <a:pt x="699" y="319"/>
                </a:cubicBezTo>
                <a:cubicBezTo>
                  <a:pt x="699" y="319"/>
                  <a:pt x="699" y="319"/>
                  <a:pt x="699" y="318"/>
                </a:cubicBezTo>
                <a:cubicBezTo>
                  <a:pt x="700" y="318"/>
                  <a:pt x="701" y="317"/>
                  <a:pt x="701" y="317"/>
                </a:cubicBezTo>
                <a:cubicBezTo>
                  <a:pt x="706" y="317"/>
                  <a:pt x="710" y="313"/>
                  <a:pt x="713" y="309"/>
                </a:cubicBezTo>
                <a:cubicBezTo>
                  <a:pt x="714" y="308"/>
                  <a:pt x="715" y="307"/>
                  <a:pt x="717" y="305"/>
                </a:cubicBezTo>
                <a:cubicBezTo>
                  <a:pt x="717" y="305"/>
                  <a:pt x="719" y="305"/>
                  <a:pt x="719" y="306"/>
                </a:cubicBezTo>
                <a:cubicBezTo>
                  <a:pt x="720" y="307"/>
                  <a:pt x="720" y="307"/>
                  <a:pt x="721" y="308"/>
                </a:cubicBezTo>
                <a:cubicBezTo>
                  <a:pt x="722" y="313"/>
                  <a:pt x="726" y="315"/>
                  <a:pt x="731" y="314"/>
                </a:cubicBezTo>
                <a:cubicBezTo>
                  <a:pt x="732" y="314"/>
                  <a:pt x="732" y="314"/>
                  <a:pt x="733" y="314"/>
                </a:cubicBezTo>
                <a:cubicBezTo>
                  <a:pt x="733" y="317"/>
                  <a:pt x="733" y="319"/>
                  <a:pt x="729" y="320"/>
                </a:cubicBezTo>
                <a:cubicBezTo>
                  <a:pt x="726" y="320"/>
                  <a:pt x="727" y="321"/>
                  <a:pt x="727" y="323"/>
                </a:cubicBezTo>
                <a:cubicBezTo>
                  <a:pt x="727" y="325"/>
                  <a:pt x="727" y="328"/>
                  <a:pt x="727" y="331"/>
                </a:cubicBezTo>
                <a:cubicBezTo>
                  <a:pt x="727" y="331"/>
                  <a:pt x="726" y="332"/>
                  <a:pt x="726" y="332"/>
                </a:cubicBezTo>
                <a:cubicBezTo>
                  <a:pt x="724" y="334"/>
                  <a:pt x="721" y="335"/>
                  <a:pt x="719" y="336"/>
                </a:cubicBezTo>
                <a:cubicBezTo>
                  <a:pt x="717" y="337"/>
                  <a:pt x="716" y="336"/>
                  <a:pt x="714" y="336"/>
                </a:cubicBezTo>
                <a:cubicBezTo>
                  <a:pt x="713" y="335"/>
                  <a:pt x="711" y="335"/>
                  <a:pt x="710" y="335"/>
                </a:cubicBezTo>
                <a:cubicBezTo>
                  <a:pt x="710" y="334"/>
                  <a:pt x="709" y="334"/>
                  <a:pt x="709" y="334"/>
                </a:cubicBezTo>
                <a:cubicBezTo>
                  <a:pt x="709" y="334"/>
                  <a:pt x="709" y="334"/>
                  <a:pt x="710" y="335"/>
                </a:cubicBezTo>
                <a:cubicBezTo>
                  <a:pt x="710" y="338"/>
                  <a:pt x="711" y="340"/>
                  <a:pt x="715" y="341"/>
                </a:cubicBezTo>
                <a:cubicBezTo>
                  <a:pt x="716" y="341"/>
                  <a:pt x="717" y="342"/>
                  <a:pt x="716" y="343"/>
                </a:cubicBezTo>
                <a:cubicBezTo>
                  <a:pt x="714" y="346"/>
                  <a:pt x="712" y="349"/>
                  <a:pt x="710" y="351"/>
                </a:cubicBezTo>
                <a:cubicBezTo>
                  <a:pt x="709" y="353"/>
                  <a:pt x="709" y="354"/>
                  <a:pt x="710" y="356"/>
                </a:cubicBezTo>
                <a:cubicBezTo>
                  <a:pt x="711" y="358"/>
                  <a:pt x="712" y="359"/>
                  <a:pt x="712" y="360"/>
                </a:cubicBezTo>
                <a:cubicBezTo>
                  <a:pt x="713" y="360"/>
                  <a:pt x="713" y="361"/>
                  <a:pt x="713" y="361"/>
                </a:cubicBezTo>
                <a:cubicBezTo>
                  <a:pt x="714" y="361"/>
                  <a:pt x="714" y="360"/>
                  <a:pt x="714" y="360"/>
                </a:cubicBezTo>
                <a:cubicBezTo>
                  <a:pt x="715" y="357"/>
                  <a:pt x="715" y="354"/>
                  <a:pt x="716" y="352"/>
                </a:cubicBezTo>
                <a:cubicBezTo>
                  <a:pt x="717" y="349"/>
                  <a:pt x="718" y="346"/>
                  <a:pt x="722" y="346"/>
                </a:cubicBezTo>
                <a:cubicBezTo>
                  <a:pt x="725" y="346"/>
                  <a:pt x="728" y="344"/>
                  <a:pt x="730" y="342"/>
                </a:cubicBezTo>
                <a:cubicBezTo>
                  <a:pt x="732" y="341"/>
                  <a:pt x="734" y="339"/>
                  <a:pt x="736" y="337"/>
                </a:cubicBezTo>
                <a:cubicBezTo>
                  <a:pt x="737" y="336"/>
                  <a:pt x="737" y="334"/>
                  <a:pt x="737" y="333"/>
                </a:cubicBezTo>
                <a:cubicBezTo>
                  <a:pt x="737" y="333"/>
                  <a:pt x="737" y="333"/>
                  <a:pt x="737" y="333"/>
                </a:cubicBezTo>
                <a:cubicBezTo>
                  <a:pt x="738" y="332"/>
                  <a:pt x="738" y="332"/>
                  <a:pt x="738" y="332"/>
                </a:cubicBezTo>
                <a:cubicBezTo>
                  <a:pt x="737" y="333"/>
                  <a:pt x="737" y="333"/>
                  <a:pt x="737" y="333"/>
                </a:cubicBezTo>
                <a:cubicBezTo>
                  <a:pt x="737" y="333"/>
                  <a:pt x="737" y="333"/>
                  <a:pt x="737" y="333"/>
                </a:cubicBezTo>
                <a:cubicBezTo>
                  <a:pt x="736" y="333"/>
                  <a:pt x="736" y="333"/>
                  <a:pt x="735" y="332"/>
                </a:cubicBezTo>
                <a:cubicBezTo>
                  <a:pt x="733" y="332"/>
                  <a:pt x="733" y="330"/>
                  <a:pt x="734" y="329"/>
                </a:cubicBezTo>
                <a:cubicBezTo>
                  <a:pt x="735" y="327"/>
                  <a:pt x="737" y="325"/>
                  <a:pt x="738" y="323"/>
                </a:cubicBezTo>
                <a:cubicBezTo>
                  <a:pt x="739" y="322"/>
                  <a:pt x="740" y="322"/>
                  <a:pt x="741" y="322"/>
                </a:cubicBezTo>
                <a:cubicBezTo>
                  <a:pt x="742" y="322"/>
                  <a:pt x="743" y="322"/>
                  <a:pt x="743" y="321"/>
                </a:cubicBezTo>
                <a:cubicBezTo>
                  <a:pt x="743" y="320"/>
                  <a:pt x="742" y="320"/>
                  <a:pt x="742" y="320"/>
                </a:cubicBezTo>
                <a:cubicBezTo>
                  <a:pt x="740" y="318"/>
                  <a:pt x="738" y="317"/>
                  <a:pt x="736" y="316"/>
                </a:cubicBezTo>
                <a:cubicBezTo>
                  <a:pt x="735" y="315"/>
                  <a:pt x="734" y="315"/>
                  <a:pt x="733" y="315"/>
                </a:cubicBezTo>
                <a:cubicBezTo>
                  <a:pt x="733" y="314"/>
                  <a:pt x="732" y="312"/>
                  <a:pt x="731" y="311"/>
                </a:cubicBezTo>
                <a:cubicBezTo>
                  <a:pt x="730" y="309"/>
                  <a:pt x="729" y="307"/>
                  <a:pt x="729" y="304"/>
                </a:cubicBezTo>
                <a:cubicBezTo>
                  <a:pt x="729" y="301"/>
                  <a:pt x="729" y="299"/>
                  <a:pt x="731" y="296"/>
                </a:cubicBezTo>
                <a:cubicBezTo>
                  <a:pt x="732" y="296"/>
                  <a:pt x="732" y="295"/>
                  <a:pt x="733" y="295"/>
                </a:cubicBezTo>
                <a:cubicBezTo>
                  <a:pt x="735" y="293"/>
                  <a:pt x="735" y="291"/>
                  <a:pt x="735" y="289"/>
                </a:cubicBezTo>
                <a:cubicBezTo>
                  <a:pt x="736" y="283"/>
                  <a:pt x="739" y="279"/>
                  <a:pt x="744" y="276"/>
                </a:cubicBezTo>
                <a:cubicBezTo>
                  <a:pt x="745" y="274"/>
                  <a:pt x="747" y="274"/>
                  <a:pt x="749" y="274"/>
                </a:cubicBezTo>
                <a:cubicBezTo>
                  <a:pt x="749" y="274"/>
                  <a:pt x="749" y="274"/>
                  <a:pt x="749" y="274"/>
                </a:cubicBezTo>
                <a:cubicBezTo>
                  <a:pt x="749" y="274"/>
                  <a:pt x="749" y="274"/>
                  <a:pt x="749" y="274"/>
                </a:cubicBezTo>
                <a:cubicBezTo>
                  <a:pt x="749" y="275"/>
                  <a:pt x="749" y="275"/>
                  <a:pt x="750" y="275"/>
                </a:cubicBezTo>
                <a:cubicBezTo>
                  <a:pt x="749" y="275"/>
                  <a:pt x="749" y="274"/>
                  <a:pt x="749" y="274"/>
                </a:cubicBezTo>
                <a:cubicBezTo>
                  <a:pt x="749" y="274"/>
                  <a:pt x="749" y="274"/>
                  <a:pt x="749" y="274"/>
                </a:cubicBezTo>
                <a:cubicBezTo>
                  <a:pt x="749" y="274"/>
                  <a:pt x="749" y="274"/>
                  <a:pt x="749" y="274"/>
                </a:cubicBezTo>
                <a:cubicBezTo>
                  <a:pt x="749" y="272"/>
                  <a:pt x="748" y="270"/>
                  <a:pt x="750" y="269"/>
                </a:cubicBezTo>
                <a:cubicBezTo>
                  <a:pt x="752" y="267"/>
                  <a:pt x="755" y="266"/>
                  <a:pt x="757" y="264"/>
                </a:cubicBezTo>
                <a:cubicBezTo>
                  <a:pt x="758" y="264"/>
                  <a:pt x="758" y="263"/>
                  <a:pt x="759" y="262"/>
                </a:cubicBezTo>
                <a:cubicBezTo>
                  <a:pt x="760" y="257"/>
                  <a:pt x="763" y="253"/>
                  <a:pt x="763" y="248"/>
                </a:cubicBezTo>
                <a:cubicBezTo>
                  <a:pt x="763" y="246"/>
                  <a:pt x="764" y="244"/>
                  <a:pt x="765" y="242"/>
                </a:cubicBezTo>
                <a:cubicBezTo>
                  <a:pt x="766" y="238"/>
                  <a:pt x="769" y="234"/>
                  <a:pt x="770" y="231"/>
                </a:cubicBezTo>
                <a:cubicBezTo>
                  <a:pt x="772" y="228"/>
                  <a:pt x="773" y="226"/>
                  <a:pt x="774" y="224"/>
                </a:cubicBezTo>
                <a:cubicBezTo>
                  <a:pt x="777" y="223"/>
                  <a:pt x="778" y="221"/>
                  <a:pt x="780" y="219"/>
                </a:cubicBezTo>
                <a:cubicBezTo>
                  <a:pt x="781" y="218"/>
                  <a:pt x="782" y="218"/>
                  <a:pt x="783" y="217"/>
                </a:cubicBezTo>
                <a:cubicBezTo>
                  <a:pt x="786" y="216"/>
                  <a:pt x="790" y="217"/>
                  <a:pt x="793" y="217"/>
                </a:cubicBezTo>
                <a:cubicBezTo>
                  <a:pt x="794" y="218"/>
                  <a:pt x="796" y="218"/>
                  <a:pt x="797" y="219"/>
                </a:cubicBezTo>
                <a:cubicBezTo>
                  <a:pt x="801" y="222"/>
                  <a:pt x="804" y="224"/>
                  <a:pt x="809" y="224"/>
                </a:cubicBezTo>
                <a:cubicBezTo>
                  <a:pt x="810" y="224"/>
                  <a:pt x="810" y="225"/>
                  <a:pt x="810" y="225"/>
                </a:cubicBezTo>
                <a:cubicBezTo>
                  <a:pt x="812" y="226"/>
                  <a:pt x="813" y="229"/>
                  <a:pt x="812" y="231"/>
                </a:cubicBezTo>
                <a:cubicBezTo>
                  <a:pt x="811" y="232"/>
                  <a:pt x="810" y="233"/>
                  <a:pt x="809" y="234"/>
                </a:cubicBezTo>
                <a:cubicBezTo>
                  <a:pt x="804" y="239"/>
                  <a:pt x="799" y="244"/>
                  <a:pt x="794" y="249"/>
                </a:cubicBezTo>
                <a:cubicBezTo>
                  <a:pt x="792" y="250"/>
                  <a:pt x="791" y="251"/>
                  <a:pt x="790" y="252"/>
                </a:cubicBezTo>
                <a:cubicBezTo>
                  <a:pt x="788" y="253"/>
                  <a:pt x="786" y="254"/>
                  <a:pt x="784" y="252"/>
                </a:cubicBezTo>
                <a:cubicBezTo>
                  <a:pt x="782" y="251"/>
                  <a:pt x="780" y="250"/>
                  <a:pt x="779" y="250"/>
                </a:cubicBezTo>
                <a:cubicBezTo>
                  <a:pt x="778" y="250"/>
                  <a:pt x="777" y="250"/>
                  <a:pt x="777" y="251"/>
                </a:cubicBezTo>
                <a:cubicBezTo>
                  <a:pt x="776" y="252"/>
                  <a:pt x="776" y="252"/>
                  <a:pt x="776" y="253"/>
                </a:cubicBezTo>
                <a:cubicBezTo>
                  <a:pt x="776" y="255"/>
                  <a:pt x="775" y="257"/>
                  <a:pt x="773" y="259"/>
                </a:cubicBezTo>
                <a:cubicBezTo>
                  <a:pt x="770" y="261"/>
                  <a:pt x="768" y="263"/>
                  <a:pt x="765" y="265"/>
                </a:cubicBezTo>
                <a:cubicBezTo>
                  <a:pt x="764" y="266"/>
                  <a:pt x="763" y="267"/>
                  <a:pt x="764" y="268"/>
                </a:cubicBezTo>
                <a:cubicBezTo>
                  <a:pt x="766" y="273"/>
                  <a:pt x="765" y="277"/>
                  <a:pt x="767" y="282"/>
                </a:cubicBezTo>
                <a:cubicBezTo>
                  <a:pt x="767" y="282"/>
                  <a:pt x="767" y="284"/>
                  <a:pt x="767" y="285"/>
                </a:cubicBezTo>
                <a:cubicBezTo>
                  <a:pt x="764" y="292"/>
                  <a:pt x="765" y="299"/>
                  <a:pt x="767" y="306"/>
                </a:cubicBezTo>
                <a:cubicBezTo>
                  <a:pt x="767" y="308"/>
                  <a:pt x="766" y="308"/>
                  <a:pt x="764" y="309"/>
                </a:cubicBezTo>
                <a:cubicBezTo>
                  <a:pt x="763" y="310"/>
                  <a:pt x="762" y="310"/>
                  <a:pt x="762" y="310"/>
                </a:cubicBezTo>
                <a:cubicBezTo>
                  <a:pt x="760" y="312"/>
                  <a:pt x="758" y="314"/>
                  <a:pt x="756" y="317"/>
                </a:cubicBezTo>
                <a:cubicBezTo>
                  <a:pt x="755" y="317"/>
                  <a:pt x="755" y="318"/>
                  <a:pt x="756" y="319"/>
                </a:cubicBezTo>
                <a:cubicBezTo>
                  <a:pt x="758" y="320"/>
                  <a:pt x="759" y="320"/>
                  <a:pt x="761" y="321"/>
                </a:cubicBezTo>
                <a:cubicBezTo>
                  <a:pt x="763" y="321"/>
                  <a:pt x="765" y="323"/>
                  <a:pt x="767" y="324"/>
                </a:cubicBezTo>
                <a:cubicBezTo>
                  <a:pt x="769" y="325"/>
                  <a:pt x="769" y="327"/>
                  <a:pt x="766" y="328"/>
                </a:cubicBezTo>
                <a:cubicBezTo>
                  <a:pt x="765" y="329"/>
                  <a:pt x="763" y="329"/>
                  <a:pt x="764" y="331"/>
                </a:cubicBezTo>
                <a:cubicBezTo>
                  <a:pt x="764" y="335"/>
                  <a:pt x="763" y="338"/>
                  <a:pt x="762" y="342"/>
                </a:cubicBezTo>
                <a:cubicBezTo>
                  <a:pt x="761" y="343"/>
                  <a:pt x="762" y="343"/>
                  <a:pt x="763" y="343"/>
                </a:cubicBezTo>
                <a:cubicBezTo>
                  <a:pt x="763" y="343"/>
                  <a:pt x="764" y="343"/>
                  <a:pt x="764" y="343"/>
                </a:cubicBezTo>
                <a:cubicBezTo>
                  <a:pt x="765" y="342"/>
                  <a:pt x="767" y="340"/>
                  <a:pt x="767" y="338"/>
                </a:cubicBezTo>
                <a:cubicBezTo>
                  <a:pt x="768" y="335"/>
                  <a:pt x="771" y="333"/>
                  <a:pt x="773" y="330"/>
                </a:cubicBezTo>
                <a:cubicBezTo>
                  <a:pt x="774" y="329"/>
                  <a:pt x="775" y="329"/>
                  <a:pt x="776" y="330"/>
                </a:cubicBezTo>
                <a:cubicBezTo>
                  <a:pt x="778" y="335"/>
                  <a:pt x="780" y="339"/>
                  <a:pt x="779" y="344"/>
                </a:cubicBezTo>
                <a:cubicBezTo>
                  <a:pt x="779" y="346"/>
                  <a:pt x="779" y="347"/>
                  <a:pt x="777" y="348"/>
                </a:cubicBezTo>
                <a:cubicBezTo>
                  <a:pt x="774" y="351"/>
                  <a:pt x="773" y="355"/>
                  <a:pt x="773" y="359"/>
                </a:cubicBezTo>
                <a:cubicBezTo>
                  <a:pt x="774" y="362"/>
                  <a:pt x="774" y="364"/>
                  <a:pt x="775" y="366"/>
                </a:cubicBezTo>
                <a:cubicBezTo>
                  <a:pt x="775" y="367"/>
                  <a:pt x="776" y="368"/>
                  <a:pt x="777" y="368"/>
                </a:cubicBezTo>
                <a:cubicBezTo>
                  <a:pt x="778" y="369"/>
                  <a:pt x="780" y="368"/>
                  <a:pt x="781" y="367"/>
                </a:cubicBezTo>
                <a:cubicBezTo>
                  <a:pt x="782" y="366"/>
                  <a:pt x="782" y="364"/>
                  <a:pt x="782" y="363"/>
                </a:cubicBezTo>
                <a:cubicBezTo>
                  <a:pt x="781" y="361"/>
                  <a:pt x="781" y="360"/>
                  <a:pt x="782" y="358"/>
                </a:cubicBezTo>
                <a:cubicBezTo>
                  <a:pt x="782" y="356"/>
                  <a:pt x="783" y="354"/>
                  <a:pt x="785" y="354"/>
                </a:cubicBezTo>
                <a:cubicBezTo>
                  <a:pt x="786" y="354"/>
                  <a:pt x="786" y="356"/>
                  <a:pt x="787" y="357"/>
                </a:cubicBezTo>
                <a:cubicBezTo>
                  <a:pt x="787" y="357"/>
                  <a:pt x="787" y="358"/>
                  <a:pt x="787" y="358"/>
                </a:cubicBezTo>
                <a:cubicBezTo>
                  <a:pt x="787" y="358"/>
                  <a:pt x="787" y="358"/>
                  <a:pt x="787" y="357"/>
                </a:cubicBezTo>
                <a:cubicBezTo>
                  <a:pt x="787" y="357"/>
                  <a:pt x="787" y="357"/>
                  <a:pt x="787" y="357"/>
                </a:cubicBezTo>
                <a:cubicBezTo>
                  <a:pt x="789" y="357"/>
                  <a:pt x="790" y="357"/>
                  <a:pt x="791" y="355"/>
                </a:cubicBezTo>
                <a:cubicBezTo>
                  <a:pt x="792" y="354"/>
                  <a:pt x="793" y="352"/>
                  <a:pt x="794" y="350"/>
                </a:cubicBezTo>
                <a:cubicBezTo>
                  <a:pt x="795" y="348"/>
                  <a:pt x="796" y="345"/>
                  <a:pt x="800" y="345"/>
                </a:cubicBezTo>
                <a:cubicBezTo>
                  <a:pt x="801" y="343"/>
                  <a:pt x="802" y="342"/>
                  <a:pt x="803" y="341"/>
                </a:cubicBezTo>
                <a:cubicBezTo>
                  <a:pt x="804" y="340"/>
                  <a:pt x="804" y="340"/>
                  <a:pt x="804" y="339"/>
                </a:cubicBezTo>
                <a:cubicBezTo>
                  <a:pt x="803" y="335"/>
                  <a:pt x="805" y="333"/>
                  <a:pt x="806" y="329"/>
                </a:cubicBezTo>
                <a:cubicBezTo>
                  <a:pt x="806" y="326"/>
                  <a:pt x="808" y="325"/>
                  <a:pt x="812" y="325"/>
                </a:cubicBezTo>
                <a:cubicBezTo>
                  <a:pt x="812" y="325"/>
                  <a:pt x="813" y="324"/>
                  <a:pt x="813" y="324"/>
                </a:cubicBezTo>
                <a:cubicBezTo>
                  <a:pt x="813" y="324"/>
                  <a:pt x="813" y="324"/>
                  <a:pt x="812" y="324"/>
                </a:cubicBezTo>
                <a:cubicBezTo>
                  <a:pt x="812" y="322"/>
                  <a:pt x="811" y="320"/>
                  <a:pt x="808" y="321"/>
                </a:cubicBezTo>
                <a:cubicBezTo>
                  <a:pt x="805" y="321"/>
                  <a:pt x="803" y="320"/>
                  <a:pt x="801" y="317"/>
                </a:cubicBezTo>
                <a:cubicBezTo>
                  <a:pt x="800" y="316"/>
                  <a:pt x="800" y="314"/>
                  <a:pt x="797" y="314"/>
                </a:cubicBezTo>
                <a:cubicBezTo>
                  <a:pt x="796" y="313"/>
                  <a:pt x="795" y="313"/>
                  <a:pt x="794" y="313"/>
                </a:cubicBezTo>
                <a:cubicBezTo>
                  <a:pt x="792" y="313"/>
                  <a:pt x="790" y="313"/>
                  <a:pt x="789" y="311"/>
                </a:cubicBezTo>
                <a:cubicBezTo>
                  <a:pt x="787" y="309"/>
                  <a:pt x="785" y="307"/>
                  <a:pt x="785" y="305"/>
                </a:cubicBezTo>
                <a:cubicBezTo>
                  <a:pt x="785" y="303"/>
                  <a:pt x="785" y="301"/>
                  <a:pt x="785" y="299"/>
                </a:cubicBezTo>
                <a:cubicBezTo>
                  <a:pt x="785" y="296"/>
                  <a:pt x="789" y="294"/>
                  <a:pt x="791" y="295"/>
                </a:cubicBezTo>
                <a:cubicBezTo>
                  <a:pt x="793" y="296"/>
                  <a:pt x="795" y="297"/>
                  <a:pt x="797" y="298"/>
                </a:cubicBezTo>
                <a:cubicBezTo>
                  <a:pt x="798" y="299"/>
                  <a:pt x="799" y="298"/>
                  <a:pt x="799" y="298"/>
                </a:cubicBezTo>
                <a:cubicBezTo>
                  <a:pt x="799" y="297"/>
                  <a:pt x="799" y="296"/>
                  <a:pt x="799" y="296"/>
                </a:cubicBezTo>
                <a:cubicBezTo>
                  <a:pt x="798" y="295"/>
                  <a:pt x="798" y="294"/>
                  <a:pt x="797" y="294"/>
                </a:cubicBezTo>
                <a:cubicBezTo>
                  <a:pt x="794" y="292"/>
                  <a:pt x="791" y="291"/>
                  <a:pt x="789" y="290"/>
                </a:cubicBezTo>
                <a:cubicBezTo>
                  <a:pt x="786" y="289"/>
                  <a:pt x="784" y="286"/>
                  <a:pt x="786" y="284"/>
                </a:cubicBezTo>
                <a:cubicBezTo>
                  <a:pt x="788" y="279"/>
                  <a:pt x="790" y="273"/>
                  <a:pt x="794" y="270"/>
                </a:cubicBezTo>
                <a:cubicBezTo>
                  <a:pt x="795" y="269"/>
                  <a:pt x="795" y="267"/>
                  <a:pt x="796" y="266"/>
                </a:cubicBezTo>
                <a:cubicBezTo>
                  <a:pt x="797" y="264"/>
                  <a:pt x="797" y="263"/>
                  <a:pt x="798" y="262"/>
                </a:cubicBezTo>
                <a:cubicBezTo>
                  <a:pt x="798" y="261"/>
                  <a:pt x="799" y="260"/>
                  <a:pt x="800" y="260"/>
                </a:cubicBezTo>
                <a:cubicBezTo>
                  <a:pt x="805" y="257"/>
                  <a:pt x="807" y="252"/>
                  <a:pt x="811" y="248"/>
                </a:cubicBezTo>
                <a:cubicBezTo>
                  <a:pt x="814" y="246"/>
                  <a:pt x="817" y="243"/>
                  <a:pt x="820" y="241"/>
                </a:cubicBezTo>
                <a:cubicBezTo>
                  <a:pt x="827" y="237"/>
                  <a:pt x="834" y="236"/>
                  <a:pt x="842" y="239"/>
                </a:cubicBezTo>
                <a:cubicBezTo>
                  <a:pt x="843" y="240"/>
                  <a:pt x="844" y="241"/>
                  <a:pt x="845" y="242"/>
                </a:cubicBezTo>
                <a:cubicBezTo>
                  <a:pt x="845" y="242"/>
                  <a:pt x="845" y="243"/>
                  <a:pt x="845" y="244"/>
                </a:cubicBezTo>
                <a:cubicBezTo>
                  <a:pt x="845" y="245"/>
                  <a:pt x="844" y="245"/>
                  <a:pt x="844" y="246"/>
                </a:cubicBezTo>
                <a:cubicBezTo>
                  <a:pt x="838" y="248"/>
                  <a:pt x="833" y="252"/>
                  <a:pt x="828" y="257"/>
                </a:cubicBezTo>
                <a:cubicBezTo>
                  <a:pt x="828" y="258"/>
                  <a:pt x="826" y="259"/>
                  <a:pt x="825" y="260"/>
                </a:cubicBezTo>
                <a:cubicBezTo>
                  <a:pt x="824" y="261"/>
                  <a:pt x="823" y="263"/>
                  <a:pt x="823" y="265"/>
                </a:cubicBezTo>
                <a:cubicBezTo>
                  <a:pt x="823" y="268"/>
                  <a:pt x="823" y="271"/>
                  <a:pt x="821" y="273"/>
                </a:cubicBezTo>
                <a:cubicBezTo>
                  <a:pt x="820" y="274"/>
                  <a:pt x="819" y="276"/>
                  <a:pt x="819" y="277"/>
                </a:cubicBezTo>
                <a:cubicBezTo>
                  <a:pt x="819" y="277"/>
                  <a:pt x="819" y="278"/>
                  <a:pt x="818" y="278"/>
                </a:cubicBezTo>
                <a:cubicBezTo>
                  <a:pt x="817" y="282"/>
                  <a:pt x="819" y="289"/>
                  <a:pt x="822" y="292"/>
                </a:cubicBezTo>
                <a:cubicBezTo>
                  <a:pt x="822" y="292"/>
                  <a:pt x="823" y="292"/>
                  <a:pt x="824" y="291"/>
                </a:cubicBezTo>
                <a:cubicBezTo>
                  <a:pt x="824" y="291"/>
                  <a:pt x="824" y="291"/>
                  <a:pt x="824" y="290"/>
                </a:cubicBezTo>
                <a:cubicBezTo>
                  <a:pt x="824" y="290"/>
                  <a:pt x="824" y="289"/>
                  <a:pt x="824" y="288"/>
                </a:cubicBezTo>
                <a:cubicBezTo>
                  <a:pt x="823" y="286"/>
                  <a:pt x="823" y="284"/>
                  <a:pt x="822" y="282"/>
                </a:cubicBezTo>
                <a:cubicBezTo>
                  <a:pt x="822" y="280"/>
                  <a:pt x="822" y="278"/>
                  <a:pt x="824" y="277"/>
                </a:cubicBezTo>
                <a:cubicBezTo>
                  <a:pt x="826" y="276"/>
                  <a:pt x="827" y="275"/>
                  <a:pt x="829" y="274"/>
                </a:cubicBezTo>
                <a:cubicBezTo>
                  <a:pt x="831" y="274"/>
                  <a:pt x="830" y="273"/>
                  <a:pt x="830" y="272"/>
                </a:cubicBezTo>
                <a:cubicBezTo>
                  <a:pt x="828" y="267"/>
                  <a:pt x="829" y="263"/>
                  <a:pt x="833" y="259"/>
                </a:cubicBezTo>
                <a:cubicBezTo>
                  <a:pt x="834" y="257"/>
                  <a:pt x="836" y="257"/>
                  <a:pt x="837" y="255"/>
                </a:cubicBezTo>
                <a:cubicBezTo>
                  <a:pt x="840" y="252"/>
                  <a:pt x="843" y="251"/>
                  <a:pt x="847" y="251"/>
                </a:cubicBezTo>
                <a:cubicBezTo>
                  <a:pt x="852" y="251"/>
                  <a:pt x="856" y="248"/>
                  <a:pt x="860" y="247"/>
                </a:cubicBezTo>
                <a:cubicBezTo>
                  <a:pt x="862" y="247"/>
                  <a:pt x="864" y="247"/>
                  <a:pt x="866" y="247"/>
                </a:cubicBezTo>
                <a:cubicBezTo>
                  <a:pt x="869" y="248"/>
                  <a:pt x="871" y="249"/>
                  <a:pt x="871" y="253"/>
                </a:cubicBezTo>
                <a:cubicBezTo>
                  <a:pt x="871" y="254"/>
                  <a:pt x="871" y="254"/>
                  <a:pt x="871" y="255"/>
                </a:cubicBezTo>
                <a:cubicBezTo>
                  <a:pt x="870" y="256"/>
                  <a:pt x="869" y="257"/>
                  <a:pt x="869" y="259"/>
                </a:cubicBezTo>
                <a:cubicBezTo>
                  <a:pt x="869" y="264"/>
                  <a:pt x="867" y="269"/>
                  <a:pt x="866" y="273"/>
                </a:cubicBezTo>
                <a:cubicBezTo>
                  <a:pt x="866" y="275"/>
                  <a:pt x="865" y="277"/>
                  <a:pt x="865" y="279"/>
                </a:cubicBezTo>
                <a:cubicBezTo>
                  <a:pt x="864" y="279"/>
                  <a:pt x="864" y="279"/>
                  <a:pt x="864" y="279"/>
                </a:cubicBezTo>
                <a:cubicBezTo>
                  <a:pt x="864" y="280"/>
                  <a:pt x="864" y="280"/>
                  <a:pt x="863" y="280"/>
                </a:cubicBezTo>
                <a:cubicBezTo>
                  <a:pt x="864" y="280"/>
                  <a:pt x="864" y="280"/>
                  <a:pt x="865" y="280"/>
                </a:cubicBezTo>
                <a:cubicBezTo>
                  <a:pt x="865" y="279"/>
                  <a:pt x="865" y="279"/>
                  <a:pt x="865" y="279"/>
                </a:cubicBezTo>
                <a:cubicBezTo>
                  <a:pt x="867" y="278"/>
                  <a:pt x="869" y="277"/>
                  <a:pt x="871" y="278"/>
                </a:cubicBezTo>
                <a:cubicBezTo>
                  <a:pt x="874" y="280"/>
                  <a:pt x="877" y="280"/>
                  <a:pt x="880" y="278"/>
                </a:cubicBezTo>
                <a:cubicBezTo>
                  <a:pt x="883" y="277"/>
                  <a:pt x="885" y="275"/>
                  <a:pt x="888" y="275"/>
                </a:cubicBezTo>
                <a:cubicBezTo>
                  <a:pt x="887" y="275"/>
                  <a:pt x="886" y="275"/>
                  <a:pt x="885" y="275"/>
                </a:cubicBezTo>
                <a:cubicBezTo>
                  <a:pt x="883" y="275"/>
                  <a:pt x="881" y="275"/>
                  <a:pt x="878" y="276"/>
                </a:cubicBezTo>
                <a:cubicBezTo>
                  <a:pt x="875" y="276"/>
                  <a:pt x="870" y="272"/>
                  <a:pt x="871" y="268"/>
                </a:cubicBezTo>
                <a:cubicBezTo>
                  <a:pt x="872" y="265"/>
                  <a:pt x="872" y="263"/>
                  <a:pt x="871" y="260"/>
                </a:cubicBezTo>
                <a:cubicBezTo>
                  <a:pt x="871" y="259"/>
                  <a:pt x="871" y="257"/>
                  <a:pt x="871" y="256"/>
                </a:cubicBezTo>
                <a:cubicBezTo>
                  <a:pt x="872" y="254"/>
                  <a:pt x="873" y="253"/>
                  <a:pt x="874" y="251"/>
                </a:cubicBezTo>
                <a:cubicBezTo>
                  <a:pt x="875" y="250"/>
                  <a:pt x="877" y="249"/>
                  <a:pt x="878" y="250"/>
                </a:cubicBezTo>
                <a:cubicBezTo>
                  <a:pt x="882" y="252"/>
                  <a:pt x="885" y="253"/>
                  <a:pt x="890" y="254"/>
                </a:cubicBezTo>
                <a:cubicBezTo>
                  <a:pt x="894" y="255"/>
                  <a:pt x="897" y="258"/>
                  <a:pt x="898" y="262"/>
                </a:cubicBezTo>
                <a:cubicBezTo>
                  <a:pt x="899" y="266"/>
                  <a:pt x="899" y="270"/>
                  <a:pt x="900" y="275"/>
                </a:cubicBezTo>
                <a:cubicBezTo>
                  <a:pt x="900" y="275"/>
                  <a:pt x="898" y="277"/>
                  <a:pt x="897" y="277"/>
                </a:cubicBezTo>
                <a:cubicBezTo>
                  <a:pt x="895" y="277"/>
                  <a:pt x="893" y="277"/>
                  <a:pt x="891" y="276"/>
                </a:cubicBezTo>
                <a:cubicBezTo>
                  <a:pt x="894" y="279"/>
                  <a:pt x="897" y="281"/>
                  <a:pt x="900" y="283"/>
                </a:cubicBezTo>
                <a:cubicBezTo>
                  <a:pt x="901" y="284"/>
                  <a:pt x="902" y="286"/>
                  <a:pt x="902" y="288"/>
                </a:cubicBezTo>
                <a:cubicBezTo>
                  <a:pt x="902" y="289"/>
                  <a:pt x="901" y="290"/>
                  <a:pt x="902" y="292"/>
                </a:cubicBezTo>
                <a:cubicBezTo>
                  <a:pt x="902" y="293"/>
                  <a:pt x="904" y="293"/>
                  <a:pt x="904" y="294"/>
                </a:cubicBezTo>
                <a:cubicBezTo>
                  <a:pt x="905" y="295"/>
                  <a:pt x="905" y="296"/>
                  <a:pt x="904" y="296"/>
                </a:cubicBezTo>
                <a:cubicBezTo>
                  <a:pt x="904" y="297"/>
                  <a:pt x="903" y="299"/>
                  <a:pt x="902" y="300"/>
                </a:cubicBezTo>
                <a:cubicBezTo>
                  <a:pt x="901" y="300"/>
                  <a:pt x="900" y="301"/>
                  <a:pt x="901" y="301"/>
                </a:cubicBezTo>
                <a:cubicBezTo>
                  <a:pt x="902" y="302"/>
                  <a:pt x="902" y="302"/>
                  <a:pt x="902" y="302"/>
                </a:cubicBezTo>
                <a:cubicBezTo>
                  <a:pt x="905" y="301"/>
                  <a:pt x="907" y="301"/>
                  <a:pt x="908" y="304"/>
                </a:cubicBezTo>
                <a:cubicBezTo>
                  <a:pt x="908" y="305"/>
                  <a:pt x="909" y="305"/>
                  <a:pt x="911" y="304"/>
                </a:cubicBezTo>
                <a:cubicBezTo>
                  <a:pt x="914" y="303"/>
                  <a:pt x="916" y="303"/>
                  <a:pt x="918" y="305"/>
                </a:cubicBezTo>
                <a:cubicBezTo>
                  <a:pt x="919" y="307"/>
                  <a:pt x="920" y="308"/>
                  <a:pt x="921" y="310"/>
                </a:cubicBezTo>
                <a:cubicBezTo>
                  <a:pt x="922" y="312"/>
                  <a:pt x="922" y="315"/>
                  <a:pt x="921" y="317"/>
                </a:cubicBezTo>
                <a:cubicBezTo>
                  <a:pt x="921" y="317"/>
                  <a:pt x="921" y="317"/>
                  <a:pt x="921" y="317"/>
                </a:cubicBezTo>
                <a:cubicBezTo>
                  <a:pt x="922" y="318"/>
                  <a:pt x="923" y="319"/>
                  <a:pt x="923" y="319"/>
                </a:cubicBezTo>
                <a:cubicBezTo>
                  <a:pt x="924" y="322"/>
                  <a:pt x="926" y="323"/>
                  <a:pt x="928" y="324"/>
                </a:cubicBezTo>
                <a:cubicBezTo>
                  <a:pt x="933" y="325"/>
                  <a:pt x="936" y="328"/>
                  <a:pt x="937" y="333"/>
                </a:cubicBezTo>
                <a:cubicBezTo>
                  <a:pt x="938" y="337"/>
                  <a:pt x="940" y="340"/>
                  <a:pt x="941" y="343"/>
                </a:cubicBezTo>
                <a:cubicBezTo>
                  <a:pt x="941" y="345"/>
                  <a:pt x="941" y="347"/>
                  <a:pt x="940" y="349"/>
                </a:cubicBezTo>
                <a:cubicBezTo>
                  <a:pt x="937" y="351"/>
                  <a:pt x="938" y="353"/>
                  <a:pt x="940" y="355"/>
                </a:cubicBezTo>
                <a:cubicBezTo>
                  <a:pt x="940" y="355"/>
                  <a:pt x="941" y="355"/>
                  <a:pt x="941" y="355"/>
                </a:cubicBezTo>
                <a:cubicBezTo>
                  <a:pt x="941" y="356"/>
                  <a:pt x="941" y="358"/>
                  <a:pt x="941" y="359"/>
                </a:cubicBezTo>
                <a:cubicBezTo>
                  <a:pt x="940" y="359"/>
                  <a:pt x="939" y="360"/>
                  <a:pt x="938" y="360"/>
                </a:cubicBezTo>
                <a:cubicBezTo>
                  <a:pt x="936" y="360"/>
                  <a:pt x="934" y="359"/>
                  <a:pt x="932" y="358"/>
                </a:cubicBezTo>
                <a:cubicBezTo>
                  <a:pt x="932" y="358"/>
                  <a:pt x="931" y="358"/>
                  <a:pt x="931" y="359"/>
                </a:cubicBezTo>
                <a:cubicBezTo>
                  <a:pt x="932" y="363"/>
                  <a:pt x="929" y="365"/>
                  <a:pt x="927" y="368"/>
                </a:cubicBezTo>
                <a:cubicBezTo>
                  <a:pt x="926" y="369"/>
                  <a:pt x="927" y="370"/>
                  <a:pt x="928" y="370"/>
                </a:cubicBezTo>
                <a:cubicBezTo>
                  <a:pt x="932" y="371"/>
                  <a:pt x="934" y="373"/>
                  <a:pt x="935" y="377"/>
                </a:cubicBezTo>
                <a:cubicBezTo>
                  <a:pt x="935" y="379"/>
                  <a:pt x="937" y="380"/>
                  <a:pt x="938" y="381"/>
                </a:cubicBezTo>
                <a:cubicBezTo>
                  <a:pt x="941" y="382"/>
                  <a:pt x="943" y="382"/>
                  <a:pt x="945" y="383"/>
                </a:cubicBezTo>
                <a:cubicBezTo>
                  <a:pt x="945" y="386"/>
                  <a:pt x="946" y="387"/>
                  <a:pt x="948" y="388"/>
                </a:cubicBezTo>
                <a:cubicBezTo>
                  <a:pt x="951" y="389"/>
                  <a:pt x="950" y="390"/>
                  <a:pt x="949" y="393"/>
                </a:cubicBezTo>
                <a:cubicBezTo>
                  <a:pt x="949" y="394"/>
                  <a:pt x="950" y="396"/>
                  <a:pt x="951" y="396"/>
                </a:cubicBezTo>
                <a:cubicBezTo>
                  <a:pt x="952" y="396"/>
                  <a:pt x="952" y="396"/>
                  <a:pt x="953" y="396"/>
                </a:cubicBezTo>
                <a:cubicBezTo>
                  <a:pt x="954" y="396"/>
                  <a:pt x="955" y="396"/>
                  <a:pt x="956" y="397"/>
                </a:cubicBezTo>
                <a:cubicBezTo>
                  <a:pt x="956" y="397"/>
                  <a:pt x="957" y="398"/>
                  <a:pt x="957" y="398"/>
                </a:cubicBezTo>
                <a:cubicBezTo>
                  <a:pt x="956" y="399"/>
                  <a:pt x="956" y="400"/>
                  <a:pt x="957" y="401"/>
                </a:cubicBezTo>
                <a:cubicBezTo>
                  <a:pt x="958" y="402"/>
                  <a:pt x="960" y="402"/>
                  <a:pt x="961" y="402"/>
                </a:cubicBezTo>
                <a:cubicBezTo>
                  <a:pt x="964" y="403"/>
                  <a:pt x="965" y="405"/>
                  <a:pt x="966" y="408"/>
                </a:cubicBezTo>
                <a:cubicBezTo>
                  <a:pt x="967" y="409"/>
                  <a:pt x="967" y="410"/>
                  <a:pt x="966" y="411"/>
                </a:cubicBezTo>
                <a:cubicBezTo>
                  <a:pt x="965" y="413"/>
                  <a:pt x="964" y="415"/>
                  <a:pt x="963" y="415"/>
                </a:cubicBezTo>
                <a:cubicBezTo>
                  <a:pt x="958" y="418"/>
                  <a:pt x="956" y="423"/>
                  <a:pt x="951" y="425"/>
                </a:cubicBezTo>
                <a:cubicBezTo>
                  <a:pt x="949" y="425"/>
                  <a:pt x="948" y="426"/>
                  <a:pt x="947" y="426"/>
                </a:cubicBezTo>
                <a:cubicBezTo>
                  <a:pt x="946" y="426"/>
                  <a:pt x="945" y="427"/>
                  <a:pt x="945" y="429"/>
                </a:cubicBezTo>
                <a:cubicBezTo>
                  <a:pt x="944" y="431"/>
                  <a:pt x="944" y="433"/>
                  <a:pt x="943" y="435"/>
                </a:cubicBezTo>
                <a:cubicBezTo>
                  <a:pt x="943" y="435"/>
                  <a:pt x="941" y="436"/>
                  <a:pt x="941" y="436"/>
                </a:cubicBezTo>
                <a:cubicBezTo>
                  <a:pt x="938" y="435"/>
                  <a:pt x="936" y="433"/>
                  <a:pt x="934" y="431"/>
                </a:cubicBezTo>
                <a:cubicBezTo>
                  <a:pt x="933" y="431"/>
                  <a:pt x="933" y="430"/>
                  <a:pt x="932" y="429"/>
                </a:cubicBezTo>
                <a:cubicBezTo>
                  <a:pt x="932" y="428"/>
                  <a:pt x="932" y="426"/>
                  <a:pt x="932" y="425"/>
                </a:cubicBezTo>
                <a:cubicBezTo>
                  <a:pt x="931" y="422"/>
                  <a:pt x="930" y="419"/>
                  <a:pt x="927" y="416"/>
                </a:cubicBezTo>
                <a:cubicBezTo>
                  <a:pt x="926" y="414"/>
                  <a:pt x="924" y="412"/>
                  <a:pt x="923" y="410"/>
                </a:cubicBezTo>
                <a:cubicBezTo>
                  <a:pt x="922" y="409"/>
                  <a:pt x="921" y="409"/>
                  <a:pt x="920" y="410"/>
                </a:cubicBezTo>
                <a:cubicBezTo>
                  <a:pt x="920" y="411"/>
                  <a:pt x="919" y="412"/>
                  <a:pt x="919" y="413"/>
                </a:cubicBezTo>
                <a:cubicBezTo>
                  <a:pt x="918" y="416"/>
                  <a:pt x="918" y="417"/>
                  <a:pt x="914" y="417"/>
                </a:cubicBezTo>
                <a:cubicBezTo>
                  <a:pt x="914" y="417"/>
                  <a:pt x="913" y="416"/>
                  <a:pt x="912" y="416"/>
                </a:cubicBezTo>
                <a:cubicBezTo>
                  <a:pt x="912" y="416"/>
                  <a:pt x="912" y="416"/>
                  <a:pt x="912" y="416"/>
                </a:cubicBezTo>
                <a:cubicBezTo>
                  <a:pt x="912" y="416"/>
                  <a:pt x="912" y="416"/>
                  <a:pt x="912" y="416"/>
                </a:cubicBezTo>
                <a:cubicBezTo>
                  <a:pt x="912" y="416"/>
                  <a:pt x="912" y="416"/>
                  <a:pt x="912" y="416"/>
                </a:cubicBezTo>
                <a:cubicBezTo>
                  <a:pt x="912" y="416"/>
                  <a:pt x="912" y="416"/>
                  <a:pt x="912" y="416"/>
                </a:cubicBezTo>
                <a:cubicBezTo>
                  <a:pt x="913" y="417"/>
                  <a:pt x="913" y="418"/>
                  <a:pt x="913" y="418"/>
                </a:cubicBezTo>
                <a:cubicBezTo>
                  <a:pt x="915" y="421"/>
                  <a:pt x="916" y="424"/>
                  <a:pt x="916" y="428"/>
                </a:cubicBezTo>
                <a:cubicBezTo>
                  <a:pt x="916" y="429"/>
                  <a:pt x="916" y="431"/>
                  <a:pt x="917" y="432"/>
                </a:cubicBezTo>
                <a:cubicBezTo>
                  <a:pt x="919" y="434"/>
                  <a:pt x="921" y="435"/>
                  <a:pt x="923" y="437"/>
                </a:cubicBezTo>
                <a:cubicBezTo>
                  <a:pt x="925" y="438"/>
                  <a:pt x="927" y="440"/>
                  <a:pt x="926" y="442"/>
                </a:cubicBezTo>
                <a:cubicBezTo>
                  <a:pt x="926" y="446"/>
                  <a:pt x="927" y="450"/>
                  <a:pt x="929" y="454"/>
                </a:cubicBezTo>
                <a:cubicBezTo>
                  <a:pt x="929" y="455"/>
                  <a:pt x="929" y="456"/>
                  <a:pt x="929" y="457"/>
                </a:cubicBezTo>
                <a:cubicBezTo>
                  <a:pt x="930" y="459"/>
                  <a:pt x="930" y="461"/>
                  <a:pt x="928" y="462"/>
                </a:cubicBezTo>
                <a:cubicBezTo>
                  <a:pt x="926" y="464"/>
                  <a:pt x="925" y="465"/>
                  <a:pt x="924" y="467"/>
                </a:cubicBezTo>
                <a:cubicBezTo>
                  <a:pt x="922" y="470"/>
                  <a:pt x="921" y="473"/>
                  <a:pt x="923" y="476"/>
                </a:cubicBezTo>
                <a:cubicBezTo>
                  <a:pt x="923" y="477"/>
                  <a:pt x="923" y="477"/>
                  <a:pt x="922" y="478"/>
                </a:cubicBezTo>
                <a:cubicBezTo>
                  <a:pt x="922" y="478"/>
                  <a:pt x="921" y="477"/>
                  <a:pt x="920" y="477"/>
                </a:cubicBezTo>
                <a:cubicBezTo>
                  <a:pt x="919" y="475"/>
                  <a:pt x="918" y="473"/>
                  <a:pt x="917" y="471"/>
                </a:cubicBezTo>
                <a:cubicBezTo>
                  <a:pt x="916" y="469"/>
                  <a:pt x="915" y="467"/>
                  <a:pt x="912" y="466"/>
                </a:cubicBezTo>
                <a:cubicBezTo>
                  <a:pt x="909" y="465"/>
                  <a:pt x="907" y="464"/>
                  <a:pt x="905" y="461"/>
                </a:cubicBezTo>
                <a:cubicBezTo>
                  <a:pt x="903" y="458"/>
                  <a:pt x="900" y="456"/>
                  <a:pt x="896" y="455"/>
                </a:cubicBezTo>
                <a:cubicBezTo>
                  <a:pt x="896" y="455"/>
                  <a:pt x="896" y="455"/>
                  <a:pt x="896" y="455"/>
                </a:cubicBezTo>
                <a:cubicBezTo>
                  <a:pt x="896" y="455"/>
                  <a:pt x="896" y="455"/>
                  <a:pt x="896" y="455"/>
                </a:cubicBezTo>
                <a:cubicBezTo>
                  <a:pt x="896" y="454"/>
                  <a:pt x="896" y="454"/>
                  <a:pt x="896" y="454"/>
                </a:cubicBezTo>
                <a:cubicBezTo>
                  <a:pt x="896" y="454"/>
                  <a:pt x="895" y="454"/>
                  <a:pt x="895" y="454"/>
                </a:cubicBezTo>
                <a:cubicBezTo>
                  <a:pt x="895" y="454"/>
                  <a:pt x="895" y="454"/>
                  <a:pt x="896" y="455"/>
                </a:cubicBezTo>
                <a:cubicBezTo>
                  <a:pt x="896" y="455"/>
                  <a:pt x="896" y="455"/>
                  <a:pt x="896" y="455"/>
                </a:cubicBezTo>
                <a:cubicBezTo>
                  <a:pt x="896" y="455"/>
                  <a:pt x="896" y="455"/>
                  <a:pt x="896" y="455"/>
                </a:cubicBezTo>
                <a:cubicBezTo>
                  <a:pt x="896" y="457"/>
                  <a:pt x="896" y="459"/>
                  <a:pt x="898" y="461"/>
                </a:cubicBezTo>
                <a:cubicBezTo>
                  <a:pt x="903" y="465"/>
                  <a:pt x="906" y="471"/>
                  <a:pt x="909" y="476"/>
                </a:cubicBezTo>
                <a:cubicBezTo>
                  <a:pt x="910" y="478"/>
                  <a:pt x="910" y="481"/>
                  <a:pt x="908" y="482"/>
                </a:cubicBezTo>
                <a:cubicBezTo>
                  <a:pt x="908" y="483"/>
                  <a:pt x="907" y="484"/>
                  <a:pt x="907" y="484"/>
                </a:cubicBezTo>
                <a:cubicBezTo>
                  <a:pt x="905" y="483"/>
                  <a:pt x="902" y="482"/>
                  <a:pt x="900" y="481"/>
                </a:cubicBezTo>
                <a:cubicBezTo>
                  <a:pt x="899" y="481"/>
                  <a:pt x="897" y="479"/>
                  <a:pt x="895" y="478"/>
                </a:cubicBezTo>
                <a:cubicBezTo>
                  <a:pt x="890" y="477"/>
                  <a:pt x="887" y="474"/>
                  <a:pt x="884" y="471"/>
                </a:cubicBezTo>
                <a:cubicBezTo>
                  <a:pt x="882" y="469"/>
                  <a:pt x="880" y="467"/>
                  <a:pt x="878" y="466"/>
                </a:cubicBezTo>
                <a:cubicBezTo>
                  <a:pt x="878" y="466"/>
                  <a:pt x="878" y="466"/>
                  <a:pt x="878" y="466"/>
                </a:cubicBezTo>
                <a:cubicBezTo>
                  <a:pt x="878" y="466"/>
                  <a:pt x="878" y="466"/>
                  <a:pt x="878" y="466"/>
                </a:cubicBezTo>
                <a:cubicBezTo>
                  <a:pt x="874" y="465"/>
                  <a:pt x="872" y="462"/>
                  <a:pt x="870" y="459"/>
                </a:cubicBezTo>
                <a:cubicBezTo>
                  <a:pt x="869" y="458"/>
                  <a:pt x="868" y="456"/>
                  <a:pt x="869" y="455"/>
                </a:cubicBezTo>
                <a:cubicBezTo>
                  <a:pt x="871" y="452"/>
                  <a:pt x="869" y="451"/>
                  <a:pt x="868" y="449"/>
                </a:cubicBezTo>
                <a:cubicBezTo>
                  <a:pt x="866" y="446"/>
                  <a:pt x="865" y="442"/>
                  <a:pt x="863" y="439"/>
                </a:cubicBezTo>
                <a:cubicBezTo>
                  <a:pt x="862" y="438"/>
                  <a:pt x="861" y="436"/>
                  <a:pt x="858" y="436"/>
                </a:cubicBezTo>
                <a:cubicBezTo>
                  <a:pt x="854" y="435"/>
                  <a:pt x="850" y="437"/>
                  <a:pt x="846" y="435"/>
                </a:cubicBezTo>
                <a:cubicBezTo>
                  <a:pt x="846" y="434"/>
                  <a:pt x="845" y="434"/>
                  <a:pt x="844" y="435"/>
                </a:cubicBezTo>
                <a:cubicBezTo>
                  <a:pt x="842" y="435"/>
                  <a:pt x="841" y="435"/>
                  <a:pt x="840" y="436"/>
                </a:cubicBezTo>
                <a:cubicBezTo>
                  <a:pt x="834" y="439"/>
                  <a:pt x="830" y="436"/>
                  <a:pt x="827" y="433"/>
                </a:cubicBezTo>
                <a:cubicBezTo>
                  <a:pt x="825" y="431"/>
                  <a:pt x="825" y="428"/>
                  <a:pt x="826" y="426"/>
                </a:cubicBezTo>
                <a:cubicBezTo>
                  <a:pt x="827" y="425"/>
                  <a:pt x="827" y="424"/>
                  <a:pt x="828" y="423"/>
                </a:cubicBezTo>
                <a:cubicBezTo>
                  <a:pt x="831" y="421"/>
                  <a:pt x="833" y="419"/>
                  <a:pt x="835" y="417"/>
                </a:cubicBezTo>
                <a:cubicBezTo>
                  <a:pt x="835" y="416"/>
                  <a:pt x="836" y="416"/>
                  <a:pt x="837" y="416"/>
                </a:cubicBezTo>
                <a:cubicBezTo>
                  <a:pt x="839" y="417"/>
                  <a:pt x="841" y="418"/>
                  <a:pt x="843" y="419"/>
                </a:cubicBezTo>
                <a:cubicBezTo>
                  <a:pt x="846" y="421"/>
                  <a:pt x="850" y="422"/>
                  <a:pt x="854" y="420"/>
                </a:cubicBezTo>
                <a:cubicBezTo>
                  <a:pt x="857" y="419"/>
                  <a:pt x="861" y="418"/>
                  <a:pt x="865" y="418"/>
                </a:cubicBezTo>
                <a:cubicBezTo>
                  <a:pt x="865" y="418"/>
                  <a:pt x="866" y="416"/>
                  <a:pt x="866" y="416"/>
                </a:cubicBezTo>
                <a:cubicBezTo>
                  <a:pt x="862" y="407"/>
                  <a:pt x="864" y="407"/>
                  <a:pt x="870" y="402"/>
                </a:cubicBezTo>
                <a:cubicBezTo>
                  <a:pt x="873" y="400"/>
                  <a:pt x="876" y="398"/>
                  <a:pt x="878" y="395"/>
                </a:cubicBezTo>
                <a:cubicBezTo>
                  <a:pt x="880" y="393"/>
                  <a:pt x="882" y="392"/>
                  <a:pt x="884" y="392"/>
                </a:cubicBezTo>
                <a:cubicBezTo>
                  <a:pt x="886" y="391"/>
                  <a:pt x="886" y="390"/>
                  <a:pt x="886" y="388"/>
                </a:cubicBezTo>
                <a:cubicBezTo>
                  <a:pt x="887" y="385"/>
                  <a:pt x="887" y="381"/>
                  <a:pt x="887" y="377"/>
                </a:cubicBezTo>
                <a:cubicBezTo>
                  <a:pt x="888" y="374"/>
                  <a:pt x="888" y="371"/>
                  <a:pt x="884" y="370"/>
                </a:cubicBezTo>
                <a:cubicBezTo>
                  <a:pt x="883" y="370"/>
                  <a:pt x="883" y="369"/>
                  <a:pt x="883" y="368"/>
                </a:cubicBezTo>
                <a:cubicBezTo>
                  <a:pt x="882" y="365"/>
                  <a:pt x="880" y="364"/>
                  <a:pt x="877" y="365"/>
                </a:cubicBezTo>
                <a:cubicBezTo>
                  <a:pt x="876" y="365"/>
                  <a:pt x="875" y="365"/>
                  <a:pt x="875" y="365"/>
                </a:cubicBezTo>
                <a:cubicBezTo>
                  <a:pt x="874" y="365"/>
                  <a:pt x="873" y="365"/>
                  <a:pt x="873" y="364"/>
                </a:cubicBezTo>
                <a:cubicBezTo>
                  <a:pt x="872" y="364"/>
                  <a:pt x="872" y="362"/>
                  <a:pt x="873" y="361"/>
                </a:cubicBezTo>
                <a:cubicBezTo>
                  <a:pt x="874" y="361"/>
                  <a:pt x="875" y="360"/>
                  <a:pt x="876" y="360"/>
                </a:cubicBezTo>
                <a:cubicBezTo>
                  <a:pt x="877" y="359"/>
                  <a:pt x="877" y="359"/>
                  <a:pt x="877" y="358"/>
                </a:cubicBezTo>
                <a:cubicBezTo>
                  <a:pt x="876" y="358"/>
                  <a:pt x="876" y="358"/>
                  <a:pt x="876" y="357"/>
                </a:cubicBezTo>
                <a:cubicBezTo>
                  <a:pt x="873" y="356"/>
                  <a:pt x="870" y="358"/>
                  <a:pt x="867" y="357"/>
                </a:cubicBezTo>
                <a:cubicBezTo>
                  <a:pt x="866" y="357"/>
                  <a:pt x="866" y="356"/>
                  <a:pt x="866" y="356"/>
                </a:cubicBezTo>
                <a:cubicBezTo>
                  <a:pt x="866" y="355"/>
                  <a:pt x="867" y="353"/>
                  <a:pt x="867" y="353"/>
                </a:cubicBezTo>
                <a:cubicBezTo>
                  <a:pt x="868" y="352"/>
                  <a:pt x="869" y="352"/>
                  <a:pt x="871" y="352"/>
                </a:cubicBezTo>
                <a:cubicBezTo>
                  <a:pt x="872" y="351"/>
                  <a:pt x="872" y="350"/>
                  <a:pt x="871" y="349"/>
                </a:cubicBezTo>
                <a:cubicBezTo>
                  <a:pt x="869" y="346"/>
                  <a:pt x="867" y="343"/>
                  <a:pt x="866" y="339"/>
                </a:cubicBezTo>
                <a:cubicBezTo>
                  <a:pt x="866" y="338"/>
                  <a:pt x="864" y="336"/>
                  <a:pt x="864" y="335"/>
                </a:cubicBezTo>
                <a:cubicBezTo>
                  <a:pt x="864" y="333"/>
                  <a:pt x="865" y="331"/>
                  <a:pt x="865" y="330"/>
                </a:cubicBezTo>
                <a:cubicBezTo>
                  <a:pt x="866" y="329"/>
                  <a:pt x="866" y="329"/>
                  <a:pt x="866" y="329"/>
                </a:cubicBezTo>
                <a:cubicBezTo>
                  <a:pt x="865" y="328"/>
                  <a:pt x="865" y="327"/>
                  <a:pt x="864" y="327"/>
                </a:cubicBezTo>
                <a:cubicBezTo>
                  <a:pt x="862" y="326"/>
                  <a:pt x="860" y="325"/>
                  <a:pt x="858" y="324"/>
                </a:cubicBezTo>
                <a:cubicBezTo>
                  <a:pt x="858" y="323"/>
                  <a:pt x="858" y="323"/>
                  <a:pt x="858" y="323"/>
                </a:cubicBezTo>
                <a:cubicBezTo>
                  <a:pt x="857" y="323"/>
                  <a:pt x="857" y="323"/>
                  <a:pt x="857" y="323"/>
                </a:cubicBezTo>
                <a:cubicBezTo>
                  <a:pt x="857" y="322"/>
                  <a:pt x="858" y="320"/>
                  <a:pt x="858" y="319"/>
                </a:cubicBezTo>
                <a:cubicBezTo>
                  <a:pt x="858" y="319"/>
                  <a:pt x="858" y="319"/>
                  <a:pt x="858" y="319"/>
                </a:cubicBezTo>
                <a:cubicBezTo>
                  <a:pt x="858" y="318"/>
                  <a:pt x="858" y="318"/>
                  <a:pt x="858" y="319"/>
                </a:cubicBezTo>
                <a:cubicBezTo>
                  <a:pt x="858" y="319"/>
                  <a:pt x="858" y="319"/>
                  <a:pt x="858" y="319"/>
                </a:cubicBezTo>
                <a:cubicBezTo>
                  <a:pt x="856" y="321"/>
                  <a:pt x="855" y="321"/>
                  <a:pt x="857" y="323"/>
                </a:cubicBezTo>
                <a:cubicBezTo>
                  <a:pt x="857" y="323"/>
                  <a:pt x="857" y="323"/>
                  <a:pt x="857" y="324"/>
                </a:cubicBezTo>
                <a:cubicBezTo>
                  <a:pt x="857" y="324"/>
                  <a:pt x="858" y="324"/>
                  <a:pt x="858" y="324"/>
                </a:cubicBezTo>
                <a:cubicBezTo>
                  <a:pt x="858" y="325"/>
                  <a:pt x="858" y="326"/>
                  <a:pt x="858" y="328"/>
                </a:cubicBezTo>
                <a:cubicBezTo>
                  <a:pt x="858" y="331"/>
                  <a:pt x="857" y="333"/>
                  <a:pt x="854" y="334"/>
                </a:cubicBezTo>
                <a:cubicBezTo>
                  <a:pt x="852" y="335"/>
                  <a:pt x="850" y="335"/>
                  <a:pt x="849" y="335"/>
                </a:cubicBezTo>
                <a:cubicBezTo>
                  <a:pt x="849" y="335"/>
                  <a:pt x="849" y="335"/>
                  <a:pt x="849" y="335"/>
                </a:cubicBezTo>
                <a:cubicBezTo>
                  <a:pt x="848" y="334"/>
                  <a:pt x="847" y="333"/>
                  <a:pt x="847" y="332"/>
                </a:cubicBezTo>
                <a:cubicBezTo>
                  <a:pt x="846" y="332"/>
                  <a:pt x="846" y="332"/>
                  <a:pt x="846" y="332"/>
                </a:cubicBezTo>
                <a:cubicBezTo>
                  <a:pt x="845" y="330"/>
                  <a:pt x="844" y="330"/>
                  <a:pt x="842" y="330"/>
                </a:cubicBezTo>
                <a:cubicBezTo>
                  <a:pt x="842" y="330"/>
                  <a:pt x="842" y="330"/>
                  <a:pt x="842" y="330"/>
                </a:cubicBezTo>
                <a:cubicBezTo>
                  <a:pt x="841" y="330"/>
                  <a:pt x="841" y="330"/>
                  <a:pt x="841" y="330"/>
                </a:cubicBezTo>
                <a:cubicBezTo>
                  <a:pt x="842" y="330"/>
                  <a:pt x="842" y="330"/>
                  <a:pt x="842" y="330"/>
                </a:cubicBezTo>
                <a:cubicBezTo>
                  <a:pt x="842" y="330"/>
                  <a:pt x="842" y="330"/>
                  <a:pt x="842" y="330"/>
                </a:cubicBezTo>
                <a:cubicBezTo>
                  <a:pt x="843" y="332"/>
                  <a:pt x="844" y="332"/>
                  <a:pt x="846" y="332"/>
                </a:cubicBezTo>
                <a:cubicBezTo>
                  <a:pt x="846" y="332"/>
                  <a:pt x="846" y="332"/>
                  <a:pt x="846" y="332"/>
                </a:cubicBezTo>
                <a:cubicBezTo>
                  <a:pt x="847" y="333"/>
                  <a:pt x="848" y="334"/>
                  <a:pt x="849" y="335"/>
                </a:cubicBezTo>
                <a:cubicBezTo>
                  <a:pt x="848" y="336"/>
                  <a:pt x="847" y="337"/>
                  <a:pt x="846" y="337"/>
                </a:cubicBezTo>
                <a:cubicBezTo>
                  <a:pt x="845" y="337"/>
                  <a:pt x="844" y="337"/>
                  <a:pt x="843" y="336"/>
                </a:cubicBezTo>
                <a:cubicBezTo>
                  <a:pt x="841" y="335"/>
                  <a:pt x="839" y="334"/>
                  <a:pt x="838" y="332"/>
                </a:cubicBezTo>
                <a:cubicBezTo>
                  <a:pt x="837" y="332"/>
                  <a:pt x="836" y="331"/>
                  <a:pt x="836" y="331"/>
                </a:cubicBezTo>
                <a:cubicBezTo>
                  <a:pt x="836" y="331"/>
                  <a:pt x="835" y="330"/>
                  <a:pt x="835" y="330"/>
                </a:cubicBezTo>
                <a:cubicBezTo>
                  <a:pt x="830" y="331"/>
                  <a:pt x="827" y="327"/>
                  <a:pt x="822" y="327"/>
                </a:cubicBezTo>
                <a:cubicBezTo>
                  <a:pt x="822" y="327"/>
                  <a:pt x="821" y="327"/>
                  <a:pt x="821" y="327"/>
                </a:cubicBezTo>
                <a:cubicBezTo>
                  <a:pt x="821" y="328"/>
                  <a:pt x="822" y="329"/>
                  <a:pt x="824" y="329"/>
                </a:cubicBezTo>
                <a:cubicBezTo>
                  <a:pt x="826" y="329"/>
                  <a:pt x="828" y="331"/>
                  <a:pt x="828" y="333"/>
                </a:cubicBezTo>
                <a:cubicBezTo>
                  <a:pt x="828" y="337"/>
                  <a:pt x="829" y="339"/>
                  <a:pt x="832" y="340"/>
                </a:cubicBezTo>
                <a:cubicBezTo>
                  <a:pt x="833" y="342"/>
                  <a:pt x="834" y="343"/>
                  <a:pt x="832" y="345"/>
                </a:cubicBezTo>
                <a:cubicBezTo>
                  <a:pt x="831" y="347"/>
                  <a:pt x="831" y="348"/>
                  <a:pt x="831" y="350"/>
                </a:cubicBezTo>
                <a:cubicBezTo>
                  <a:pt x="831" y="354"/>
                  <a:pt x="829" y="356"/>
                  <a:pt x="825" y="356"/>
                </a:cubicBezTo>
                <a:cubicBezTo>
                  <a:pt x="824" y="356"/>
                  <a:pt x="822" y="356"/>
                  <a:pt x="821" y="355"/>
                </a:cubicBezTo>
                <a:cubicBezTo>
                  <a:pt x="820" y="355"/>
                  <a:pt x="820" y="355"/>
                  <a:pt x="820" y="355"/>
                </a:cubicBezTo>
                <a:cubicBezTo>
                  <a:pt x="821" y="355"/>
                  <a:pt x="821" y="355"/>
                  <a:pt x="821" y="355"/>
                </a:cubicBezTo>
                <a:cubicBezTo>
                  <a:pt x="821" y="355"/>
                  <a:pt x="821" y="355"/>
                  <a:pt x="821" y="355"/>
                </a:cubicBezTo>
                <a:cubicBezTo>
                  <a:pt x="821" y="357"/>
                  <a:pt x="820" y="360"/>
                  <a:pt x="820" y="362"/>
                </a:cubicBezTo>
                <a:cubicBezTo>
                  <a:pt x="819" y="364"/>
                  <a:pt x="819" y="366"/>
                  <a:pt x="820" y="368"/>
                </a:cubicBezTo>
                <a:cubicBezTo>
                  <a:pt x="821" y="370"/>
                  <a:pt x="821" y="371"/>
                  <a:pt x="821" y="373"/>
                </a:cubicBezTo>
                <a:cubicBezTo>
                  <a:pt x="822" y="375"/>
                  <a:pt x="822" y="377"/>
                  <a:pt x="821" y="378"/>
                </a:cubicBezTo>
                <a:cubicBezTo>
                  <a:pt x="819" y="380"/>
                  <a:pt x="818" y="383"/>
                  <a:pt x="815" y="383"/>
                </a:cubicBezTo>
                <a:cubicBezTo>
                  <a:pt x="814" y="384"/>
                  <a:pt x="813" y="385"/>
                  <a:pt x="812" y="386"/>
                </a:cubicBezTo>
                <a:cubicBezTo>
                  <a:pt x="809" y="389"/>
                  <a:pt x="805" y="391"/>
                  <a:pt x="801" y="393"/>
                </a:cubicBezTo>
                <a:cubicBezTo>
                  <a:pt x="796" y="395"/>
                  <a:pt x="791" y="394"/>
                  <a:pt x="785" y="392"/>
                </a:cubicBezTo>
                <a:cubicBezTo>
                  <a:pt x="785" y="392"/>
                  <a:pt x="784" y="392"/>
                  <a:pt x="784" y="392"/>
                </a:cubicBezTo>
                <a:cubicBezTo>
                  <a:pt x="783" y="387"/>
                  <a:pt x="780" y="387"/>
                  <a:pt x="776" y="388"/>
                </a:cubicBezTo>
                <a:cubicBezTo>
                  <a:pt x="775" y="388"/>
                  <a:pt x="775" y="389"/>
                  <a:pt x="775" y="390"/>
                </a:cubicBezTo>
                <a:cubicBezTo>
                  <a:pt x="776" y="390"/>
                  <a:pt x="776" y="390"/>
                  <a:pt x="776" y="391"/>
                </a:cubicBezTo>
                <a:cubicBezTo>
                  <a:pt x="778" y="394"/>
                  <a:pt x="778" y="394"/>
                  <a:pt x="775" y="397"/>
                </a:cubicBezTo>
                <a:cubicBezTo>
                  <a:pt x="775" y="398"/>
                  <a:pt x="774" y="398"/>
                  <a:pt x="774" y="398"/>
                </a:cubicBezTo>
                <a:cubicBezTo>
                  <a:pt x="775" y="398"/>
                  <a:pt x="775" y="398"/>
                  <a:pt x="776" y="398"/>
                </a:cubicBezTo>
                <a:cubicBezTo>
                  <a:pt x="777" y="399"/>
                  <a:pt x="778" y="398"/>
                  <a:pt x="780" y="398"/>
                </a:cubicBezTo>
                <a:cubicBezTo>
                  <a:pt x="780" y="397"/>
                  <a:pt x="781" y="397"/>
                  <a:pt x="782" y="398"/>
                </a:cubicBezTo>
                <a:cubicBezTo>
                  <a:pt x="782" y="399"/>
                  <a:pt x="782" y="400"/>
                  <a:pt x="782" y="400"/>
                </a:cubicBezTo>
                <a:cubicBezTo>
                  <a:pt x="781" y="401"/>
                  <a:pt x="780" y="403"/>
                  <a:pt x="778" y="404"/>
                </a:cubicBezTo>
                <a:cubicBezTo>
                  <a:pt x="777" y="406"/>
                  <a:pt x="777" y="406"/>
                  <a:pt x="779" y="407"/>
                </a:cubicBezTo>
                <a:cubicBezTo>
                  <a:pt x="780" y="407"/>
                  <a:pt x="781" y="407"/>
                  <a:pt x="781" y="408"/>
                </a:cubicBezTo>
                <a:cubicBezTo>
                  <a:pt x="783" y="412"/>
                  <a:pt x="788" y="414"/>
                  <a:pt x="790" y="418"/>
                </a:cubicBezTo>
                <a:cubicBezTo>
                  <a:pt x="791" y="420"/>
                  <a:pt x="792" y="421"/>
                  <a:pt x="794" y="422"/>
                </a:cubicBezTo>
                <a:cubicBezTo>
                  <a:pt x="796" y="425"/>
                  <a:pt x="797" y="427"/>
                  <a:pt x="797" y="430"/>
                </a:cubicBezTo>
                <a:cubicBezTo>
                  <a:pt x="797" y="433"/>
                  <a:pt x="798" y="435"/>
                  <a:pt x="801" y="435"/>
                </a:cubicBezTo>
                <a:cubicBezTo>
                  <a:pt x="801" y="435"/>
                  <a:pt x="802" y="435"/>
                  <a:pt x="802" y="436"/>
                </a:cubicBezTo>
                <a:cubicBezTo>
                  <a:pt x="803" y="436"/>
                  <a:pt x="804" y="439"/>
                  <a:pt x="803" y="440"/>
                </a:cubicBezTo>
                <a:cubicBezTo>
                  <a:pt x="802" y="442"/>
                  <a:pt x="800" y="443"/>
                  <a:pt x="799" y="444"/>
                </a:cubicBezTo>
                <a:cubicBezTo>
                  <a:pt x="799" y="445"/>
                  <a:pt x="797" y="445"/>
                  <a:pt x="797" y="445"/>
                </a:cubicBezTo>
                <a:cubicBezTo>
                  <a:pt x="794" y="444"/>
                  <a:pt x="791" y="443"/>
                  <a:pt x="788" y="442"/>
                </a:cubicBezTo>
                <a:cubicBezTo>
                  <a:pt x="787" y="441"/>
                  <a:pt x="787" y="440"/>
                  <a:pt x="787" y="439"/>
                </a:cubicBezTo>
                <a:cubicBezTo>
                  <a:pt x="787" y="436"/>
                  <a:pt x="784" y="435"/>
                  <a:pt x="782" y="433"/>
                </a:cubicBezTo>
                <a:cubicBezTo>
                  <a:pt x="782" y="433"/>
                  <a:pt x="780" y="433"/>
                  <a:pt x="780" y="434"/>
                </a:cubicBezTo>
                <a:cubicBezTo>
                  <a:pt x="778" y="439"/>
                  <a:pt x="772" y="441"/>
                  <a:pt x="768" y="445"/>
                </a:cubicBezTo>
                <a:cubicBezTo>
                  <a:pt x="767" y="446"/>
                  <a:pt x="765" y="446"/>
                  <a:pt x="764" y="447"/>
                </a:cubicBezTo>
                <a:cubicBezTo>
                  <a:pt x="761" y="447"/>
                  <a:pt x="760" y="446"/>
                  <a:pt x="760" y="443"/>
                </a:cubicBezTo>
                <a:cubicBezTo>
                  <a:pt x="760" y="443"/>
                  <a:pt x="760" y="442"/>
                  <a:pt x="760" y="441"/>
                </a:cubicBezTo>
                <a:cubicBezTo>
                  <a:pt x="760" y="440"/>
                  <a:pt x="759" y="438"/>
                  <a:pt x="758" y="438"/>
                </a:cubicBezTo>
                <a:cubicBezTo>
                  <a:pt x="757" y="438"/>
                  <a:pt x="756" y="437"/>
                  <a:pt x="756" y="437"/>
                </a:cubicBezTo>
                <a:cubicBezTo>
                  <a:pt x="754" y="436"/>
                  <a:pt x="753" y="433"/>
                  <a:pt x="755" y="432"/>
                </a:cubicBezTo>
                <a:cubicBezTo>
                  <a:pt x="755" y="431"/>
                  <a:pt x="756" y="430"/>
                  <a:pt x="757" y="430"/>
                </a:cubicBezTo>
                <a:cubicBezTo>
                  <a:pt x="758" y="429"/>
                  <a:pt x="760" y="428"/>
                  <a:pt x="760" y="427"/>
                </a:cubicBezTo>
                <a:cubicBezTo>
                  <a:pt x="762" y="420"/>
                  <a:pt x="766" y="414"/>
                  <a:pt x="768" y="407"/>
                </a:cubicBezTo>
                <a:cubicBezTo>
                  <a:pt x="768" y="405"/>
                  <a:pt x="769" y="404"/>
                  <a:pt x="769" y="403"/>
                </a:cubicBezTo>
                <a:cubicBezTo>
                  <a:pt x="767" y="404"/>
                  <a:pt x="766" y="406"/>
                  <a:pt x="764" y="407"/>
                </a:cubicBezTo>
                <a:cubicBezTo>
                  <a:pt x="762" y="408"/>
                  <a:pt x="762" y="409"/>
                  <a:pt x="762" y="411"/>
                </a:cubicBezTo>
                <a:cubicBezTo>
                  <a:pt x="762" y="412"/>
                  <a:pt x="762" y="413"/>
                  <a:pt x="761" y="413"/>
                </a:cubicBezTo>
                <a:cubicBezTo>
                  <a:pt x="756" y="419"/>
                  <a:pt x="750" y="424"/>
                  <a:pt x="745" y="429"/>
                </a:cubicBezTo>
                <a:cubicBezTo>
                  <a:pt x="743" y="431"/>
                  <a:pt x="741" y="431"/>
                  <a:pt x="739" y="430"/>
                </a:cubicBezTo>
                <a:cubicBezTo>
                  <a:pt x="738" y="429"/>
                  <a:pt x="736" y="429"/>
                  <a:pt x="734" y="428"/>
                </a:cubicBezTo>
                <a:cubicBezTo>
                  <a:pt x="733" y="428"/>
                  <a:pt x="732" y="428"/>
                  <a:pt x="731" y="429"/>
                </a:cubicBezTo>
                <a:cubicBezTo>
                  <a:pt x="729" y="435"/>
                  <a:pt x="725" y="436"/>
                  <a:pt x="720" y="435"/>
                </a:cubicBezTo>
                <a:cubicBezTo>
                  <a:pt x="720" y="435"/>
                  <a:pt x="720" y="435"/>
                  <a:pt x="720" y="435"/>
                </a:cubicBezTo>
                <a:cubicBezTo>
                  <a:pt x="720" y="435"/>
                  <a:pt x="719" y="435"/>
                  <a:pt x="719" y="435"/>
                </a:cubicBezTo>
                <a:cubicBezTo>
                  <a:pt x="719" y="435"/>
                  <a:pt x="719" y="435"/>
                  <a:pt x="720" y="435"/>
                </a:cubicBezTo>
                <a:cubicBezTo>
                  <a:pt x="720" y="435"/>
                  <a:pt x="720" y="435"/>
                  <a:pt x="720" y="435"/>
                </a:cubicBezTo>
                <a:cubicBezTo>
                  <a:pt x="720" y="437"/>
                  <a:pt x="720" y="439"/>
                  <a:pt x="720" y="441"/>
                </a:cubicBezTo>
                <a:cubicBezTo>
                  <a:pt x="720" y="444"/>
                  <a:pt x="717" y="447"/>
                  <a:pt x="714" y="446"/>
                </a:cubicBezTo>
                <a:cubicBezTo>
                  <a:pt x="712" y="446"/>
                  <a:pt x="711" y="446"/>
                  <a:pt x="709" y="446"/>
                </a:cubicBezTo>
                <a:cubicBezTo>
                  <a:pt x="708" y="445"/>
                  <a:pt x="707" y="446"/>
                  <a:pt x="707" y="447"/>
                </a:cubicBezTo>
                <a:cubicBezTo>
                  <a:pt x="706" y="452"/>
                  <a:pt x="702" y="454"/>
                  <a:pt x="699" y="457"/>
                </a:cubicBezTo>
                <a:cubicBezTo>
                  <a:pt x="692" y="459"/>
                  <a:pt x="688" y="464"/>
                  <a:pt x="684" y="470"/>
                </a:cubicBezTo>
                <a:cubicBezTo>
                  <a:pt x="683" y="472"/>
                  <a:pt x="682" y="474"/>
                  <a:pt x="680" y="475"/>
                </a:cubicBezTo>
                <a:cubicBezTo>
                  <a:pt x="673" y="481"/>
                  <a:pt x="669" y="490"/>
                  <a:pt x="667" y="499"/>
                </a:cubicBezTo>
                <a:cubicBezTo>
                  <a:pt x="666" y="501"/>
                  <a:pt x="665" y="503"/>
                  <a:pt x="665" y="505"/>
                </a:cubicBezTo>
                <a:cubicBezTo>
                  <a:pt x="665" y="506"/>
                  <a:pt x="665" y="507"/>
                  <a:pt x="665" y="509"/>
                </a:cubicBezTo>
                <a:cubicBezTo>
                  <a:pt x="666" y="510"/>
                  <a:pt x="667" y="511"/>
                  <a:pt x="668" y="511"/>
                </a:cubicBezTo>
                <a:cubicBezTo>
                  <a:pt x="670" y="511"/>
                  <a:pt x="671" y="511"/>
                  <a:pt x="673" y="512"/>
                </a:cubicBezTo>
                <a:cubicBezTo>
                  <a:pt x="673" y="512"/>
                  <a:pt x="674" y="512"/>
                  <a:pt x="674" y="513"/>
                </a:cubicBezTo>
                <a:cubicBezTo>
                  <a:pt x="675" y="514"/>
                  <a:pt x="675" y="516"/>
                  <a:pt x="675" y="517"/>
                </a:cubicBezTo>
                <a:cubicBezTo>
                  <a:pt x="675" y="521"/>
                  <a:pt x="675" y="525"/>
                  <a:pt x="675" y="530"/>
                </a:cubicBezTo>
                <a:cubicBezTo>
                  <a:pt x="675" y="533"/>
                  <a:pt x="674" y="536"/>
                  <a:pt x="672" y="539"/>
                </a:cubicBezTo>
                <a:cubicBezTo>
                  <a:pt x="672" y="539"/>
                  <a:pt x="672" y="539"/>
                  <a:pt x="672" y="539"/>
                </a:cubicBezTo>
                <a:cubicBezTo>
                  <a:pt x="672" y="539"/>
                  <a:pt x="672" y="539"/>
                  <a:pt x="672" y="539"/>
                </a:cubicBezTo>
                <a:cubicBezTo>
                  <a:pt x="672" y="539"/>
                  <a:pt x="672" y="539"/>
                  <a:pt x="672" y="539"/>
                </a:cubicBezTo>
                <a:cubicBezTo>
                  <a:pt x="673" y="539"/>
                  <a:pt x="673" y="539"/>
                  <a:pt x="673" y="539"/>
                </a:cubicBezTo>
                <a:cubicBezTo>
                  <a:pt x="676" y="539"/>
                  <a:pt x="679" y="538"/>
                  <a:pt x="682" y="537"/>
                </a:cubicBezTo>
                <a:cubicBezTo>
                  <a:pt x="684" y="536"/>
                  <a:pt x="686" y="537"/>
                  <a:pt x="688" y="538"/>
                </a:cubicBezTo>
                <a:cubicBezTo>
                  <a:pt x="691" y="540"/>
                  <a:pt x="695" y="542"/>
                  <a:pt x="698" y="544"/>
                </a:cubicBezTo>
                <a:cubicBezTo>
                  <a:pt x="702" y="546"/>
                  <a:pt x="705" y="549"/>
                  <a:pt x="708" y="553"/>
                </a:cubicBezTo>
                <a:cubicBezTo>
                  <a:pt x="709" y="557"/>
                  <a:pt x="712" y="560"/>
                  <a:pt x="716" y="562"/>
                </a:cubicBezTo>
                <a:cubicBezTo>
                  <a:pt x="721" y="564"/>
                  <a:pt x="724" y="566"/>
                  <a:pt x="727" y="570"/>
                </a:cubicBezTo>
                <a:cubicBezTo>
                  <a:pt x="727" y="571"/>
                  <a:pt x="729" y="572"/>
                  <a:pt x="730" y="572"/>
                </a:cubicBezTo>
                <a:cubicBezTo>
                  <a:pt x="736" y="572"/>
                  <a:pt x="742" y="574"/>
                  <a:pt x="748" y="575"/>
                </a:cubicBezTo>
                <a:cubicBezTo>
                  <a:pt x="749" y="575"/>
                  <a:pt x="750" y="577"/>
                  <a:pt x="749" y="577"/>
                </a:cubicBezTo>
                <a:cubicBezTo>
                  <a:pt x="749" y="579"/>
                  <a:pt x="748" y="581"/>
                  <a:pt x="748" y="583"/>
                </a:cubicBezTo>
                <a:cubicBezTo>
                  <a:pt x="747" y="585"/>
                  <a:pt x="746" y="587"/>
                  <a:pt x="746" y="588"/>
                </a:cubicBezTo>
                <a:cubicBezTo>
                  <a:pt x="746" y="594"/>
                  <a:pt x="744" y="599"/>
                  <a:pt x="742" y="604"/>
                </a:cubicBezTo>
                <a:cubicBezTo>
                  <a:pt x="741" y="606"/>
                  <a:pt x="741" y="607"/>
                  <a:pt x="742" y="609"/>
                </a:cubicBezTo>
                <a:cubicBezTo>
                  <a:pt x="744" y="613"/>
                  <a:pt x="745" y="618"/>
                  <a:pt x="749" y="621"/>
                </a:cubicBezTo>
                <a:cubicBezTo>
                  <a:pt x="751" y="622"/>
                  <a:pt x="751" y="624"/>
                  <a:pt x="752" y="626"/>
                </a:cubicBezTo>
                <a:cubicBezTo>
                  <a:pt x="752" y="627"/>
                  <a:pt x="752" y="628"/>
                  <a:pt x="753" y="629"/>
                </a:cubicBezTo>
                <a:cubicBezTo>
                  <a:pt x="754" y="630"/>
                  <a:pt x="756" y="631"/>
                  <a:pt x="757" y="630"/>
                </a:cubicBezTo>
                <a:cubicBezTo>
                  <a:pt x="758" y="629"/>
                  <a:pt x="760" y="626"/>
                  <a:pt x="763" y="627"/>
                </a:cubicBezTo>
                <a:cubicBezTo>
                  <a:pt x="763" y="627"/>
                  <a:pt x="764" y="627"/>
                  <a:pt x="764" y="626"/>
                </a:cubicBezTo>
                <a:cubicBezTo>
                  <a:pt x="765" y="624"/>
                  <a:pt x="767" y="622"/>
                  <a:pt x="767" y="620"/>
                </a:cubicBezTo>
                <a:cubicBezTo>
                  <a:pt x="768" y="619"/>
                  <a:pt x="768" y="618"/>
                  <a:pt x="768" y="617"/>
                </a:cubicBezTo>
                <a:cubicBezTo>
                  <a:pt x="768" y="614"/>
                  <a:pt x="767" y="611"/>
                  <a:pt x="767" y="608"/>
                </a:cubicBezTo>
                <a:cubicBezTo>
                  <a:pt x="768" y="605"/>
                  <a:pt x="768" y="602"/>
                  <a:pt x="769" y="599"/>
                </a:cubicBezTo>
                <a:cubicBezTo>
                  <a:pt x="769" y="595"/>
                  <a:pt x="769" y="591"/>
                  <a:pt x="769" y="586"/>
                </a:cubicBezTo>
                <a:cubicBezTo>
                  <a:pt x="769" y="584"/>
                  <a:pt x="770" y="582"/>
                  <a:pt x="772" y="582"/>
                </a:cubicBezTo>
                <a:cubicBezTo>
                  <a:pt x="774" y="580"/>
                  <a:pt x="777" y="579"/>
                  <a:pt x="780" y="578"/>
                </a:cubicBezTo>
                <a:cubicBezTo>
                  <a:pt x="786" y="576"/>
                  <a:pt x="791" y="573"/>
                  <a:pt x="796" y="568"/>
                </a:cubicBezTo>
                <a:cubicBezTo>
                  <a:pt x="797" y="567"/>
                  <a:pt x="799" y="566"/>
                  <a:pt x="801" y="565"/>
                </a:cubicBezTo>
                <a:cubicBezTo>
                  <a:pt x="801" y="565"/>
                  <a:pt x="802" y="564"/>
                  <a:pt x="802" y="563"/>
                </a:cubicBezTo>
                <a:cubicBezTo>
                  <a:pt x="800" y="559"/>
                  <a:pt x="803" y="555"/>
                  <a:pt x="803" y="550"/>
                </a:cubicBezTo>
                <a:cubicBezTo>
                  <a:pt x="802" y="546"/>
                  <a:pt x="801" y="542"/>
                  <a:pt x="801" y="538"/>
                </a:cubicBezTo>
                <a:cubicBezTo>
                  <a:pt x="800" y="536"/>
                  <a:pt x="800" y="535"/>
                  <a:pt x="799" y="534"/>
                </a:cubicBezTo>
                <a:cubicBezTo>
                  <a:pt x="798" y="532"/>
                  <a:pt x="796" y="531"/>
                  <a:pt x="795" y="529"/>
                </a:cubicBezTo>
                <a:cubicBezTo>
                  <a:pt x="794" y="527"/>
                  <a:pt x="794" y="525"/>
                  <a:pt x="795" y="523"/>
                </a:cubicBezTo>
                <a:cubicBezTo>
                  <a:pt x="798" y="519"/>
                  <a:pt x="803" y="516"/>
                  <a:pt x="805" y="512"/>
                </a:cubicBezTo>
                <a:cubicBezTo>
                  <a:pt x="805" y="511"/>
                  <a:pt x="806" y="510"/>
                  <a:pt x="807" y="510"/>
                </a:cubicBezTo>
                <a:cubicBezTo>
                  <a:pt x="810" y="509"/>
                  <a:pt x="811" y="507"/>
                  <a:pt x="810" y="504"/>
                </a:cubicBezTo>
                <a:cubicBezTo>
                  <a:pt x="810" y="503"/>
                  <a:pt x="809" y="501"/>
                  <a:pt x="810" y="500"/>
                </a:cubicBezTo>
                <a:cubicBezTo>
                  <a:pt x="810" y="497"/>
                  <a:pt x="807" y="493"/>
                  <a:pt x="809" y="490"/>
                </a:cubicBezTo>
                <a:cubicBezTo>
                  <a:pt x="810" y="488"/>
                  <a:pt x="812" y="485"/>
                  <a:pt x="814" y="483"/>
                </a:cubicBezTo>
                <a:cubicBezTo>
                  <a:pt x="815" y="481"/>
                  <a:pt x="815" y="479"/>
                  <a:pt x="814" y="478"/>
                </a:cubicBezTo>
                <a:cubicBezTo>
                  <a:pt x="813" y="475"/>
                  <a:pt x="813" y="473"/>
                  <a:pt x="814" y="470"/>
                </a:cubicBezTo>
                <a:cubicBezTo>
                  <a:pt x="815" y="466"/>
                  <a:pt x="820" y="463"/>
                  <a:pt x="825" y="464"/>
                </a:cubicBezTo>
                <a:cubicBezTo>
                  <a:pt x="826" y="465"/>
                  <a:pt x="828" y="466"/>
                  <a:pt x="830" y="467"/>
                </a:cubicBezTo>
                <a:cubicBezTo>
                  <a:pt x="834" y="470"/>
                  <a:pt x="838" y="469"/>
                  <a:pt x="843" y="470"/>
                </a:cubicBezTo>
                <a:cubicBezTo>
                  <a:pt x="844" y="471"/>
                  <a:pt x="846" y="470"/>
                  <a:pt x="847" y="470"/>
                </a:cubicBezTo>
                <a:cubicBezTo>
                  <a:pt x="850" y="469"/>
                  <a:pt x="853" y="470"/>
                  <a:pt x="855" y="473"/>
                </a:cubicBezTo>
                <a:cubicBezTo>
                  <a:pt x="856" y="474"/>
                  <a:pt x="857" y="476"/>
                  <a:pt x="858" y="477"/>
                </a:cubicBezTo>
                <a:cubicBezTo>
                  <a:pt x="858" y="480"/>
                  <a:pt x="860" y="483"/>
                  <a:pt x="862" y="485"/>
                </a:cubicBezTo>
                <a:cubicBezTo>
                  <a:pt x="863" y="486"/>
                  <a:pt x="862" y="487"/>
                  <a:pt x="862" y="488"/>
                </a:cubicBezTo>
                <a:cubicBezTo>
                  <a:pt x="862" y="489"/>
                  <a:pt x="863" y="490"/>
                  <a:pt x="864" y="491"/>
                </a:cubicBezTo>
                <a:cubicBezTo>
                  <a:pt x="865" y="492"/>
                  <a:pt x="867" y="493"/>
                  <a:pt x="868" y="493"/>
                </a:cubicBezTo>
                <a:cubicBezTo>
                  <a:pt x="871" y="493"/>
                  <a:pt x="874" y="496"/>
                  <a:pt x="877" y="497"/>
                </a:cubicBezTo>
                <a:cubicBezTo>
                  <a:pt x="878" y="497"/>
                  <a:pt x="879" y="498"/>
                  <a:pt x="878" y="499"/>
                </a:cubicBezTo>
                <a:cubicBezTo>
                  <a:pt x="876" y="502"/>
                  <a:pt x="875" y="506"/>
                  <a:pt x="873" y="509"/>
                </a:cubicBezTo>
                <a:cubicBezTo>
                  <a:pt x="873" y="510"/>
                  <a:pt x="872" y="512"/>
                  <a:pt x="872" y="512"/>
                </a:cubicBezTo>
                <a:cubicBezTo>
                  <a:pt x="874" y="516"/>
                  <a:pt x="871" y="520"/>
                  <a:pt x="871" y="523"/>
                </a:cubicBezTo>
                <a:cubicBezTo>
                  <a:pt x="871" y="525"/>
                  <a:pt x="871" y="528"/>
                  <a:pt x="874" y="529"/>
                </a:cubicBezTo>
                <a:cubicBezTo>
                  <a:pt x="876" y="530"/>
                  <a:pt x="877" y="531"/>
                  <a:pt x="877" y="533"/>
                </a:cubicBezTo>
                <a:cubicBezTo>
                  <a:pt x="878" y="534"/>
                  <a:pt x="879" y="536"/>
                  <a:pt x="880" y="537"/>
                </a:cubicBezTo>
                <a:cubicBezTo>
                  <a:pt x="881" y="538"/>
                  <a:pt x="883" y="539"/>
                  <a:pt x="885" y="538"/>
                </a:cubicBezTo>
                <a:cubicBezTo>
                  <a:pt x="887" y="537"/>
                  <a:pt x="888" y="537"/>
                  <a:pt x="890" y="536"/>
                </a:cubicBezTo>
                <a:cubicBezTo>
                  <a:pt x="891" y="535"/>
                  <a:pt x="892" y="533"/>
                  <a:pt x="893" y="533"/>
                </a:cubicBezTo>
                <a:cubicBezTo>
                  <a:pt x="899" y="531"/>
                  <a:pt x="902" y="527"/>
                  <a:pt x="904" y="522"/>
                </a:cubicBezTo>
                <a:cubicBezTo>
                  <a:pt x="906" y="517"/>
                  <a:pt x="910" y="513"/>
                  <a:pt x="912" y="509"/>
                </a:cubicBezTo>
                <a:cubicBezTo>
                  <a:pt x="913" y="508"/>
                  <a:pt x="913" y="508"/>
                  <a:pt x="913" y="508"/>
                </a:cubicBezTo>
                <a:cubicBezTo>
                  <a:pt x="914" y="509"/>
                  <a:pt x="915" y="509"/>
                  <a:pt x="915" y="509"/>
                </a:cubicBezTo>
                <a:cubicBezTo>
                  <a:pt x="916" y="511"/>
                  <a:pt x="916" y="512"/>
                  <a:pt x="916" y="514"/>
                </a:cubicBezTo>
                <a:cubicBezTo>
                  <a:pt x="916" y="519"/>
                  <a:pt x="917" y="524"/>
                  <a:pt x="919" y="529"/>
                </a:cubicBezTo>
                <a:cubicBezTo>
                  <a:pt x="920" y="531"/>
                  <a:pt x="920" y="533"/>
                  <a:pt x="921" y="536"/>
                </a:cubicBezTo>
                <a:cubicBezTo>
                  <a:pt x="921" y="537"/>
                  <a:pt x="921" y="539"/>
                  <a:pt x="921" y="541"/>
                </a:cubicBezTo>
                <a:cubicBezTo>
                  <a:pt x="922" y="542"/>
                  <a:pt x="920" y="544"/>
                  <a:pt x="922" y="545"/>
                </a:cubicBezTo>
                <a:cubicBezTo>
                  <a:pt x="924" y="546"/>
                  <a:pt x="923" y="549"/>
                  <a:pt x="924" y="550"/>
                </a:cubicBezTo>
                <a:cubicBezTo>
                  <a:pt x="925" y="550"/>
                  <a:pt x="926" y="552"/>
                  <a:pt x="926" y="553"/>
                </a:cubicBezTo>
                <a:cubicBezTo>
                  <a:pt x="925" y="556"/>
                  <a:pt x="926" y="559"/>
                  <a:pt x="928" y="561"/>
                </a:cubicBezTo>
                <a:cubicBezTo>
                  <a:pt x="929" y="562"/>
                  <a:pt x="929" y="564"/>
                  <a:pt x="928" y="565"/>
                </a:cubicBezTo>
                <a:cubicBezTo>
                  <a:pt x="927" y="567"/>
                  <a:pt x="925" y="568"/>
                  <a:pt x="924" y="569"/>
                </a:cubicBezTo>
                <a:cubicBezTo>
                  <a:pt x="923" y="570"/>
                  <a:pt x="923" y="572"/>
                  <a:pt x="924" y="573"/>
                </a:cubicBezTo>
                <a:cubicBezTo>
                  <a:pt x="925" y="575"/>
                  <a:pt x="926" y="576"/>
                  <a:pt x="928" y="578"/>
                </a:cubicBezTo>
                <a:cubicBezTo>
                  <a:pt x="930" y="580"/>
                  <a:pt x="933" y="582"/>
                  <a:pt x="934" y="586"/>
                </a:cubicBezTo>
                <a:cubicBezTo>
                  <a:pt x="934" y="587"/>
                  <a:pt x="935" y="588"/>
                  <a:pt x="935" y="588"/>
                </a:cubicBezTo>
                <a:cubicBezTo>
                  <a:pt x="939" y="590"/>
                  <a:pt x="943" y="591"/>
                  <a:pt x="946" y="594"/>
                </a:cubicBezTo>
                <a:cubicBezTo>
                  <a:pt x="946" y="595"/>
                  <a:pt x="947" y="595"/>
                  <a:pt x="948" y="595"/>
                </a:cubicBezTo>
                <a:cubicBezTo>
                  <a:pt x="950" y="594"/>
                  <a:pt x="951" y="596"/>
                  <a:pt x="952" y="597"/>
                </a:cubicBezTo>
                <a:cubicBezTo>
                  <a:pt x="953" y="599"/>
                  <a:pt x="953" y="600"/>
                  <a:pt x="952" y="601"/>
                </a:cubicBezTo>
                <a:cubicBezTo>
                  <a:pt x="951" y="602"/>
                  <a:pt x="950" y="602"/>
                  <a:pt x="949" y="602"/>
                </a:cubicBezTo>
                <a:cubicBezTo>
                  <a:pt x="948" y="602"/>
                  <a:pt x="948" y="603"/>
                  <a:pt x="947" y="603"/>
                </a:cubicBezTo>
                <a:cubicBezTo>
                  <a:pt x="948" y="603"/>
                  <a:pt x="948" y="604"/>
                  <a:pt x="948" y="604"/>
                </a:cubicBezTo>
                <a:cubicBezTo>
                  <a:pt x="950" y="604"/>
                  <a:pt x="951" y="604"/>
                  <a:pt x="952" y="604"/>
                </a:cubicBezTo>
                <a:cubicBezTo>
                  <a:pt x="954" y="604"/>
                  <a:pt x="955" y="605"/>
                  <a:pt x="956" y="607"/>
                </a:cubicBezTo>
                <a:cubicBezTo>
                  <a:pt x="956" y="608"/>
                  <a:pt x="956" y="610"/>
                  <a:pt x="956" y="611"/>
                </a:cubicBezTo>
                <a:cubicBezTo>
                  <a:pt x="956" y="611"/>
                  <a:pt x="956" y="611"/>
                  <a:pt x="956" y="611"/>
                </a:cubicBezTo>
                <a:cubicBezTo>
                  <a:pt x="955" y="611"/>
                  <a:pt x="955" y="611"/>
                  <a:pt x="955" y="611"/>
                </a:cubicBezTo>
                <a:cubicBezTo>
                  <a:pt x="956" y="611"/>
                  <a:pt x="956" y="611"/>
                  <a:pt x="956" y="611"/>
                </a:cubicBezTo>
                <a:cubicBezTo>
                  <a:pt x="960" y="610"/>
                  <a:pt x="962" y="613"/>
                  <a:pt x="964" y="616"/>
                </a:cubicBezTo>
                <a:cubicBezTo>
                  <a:pt x="965" y="616"/>
                  <a:pt x="965" y="618"/>
                  <a:pt x="965" y="619"/>
                </a:cubicBezTo>
                <a:cubicBezTo>
                  <a:pt x="965" y="620"/>
                  <a:pt x="964" y="622"/>
                  <a:pt x="963" y="623"/>
                </a:cubicBezTo>
                <a:cubicBezTo>
                  <a:pt x="962" y="625"/>
                  <a:pt x="963" y="626"/>
                  <a:pt x="963" y="628"/>
                </a:cubicBezTo>
                <a:cubicBezTo>
                  <a:pt x="965" y="631"/>
                  <a:pt x="963" y="633"/>
                  <a:pt x="961" y="635"/>
                </a:cubicBezTo>
                <a:cubicBezTo>
                  <a:pt x="957" y="638"/>
                  <a:pt x="952" y="641"/>
                  <a:pt x="947" y="641"/>
                </a:cubicBezTo>
                <a:cubicBezTo>
                  <a:pt x="945" y="641"/>
                  <a:pt x="943" y="642"/>
                  <a:pt x="941" y="642"/>
                </a:cubicBezTo>
                <a:cubicBezTo>
                  <a:pt x="939" y="642"/>
                  <a:pt x="936" y="644"/>
                  <a:pt x="935" y="646"/>
                </a:cubicBezTo>
                <a:cubicBezTo>
                  <a:pt x="933" y="649"/>
                  <a:pt x="930" y="651"/>
                  <a:pt x="927" y="652"/>
                </a:cubicBezTo>
                <a:cubicBezTo>
                  <a:pt x="926" y="653"/>
                  <a:pt x="925" y="653"/>
                  <a:pt x="924" y="654"/>
                </a:cubicBezTo>
                <a:cubicBezTo>
                  <a:pt x="923" y="654"/>
                  <a:pt x="922" y="654"/>
                  <a:pt x="921" y="654"/>
                </a:cubicBezTo>
                <a:cubicBezTo>
                  <a:pt x="916" y="653"/>
                  <a:pt x="912" y="655"/>
                  <a:pt x="908" y="655"/>
                </a:cubicBezTo>
                <a:cubicBezTo>
                  <a:pt x="897" y="653"/>
                  <a:pt x="887" y="652"/>
                  <a:pt x="877" y="652"/>
                </a:cubicBezTo>
                <a:cubicBezTo>
                  <a:pt x="874" y="651"/>
                  <a:pt x="871" y="650"/>
                  <a:pt x="869" y="651"/>
                </a:cubicBezTo>
                <a:cubicBezTo>
                  <a:pt x="867" y="653"/>
                  <a:pt x="864" y="655"/>
                  <a:pt x="862" y="657"/>
                </a:cubicBezTo>
                <a:cubicBezTo>
                  <a:pt x="862" y="658"/>
                  <a:pt x="861" y="659"/>
                  <a:pt x="861" y="659"/>
                </a:cubicBezTo>
                <a:cubicBezTo>
                  <a:pt x="860" y="662"/>
                  <a:pt x="857" y="663"/>
                  <a:pt x="854" y="664"/>
                </a:cubicBezTo>
                <a:cubicBezTo>
                  <a:pt x="849" y="666"/>
                  <a:pt x="845" y="668"/>
                  <a:pt x="841" y="671"/>
                </a:cubicBezTo>
                <a:cubicBezTo>
                  <a:pt x="840" y="672"/>
                  <a:pt x="839" y="674"/>
                  <a:pt x="839" y="675"/>
                </a:cubicBezTo>
                <a:cubicBezTo>
                  <a:pt x="839" y="675"/>
                  <a:pt x="839" y="675"/>
                  <a:pt x="839" y="675"/>
                </a:cubicBezTo>
                <a:cubicBezTo>
                  <a:pt x="839" y="676"/>
                  <a:pt x="839" y="676"/>
                  <a:pt x="839" y="676"/>
                </a:cubicBezTo>
                <a:cubicBezTo>
                  <a:pt x="839" y="676"/>
                  <a:pt x="839" y="676"/>
                  <a:pt x="839" y="676"/>
                </a:cubicBezTo>
                <a:cubicBezTo>
                  <a:pt x="839" y="676"/>
                  <a:pt x="839" y="676"/>
                  <a:pt x="839" y="676"/>
                </a:cubicBezTo>
                <a:cubicBezTo>
                  <a:pt x="839" y="676"/>
                  <a:pt x="839" y="676"/>
                  <a:pt x="838" y="676"/>
                </a:cubicBezTo>
                <a:cubicBezTo>
                  <a:pt x="836" y="677"/>
                  <a:pt x="836" y="677"/>
                  <a:pt x="835" y="680"/>
                </a:cubicBezTo>
                <a:cubicBezTo>
                  <a:pt x="835" y="680"/>
                  <a:pt x="835" y="680"/>
                  <a:pt x="835" y="680"/>
                </a:cubicBezTo>
                <a:cubicBezTo>
                  <a:pt x="835" y="680"/>
                  <a:pt x="835" y="680"/>
                  <a:pt x="835" y="680"/>
                </a:cubicBezTo>
                <a:cubicBezTo>
                  <a:pt x="835" y="680"/>
                  <a:pt x="835" y="680"/>
                  <a:pt x="835" y="680"/>
                </a:cubicBezTo>
                <a:cubicBezTo>
                  <a:pt x="833" y="681"/>
                  <a:pt x="832" y="681"/>
                  <a:pt x="830" y="682"/>
                </a:cubicBezTo>
                <a:cubicBezTo>
                  <a:pt x="829" y="683"/>
                  <a:pt x="828" y="683"/>
                  <a:pt x="828" y="684"/>
                </a:cubicBezTo>
                <a:cubicBezTo>
                  <a:pt x="827" y="685"/>
                  <a:pt x="827" y="685"/>
                  <a:pt x="827" y="685"/>
                </a:cubicBezTo>
                <a:cubicBezTo>
                  <a:pt x="828" y="684"/>
                  <a:pt x="828" y="684"/>
                  <a:pt x="828" y="684"/>
                </a:cubicBezTo>
                <a:cubicBezTo>
                  <a:pt x="829" y="684"/>
                  <a:pt x="829" y="683"/>
                  <a:pt x="830" y="682"/>
                </a:cubicBezTo>
                <a:cubicBezTo>
                  <a:pt x="832" y="681"/>
                  <a:pt x="834" y="681"/>
                  <a:pt x="835" y="680"/>
                </a:cubicBezTo>
                <a:cubicBezTo>
                  <a:pt x="835" y="680"/>
                  <a:pt x="835" y="680"/>
                  <a:pt x="835" y="680"/>
                </a:cubicBezTo>
                <a:cubicBezTo>
                  <a:pt x="835" y="680"/>
                  <a:pt x="835" y="680"/>
                  <a:pt x="835" y="680"/>
                </a:cubicBezTo>
                <a:cubicBezTo>
                  <a:pt x="836" y="679"/>
                  <a:pt x="837" y="678"/>
                  <a:pt x="838" y="676"/>
                </a:cubicBezTo>
                <a:cubicBezTo>
                  <a:pt x="839" y="676"/>
                  <a:pt x="839" y="676"/>
                  <a:pt x="839" y="676"/>
                </a:cubicBezTo>
                <a:cubicBezTo>
                  <a:pt x="839" y="676"/>
                  <a:pt x="839" y="676"/>
                  <a:pt x="839" y="676"/>
                </a:cubicBezTo>
                <a:cubicBezTo>
                  <a:pt x="839" y="676"/>
                  <a:pt x="839" y="676"/>
                  <a:pt x="839" y="676"/>
                </a:cubicBezTo>
                <a:cubicBezTo>
                  <a:pt x="839" y="676"/>
                  <a:pt x="839" y="676"/>
                  <a:pt x="839" y="676"/>
                </a:cubicBezTo>
                <a:cubicBezTo>
                  <a:pt x="839" y="676"/>
                  <a:pt x="839" y="676"/>
                  <a:pt x="839" y="675"/>
                </a:cubicBezTo>
                <a:cubicBezTo>
                  <a:pt x="848" y="669"/>
                  <a:pt x="858" y="667"/>
                  <a:pt x="868" y="665"/>
                </a:cubicBezTo>
                <a:cubicBezTo>
                  <a:pt x="872" y="664"/>
                  <a:pt x="876" y="665"/>
                  <a:pt x="879" y="667"/>
                </a:cubicBezTo>
                <a:cubicBezTo>
                  <a:pt x="880" y="668"/>
                  <a:pt x="881" y="669"/>
                  <a:pt x="881" y="671"/>
                </a:cubicBezTo>
                <a:cubicBezTo>
                  <a:pt x="882" y="672"/>
                  <a:pt x="881" y="675"/>
                  <a:pt x="880" y="676"/>
                </a:cubicBezTo>
                <a:cubicBezTo>
                  <a:pt x="878" y="678"/>
                  <a:pt x="876" y="679"/>
                  <a:pt x="873" y="680"/>
                </a:cubicBezTo>
                <a:cubicBezTo>
                  <a:pt x="872" y="681"/>
                  <a:pt x="871" y="681"/>
                  <a:pt x="871" y="681"/>
                </a:cubicBezTo>
                <a:cubicBezTo>
                  <a:pt x="871" y="681"/>
                  <a:pt x="872" y="681"/>
                  <a:pt x="872" y="681"/>
                </a:cubicBezTo>
                <a:cubicBezTo>
                  <a:pt x="873" y="682"/>
                  <a:pt x="873" y="681"/>
                  <a:pt x="874" y="682"/>
                </a:cubicBezTo>
                <a:cubicBezTo>
                  <a:pt x="876" y="682"/>
                  <a:pt x="877" y="683"/>
                  <a:pt x="876" y="685"/>
                </a:cubicBezTo>
                <a:cubicBezTo>
                  <a:pt x="875" y="688"/>
                  <a:pt x="875" y="692"/>
                  <a:pt x="875" y="695"/>
                </a:cubicBezTo>
                <a:cubicBezTo>
                  <a:pt x="876" y="699"/>
                  <a:pt x="877" y="701"/>
                  <a:pt x="880" y="702"/>
                </a:cubicBezTo>
                <a:cubicBezTo>
                  <a:pt x="879" y="700"/>
                  <a:pt x="878" y="699"/>
                  <a:pt x="877" y="697"/>
                </a:cubicBezTo>
                <a:cubicBezTo>
                  <a:pt x="877" y="697"/>
                  <a:pt x="877" y="696"/>
                  <a:pt x="877" y="696"/>
                </a:cubicBezTo>
                <a:cubicBezTo>
                  <a:pt x="878" y="696"/>
                  <a:pt x="879" y="696"/>
                  <a:pt x="879" y="696"/>
                </a:cubicBezTo>
                <a:cubicBezTo>
                  <a:pt x="881" y="698"/>
                  <a:pt x="884" y="699"/>
                  <a:pt x="887" y="700"/>
                </a:cubicBezTo>
                <a:cubicBezTo>
                  <a:pt x="891" y="702"/>
                  <a:pt x="891" y="701"/>
                  <a:pt x="891" y="706"/>
                </a:cubicBezTo>
                <a:cubicBezTo>
                  <a:pt x="889" y="706"/>
                  <a:pt x="888" y="706"/>
                  <a:pt x="887" y="706"/>
                </a:cubicBezTo>
                <a:cubicBezTo>
                  <a:pt x="886" y="705"/>
                  <a:pt x="885" y="704"/>
                  <a:pt x="884" y="704"/>
                </a:cubicBezTo>
                <a:cubicBezTo>
                  <a:pt x="883" y="703"/>
                  <a:pt x="883" y="703"/>
                  <a:pt x="882" y="703"/>
                </a:cubicBezTo>
                <a:cubicBezTo>
                  <a:pt x="883" y="705"/>
                  <a:pt x="884" y="706"/>
                  <a:pt x="886" y="706"/>
                </a:cubicBezTo>
                <a:cubicBezTo>
                  <a:pt x="887" y="706"/>
                  <a:pt x="888" y="706"/>
                  <a:pt x="889" y="707"/>
                </a:cubicBezTo>
                <a:cubicBezTo>
                  <a:pt x="890" y="707"/>
                  <a:pt x="891" y="708"/>
                  <a:pt x="892" y="708"/>
                </a:cubicBezTo>
                <a:cubicBezTo>
                  <a:pt x="892" y="708"/>
                  <a:pt x="893" y="708"/>
                  <a:pt x="893" y="707"/>
                </a:cubicBezTo>
                <a:cubicBezTo>
                  <a:pt x="895" y="707"/>
                  <a:pt x="896" y="707"/>
                  <a:pt x="897" y="707"/>
                </a:cubicBezTo>
                <a:cubicBezTo>
                  <a:pt x="898" y="708"/>
                  <a:pt x="899" y="707"/>
                  <a:pt x="900" y="706"/>
                </a:cubicBezTo>
                <a:cubicBezTo>
                  <a:pt x="903" y="702"/>
                  <a:pt x="906" y="698"/>
                  <a:pt x="910" y="694"/>
                </a:cubicBezTo>
                <a:cubicBezTo>
                  <a:pt x="910" y="694"/>
                  <a:pt x="912" y="695"/>
                  <a:pt x="912" y="696"/>
                </a:cubicBezTo>
                <a:cubicBezTo>
                  <a:pt x="912" y="696"/>
                  <a:pt x="913" y="696"/>
                  <a:pt x="913" y="697"/>
                </a:cubicBezTo>
                <a:cubicBezTo>
                  <a:pt x="911" y="700"/>
                  <a:pt x="913" y="702"/>
                  <a:pt x="916" y="704"/>
                </a:cubicBezTo>
                <a:cubicBezTo>
                  <a:pt x="916" y="705"/>
                  <a:pt x="916" y="707"/>
                  <a:pt x="915" y="707"/>
                </a:cubicBezTo>
                <a:cubicBezTo>
                  <a:pt x="914" y="708"/>
                  <a:pt x="914" y="708"/>
                  <a:pt x="913" y="709"/>
                </a:cubicBezTo>
                <a:cubicBezTo>
                  <a:pt x="912" y="709"/>
                  <a:pt x="911" y="709"/>
                  <a:pt x="910" y="710"/>
                </a:cubicBezTo>
                <a:cubicBezTo>
                  <a:pt x="908" y="712"/>
                  <a:pt x="904" y="710"/>
                  <a:pt x="903" y="714"/>
                </a:cubicBezTo>
                <a:cubicBezTo>
                  <a:pt x="901" y="715"/>
                  <a:pt x="899" y="716"/>
                  <a:pt x="898" y="716"/>
                </a:cubicBezTo>
                <a:cubicBezTo>
                  <a:pt x="892" y="718"/>
                  <a:pt x="886" y="720"/>
                  <a:pt x="880" y="722"/>
                </a:cubicBezTo>
                <a:cubicBezTo>
                  <a:pt x="878" y="721"/>
                  <a:pt x="876" y="722"/>
                  <a:pt x="874" y="724"/>
                </a:cubicBezTo>
                <a:cubicBezTo>
                  <a:pt x="871" y="728"/>
                  <a:pt x="867" y="731"/>
                  <a:pt x="862" y="733"/>
                </a:cubicBezTo>
                <a:cubicBezTo>
                  <a:pt x="862" y="733"/>
                  <a:pt x="861" y="733"/>
                  <a:pt x="860" y="733"/>
                </a:cubicBezTo>
                <a:cubicBezTo>
                  <a:pt x="858" y="732"/>
                  <a:pt x="857" y="730"/>
                  <a:pt x="856" y="727"/>
                </a:cubicBezTo>
                <a:cubicBezTo>
                  <a:pt x="856" y="726"/>
                  <a:pt x="856" y="724"/>
                  <a:pt x="857" y="723"/>
                </a:cubicBezTo>
                <a:cubicBezTo>
                  <a:pt x="858" y="720"/>
                  <a:pt x="861" y="718"/>
                  <a:pt x="864" y="716"/>
                </a:cubicBezTo>
                <a:cubicBezTo>
                  <a:pt x="865" y="715"/>
                  <a:pt x="866" y="715"/>
                  <a:pt x="868" y="714"/>
                </a:cubicBezTo>
                <a:cubicBezTo>
                  <a:pt x="868" y="714"/>
                  <a:pt x="868" y="713"/>
                  <a:pt x="868" y="712"/>
                </a:cubicBezTo>
                <a:cubicBezTo>
                  <a:pt x="868" y="712"/>
                  <a:pt x="868" y="712"/>
                  <a:pt x="867" y="712"/>
                </a:cubicBezTo>
                <a:cubicBezTo>
                  <a:pt x="864" y="713"/>
                  <a:pt x="860" y="714"/>
                  <a:pt x="856" y="715"/>
                </a:cubicBezTo>
                <a:cubicBezTo>
                  <a:pt x="855" y="715"/>
                  <a:pt x="854" y="716"/>
                  <a:pt x="854" y="717"/>
                </a:cubicBezTo>
                <a:cubicBezTo>
                  <a:pt x="853" y="718"/>
                  <a:pt x="853" y="720"/>
                  <a:pt x="852" y="720"/>
                </a:cubicBezTo>
                <a:cubicBezTo>
                  <a:pt x="847" y="721"/>
                  <a:pt x="843" y="723"/>
                  <a:pt x="837" y="723"/>
                </a:cubicBezTo>
                <a:cubicBezTo>
                  <a:pt x="835" y="723"/>
                  <a:pt x="834" y="723"/>
                  <a:pt x="832" y="725"/>
                </a:cubicBezTo>
                <a:cubicBezTo>
                  <a:pt x="830" y="727"/>
                  <a:pt x="828" y="727"/>
                  <a:pt x="825" y="729"/>
                </a:cubicBezTo>
                <a:cubicBezTo>
                  <a:pt x="821" y="730"/>
                  <a:pt x="818" y="734"/>
                  <a:pt x="816" y="738"/>
                </a:cubicBezTo>
                <a:cubicBezTo>
                  <a:pt x="815" y="740"/>
                  <a:pt x="815" y="743"/>
                  <a:pt x="814" y="745"/>
                </a:cubicBezTo>
                <a:cubicBezTo>
                  <a:pt x="813" y="747"/>
                  <a:pt x="814" y="749"/>
                  <a:pt x="816" y="751"/>
                </a:cubicBezTo>
                <a:cubicBezTo>
                  <a:pt x="819" y="752"/>
                  <a:pt x="819" y="753"/>
                  <a:pt x="817" y="755"/>
                </a:cubicBezTo>
                <a:cubicBezTo>
                  <a:pt x="816" y="756"/>
                  <a:pt x="815" y="757"/>
                  <a:pt x="814" y="757"/>
                </a:cubicBezTo>
                <a:cubicBezTo>
                  <a:pt x="808" y="757"/>
                  <a:pt x="802" y="760"/>
                  <a:pt x="795" y="759"/>
                </a:cubicBezTo>
                <a:cubicBezTo>
                  <a:pt x="795" y="759"/>
                  <a:pt x="795" y="759"/>
                  <a:pt x="794" y="759"/>
                </a:cubicBezTo>
                <a:cubicBezTo>
                  <a:pt x="794" y="759"/>
                  <a:pt x="793" y="759"/>
                  <a:pt x="793" y="759"/>
                </a:cubicBezTo>
                <a:cubicBezTo>
                  <a:pt x="793" y="760"/>
                  <a:pt x="793" y="760"/>
                  <a:pt x="794" y="760"/>
                </a:cubicBezTo>
                <a:cubicBezTo>
                  <a:pt x="795" y="760"/>
                  <a:pt x="796" y="761"/>
                  <a:pt x="797" y="761"/>
                </a:cubicBezTo>
                <a:cubicBezTo>
                  <a:pt x="797" y="761"/>
                  <a:pt x="797" y="761"/>
                  <a:pt x="797" y="762"/>
                </a:cubicBezTo>
                <a:cubicBezTo>
                  <a:pt x="797" y="762"/>
                  <a:pt x="797" y="762"/>
                  <a:pt x="797" y="763"/>
                </a:cubicBezTo>
                <a:cubicBezTo>
                  <a:pt x="795" y="763"/>
                  <a:pt x="795" y="764"/>
                  <a:pt x="794" y="764"/>
                </a:cubicBezTo>
                <a:cubicBezTo>
                  <a:pt x="791" y="765"/>
                  <a:pt x="789" y="765"/>
                  <a:pt x="787" y="765"/>
                </a:cubicBezTo>
                <a:cubicBezTo>
                  <a:pt x="784" y="765"/>
                  <a:pt x="781" y="766"/>
                  <a:pt x="781" y="770"/>
                </a:cubicBezTo>
                <a:cubicBezTo>
                  <a:pt x="780" y="775"/>
                  <a:pt x="778" y="779"/>
                  <a:pt x="774" y="782"/>
                </a:cubicBezTo>
                <a:cubicBezTo>
                  <a:pt x="773" y="783"/>
                  <a:pt x="772" y="784"/>
                  <a:pt x="770" y="784"/>
                </a:cubicBezTo>
                <a:cubicBezTo>
                  <a:pt x="769" y="784"/>
                  <a:pt x="768" y="785"/>
                  <a:pt x="768" y="786"/>
                </a:cubicBezTo>
                <a:cubicBezTo>
                  <a:pt x="768" y="787"/>
                  <a:pt x="768" y="788"/>
                  <a:pt x="768" y="789"/>
                </a:cubicBezTo>
                <a:cubicBezTo>
                  <a:pt x="768" y="791"/>
                  <a:pt x="768" y="792"/>
                  <a:pt x="767" y="793"/>
                </a:cubicBezTo>
                <a:cubicBezTo>
                  <a:pt x="765" y="796"/>
                  <a:pt x="763" y="799"/>
                  <a:pt x="761" y="801"/>
                </a:cubicBezTo>
                <a:cubicBezTo>
                  <a:pt x="761" y="802"/>
                  <a:pt x="760" y="802"/>
                  <a:pt x="760" y="802"/>
                </a:cubicBezTo>
                <a:cubicBezTo>
                  <a:pt x="760" y="801"/>
                  <a:pt x="759" y="801"/>
                  <a:pt x="759" y="800"/>
                </a:cubicBezTo>
                <a:cubicBezTo>
                  <a:pt x="758" y="798"/>
                  <a:pt x="759" y="797"/>
                  <a:pt x="757" y="795"/>
                </a:cubicBezTo>
                <a:cubicBezTo>
                  <a:pt x="757" y="795"/>
                  <a:pt x="757" y="795"/>
                  <a:pt x="756" y="795"/>
                </a:cubicBezTo>
                <a:cubicBezTo>
                  <a:pt x="756" y="795"/>
                  <a:pt x="755" y="795"/>
                  <a:pt x="755" y="795"/>
                </a:cubicBezTo>
                <a:cubicBezTo>
                  <a:pt x="755" y="799"/>
                  <a:pt x="755" y="802"/>
                  <a:pt x="755" y="806"/>
                </a:cubicBezTo>
                <a:cubicBezTo>
                  <a:pt x="755" y="807"/>
                  <a:pt x="755" y="808"/>
                  <a:pt x="755" y="809"/>
                </a:cubicBezTo>
                <a:cubicBezTo>
                  <a:pt x="757" y="812"/>
                  <a:pt x="757" y="815"/>
                  <a:pt x="755" y="817"/>
                </a:cubicBezTo>
                <a:cubicBezTo>
                  <a:pt x="754" y="819"/>
                  <a:pt x="755" y="821"/>
                  <a:pt x="756" y="822"/>
                </a:cubicBezTo>
                <a:cubicBezTo>
                  <a:pt x="757" y="824"/>
                  <a:pt x="756" y="825"/>
                  <a:pt x="755" y="825"/>
                </a:cubicBezTo>
                <a:cubicBezTo>
                  <a:pt x="754" y="827"/>
                  <a:pt x="753" y="827"/>
                  <a:pt x="752" y="828"/>
                </a:cubicBezTo>
                <a:cubicBezTo>
                  <a:pt x="751" y="829"/>
                  <a:pt x="750" y="829"/>
                  <a:pt x="750" y="831"/>
                </a:cubicBezTo>
                <a:cubicBezTo>
                  <a:pt x="750" y="833"/>
                  <a:pt x="749" y="834"/>
                  <a:pt x="747" y="835"/>
                </a:cubicBezTo>
                <a:cubicBezTo>
                  <a:pt x="743" y="836"/>
                  <a:pt x="739" y="838"/>
                  <a:pt x="736" y="841"/>
                </a:cubicBezTo>
                <a:cubicBezTo>
                  <a:pt x="734" y="842"/>
                  <a:pt x="732" y="844"/>
                  <a:pt x="730" y="845"/>
                </a:cubicBezTo>
                <a:cubicBezTo>
                  <a:pt x="728" y="845"/>
                  <a:pt x="727" y="846"/>
                  <a:pt x="726" y="847"/>
                </a:cubicBezTo>
                <a:cubicBezTo>
                  <a:pt x="725" y="849"/>
                  <a:pt x="724" y="850"/>
                  <a:pt x="722" y="852"/>
                </a:cubicBezTo>
                <a:cubicBezTo>
                  <a:pt x="721" y="853"/>
                  <a:pt x="719" y="855"/>
                  <a:pt x="717" y="856"/>
                </a:cubicBezTo>
                <a:cubicBezTo>
                  <a:pt x="716" y="856"/>
                  <a:pt x="716" y="856"/>
                  <a:pt x="715" y="856"/>
                </a:cubicBezTo>
                <a:cubicBezTo>
                  <a:pt x="709" y="858"/>
                  <a:pt x="705" y="863"/>
                  <a:pt x="701" y="867"/>
                </a:cubicBezTo>
                <a:cubicBezTo>
                  <a:pt x="700" y="868"/>
                  <a:pt x="700" y="870"/>
                  <a:pt x="699" y="871"/>
                </a:cubicBezTo>
                <a:cubicBezTo>
                  <a:pt x="699" y="880"/>
                  <a:pt x="698" y="889"/>
                  <a:pt x="702" y="898"/>
                </a:cubicBezTo>
                <a:cubicBezTo>
                  <a:pt x="702" y="898"/>
                  <a:pt x="702" y="899"/>
                  <a:pt x="702" y="899"/>
                </a:cubicBezTo>
                <a:cubicBezTo>
                  <a:pt x="702" y="902"/>
                  <a:pt x="702" y="905"/>
                  <a:pt x="703" y="908"/>
                </a:cubicBezTo>
                <a:cubicBezTo>
                  <a:pt x="703" y="911"/>
                  <a:pt x="705" y="914"/>
                  <a:pt x="706" y="916"/>
                </a:cubicBezTo>
                <a:cubicBezTo>
                  <a:pt x="706" y="917"/>
                  <a:pt x="706" y="918"/>
                  <a:pt x="706" y="919"/>
                </a:cubicBezTo>
                <a:cubicBezTo>
                  <a:pt x="705" y="924"/>
                  <a:pt x="703" y="929"/>
                  <a:pt x="701" y="933"/>
                </a:cubicBezTo>
                <a:cubicBezTo>
                  <a:pt x="699" y="935"/>
                  <a:pt x="696" y="936"/>
                  <a:pt x="694" y="934"/>
                </a:cubicBezTo>
                <a:cubicBezTo>
                  <a:pt x="692" y="932"/>
                  <a:pt x="690" y="929"/>
                  <a:pt x="689" y="927"/>
                </a:cubicBezTo>
                <a:cubicBezTo>
                  <a:pt x="687" y="921"/>
                  <a:pt x="683" y="916"/>
                  <a:pt x="681" y="909"/>
                </a:cubicBezTo>
                <a:cubicBezTo>
                  <a:pt x="680" y="907"/>
                  <a:pt x="680" y="905"/>
                  <a:pt x="681" y="903"/>
                </a:cubicBezTo>
                <a:cubicBezTo>
                  <a:pt x="681" y="902"/>
                  <a:pt x="682" y="901"/>
                  <a:pt x="682" y="900"/>
                </a:cubicBezTo>
                <a:cubicBezTo>
                  <a:pt x="682" y="898"/>
                  <a:pt x="682" y="896"/>
                  <a:pt x="681" y="895"/>
                </a:cubicBezTo>
                <a:cubicBezTo>
                  <a:pt x="679" y="892"/>
                  <a:pt x="676" y="889"/>
                  <a:pt x="674" y="886"/>
                </a:cubicBezTo>
                <a:cubicBezTo>
                  <a:pt x="673" y="885"/>
                  <a:pt x="672" y="884"/>
                  <a:pt x="670" y="885"/>
                </a:cubicBezTo>
                <a:cubicBezTo>
                  <a:pt x="669" y="885"/>
                  <a:pt x="667" y="886"/>
                  <a:pt x="666" y="886"/>
                </a:cubicBezTo>
                <a:cubicBezTo>
                  <a:pt x="664" y="887"/>
                  <a:pt x="662" y="888"/>
                  <a:pt x="661" y="886"/>
                </a:cubicBezTo>
                <a:cubicBezTo>
                  <a:pt x="657" y="881"/>
                  <a:pt x="651" y="880"/>
                  <a:pt x="645" y="880"/>
                </a:cubicBezTo>
                <a:cubicBezTo>
                  <a:pt x="640" y="880"/>
                  <a:pt x="635" y="879"/>
                  <a:pt x="630" y="880"/>
                </a:cubicBezTo>
                <a:cubicBezTo>
                  <a:pt x="628" y="880"/>
                  <a:pt x="627" y="880"/>
                  <a:pt x="625" y="881"/>
                </a:cubicBezTo>
                <a:cubicBezTo>
                  <a:pt x="623" y="881"/>
                  <a:pt x="622" y="882"/>
                  <a:pt x="622" y="885"/>
                </a:cubicBezTo>
                <a:cubicBezTo>
                  <a:pt x="621" y="887"/>
                  <a:pt x="621" y="889"/>
                  <a:pt x="620" y="891"/>
                </a:cubicBezTo>
                <a:cubicBezTo>
                  <a:pt x="618" y="892"/>
                  <a:pt x="616" y="893"/>
                  <a:pt x="614" y="893"/>
                </a:cubicBezTo>
                <a:cubicBezTo>
                  <a:pt x="610" y="894"/>
                  <a:pt x="606" y="894"/>
                  <a:pt x="603" y="890"/>
                </a:cubicBezTo>
                <a:cubicBezTo>
                  <a:pt x="602" y="888"/>
                  <a:pt x="600" y="887"/>
                  <a:pt x="597" y="888"/>
                </a:cubicBezTo>
                <a:cubicBezTo>
                  <a:pt x="595" y="889"/>
                  <a:pt x="593" y="889"/>
                  <a:pt x="591" y="888"/>
                </a:cubicBezTo>
                <a:cubicBezTo>
                  <a:pt x="588" y="887"/>
                  <a:pt x="585" y="886"/>
                  <a:pt x="582" y="888"/>
                </a:cubicBezTo>
                <a:cubicBezTo>
                  <a:pt x="579" y="889"/>
                  <a:pt x="575" y="889"/>
                  <a:pt x="572" y="892"/>
                </a:cubicBezTo>
                <a:cubicBezTo>
                  <a:pt x="568" y="895"/>
                  <a:pt x="563" y="897"/>
                  <a:pt x="558" y="898"/>
                </a:cubicBezTo>
                <a:cubicBezTo>
                  <a:pt x="554" y="899"/>
                  <a:pt x="551" y="903"/>
                  <a:pt x="549" y="908"/>
                </a:cubicBezTo>
                <a:cubicBezTo>
                  <a:pt x="547" y="913"/>
                  <a:pt x="546" y="918"/>
                  <a:pt x="547" y="923"/>
                </a:cubicBezTo>
                <a:cubicBezTo>
                  <a:pt x="547" y="927"/>
                  <a:pt x="547" y="931"/>
                  <a:pt x="544" y="934"/>
                </a:cubicBezTo>
                <a:cubicBezTo>
                  <a:pt x="543" y="935"/>
                  <a:pt x="543" y="936"/>
                  <a:pt x="542" y="938"/>
                </a:cubicBezTo>
                <a:cubicBezTo>
                  <a:pt x="541" y="945"/>
                  <a:pt x="540" y="953"/>
                  <a:pt x="539" y="961"/>
                </a:cubicBezTo>
                <a:cubicBezTo>
                  <a:pt x="539" y="963"/>
                  <a:pt x="540" y="966"/>
                  <a:pt x="540" y="968"/>
                </a:cubicBezTo>
                <a:cubicBezTo>
                  <a:pt x="540" y="971"/>
                  <a:pt x="541" y="974"/>
                  <a:pt x="541" y="978"/>
                </a:cubicBezTo>
                <a:cubicBezTo>
                  <a:pt x="542" y="980"/>
                  <a:pt x="542" y="981"/>
                  <a:pt x="544" y="983"/>
                </a:cubicBezTo>
                <a:cubicBezTo>
                  <a:pt x="546" y="986"/>
                  <a:pt x="548" y="990"/>
                  <a:pt x="550" y="993"/>
                </a:cubicBezTo>
                <a:cubicBezTo>
                  <a:pt x="551" y="996"/>
                  <a:pt x="553" y="998"/>
                  <a:pt x="556" y="999"/>
                </a:cubicBezTo>
                <a:cubicBezTo>
                  <a:pt x="559" y="1000"/>
                  <a:pt x="561" y="1001"/>
                  <a:pt x="563" y="1003"/>
                </a:cubicBezTo>
                <a:cubicBezTo>
                  <a:pt x="565" y="1006"/>
                  <a:pt x="568" y="1006"/>
                  <a:pt x="571" y="1005"/>
                </a:cubicBezTo>
                <a:cubicBezTo>
                  <a:pt x="574" y="1005"/>
                  <a:pt x="578" y="1003"/>
                  <a:pt x="581" y="1002"/>
                </a:cubicBezTo>
                <a:cubicBezTo>
                  <a:pt x="583" y="1002"/>
                  <a:pt x="585" y="1001"/>
                  <a:pt x="587" y="1002"/>
                </a:cubicBezTo>
                <a:cubicBezTo>
                  <a:pt x="591" y="1003"/>
                  <a:pt x="593" y="1003"/>
                  <a:pt x="595" y="999"/>
                </a:cubicBezTo>
                <a:cubicBezTo>
                  <a:pt x="599" y="995"/>
                  <a:pt x="601" y="990"/>
                  <a:pt x="603" y="984"/>
                </a:cubicBezTo>
                <a:cubicBezTo>
                  <a:pt x="603" y="983"/>
                  <a:pt x="604" y="981"/>
                  <a:pt x="605" y="979"/>
                </a:cubicBezTo>
                <a:cubicBezTo>
                  <a:pt x="606" y="976"/>
                  <a:pt x="608" y="974"/>
                  <a:pt x="611" y="974"/>
                </a:cubicBezTo>
                <a:cubicBezTo>
                  <a:pt x="615" y="974"/>
                  <a:pt x="619" y="974"/>
                  <a:pt x="622" y="972"/>
                </a:cubicBezTo>
                <a:cubicBezTo>
                  <a:pt x="627" y="971"/>
                  <a:pt x="631" y="971"/>
                  <a:pt x="636" y="971"/>
                </a:cubicBezTo>
                <a:cubicBezTo>
                  <a:pt x="638" y="971"/>
                  <a:pt x="639" y="974"/>
                  <a:pt x="639" y="976"/>
                </a:cubicBezTo>
                <a:cubicBezTo>
                  <a:pt x="638" y="977"/>
                  <a:pt x="638" y="978"/>
                  <a:pt x="638" y="979"/>
                </a:cubicBezTo>
                <a:cubicBezTo>
                  <a:pt x="636" y="981"/>
                  <a:pt x="635" y="983"/>
                  <a:pt x="633" y="984"/>
                </a:cubicBezTo>
                <a:cubicBezTo>
                  <a:pt x="631" y="987"/>
                  <a:pt x="630" y="990"/>
                  <a:pt x="630" y="994"/>
                </a:cubicBezTo>
                <a:cubicBezTo>
                  <a:pt x="630" y="996"/>
                  <a:pt x="630" y="999"/>
                  <a:pt x="629" y="1001"/>
                </a:cubicBezTo>
                <a:cubicBezTo>
                  <a:pt x="629" y="1004"/>
                  <a:pt x="627" y="1005"/>
                  <a:pt x="625" y="1005"/>
                </a:cubicBezTo>
                <a:cubicBezTo>
                  <a:pt x="623" y="1005"/>
                  <a:pt x="623" y="1006"/>
                  <a:pt x="623" y="1008"/>
                </a:cubicBezTo>
                <a:cubicBezTo>
                  <a:pt x="622" y="1010"/>
                  <a:pt x="621" y="1012"/>
                  <a:pt x="622" y="1014"/>
                </a:cubicBezTo>
                <a:cubicBezTo>
                  <a:pt x="622" y="1019"/>
                  <a:pt x="621" y="1023"/>
                  <a:pt x="617" y="1027"/>
                </a:cubicBezTo>
                <a:cubicBezTo>
                  <a:pt x="617" y="1027"/>
                  <a:pt x="617" y="1028"/>
                  <a:pt x="618" y="1028"/>
                </a:cubicBezTo>
                <a:cubicBezTo>
                  <a:pt x="620" y="1029"/>
                  <a:pt x="621" y="1029"/>
                  <a:pt x="623" y="1029"/>
                </a:cubicBezTo>
                <a:cubicBezTo>
                  <a:pt x="626" y="1029"/>
                  <a:pt x="629" y="1029"/>
                  <a:pt x="632" y="1029"/>
                </a:cubicBezTo>
                <a:cubicBezTo>
                  <a:pt x="636" y="1029"/>
                  <a:pt x="640" y="1027"/>
                  <a:pt x="644" y="1028"/>
                </a:cubicBezTo>
                <a:cubicBezTo>
                  <a:pt x="647" y="1029"/>
                  <a:pt x="650" y="1029"/>
                  <a:pt x="654" y="1029"/>
                </a:cubicBezTo>
                <a:cubicBezTo>
                  <a:pt x="657" y="1029"/>
                  <a:pt x="660" y="1031"/>
                  <a:pt x="662" y="1033"/>
                </a:cubicBezTo>
                <a:cubicBezTo>
                  <a:pt x="662" y="1034"/>
                  <a:pt x="662" y="1034"/>
                  <a:pt x="662" y="1034"/>
                </a:cubicBezTo>
                <a:cubicBezTo>
                  <a:pt x="663" y="1033"/>
                  <a:pt x="663" y="1033"/>
                  <a:pt x="663" y="1033"/>
                </a:cubicBezTo>
                <a:cubicBezTo>
                  <a:pt x="662" y="1033"/>
                  <a:pt x="662" y="1033"/>
                  <a:pt x="662" y="1033"/>
                </a:cubicBezTo>
                <a:cubicBezTo>
                  <a:pt x="664" y="1034"/>
                  <a:pt x="665" y="1034"/>
                  <a:pt x="666" y="1035"/>
                </a:cubicBezTo>
                <a:cubicBezTo>
                  <a:pt x="667" y="1035"/>
                  <a:pt x="667" y="1036"/>
                  <a:pt x="667" y="1036"/>
                </a:cubicBezTo>
                <a:cubicBezTo>
                  <a:pt x="667" y="1040"/>
                  <a:pt x="668" y="1044"/>
                  <a:pt x="667" y="1048"/>
                </a:cubicBezTo>
                <a:cubicBezTo>
                  <a:pt x="666" y="1051"/>
                  <a:pt x="665" y="1055"/>
                  <a:pt x="665" y="1058"/>
                </a:cubicBezTo>
                <a:cubicBezTo>
                  <a:pt x="665" y="1060"/>
                  <a:pt x="664" y="1061"/>
                  <a:pt x="663" y="1063"/>
                </a:cubicBezTo>
                <a:cubicBezTo>
                  <a:pt x="661" y="1066"/>
                  <a:pt x="661" y="1069"/>
                  <a:pt x="661" y="1073"/>
                </a:cubicBezTo>
                <a:cubicBezTo>
                  <a:pt x="661" y="1074"/>
                  <a:pt x="661" y="1076"/>
                  <a:pt x="662" y="1076"/>
                </a:cubicBezTo>
                <a:cubicBezTo>
                  <a:pt x="663" y="1079"/>
                  <a:pt x="665" y="1082"/>
                  <a:pt x="667" y="1085"/>
                </a:cubicBezTo>
                <a:cubicBezTo>
                  <a:pt x="670" y="1090"/>
                  <a:pt x="674" y="1094"/>
                  <a:pt x="680" y="1094"/>
                </a:cubicBezTo>
                <a:cubicBezTo>
                  <a:pt x="684" y="1096"/>
                  <a:pt x="687" y="1095"/>
                  <a:pt x="690" y="1093"/>
                </a:cubicBezTo>
                <a:cubicBezTo>
                  <a:pt x="691" y="1093"/>
                  <a:pt x="693" y="1092"/>
                  <a:pt x="694" y="1091"/>
                </a:cubicBezTo>
                <a:cubicBezTo>
                  <a:pt x="698" y="1089"/>
                  <a:pt x="702" y="1089"/>
                  <a:pt x="707" y="1090"/>
                </a:cubicBezTo>
                <a:cubicBezTo>
                  <a:pt x="710" y="1091"/>
                  <a:pt x="713" y="1092"/>
                  <a:pt x="716" y="1095"/>
                </a:cubicBezTo>
                <a:cubicBezTo>
                  <a:pt x="718" y="1096"/>
                  <a:pt x="719" y="1098"/>
                  <a:pt x="721" y="1100"/>
                </a:cubicBezTo>
                <a:cubicBezTo>
                  <a:pt x="722" y="1100"/>
                  <a:pt x="723" y="1100"/>
                  <a:pt x="723" y="1101"/>
                </a:cubicBezTo>
                <a:cubicBezTo>
                  <a:pt x="723" y="1101"/>
                  <a:pt x="723" y="1101"/>
                  <a:pt x="723" y="1101"/>
                </a:cubicBezTo>
                <a:cubicBezTo>
                  <a:pt x="724" y="1101"/>
                  <a:pt x="724" y="1101"/>
                  <a:pt x="724" y="1101"/>
                </a:cubicBezTo>
                <a:cubicBezTo>
                  <a:pt x="724" y="1101"/>
                  <a:pt x="724" y="1101"/>
                  <a:pt x="724" y="1101"/>
                </a:cubicBezTo>
                <a:cubicBezTo>
                  <a:pt x="723" y="1101"/>
                  <a:pt x="723" y="1101"/>
                  <a:pt x="723" y="1101"/>
                </a:cubicBezTo>
                <a:cubicBezTo>
                  <a:pt x="724" y="1099"/>
                  <a:pt x="724" y="1098"/>
                  <a:pt x="725" y="1097"/>
                </a:cubicBezTo>
                <a:cubicBezTo>
                  <a:pt x="727" y="1095"/>
                  <a:pt x="728" y="1093"/>
                  <a:pt x="731" y="1092"/>
                </a:cubicBezTo>
                <a:cubicBezTo>
                  <a:pt x="733" y="1090"/>
                  <a:pt x="734" y="1088"/>
                  <a:pt x="734" y="1085"/>
                </a:cubicBezTo>
                <a:cubicBezTo>
                  <a:pt x="735" y="1082"/>
                  <a:pt x="737" y="1080"/>
                  <a:pt x="739" y="1078"/>
                </a:cubicBezTo>
                <a:cubicBezTo>
                  <a:pt x="740" y="1076"/>
                  <a:pt x="742" y="1075"/>
                  <a:pt x="745" y="1075"/>
                </a:cubicBezTo>
                <a:cubicBezTo>
                  <a:pt x="746" y="1075"/>
                  <a:pt x="747" y="1075"/>
                  <a:pt x="747" y="1075"/>
                </a:cubicBezTo>
                <a:cubicBezTo>
                  <a:pt x="750" y="1072"/>
                  <a:pt x="754" y="1072"/>
                  <a:pt x="757" y="1072"/>
                </a:cubicBezTo>
                <a:cubicBezTo>
                  <a:pt x="761" y="1071"/>
                  <a:pt x="763" y="1069"/>
                  <a:pt x="766" y="1066"/>
                </a:cubicBezTo>
                <a:cubicBezTo>
                  <a:pt x="768" y="1064"/>
                  <a:pt x="770" y="1063"/>
                  <a:pt x="773" y="1063"/>
                </a:cubicBezTo>
                <a:cubicBezTo>
                  <a:pt x="774" y="1063"/>
                  <a:pt x="775" y="1063"/>
                  <a:pt x="776" y="1063"/>
                </a:cubicBezTo>
                <a:cubicBezTo>
                  <a:pt x="777" y="1064"/>
                  <a:pt x="778" y="1066"/>
                  <a:pt x="777" y="1067"/>
                </a:cubicBezTo>
                <a:cubicBezTo>
                  <a:pt x="776" y="1069"/>
                  <a:pt x="774" y="1070"/>
                  <a:pt x="772" y="1072"/>
                </a:cubicBezTo>
                <a:cubicBezTo>
                  <a:pt x="772" y="1073"/>
                  <a:pt x="772" y="1074"/>
                  <a:pt x="773" y="1075"/>
                </a:cubicBezTo>
                <a:cubicBezTo>
                  <a:pt x="773" y="1076"/>
                  <a:pt x="774" y="1077"/>
                  <a:pt x="775" y="1076"/>
                </a:cubicBezTo>
                <a:cubicBezTo>
                  <a:pt x="777" y="1075"/>
                  <a:pt x="779" y="1075"/>
                  <a:pt x="780" y="1074"/>
                </a:cubicBezTo>
                <a:cubicBezTo>
                  <a:pt x="783" y="1073"/>
                  <a:pt x="784" y="1072"/>
                  <a:pt x="785" y="1069"/>
                </a:cubicBezTo>
                <a:cubicBezTo>
                  <a:pt x="785" y="1069"/>
                  <a:pt x="785" y="1068"/>
                  <a:pt x="785" y="1067"/>
                </a:cubicBezTo>
                <a:cubicBezTo>
                  <a:pt x="786" y="1066"/>
                  <a:pt x="788" y="1065"/>
                  <a:pt x="789" y="1065"/>
                </a:cubicBezTo>
                <a:cubicBezTo>
                  <a:pt x="790" y="1065"/>
                  <a:pt x="791" y="1066"/>
                  <a:pt x="791" y="1067"/>
                </a:cubicBezTo>
                <a:cubicBezTo>
                  <a:pt x="792" y="1070"/>
                  <a:pt x="794" y="1071"/>
                  <a:pt x="797" y="1072"/>
                </a:cubicBezTo>
                <a:cubicBezTo>
                  <a:pt x="798" y="1072"/>
                  <a:pt x="800" y="1072"/>
                  <a:pt x="801" y="1072"/>
                </a:cubicBezTo>
                <a:cubicBezTo>
                  <a:pt x="804" y="1073"/>
                  <a:pt x="805" y="1075"/>
                  <a:pt x="806" y="1077"/>
                </a:cubicBezTo>
                <a:cubicBezTo>
                  <a:pt x="806" y="1077"/>
                  <a:pt x="806" y="1078"/>
                  <a:pt x="806" y="1078"/>
                </a:cubicBezTo>
                <a:cubicBezTo>
                  <a:pt x="806" y="1080"/>
                  <a:pt x="807" y="1081"/>
                  <a:pt x="809" y="1081"/>
                </a:cubicBezTo>
                <a:cubicBezTo>
                  <a:pt x="812" y="1080"/>
                  <a:pt x="816" y="1080"/>
                  <a:pt x="819" y="1080"/>
                </a:cubicBezTo>
                <a:cubicBezTo>
                  <a:pt x="822" y="1079"/>
                  <a:pt x="825" y="1079"/>
                  <a:pt x="828" y="1081"/>
                </a:cubicBezTo>
                <a:cubicBezTo>
                  <a:pt x="832" y="1085"/>
                  <a:pt x="838" y="1082"/>
                  <a:pt x="841" y="1079"/>
                </a:cubicBezTo>
                <a:cubicBezTo>
                  <a:pt x="841" y="1079"/>
                  <a:pt x="841" y="1077"/>
                  <a:pt x="842" y="1076"/>
                </a:cubicBezTo>
                <a:cubicBezTo>
                  <a:pt x="842" y="1075"/>
                  <a:pt x="843" y="1075"/>
                  <a:pt x="844" y="1076"/>
                </a:cubicBezTo>
                <a:cubicBezTo>
                  <a:pt x="845" y="1077"/>
                  <a:pt x="847" y="1078"/>
                  <a:pt x="849" y="1078"/>
                </a:cubicBezTo>
                <a:cubicBezTo>
                  <a:pt x="852" y="1078"/>
                  <a:pt x="856" y="1077"/>
                  <a:pt x="859" y="1078"/>
                </a:cubicBezTo>
                <a:cubicBezTo>
                  <a:pt x="859" y="1078"/>
                  <a:pt x="859" y="1079"/>
                  <a:pt x="860" y="1079"/>
                </a:cubicBezTo>
                <a:cubicBezTo>
                  <a:pt x="860" y="1079"/>
                  <a:pt x="860" y="1080"/>
                  <a:pt x="859" y="1081"/>
                </a:cubicBezTo>
                <a:cubicBezTo>
                  <a:pt x="859" y="1081"/>
                  <a:pt x="858" y="1081"/>
                  <a:pt x="858" y="1081"/>
                </a:cubicBezTo>
                <a:cubicBezTo>
                  <a:pt x="857" y="1081"/>
                  <a:pt x="855" y="1081"/>
                  <a:pt x="856" y="1083"/>
                </a:cubicBezTo>
                <a:cubicBezTo>
                  <a:pt x="856" y="1084"/>
                  <a:pt x="857" y="1084"/>
                  <a:pt x="858" y="1085"/>
                </a:cubicBezTo>
                <a:cubicBezTo>
                  <a:pt x="861" y="1086"/>
                  <a:pt x="863" y="1088"/>
                  <a:pt x="866" y="1089"/>
                </a:cubicBezTo>
                <a:cubicBezTo>
                  <a:pt x="869" y="1090"/>
                  <a:pt x="871" y="1092"/>
                  <a:pt x="871" y="1096"/>
                </a:cubicBezTo>
                <a:cubicBezTo>
                  <a:pt x="871" y="1097"/>
                  <a:pt x="872" y="1097"/>
                  <a:pt x="873" y="1098"/>
                </a:cubicBezTo>
                <a:cubicBezTo>
                  <a:pt x="874" y="1098"/>
                  <a:pt x="877" y="1098"/>
                  <a:pt x="878" y="1098"/>
                </a:cubicBezTo>
                <a:cubicBezTo>
                  <a:pt x="880" y="1099"/>
                  <a:pt x="883" y="1100"/>
                  <a:pt x="884" y="1102"/>
                </a:cubicBezTo>
                <a:cubicBezTo>
                  <a:pt x="887" y="1104"/>
                  <a:pt x="889" y="1106"/>
                  <a:pt x="892" y="1109"/>
                </a:cubicBezTo>
                <a:cubicBezTo>
                  <a:pt x="893" y="1110"/>
                  <a:pt x="894" y="1112"/>
                  <a:pt x="894" y="1114"/>
                </a:cubicBezTo>
                <a:cubicBezTo>
                  <a:pt x="895" y="1114"/>
                  <a:pt x="895" y="1115"/>
                  <a:pt x="896" y="1115"/>
                </a:cubicBezTo>
                <a:cubicBezTo>
                  <a:pt x="900" y="1116"/>
                  <a:pt x="903" y="1120"/>
                  <a:pt x="907" y="1122"/>
                </a:cubicBezTo>
                <a:cubicBezTo>
                  <a:pt x="908" y="1123"/>
                  <a:pt x="909" y="1123"/>
                  <a:pt x="910" y="1123"/>
                </a:cubicBezTo>
                <a:cubicBezTo>
                  <a:pt x="914" y="1123"/>
                  <a:pt x="919" y="1123"/>
                  <a:pt x="923" y="1123"/>
                </a:cubicBezTo>
                <a:cubicBezTo>
                  <a:pt x="927" y="1123"/>
                  <a:pt x="931" y="1124"/>
                  <a:pt x="935" y="1125"/>
                </a:cubicBezTo>
                <a:cubicBezTo>
                  <a:pt x="935" y="1126"/>
                  <a:pt x="936" y="1127"/>
                  <a:pt x="938" y="1127"/>
                </a:cubicBezTo>
                <a:cubicBezTo>
                  <a:pt x="947" y="1128"/>
                  <a:pt x="953" y="1135"/>
                  <a:pt x="959" y="1141"/>
                </a:cubicBezTo>
                <a:cubicBezTo>
                  <a:pt x="960" y="1143"/>
                  <a:pt x="962" y="1145"/>
                  <a:pt x="962" y="1147"/>
                </a:cubicBezTo>
                <a:cubicBezTo>
                  <a:pt x="963" y="1151"/>
                  <a:pt x="965" y="1155"/>
                  <a:pt x="968" y="1159"/>
                </a:cubicBezTo>
                <a:cubicBezTo>
                  <a:pt x="969" y="1160"/>
                  <a:pt x="970" y="1162"/>
                  <a:pt x="972" y="1164"/>
                </a:cubicBezTo>
                <a:cubicBezTo>
                  <a:pt x="973" y="1166"/>
                  <a:pt x="973" y="1168"/>
                  <a:pt x="973" y="1170"/>
                </a:cubicBezTo>
                <a:cubicBezTo>
                  <a:pt x="972" y="1172"/>
                  <a:pt x="971" y="1175"/>
                  <a:pt x="971" y="1178"/>
                </a:cubicBezTo>
                <a:cubicBezTo>
                  <a:pt x="967" y="1179"/>
                  <a:pt x="964" y="1180"/>
                  <a:pt x="962" y="1182"/>
                </a:cubicBezTo>
                <a:cubicBezTo>
                  <a:pt x="964" y="1183"/>
                  <a:pt x="965" y="1183"/>
                  <a:pt x="966" y="1185"/>
                </a:cubicBezTo>
                <a:cubicBezTo>
                  <a:pt x="969" y="1182"/>
                  <a:pt x="972" y="1182"/>
                  <a:pt x="975" y="1182"/>
                </a:cubicBezTo>
                <a:cubicBezTo>
                  <a:pt x="975" y="1183"/>
                  <a:pt x="975" y="1183"/>
                  <a:pt x="975" y="1183"/>
                </a:cubicBezTo>
                <a:cubicBezTo>
                  <a:pt x="975" y="1183"/>
                  <a:pt x="975" y="1183"/>
                  <a:pt x="975" y="1183"/>
                </a:cubicBezTo>
                <a:cubicBezTo>
                  <a:pt x="975" y="1183"/>
                  <a:pt x="975" y="1183"/>
                  <a:pt x="975" y="1183"/>
                </a:cubicBezTo>
                <a:cubicBezTo>
                  <a:pt x="975" y="1183"/>
                  <a:pt x="975" y="1183"/>
                  <a:pt x="975" y="1183"/>
                </a:cubicBezTo>
                <a:cubicBezTo>
                  <a:pt x="975" y="1182"/>
                  <a:pt x="975" y="1181"/>
                  <a:pt x="975" y="1181"/>
                </a:cubicBezTo>
                <a:cubicBezTo>
                  <a:pt x="978" y="1182"/>
                  <a:pt x="981" y="1182"/>
                  <a:pt x="984" y="1183"/>
                </a:cubicBezTo>
                <a:cubicBezTo>
                  <a:pt x="986" y="1184"/>
                  <a:pt x="987" y="1186"/>
                  <a:pt x="987" y="1189"/>
                </a:cubicBezTo>
                <a:cubicBezTo>
                  <a:pt x="986" y="1190"/>
                  <a:pt x="986" y="1190"/>
                  <a:pt x="986" y="1191"/>
                </a:cubicBezTo>
                <a:cubicBezTo>
                  <a:pt x="986" y="1192"/>
                  <a:pt x="986" y="1193"/>
                  <a:pt x="987" y="1193"/>
                </a:cubicBezTo>
                <a:cubicBezTo>
                  <a:pt x="987" y="1193"/>
                  <a:pt x="987" y="1192"/>
                  <a:pt x="988" y="1192"/>
                </a:cubicBezTo>
                <a:cubicBezTo>
                  <a:pt x="989" y="1189"/>
                  <a:pt x="992" y="1188"/>
                  <a:pt x="995" y="1189"/>
                </a:cubicBezTo>
                <a:cubicBezTo>
                  <a:pt x="999" y="1189"/>
                  <a:pt x="1003" y="1190"/>
                  <a:pt x="1006" y="1191"/>
                </a:cubicBezTo>
                <a:cubicBezTo>
                  <a:pt x="1011" y="1193"/>
                  <a:pt x="1014" y="1196"/>
                  <a:pt x="1020" y="1197"/>
                </a:cubicBezTo>
                <a:cubicBezTo>
                  <a:pt x="1021" y="1197"/>
                  <a:pt x="1022" y="1198"/>
                  <a:pt x="1023" y="1199"/>
                </a:cubicBezTo>
                <a:cubicBezTo>
                  <a:pt x="1024" y="1201"/>
                  <a:pt x="1024" y="1203"/>
                  <a:pt x="1025" y="1204"/>
                </a:cubicBezTo>
                <a:cubicBezTo>
                  <a:pt x="1025" y="1206"/>
                  <a:pt x="1026" y="1206"/>
                  <a:pt x="1027" y="1206"/>
                </a:cubicBezTo>
                <a:cubicBezTo>
                  <a:pt x="1029" y="1205"/>
                  <a:pt x="1030" y="1204"/>
                  <a:pt x="1031" y="1204"/>
                </a:cubicBezTo>
                <a:cubicBezTo>
                  <a:pt x="1032" y="1204"/>
                  <a:pt x="1033" y="1203"/>
                  <a:pt x="1035" y="1204"/>
                </a:cubicBezTo>
                <a:cubicBezTo>
                  <a:pt x="1043" y="1206"/>
                  <a:pt x="1052" y="1207"/>
                  <a:pt x="1061" y="1207"/>
                </a:cubicBezTo>
                <a:cubicBezTo>
                  <a:pt x="1064" y="1207"/>
                  <a:pt x="1066" y="1208"/>
                  <a:pt x="1069" y="1209"/>
                </a:cubicBezTo>
                <a:cubicBezTo>
                  <a:pt x="1074" y="1212"/>
                  <a:pt x="1079" y="1214"/>
                  <a:pt x="1083" y="1220"/>
                </a:cubicBezTo>
                <a:cubicBezTo>
                  <a:pt x="1085" y="1223"/>
                  <a:pt x="1089" y="1224"/>
                  <a:pt x="1092" y="1226"/>
                </a:cubicBezTo>
                <a:cubicBezTo>
                  <a:pt x="1094" y="1228"/>
                  <a:pt x="1097" y="1229"/>
                  <a:pt x="1100" y="1229"/>
                </a:cubicBezTo>
                <a:cubicBezTo>
                  <a:pt x="1102" y="1229"/>
                  <a:pt x="1104" y="1229"/>
                  <a:pt x="1106" y="1230"/>
                </a:cubicBezTo>
                <a:cubicBezTo>
                  <a:pt x="1107" y="1231"/>
                  <a:pt x="1108" y="1232"/>
                  <a:pt x="1108" y="1232"/>
                </a:cubicBezTo>
                <a:cubicBezTo>
                  <a:pt x="1110" y="1237"/>
                  <a:pt x="1112" y="1242"/>
                  <a:pt x="1112" y="1247"/>
                </a:cubicBezTo>
                <a:close/>
                <a:moveTo>
                  <a:pt x="931" y="613"/>
                </a:moveTo>
                <a:cubicBezTo>
                  <a:pt x="933" y="611"/>
                  <a:pt x="936" y="611"/>
                  <a:pt x="937" y="608"/>
                </a:cubicBezTo>
                <a:cubicBezTo>
                  <a:pt x="937" y="608"/>
                  <a:pt x="936" y="607"/>
                  <a:pt x="936" y="607"/>
                </a:cubicBezTo>
                <a:cubicBezTo>
                  <a:pt x="934" y="608"/>
                  <a:pt x="932" y="609"/>
                  <a:pt x="930" y="611"/>
                </a:cubicBezTo>
                <a:cubicBezTo>
                  <a:pt x="930" y="611"/>
                  <a:pt x="931" y="612"/>
                  <a:pt x="931" y="613"/>
                </a:cubicBezTo>
                <a:close/>
                <a:moveTo>
                  <a:pt x="889" y="622"/>
                </a:moveTo>
                <a:cubicBezTo>
                  <a:pt x="889" y="622"/>
                  <a:pt x="889" y="622"/>
                  <a:pt x="889" y="622"/>
                </a:cubicBezTo>
                <a:cubicBezTo>
                  <a:pt x="888" y="622"/>
                  <a:pt x="888" y="622"/>
                  <a:pt x="888" y="622"/>
                </a:cubicBezTo>
                <a:lnTo>
                  <a:pt x="889" y="622"/>
                </a:lnTo>
                <a:close/>
                <a:moveTo>
                  <a:pt x="885" y="602"/>
                </a:moveTo>
                <a:cubicBezTo>
                  <a:pt x="885" y="602"/>
                  <a:pt x="886" y="602"/>
                  <a:pt x="886" y="602"/>
                </a:cubicBezTo>
                <a:cubicBezTo>
                  <a:pt x="887" y="603"/>
                  <a:pt x="888" y="604"/>
                  <a:pt x="889" y="604"/>
                </a:cubicBezTo>
                <a:cubicBezTo>
                  <a:pt x="892" y="604"/>
                  <a:pt x="895" y="603"/>
                  <a:pt x="898" y="605"/>
                </a:cubicBezTo>
                <a:cubicBezTo>
                  <a:pt x="899" y="605"/>
                  <a:pt x="900" y="604"/>
                  <a:pt x="902" y="604"/>
                </a:cubicBezTo>
                <a:cubicBezTo>
                  <a:pt x="902" y="604"/>
                  <a:pt x="902" y="603"/>
                  <a:pt x="902" y="603"/>
                </a:cubicBezTo>
                <a:cubicBezTo>
                  <a:pt x="902" y="602"/>
                  <a:pt x="902" y="601"/>
                  <a:pt x="902" y="601"/>
                </a:cubicBezTo>
                <a:cubicBezTo>
                  <a:pt x="898" y="600"/>
                  <a:pt x="895" y="598"/>
                  <a:pt x="891" y="600"/>
                </a:cubicBezTo>
                <a:cubicBezTo>
                  <a:pt x="889" y="601"/>
                  <a:pt x="887" y="601"/>
                  <a:pt x="886" y="601"/>
                </a:cubicBezTo>
                <a:cubicBezTo>
                  <a:pt x="885" y="601"/>
                  <a:pt x="885" y="601"/>
                  <a:pt x="885" y="602"/>
                </a:cubicBezTo>
                <a:close/>
                <a:moveTo>
                  <a:pt x="856" y="591"/>
                </a:moveTo>
                <a:cubicBezTo>
                  <a:pt x="856" y="591"/>
                  <a:pt x="856" y="592"/>
                  <a:pt x="857" y="592"/>
                </a:cubicBezTo>
                <a:cubicBezTo>
                  <a:pt x="856" y="592"/>
                  <a:pt x="856" y="591"/>
                  <a:pt x="856" y="591"/>
                </a:cubicBezTo>
                <a:cubicBezTo>
                  <a:pt x="856" y="591"/>
                  <a:pt x="856" y="590"/>
                  <a:pt x="856" y="590"/>
                </a:cubicBezTo>
                <a:cubicBezTo>
                  <a:pt x="855" y="591"/>
                  <a:pt x="855" y="591"/>
                  <a:pt x="856" y="591"/>
                </a:cubicBezTo>
                <a:close/>
                <a:moveTo>
                  <a:pt x="850" y="598"/>
                </a:moveTo>
                <a:cubicBezTo>
                  <a:pt x="850" y="598"/>
                  <a:pt x="851" y="598"/>
                  <a:pt x="851" y="598"/>
                </a:cubicBezTo>
                <a:cubicBezTo>
                  <a:pt x="851" y="597"/>
                  <a:pt x="851" y="596"/>
                  <a:pt x="851" y="596"/>
                </a:cubicBezTo>
                <a:cubicBezTo>
                  <a:pt x="851" y="594"/>
                  <a:pt x="851" y="594"/>
                  <a:pt x="851" y="593"/>
                </a:cubicBezTo>
                <a:cubicBezTo>
                  <a:pt x="851" y="592"/>
                  <a:pt x="850" y="592"/>
                  <a:pt x="850" y="591"/>
                </a:cubicBezTo>
                <a:cubicBezTo>
                  <a:pt x="850" y="592"/>
                  <a:pt x="849" y="593"/>
                  <a:pt x="848" y="593"/>
                </a:cubicBezTo>
                <a:cubicBezTo>
                  <a:pt x="847" y="596"/>
                  <a:pt x="848" y="598"/>
                  <a:pt x="850" y="598"/>
                </a:cubicBezTo>
                <a:close/>
                <a:moveTo>
                  <a:pt x="826" y="583"/>
                </a:moveTo>
                <a:cubicBezTo>
                  <a:pt x="827" y="583"/>
                  <a:pt x="827" y="583"/>
                  <a:pt x="827" y="583"/>
                </a:cubicBezTo>
                <a:cubicBezTo>
                  <a:pt x="829" y="583"/>
                  <a:pt x="829" y="583"/>
                  <a:pt x="828" y="583"/>
                </a:cubicBezTo>
                <a:cubicBezTo>
                  <a:pt x="827" y="583"/>
                  <a:pt x="827" y="583"/>
                  <a:pt x="826" y="583"/>
                </a:cubicBezTo>
                <a:close/>
                <a:moveTo>
                  <a:pt x="806" y="639"/>
                </a:moveTo>
                <a:cubicBezTo>
                  <a:pt x="806" y="639"/>
                  <a:pt x="806" y="640"/>
                  <a:pt x="806" y="640"/>
                </a:cubicBezTo>
                <a:cubicBezTo>
                  <a:pt x="808" y="639"/>
                  <a:pt x="809" y="638"/>
                  <a:pt x="811" y="637"/>
                </a:cubicBezTo>
                <a:cubicBezTo>
                  <a:pt x="811" y="637"/>
                  <a:pt x="811" y="637"/>
                  <a:pt x="811" y="637"/>
                </a:cubicBezTo>
                <a:cubicBezTo>
                  <a:pt x="811" y="637"/>
                  <a:pt x="810" y="636"/>
                  <a:pt x="810" y="636"/>
                </a:cubicBezTo>
                <a:cubicBezTo>
                  <a:pt x="808" y="637"/>
                  <a:pt x="807" y="638"/>
                  <a:pt x="806" y="639"/>
                </a:cubicBezTo>
                <a:close/>
                <a:moveTo>
                  <a:pt x="790" y="669"/>
                </a:moveTo>
                <a:cubicBezTo>
                  <a:pt x="790" y="669"/>
                  <a:pt x="790" y="669"/>
                  <a:pt x="790" y="669"/>
                </a:cubicBezTo>
                <a:cubicBezTo>
                  <a:pt x="791" y="669"/>
                  <a:pt x="791" y="669"/>
                  <a:pt x="791" y="669"/>
                </a:cubicBezTo>
                <a:cubicBezTo>
                  <a:pt x="791" y="669"/>
                  <a:pt x="791" y="668"/>
                  <a:pt x="791" y="668"/>
                </a:cubicBezTo>
                <a:cubicBezTo>
                  <a:pt x="791" y="668"/>
                  <a:pt x="791" y="668"/>
                  <a:pt x="790" y="668"/>
                </a:cubicBezTo>
                <a:cubicBezTo>
                  <a:pt x="790" y="668"/>
                  <a:pt x="790" y="668"/>
                  <a:pt x="790" y="669"/>
                </a:cubicBezTo>
                <a:close/>
                <a:moveTo>
                  <a:pt x="885" y="430"/>
                </a:moveTo>
                <a:cubicBezTo>
                  <a:pt x="885" y="429"/>
                  <a:pt x="884" y="428"/>
                  <a:pt x="884" y="427"/>
                </a:cubicBezTo>
                <a:cubicBezTo>
                  <a:pt x="883" y="427"/>
                  <a:pt x="883" y="426"/>
                  <a:pt x="883" y="426"/>
                </a:cubicBezTo>
                <a:cubicBezTo>
                  <a:pt x="882" y="426"/>
                  <a:pt x="882" y="426"/>
                  <a:pt x="881" y="427"/>
                </a:cubicBezTo>
                <a:cubicBezTo>
                  <a:pt x="880" y="429"/>
                  <a:pt x="879" y="431"/>
                  <a:pt x="878" y="433"/>
                </a:cubicBezTo>
                <a:cubicBezTo>
                  <a:pt x="878" y="433"/>
                  <a:pt x="878" y="434"/>
                  <a:pt x="878" y="434"/>
                </a:cubicBezTo>
                <a:cubicBezTo>
                  <a:pt x="879" y="434"/>
                  <a:pt x="880" y="434"/>
                  <a:pt x="880" y="434"/>
                </a:cubicBezTo>
                <a:cubicBezTo>
                  <a:pt x="883" y="434"/>
                  <a:pt x="884" y="432"/>
                  <a:pt x="885" y="430"/>
                </a:cubicBezTo>
                <a:close/>
                <a:moveTo>
                  <a:pt x="933" y="340"/>
                </a:moveTo>
                <a:cubicBezTo>
                  <a:pt x="932" y="340"/>
                  <a:pt x="932" y="340"/>
                  <a:pt x="932" y="340"/>
                </a:cubicBezTo>
                <a:cubicBezTo>
                  <a:pt x="932" y="341"/>
                  <a:pt x="932" y="341"/>
                  <a:pt x="932" y="341"/>
                </a:cubicBezTo>
                <a:cubicBezTo>
                  <a:pt x="933" y="341"/>
                  <a:pt x="933" y="341"/>
                  <a:pt x="933" y="341"/>
                </a:cubicBezTo>
                <a:cubicBezTo>
                  <a:pt x="933" y="340"/>
                  <a:pt x="933" y="340"/>
                  <a:pt x="933" y="340"/>
                </a:cubicBezTo>
                <a:cubicBezTo>
                  <a:pt x="934" y="340"/>
                  <a:pt x="934" y="339"/>
                  <a:pt x="934" y="338"/>
                </a:cubicBezTo>
                <a:cubicBezTo>
                  <a:pt x="934" y="338"/>
                  <a:pt x="934" y="337"/>
                  <a:pt x="933" y="337"/>
                </a:cubicBezTo>
                <a:cubicBezTo>
                  <a:pt x="932" y="338"/>
                  <a:pt x="932" y="338"/>
                  <a:pt x="932" y="338"/>
                </a:cubicBezTo>
                <a:cubicBezTo>
                  <a:pt x="932" y="339"/>
                  <a:pt x="932" y="340"/>
                  <a:pt x="933" y="340"/>
                </a:cubicBezTo>
                <a:close/>
                <a:moveTo>
                  <a:pt x="863" y="283"/>
                </a:moveTo>
                <a:cubicBezTo>
                  <a:pt x="863" y="282"/>
                  <a:pt x="863" y="282"/>
                  <a:pt x="863" y="282"/>
                </a:cubicBezTo>
                <a:cubicBezTo>
                  <a:pt x="863" y="282"/>
                  <a:pt x="863" y="282"/>
                  <a:pt x="862" y="283"/>
                </a:cubicBezTo>
                <a:cubicBezTo>
                  <a:pt x="861" y="284"/>
                  <a:pt x="863" y="283"/>
                  <a:pt x="863" y="283"/>
                </a:cubicBezTo>
                <a:close/>
                <a:moveTo>
                  <a:pt x="821" y="298"/>
                </a:moveTo>
                <a:cubicBezTo>
                  <a:pt x="822" y="297"/>
                  <a:pt x="822" y="297"/>
                  <a:pt x="822" y="297"/>
                </a:cubicBezTo>
                <a:cubicBezTo>
                  <a:pt x="821" y="297"/>
                  <a:pt x="821" y="297"/>
                  <a:pt x="821" y="297"/>
                </a:cubicBezTo>
                <a:lnTo>
                  <a:pt x="821" y="298"/>
                </a:lnTo>
                <a:close/>
                <a:moveTo>
                  <a:pt x="815" y="324"/>
                </a:moveTo>
                <a:cubicBezTo>
                  <a:pt x="816" y="325"/>
                  <a:pt x="818" y="326"/>
                  <a:pt x="819" y="326"/>
                </a:cubicBezTo>
                <a:cubicBezTo>
                  <a:pt x="819" y="326"/>
                  <a:pt x="819" y="326"/>
                  <a:pt x="819" y="326"/>
                </a:cubicBezTo>
                <a:cubicBezTo>
                  <a:pt x="818" y="325"/>
                  <a:pt x="816" y="325"/>
                  <a:pt x="815" y="324"/>
                </a:cubicBezTo>
                <a:close/>
                <a:moveTo>
                  <a:pt x="744" y="399"/>
                </a:moveTo>
                <a:cubicBezTo>
                  <a:pt x="745" y="401"/>
                  <a:pt x="746" y="404"/>
                  <a:pt x="749" y="406"/>
                </a:cubicBezTo>
                <a:cubicBezTo>
                  <a:pt x="749" y="406"/>
                  <a:pt x="751" y="407"/>
                  <a:pt x="752" y="407"/>
                </a:cubicBezTo>
                <a:cubicBezTo>
                  <a:pt x="752" y="407"/>
                  <a:pt x="752" y="407"/>
                  <a:pt x="752" y="407"/>
                </a:cubicBezTo>
                <a:cubicBezTo>
                  <a:pt x="752" y="406"/>
                  <a:pt x="752" y="406"/>
                  <a:pt x="752" y="406"/>
                </a:cubicBezTo>
                <a:cubicBezTo>
                  <a:pt x="751" y="403"/>
                  <a:pt x="749" y="399"/>
                  <a:pt x="746" y="397"/>
                </a:cubicBezTo>
                <a:cubicBezTo>
                  <a:pt x="746" y="397"/>
                  <a:pt x="745" y="397"/>
                  <a:pt x="745" y="397"/>
                </a:cubicBezTo>
                <a:cubicBezTo>
                  <a:pt x="744" y="397"/>
                  <a:pt x="744" y="398"/>
                  <a:pt x="744" y="399"/>
                </a:cubicBezTo>
                <a:close/>
                <a:moveTo>
                  <a:pt x="686" y="417"/>
                </a:moveTo>
                <a:cubicBezTo>
                  <a:pt x="687" y="418"/>
                  <a:pt x="688" y="418"/>
                  <a:pt x="691" y="417"/>
                </a:cubicBezTo>
                <a:cubicBezTo>
                  <a:pt x="691" y="418"/>
                  <a:pt x="691" y="418"/>
                  <a:pt x="691" y="418"/>
                </a:cubicBezTo>
                <a:cubicBezTo>
                  <a:pt x="691" y="418"/>
                  <a:pt x="691" y="418"/>
                  <a:pt x="691" y="418"/>
                </a:cubicBezTo>
                <a:cubicBezTo>
                  <a:pt x="693" y="419"/>
                  <a:pt x="694" y="419"/>
                  <a:pt x="695" y="419"/>
                </a:cubicBezTo>
                <a:cubicBezTo>
                  <a:pt x="696" y="420"/>
                  <a:pt x="696" y="420"/>
                  <a:pt x="696" y="420"/>
                </a:cubicBezTo>
                <a:cubicBezTo>
                  <a:pt x="696" y="420"/>
                  <a:pt x="696" y="420"/>
                  <a:pt x="696" y="420"/>
                </a:cubicBezTo>
                <a:cubicBezTo>
                  <a:pt x="696" y="419"/>
                  <a:pt x="696" y="419"/>
                  <a:pt x="696" y="419"/>
                </a:cubicBezTo>
                <a:cubicBezTo>
                  <a:pt x="696" y="419"/>
                  <a:pt x="696" y="419"/>
                  <a:pt x="695" y="419"/>
                </a:cubicBezTo>
                <a:cubicBezTo>
                  <a:pt x="694" y="418"/>
                  <a:pt x="693" y="418"/>
                  <a:pt x="691" y="418"/>
                </a:cubicBezTo>
                <a:cubicBezTo>
                  <a:pt x="691" y="418"/>
                  <a:pt x="691" y="418"/>
                  <a:pt x="691" y="417"/>
                </a:cubicBezTo>
                <a:cubicBezTo>
                  <a:pt x="691" y="417"/>
                  <a:pt x="691" y="417"/>
                  <a:pt x="691" y="417"/>
                </a:cubicBezTo>
                <a:cubicBezTo>
                  <a:pt x="690" y="415"/>
                  <a:pt x="689" y="415"/>
                  <a:pt x="687" y="414"/>
                </a:cubicBezTo>
                <a:cubicBezTo>
                  <a:pt x="687" y="414"/>
                  <a:pt x="686" y="414"/>
                  <a:pt x="686" y="415"/>
                </a:cubicBezTo>
                <a:cubicBezTo>
                  <a:pt x="686" y="415"/>
                  <a:pt x="686" y="416"/>
                  <a:pt x="686" y="417"/>
                </a:cubicBezTo>
                <a:close/>
                <a:moveTo>
                  <a:pt x="632" y="478"/>
                </a:moveTo>
                <a:cubicBezTo>
                  <a:pt x="632" y="478"/>
                  <a:pt x="632" y="478"/>
                  <a:pt x="632" y="478"/>
                </a:cubicBezTo>
                <a:cubicBezTo>
                  <a:pt x="631" y="479"/>
                  <a:pt x="631" y="479"/>
                  <a:pt x="631" y="479"/>
                </a:cubicBezTo>
                <a:cubicBezTo>
                  <a:pt x="631" y="480"/>
                  <a:pt x="631" y="480"/>
                  <a:pt x="630" y="480"/>
                </a:cubicBezTo>
                <a:cubicBezTo>
                  <a:pt x="630" y="481"/>
                  <a:pt x="629" y="482"/>
                  <a:pt x="628" y="483"/>
                </a:cubicBezTo>
                <a:cubicBezTo>
                  <a:pt x="628" y="483"/>
                  <a:pt x="628" y="483"/>
                  <a:pt x="628" y="484"/>
                </a:cubicBezTo>
                <a:cubicBezTo>
                  <a:pt x="628" y="483"/>
                  <a:pt x="628" y="483"/>
                  <a:pt x="628" y="483"/>
                </a:cubicBezTo>
                <a:cubicBezTo>
                  <a:pt x="629" y="482"/>
                  <a:pt x="630" y="481"/>
                  <a:pt x="630" y="480"/>
                </a:cubicBezTo>
                <a:cubicBezTo>
                  <a:pt x="631" y="480"/>
                  <a:pt x="631" y="480"/>
                  <a:pt x="631" y="479"/>
                </a:cubicBezTo>
                <a:cubicBezTo>
                  <a:pt x="632" y="479"/>
                  <a:pt x="632" y="479"/>
                  <a:pt x="632" y="478"/>
                </a:cubicBezTo>
                <a:close/>
                <a:moveTo>
                  <a:pt x="746" y="663"/>
                </a:moveTo>
                <a:cubicBezTo>
                  <a:pt x="747" y="664"/>
                  <a:pt x="747" y="664"/>
                  <a:pt x="747" y="664"/>
                </a:cubicBezTo>
                <a:cubicBezTo>
                  <a:pt x="748" y="664"/>
                  <a:pt x="748" y="664"/>
                  <a:pt x="748" y="663"/>
                </a:cubicBezTo>
                <a:cubicBezTo>
                  <a:pt x="748" y="663"/>
                  <a:pt x="748" y="663"/>
                  <a:pt x="747" y="662"/>
                </a:cubicBezTo>
                <a:cubicBezTo>
                  <a:pt x="747" y="662"/>
                  <a:pt x="747" y="662"/>
                  <a:pt x="746" y="663"/>
                </a:cubicBezTo>
                <a:cubicBezTo>
                  <a:pt x="746" y="663"/>
                  <a:pt x="746" y="663"/>
                  <a:pt x="746" y="663"/>
                </a:cubicBezTo>
                <a:close/>
                <a:moveTo>
                  <a:pt x="738" y="731"/>
                </a:moveTo>
                <a:cubicBezTo>
                  <a:pt x="738" y="732"/>
                  <a:pt x="739" y="732"/>
                  <a:pt x="739" y="732"/>
                </a:cubicBezTo>
                <a:cubicBezTo>
                  <a:pt x="745" y="733"/>
                  <a:pt x="750" y="732"/>
                  <a:pt x="755" y="733"/>
                </a:cubicBezTo>
                <a:cubicBezTo>
                  <a:pt x="759" y="735"/>
                  <a:pt x="762" y="733"/>
                  <a:pt x="764" y="730"/>
                </a:cubicBezTo>
                <a:cubicBezTo>
                  <a:pt x="766" y="728"/>
                  <a:pt x="766" y="726"/>
                  <a:pt x="765" y="723"/>
                </a:cubicBezTo>
                <a:cubicBezTo>
                  <a:pt x="764" y="723"/>
                  <a:pt x="764" y="723"/>
                  <a:pt x="764" y="723"/>
                </a:cubicBezTo>
                <a:cubicBezTo>
                  <a:pt x="763" y="723"/>
                  <a:pt x="763" y="723"/>
                  <a:pt x="762" y="723"/>
                </a:cubicBezTo>
                <a:cubicBezTo>
                  <a:pt x="760" y="725"/>
                  <a:pt x="758" y="726"/>
                  <a:pt x="756" y="726"/>
                </a:cubicBezTo>
                <a:cubicBezTo>
                  <a:pt x="752" y="726"/>
                  <a:pt x="749" y="726"/>
                  <a:pt x="745" y="727"/>
                </a:cubicBezTo>
                <a:cubicBezTo>
                  <a:pt x="743" y="727"/>
                  <a:pt x="741" y="728"/>
                  <a:pt x="740" y="729"/>
                </a:cubicBezTo>
                <a:cubicBezTo>
                  <a:pt x="739" y="729"/>
                  <a:pt x="739" y="729"/>
                  <a:pt x="739" y="729"/>
                </a:cubicBezTo>
                <a:cubicBezTo>
                  <a:pt x="739" y="730"/>
                  <a:pt x="738" y="730"/>
                  <a:pt x="738" y="731"/>
                </a:cubicBezTo>
                <a:close/>
                <a:moveTo>
                  <a:pt x="734" y="738"/>
                </a:moveTo>
                <a:cubicBezTo>
                  <a:pt x="733" y="739"/>
                  <a:pt x="731" y="739"/>
                  <a:pt x="729" y="740"/>
                </a:cubicBezTo>
                <a:cubicBezTo>
                  <a:pt x="727" y="741"/>
                  <a:pt x="725" y="741"/>
                  <a:pt x="723" y="741"/>
                </a:cubicBezTo>
                <a:cubicBezTo>
                  <a:pt x="721" y="740"/>
                  <a:pt x="719" y="740"/>
                  <a:pt x="717" y="741"/>
                </a:cubicBezTo>
                <a:cubicBezTo>
                  <a:pt x="713" y="744"/>
                  <a:pt x="709" y="746"/>
                  <a:pt x="703" y="747"/>
                </a:cubicBezTo>
                <a:cubicBezTo>
                  <a:pt x="703" y="747"/>
                  <a:pt x="703" y="747"/>
                  <a:pt x="702" y="748"/>
                </a:cubicBezTo>
                <a:cubicBezTo>
                  <a:pt x="701" y="748"/>
                  <a:pt x="701" y="751"/>
                  <a:pt x="702" y="751"/>
                </a:cubicBezTo>
                <a:cubicBezTo>
                  <a:pt x="703" y="752"/>
                  <a:pt x="705" y="753"/>
                  <a:pt x="706" y="754"/>
                </a:cubicBezTo>
                <a:cubicBezTo>
                  <a:pt x="709" y="754"/>
                  <a:pt x="713" y="753"/>
                  <a:pt x="715" y="751"/>
                </a:cubicBezTo>
                <a:cubicBezTo>
                  <a:pt x="718" y="749"/>
                  <a:pt x="721" y="748"/>
                  <a:pt x="724" y="747"/>
                </a:cubicBezTo>
                <a:cubicBezTo>
                  <a:pt x="728" y="745"/>
                  <a:pt x="733" y="743"/>
                  <a:pt x="736" y="741"/>
                </a:cubicBezTo>
                <a:cubicBezTo>
                  <a:pt x="737" y="741"/>
                  <a:pt x="737" y="740"/>
                  <a:pt x="737" y="739"/>
                </a:cubicBezTo>
                <a:cubicBezTo>
                  <a:pt x="737" y="739"/>
                  <a:pt x="735" y="738"/>
                  <a:pt x="734" y="738"/>
                </a:cubicBezTo>
                <a:close/>
                <a:moveTo>
                  <a:pt x="702" y="596"/>
                </a:moveTo>
                <a:cubicBezTo>
                  <a:pt x="703" y="595"/>
                  <a:pt x="703" y="595"/>
                  <a:pt x="703" y="595"/>
                </a:cubicBezTo>
                <a:cubicBezTo>
                  <a:pt x="703" y="595"/>
                  <a:pt x="703" y="595"/>
                  <a:pt x="703" y="595"/>
                </a:cubicBezTo>
                <a:cubicBezTo>
                  <a:pt x="703" y="595"/>
                  <a:pt x="703" y="595"/>
                  <a:pt x="703" y="595"/>
                </a:cubicBezTo>
                <a:cubicBezTo>
                  <a:pt x="703" y="594"/>
                  <a:pt x="703" y="594"/>
                  <a:pt x="703" y="594"/>
                </a:cubicBezTo>
                <a:cubicBezTo>
                  <a:pt x="704" y="594"/>
                  <a:pt x="704" y="593"/>
                  <a:pt x="704" y="592"/>
                </a:cubicBezTo>
                <a:cubicBezTo>
                  <a:pt x="705" y="592"/>
                  <a:pt x="705" y="592"/>
                  <a:pt x="704" y="591"/>
                </a:cubicBezTo>
                <a:cubicBezTo>
                  <a:pt x="704" y="591"/>
                  <a:pt x="703" y="591"/>
                  <a:pt x="703" y="592"/>
                </a:cubicBezTo>
                <a:cubicBezTo>
                  <a:pt x="703" y="593"/>
                  <a:pt x="703" y="594"/>
                  <a:pt x="703" y="594"/>
                </a:cubicBezTo>
                <a:cubicBezTo>
                  <a:pt x="703" y="594"/>
                  <a:pt x="703" y="594"/>
                  <a:pt x="703" y="595"/>
                </a:cubicBezTo>
                <a:cubicBezTo>
                  <a:pt x="703" y="595"/>
                  <a:pt x="703" y="595"/>
                  <a:pt x="703" y="595"/>
                </a:cubicBezTo>
                <a:lnTo>
                  <a:pt x="702" y="596"/>
                </a:lnTo>
                <a:close/>
                <a:moveTo>
                  <a:pt x="702" y="696"/>
                </a:moveTo>
                <a:cubicBezTo>
                  <a:pt x="700" y="697"/>
                  <a:pt x="697" y="697"/>
                  <a:pt x="696" y="698"/>
                </a:cubicBezTo>
                <a:cubicBezTo>
                  <a:pt x="695" y="698"/>
                  <a:pt x="695" y="697"/>
                  <a:pt x="695" y="697"/>
                </a:cubicBezTo>
                <a:cubicBezTo>
                  <a:pt x="695" y="698"/>
                  <a:pt x="695" y="698"/>
                  <a:pt x="695" y="698"/>
                </a:cubicBezTo>
                <a:cubicBezTo>
                  <a:pt x="693" y="696"/>
                  <a:pt x="691" y="694"/>
                  <a:pt x="688" y="695"/>
                </a:cubicBezTo>
                <a:cubicBezTo>
                  <a:pt x="675" y="697"/>
                  <a:pt x="678" y="696"/>
                  <a:pt x="669" y="706"/>
                </a:cubicBezTo>
                <a:cubicBezTo>
                  <a:pt x="668" y="706"/>
                  <a:pt x="668" y="706"/>
                  <a:pt x="668" y="707"/>
                </a:cubicBezTo>
                <a:cubicBezTo>
                  <a:pt x="668" y="708"/>
                  <a:pt x="668" y="708"/>
                  <a:pt x="668" y="709"/>
                </a:cubicBezTo>
                <a:cubicBezTo>
                  <a:pt x="669" y="711"/>
                  <a:pt x="669" y="713"/>
                  <a:pt x="668" y="714"/>
                </a:cubicBezTo>
                <a:cubicBezTo>
                  <a:pt x="667" y="718"/>
                  <a:pt x="666" y="722"/>
                  <a:pt x="664" y="726"/>
                </a:cubicBezTo>
                <a:cubicBezTo>
                  <a:pt x="661" y="732"/>
                  <a:pt x="661" y="738"/>
                  <a:pt x="662" y="744"/>
                </a:cubicBezTo>
                <a:cubicBezTo>
                  <a:pt x="662" y="746"/>
                  <a:pt x="665" y="747"/>
                  <a:pt x="666" y="746"/>
                </a:cubicBezTo>
                <a:cubicBezTo>
                  <a:pt x="672" y="742"/>
                  <a:pt x="675" y="738"/>
                  <a:pt x="675" y="730"/>
                </a:cubicBezTo>
                <a:cubicBezTo>
                  <a:pt x="675" y="723"/>
                  <a:pt x="677" y="717"/>
                  <a:pt x="681" y="710"/>
                </a:cubicBezTo>
                <a:cubicBezTo>
                  <a:pt x="682" y="708"/>
                  <a:pt x="683" y="707"/>
                  <a:pt x="686" y="706"/>
                </a:cubicBezTo>
                <a:cubicBezTo>
                  <a:pt x="688" y="706"/>
                  <a:pt x="689" y="705"/>
                  <a:pt x="690" y="703"/>
                </a:cubicBezTo>
                <a:cubicBezTo>
                  <a:pt x="691" y="702"/>
                  <a:pt x="693" y="700"/>
                  <a:pt x="695" y="698"/>
                </a:cubicBezTo>
                <a:cubicBezTo>
                  <a:pt x="696" y="698"/>
                  <a:pt x="696" y="698"/>
                  <a:pt x="696" y="698"/>
                </a:cubicBezTo>
                <a:cubicBezTo>
                  <a:pt x="696" y="699"/>
                  <a:pt x="697" y="700"/>
                  <a:pt x="697" y="701"/>
                </a:cubicBezTo>
                <a:cubicBezTo>
                  <a:pt x="699" y="702"/>
                  <a:pt x="701" y="703"/>
                  <a:pt x="703" y="705"/>
                </a:cubicBezTo>
                <a:cubicBezTo>
                  <a:pt x="704" y="706"/>
                  <a:pt x="705" y="707"/>
                  <a:pt x="705" y="708"/>
                </a:cubicBezTo>
                <a:cubicBezTo>
                  <a:pt x="707" y="712"/>
                  <a:pt x="706" y="715"/>
                  <a:pt x="704" y="718"/>
                </a:cubicBezTo>
                <a:cubicBezTo>
                  <a:pt x="703" y="719"/>
                  <a:pt x="702" y="721"/>
                  <a:pt x="701" y="722"/>
                </a:cubicBezTo>
                <a:cubicBezTo>
                  <a:pt x="701" y="723"/>
                  <a:pt x="701" y="723"/>
                  <a:pt x="701" y="723"/>
                </a:cubicBezTo>
                <a:cubicBezTo>
                  <a:pt x="702" y="724"/>
                  <a:pt x="702" y="724"/>
                  <a:pt x="703" y="723"/>
                </a:cubicBezTo>
                <a:cubicBezTo>
                  <a:pt x="704" y="723"/>
                  <a:pt x="705" y="722"/>
                  <a:pt x="706" y="722"/>
                </a:cubicBezTo>
                <a:cubicBezTo>
                  <a:pt x="708" y="721"/>
                  <a:pt x="710" y="722"/>
                  <a:pt x="711" y="724"/>
                </a:cubicBezTo>
                <a:cubicBezTo>
                  <a:pt x="711" y="726"/>
                  <a:pt x="711" y="728"/>
                  <a:pt x="712" y="730"/>
                </a:cubicBezTo>
                <a:cubicBezTo>
                  <a:pt x="712" y="731"/>
                  <a:pt x="714" y="732"/>
                  <a:pt x="714" y="731"/>
                </a:cubicBezTo>
                <a:cubicBezTo>
                  <a:pt x="715" y="730"/>
                  <a:pt x="716" y="730"/>
                  <a:pt x="716" y="729"/>
                </a:cubicBezTo>
                <a:cubicBezTo>
                  <a:pt x="718" y="724"/>
                  <a:pt x="719" y="718"/>
                  <a:pt x="722" y="714"/>
                </a:cubicBezTo>
                <a:cubicBezTo>
                  <a:pt x="723" y="713"/>
                  <a:pt x="722" y="711"/>
                  <a:pt x="723" y="710"/>
                </a:cubicBezTo>
                <a:cubicBezTo>
                  <a:pt x="723" y="710"/>
                  <a:pt x="723" y="709"/>
                  <a:pt x="723" y="709"/>
                </a:cubicBezTo>
                <a:cubicBezTo>
                  <a:pt x="724" y="709"/>
                  <a:pt x="725" y="709"/>
                  <a:pt x="725" y="710"/>
                </a:cubicBezTo>
                <a:cubicBezTo>
                  <a:pt x="727" y="712"/>
                  <a:pt x="728" y="714"/>
                  <a:pt x="731" y="715"/>
                </a:cubicBezTo>
                <a:cubicBezTo>
                  <a:pt x="732" y="715"/>
                  <a:pt x="733" y="715"/>
                  <a:pt x="734" y="714"/>
                </a:cubicBezTo>
                <a:cubicBezTo>
                  <a:pt x="734" y="713"/>
                  <a:pt x="736" y="712"/>
                  <a:pt x="735" y="710"/>
                </a:cubicBezTo>
                <a:cubicBezTo>
                  <a:pt x="733" y="707"/>
                  <a:pt x="732" y="704"/>
                  <a:pt x="730" y="701"/>
                </a:cubicBezTo>
                <a:cubicBezTo>
                  <a:pt x="730" y="700"/>
                  <a:pt x="729" y="699"/>
                  <a:pt x="728" y="699"/>
                </a:cubicBezTo>
                <a:cubicBezTo>
                  <a:pt x="720" y="696"/>
                  <a:pt x="713" y="694"/>
                  <a:pt x="705" y="693"/>
                </a:cubicBezTo>
                <a:cubicBezTo>
                  <a:pt x="705" y="693"/>
                  <a:pt x="704" y="694"/>
                  <a:pt x="703" y="694"/>
                </a:cubicBezTo>
                <a:cubicBezTo>
                  <a:pt x="702" y="695"/>
                  <a:pt x="702" y="696"/>
                  <a:pt x="702" y="696"/>
                </a:cubicBezTo>
                <a:close/>
                <a:moveTo>
                  <a:pt x="674" y="647"/>
                </a:moveTo>
                <a:cubicBezTo>
                  <a:pt x="675" y="648"/>
                  <a:pt x="675" y="648"/>
                  <a:pt x="676" y="648"/>
                </a:cubicBezTo>
                <a:cubicBezTo>
                  <a:pt x="676" y="648"/>
                  <a:pt x="676" y="648"/>
                  <a:pt x="677" y="648"/>
                </a:cubicBezTo>
                <a:cubicBezTo>
                  <a:pt x="678" y="646"/>
                  <a:pt x="678" y="644"/>
                  <a:pt x="678" y="643"/>
                </a:cubicBezTo>
                <a:cubicBezTo>
                  <a:pt x="678" y="642"/>
                  <a:pt x="677" y="642"/>
                  <a:pt x="676" y="641"/>
                </a:cubicBezTo>
                <a:cubicBezTo>
                  <a:pt x="676" y="641"/>
                  <a:pt x="675" y="641"/>
                  <a:pt x="675" y="642"/>
                </a:cubicBezTo>
                <a:cubicBezTo>
                  <a:pt x="673" y="643"/>
                  <a:pt x="673" y="645"/>
                  <a:pt x="674" y="647"/>
                </a:cubicBezTo>
                <a:close/>
                <a:moveTo>
                  <a:pt x="665" y="408"/>
                </a:moveTo>
                <a:cubicBezTo>
                  <a:pt x="665" y="408"/>
                  <a:pt x="665" y="408"/>
                  <a:pt x="665" y="408"/>
                </a:cubicBezTo>
                <a:cubicBezTo>
                  <a:pt x="665" y="407"/>
                  <a:pt x="665" y="407"/>
                  <a:pt x="665" y="407"/>
                </a:cubicBezTo>
                <a:cubicBezTo>
                  <a:pt x="664" y="407"/>
                  <a:pt x="664" y="407"/>
                  <a:pt x="665" y="408"/>
                </a:cubicBezTo>
                <a:close/>
                <a:moveTo>
                  <a:pt x="663" y="626"/>
                </a:moveTo>
                <a:cubicBezTo>
                  <a:pt x="665" y="626"/>
                  <a:pt x="665" y="626"/>
                  <a:pt x="665" y="626"/>
                </a:cubicBezTo>
                <a:cubicBezTo>
                  <a:pt x="665" y="625"/>
                  <a:pt x="665" y="625"/>
                  <a:pt x="665" y="625"/>
                </a:cubicBezTo>
                <a:lnTo>
                  <a:pt x="663" y="626"/>
                </a:lnTo>
                <a:close/>
                <a:moveTo>
                  <a:pt x="657" y="442"/>
                </a:moveTo>
                <a:cubicBezTo>
                  <a:pt x="658" y="443"/>
                  <a:pt x="659" y="443"/>
                  <a:pt x="660" y="444"/>
                </a:cubicBezTo>
                <a:cubicBezTo>
                  <a:pt x="660" y="445"/>
                  <a:pt x="661" y="444"/>
                  <a:pt x="662" y="443"/>
                </a:cubicBezTo>
                <a:cubicBezTo>
                  <a:pt x="661" y="442"/>
                  <a:pt x="661" y="441"/>
                  <a:pt x="661" y="440"/>
                </a:cubicBezTo>
                <a:cubicBezTo>
                  <a:pt x="661" y="440"/>
                  <a:pt x="660" y="439"/>
                  <a:pt x="659" y="439"/>
                </a:cubicBezTo>
                <a:cubicBezTo>
                  <a:pt x="659" y="439"/>
                  <a:pt x="658" y="439"/>
                  <a:pt x="657" y="440"/>
                </a:cubicBezTo>
                <a:cubicBezTo>
                  <a:pt x="657" y="440"/>
                  <a:pt x="657" y="441"/>
                  <a:pt x="657" y="442"/>
                </a:cubicBezTo>
                <a:close/>
                <a:moveTo>
                  <a:pt x="649" y="433"/>
                </a:moveTo>
                <a:cubicBezTo>
                  <a:pt x="649" y="434"/>
                  <a:pt x="650" y="434"/>
                  <a:pt x="650" y="434"/>
                </a:cubicBezTo>
                <a:cubicBezTo>
                  <a:pt x="650" y="434"/>
                  <a:pt x="650" y="434"/>
                  <a:pt x="650" y="434"/>
                </a:cubicBezTo>
                <a:cubicBezTo>
                  <a:pt x="650" y="433"/>
                  <a:pt x="650" y="433"/>
                  <a:pt x="650" y="433"/>
                </a:cubicBezTo>
                <a:cubicBezTo>
                  <a:pt x="650" y="433"/>
                  <a:pt x="650" y="433"/>
                  <a:pt x="649" y="433"/>
                </a:cubicBezTo>
                <a:close/>
                <a:moveTo>
                  <a:pt x="646" y="572"/>
                </a:moveTo>
                <a:cubicBezTo>
                  <a:pt x="646" y="572"/>
                  <a:pt x="647" y="572"/>
                  <a:pt x="647" y="572"/>
                </a:cubicBezTo>
                <a:cubicBezTo>
                  <a:pt x="647" y="572"/>
                  <a:pt x="647" y="572"/>
                  <a:pt x="647" y="571"/>
                </a:cubicBezTo>
                <a:cubicBezTo>
                  <a:pt x="647" y="571"/>
                  <a:pt x="647" y="571"/>
                  <a:pt x="646" y="571"/>
                </a:cubicBezTo>
                <a:cubicBezTo>
                  <a:pt x="646" y="571"/>
                  <a:pt x="646" y="572"/>
                  <a:pt x="646" y="572"/>
                </a:cubicBezTo>
                <a:close/>
                <a:moveTo>
                  <a:pt x="642" y="633"/>
                </a:moveTo>
                <a:cubicBezTo>
                  <a:pt x="642" y="633"/>
                  <a:pt x="642" y="633"/>
                  <a:pt x="642" y="634"/>
                </a:cubicBezTo>
                <a:cubicBezTo>
                  <a:pt x="642" y="634"/>
                  <a:pt x="642" y="634"/>
                  <a:pt x="642" y="634"/>
                </a:cubicBezTo>
                <a:cubicBezTo>
                  <a:pt x="643" y="634"/>
                  <a:pt x="643" y="634"/>
                  <a:pt x="643" y="634"/>
                </a:cubicBezTo>
                <a:cubicBezTo>
                  <a:pt x="644" y="635"/>
                  <a:pt x="646" y="636"/>
                  <a:pt x="648" y="636"/>
                </a:cubicBezTo>
                <a:cubicBezTo>
                  <a:pt x="648" y="636"/>
                  <a:pt x="649" y="636"/>
                  <a:pt x="649" y="636"/>
                </a:cubicBezTo>
                <a:cubicBezTo>
                  <a:pt x="650" y="635"/>
                  <a:pt x="650" y="634"/>
                  <a:pt x="649" y="634"/>
                </a:cubicBezTo>
                <a:cubicBezTo>
                  <a:pt x="647" y="634"/>
                  <a:pt x="645" y="634"/>
                  <a:pt x="643" y="634"/>
                </a:cubicBezTo>
                <a:cubicBezTo>
                  <a:pt x="643" y="633"/>
                  <a:pt x="643" y="633"/>
                  <a:pt x="642" y="633"/>
                </a:cubicBezTo>
                <a:cubicBezTo>
                  <a:pt x="642" y="633"/>
                  <a:pt x="642" y="633"/>
                  <a:pt x="642" y="633"/>
                </a:cubicBezTo>
                <a:cubicBezTo>
                  <a:pt x="642" y="633"/>
                  <a:pt x="642" y="633"/>
                  <a:pt x="642" y="633"/>
                </a:cubicBezTo>
                <a:cubicBezTo>
                  <a:pt x="642" y="633"/>
                  <a:pt x="642" y="633"/>
                  <a:pt x="642" y="633"/>
                </a:cubicBezTo>
                <a:cubicBezTo>
                  <a:pt x="641" y="633"/>
                  <a:pt x="641" y="633"/>
                  <a:pt x="642" y="633"/>
                </a:cubicBezTo>
                <a:close/>
                <a:moveTo>
                  <a:pt x="641" y="680"/>
                </a:moveTo>
                <a:cubicBezTo>
                  <a:pt x="640" y="680"/>
                  <a:pt x="640" y="680"/>
                  <a:pt x="640" y="680"/>
                </a:cubicBezTo>
                <a:cubicBezTo>
                  <a:pt x="640" y="680"/>
                  <a:pt x="640" y="680"/>
                  <a:pt x="640" y="680"/>
                </a:cubicBezTo>
                <a:cubicBezTo>
                  <a:pt x="639" y="680"/>
                  <a:pt x="639" y="680"/>
                  <a:pt x="639" y="680"/>
                </a:cubicBezTo>
                <a:cubicBezTo>
                  <a:pt x="639" y="680"/>
                  <a:pt x="639" y="680"/>
                  <a:pt x="639" y="681"/>
                </a:cubicBezTo>
                <a:cubicBezTo>
                  <a:pt x="639" y="680"/>
                  <a:pt x="639" y="680"/>
                  <a:pt x="640" y="680"/>
                </a:cubicBezTo>
                <a:cubicBezTo>
                  <a:pt x="640" y="680"/>
                  <a:pt x="640" y="680"/>
                  <a:pt x="640" y="680"/>
                </a:cubicBezTo>
                <a:cubicBezTo>
                  <a:pt x="641" y="680"/>
                  <a:pt x="641" y="680"/>
                  <a:pt x="641" y="680"/>
                </a:cubicBezTo>
                <a:cubicBezTo>
                  <a:pt x="643" y="680"/>
                  <a:pt x="645" y="680"/>
                  <a:pt x="647" y="681"/>
                </a:cubicBezTo>
                <a:cubicBezTo>
                  <a:pt x="649" y="685"/>
                  <a:pt x="651" y="684"/>
                  <a:pt x="654" y="683"/>
                </a:cubicBezTo>
                <a:cubicBezTo>
                  <a:pt x="659" y="681"/>
                  <a:pt x="664" y="680"/>
                  <a:pt x="668" y="677"/>
                </a:cubicBezTo>
                <a:cubicBezTo>
                  <a:pt x="669" y="676"/>
                  <a:pt x="669" y="676"/>
                  <a:pt x="670" y="676"/>
                </a:cubicBezTo>
                <a:cubicBezTo>
                  <a:pt x="671" y="676"/>
                  <a:pt x="672" y="676"/>
                  <a:pt x="672" y="676"/>
                </a:cubicBezTo>
                <a:cubicBezTo>
                  <a:pt x="673" y="676"/>
                  <a:pt x="673" y="676"/>
                  <a:pt x="673" y="676"/>
                </a:cubicBezTo>
                <a:cubicBezTo>
                  <a:pt x="674" y="677"/>
                  <a:pt x="674" y="677"/>
                  <a:pt x="674" y="678"/>
                </a:cubicBezTo>
                <a:cubicBezTo>
                  <a:pt x="673" y="679"/>
                  <a:pt x="672" y="680"/>
                  <a:pt x="672" y="681"/>
                </a:cubicBezTo>
                <a:cubicBezTo>
                  <a:pt x="672" y="682"/>
                  <a:pt x="673" y="682"/>
                  <a:pt x="674" y="683"/>
                </a:cubicBezTo>
                <a:cubicBezTo>
                  <a:pt x="675" y="683"/>
                  <a:pt x="675" y="684"/>
                  <a:pt x="676" y="684"/>
                </a:cubicBezTo>
                <a:cubicBezTo>
                  <a:pt x="678" y="687"/>
                  <a:pt x="681" y="688"/>
                  <a:pt x="684" y="687"/>
                </a:cubicBezTo>
                <a:cubicBezTo>
                  <a:pt x="687" y="687"/>
                  <a:pt x="690" y="687"/>
                  <a:pt x="693" y="686"/>
                </a:cubicBezTo>
                <a:cubicBezTo>
                  <a:pt x="695" y="686"/>
                  <a:pt x="696" y="687"/>
                  <a:pt x="697" y="688"/>
                </a:cubicBezTo>
                <a:cubicBezTo>
                  <a:pt x="699" y="689"/>
                  <a:pt x="701" y="687"/>
                  <a:pt x="700" y="686"/>
                </a:cubicBezTo>
                <a:cubicBezTo>
                  <a:pt x="700" y="683"/>
                  <a:pt x="699" y="679"/>
                  <a:pt x="699" y="676"/>
                </a:cubicBezTo>
                <a:cubicBezTo>
                  <a:pt x="699" y="674"/>
                  <a:pt x="699" y="672"/>
                  <a:pt x="696" y="671"/>
                </a:cubicBezTo>
                <a:cubicBezTo>
                  <a:pt x="693" y="671"/>
                  <a:pt x="692" y="669"/>
                  <a:pt x="691" y="667"/>
                </a:cubicBezTo>
                <a:cubicBezTo>
                  <a:pt x="690" y="663"/>
                  <a:pt x="688" y="661"/>
                  <a:pt x="684" y="660"/>
                </a:cubicBezTo>
                <a:cubicBezTo>
                  <a:pt x="682" y="660"/>
                  <a:pt x="681" y="659"/>
                  <a:pt x="680" y="659"/>
                </a:cubicBezTo>
                <a:cubicBezTo>
                  <a:pt x="679" y="659"/>
                  <a:pt x="677" y="659"/>
                  <a:pt x="676" y="660"/>
                </a:cubicBezTo>
                <a:cubicBezTo>
                  <a:pt x="673" y="663"/>
                  <a:pt x="668" y="663"/>
                  <a:pt x="664" y="666"/>
                </a:cubicBezTo>
                <a:cubicBezTo>
                  <a:pt x="660" y="669"/>
                  <a:pt x="656" y="671"/>
                  <a:pt x="651" y="672"/>
                </a:cubicBezTo>
                <a:cubicBezTo>
                  <a:pt x="647" y="674"/>
                  <a:pt x="643" y="677"/>
                  <a:pt x="641" y="680"/>
                </a:cubicBezTo>
                <a:close/>
                <a:moveTo>
                  <a:pt x="640" y="585"/>
                </a:moveTo>
                <a:cubicBezTo>
                  <a:pt x="640" y="585"/>
                  <a:pt x="639" y="584"/>
                  <a:pt x="639" y="584"/>
                </a:cubicBezTo>
                <a:cubicBezTo>
                  <a:pt x="639" y="584"/>
                  <a:pt x="638" y="584"/>
                  <a:pt x="638" y="584"/>
                </a:cubicBezTo>
                <a:cubicBezTo>
                  <a:pt x="638" y="585"/>
                  <a:pt x="638" y="585"/>
                  <a:pt x="639" y="585"/>
                </a:cubicBezTo>
                <a:cubicBezTo>
                  <a:pt x="639" y="585"/>
                  <a:pt x="639" y="585"/>
                  <a:pt x="640" y="585"/>
                </a:cubicBezTo>
                <a:close/>
                <a:moveTo>
                  <a:pt x="633" y="435"/>
                </a:moveTo>
                <a:cubicBezTo>
                  <a:pt x="634" y="436"/>
                  <a:pt x="636" y="435"/>
                  <a:pt x="637" y="433"/>
                </a:cubicBezTo>
                <a:cubicBezTo>
                  <a:pt x="638" y="431"/>
                  <a:pt x="637" y="427"/>
                  <a:pt x="640" y="425"/>
                </a:cubicBezTo>
                <a:cubicBezTo>
                  <a:pt x="639" y="425"/>
                  <a:pt x="639" y="424"/>
                  <a:pt x="638" y="424"/>
                </a:cubicBezTo>
                <a:cubicBezTo>
                  <a:pt x="636" y="424"/>
                  <a:pt x="635" y="425"/>
                  <a:pt x="634" y="425"/>
                </a:cubicBezTo>
                <a:cubicBezTo>
                  <a:pt x="629" y="428"/>
                  <a:pt x="629" y="431"/>
                  <a:pt x="633" y="435"/>
                </a:cubicBezTo>
                <a:close/>
                <a:moveTo>
                  <a:pt x="627" y="443"/>
                </a:moveTo>
                <a:cubicBezTo>
                  <a:pt x="628" y="443"/>
                  <a:pt x="628" y="443"/>
                  <a:pt x="628" y="443"/>
                </a:cubicBezTo>
                <a:cubicBezTo>
                  <a:pt x="628" y="443"/>
                  <a:pt x="628" y="443"/>
                  <a:pt x="628" y="443"/>
                </a:cubicBezTo>
                <a:lnTo>
                  <a:pt x="627" y="443"/>
                </a:lnTo>
                <a:close/>
                <a:moveTo>
                  <a:pt x="623" y="530"/>
                </a:moveTo>
                <a:cubicBezTo>
                  <a:pt x="623" y="530"/>
                  <a:pt x="623" y="530"/>
                  <a:pt x="623" y="530"/>
                </a:cubicBezTo>
                <a:cubicBezTo>
                  <a:pt x="623" y="530"/>
                  <a:pt x="623" y="530"/>
                  <a:pt x="623" y="530"/>
                </a:cubicBezTo>
                <a:close/>
                <a:moveTo>
                  <a:pt x="620" y="651"/>
                </a:moveTo>
                <a:cubicBezTo>
                  <a:pt x="620" y="651"/>
                  <a:pt x="621" y="651"/>
                  <a:pt x="621" y="651"/>
                </a:cubicBezTo>
                <a:cubicBezTo>
                  <a:pt x="621" y="651"/>
                  <a:pt x="622" y="650"/>
                  <a:pt x="623" y="650"/>
                </a:cubicBezTo>
                <a:cubicBezTo>
                  <a:pt x="623" y="650"/>
                  <a:pt x="623" y="649"/>
                  <a:pt x="623" y="649"/>
                </a:cubicBezTo>
                <a:cubicBezTo>
                  <a:pt x="622" y="647"/>
                  <a:pt x="622" y="646"/>
                  <a:pt x="621" y="645"/>
                </a:cubicBezTo>
                <a:cubicBezTo>
                  <a:pt x="622" y="645"/>
                  <a:pt x="622" y="645"/>
                  <a:pt x="622" y="645"/>
                </a:cubicBezTo>
                <a:cubicBezTo>
                  <a:pt x="622" y="645"/>
                  <a:pt x="622" y="644"/>
                  <a:pt x="622" y="644"/>
                </a:cubicBezTo>
                <a:cubicBezTo>
                  <a:pt x="622" y="644"/>
                  <a:pt x="622" y="644"/>
                  <a:pt x="621" y="645"/>
                </a:cubicBezTo>
                <a:cubicBezTo>
                  <a:pt x="621" y="645"/>
                  <a:pt x="621" y="645"/>
                  <a:pt x="621" y="645"/>
                </a:cubicBezTo>
                <a:cubicBezTo>
                  <a:pt x="621" y="645"/>
                  <a:pt x="621" y="645"/>
                  <a:pt x="621" y="645"/>
                </a:cubicBezTo>
                <a:cubicBezTo>
                  <a:pt x="620" y="646"/>
                  <a:pt x="620" y="648"/>
                  <a:pt x="619" y="650"/>
                </a:cubicBezTo>
                <a:cubicBezTo>
                  <a:pt x="619" y="650"/>
                  <a:pt x="619" y="651"/>
                  <a:pt x="620" y="651"/>
                </a:cubicBezTo>
                <a:close/>
                <a:moveTo>
                  <a:pt x="617" y="570"/>
                </a:moveTo>
                <a:cubicBezTo>
                  <a:pt x="618" y="569"/>
                  <a:pt x="618" y="569"/>
                  <a:pt x="618" y="569"/>
                </a:cubicBezTo>
                <a:cubicBezTo>
                  <a:pt x="617" y="569"/>
                  <a:pt x="617" y="569"/>
                  <a:pt x="617" y="569"/>
                </a:cubicBezTo>
                <a:lnTo>
                  <a:pt x="617" y="570"/>
                </a:lnTo>
                <a:close/>
                <a:moveTo>
                  <a:pt x="612" y="535"/>
                </a:moveTo>
                <a:cubicBezTo>
                  <a:pt x="613" y="535"/>
                  <a:pt x="614" y="536"/>
                  <a:pt x="614" y="536"/>
                </a:cubicBezTo>
                <a:cubicBezTo>
                  <a:pt x="615" y="536"/>
                  <a:pt x="615" y="536"/>
                  <a:pt x="615" y="535"/>
                </a:cubicBezTo>
                <a:cubicBezTo>
                  <a:pt x="615" y="534"/>
                  <a:pt x="615" y="533"/>
                  <a:pt x="614" y="534"/>
                </a:cubicBezTo>
                <a:cubicBezTo>
                  <a:pt x="613" y="534"/>
                  <a:pt x="613" y="535"/>
                  <a:pt x="612" y="535"/>
                </a:cubicBezTo>
                <a:close/>
                <a:moveTo>
                  <a:pt x="612" y="618"/>
                </a:moveTo>
                <a:cubicBezTo>
                  <a:pt x="611" y="618"/>
                  <a:pt x="611" y="618"/>
                  <a:pt x="611" y="619"/>
                </a:cubicBezTo>
                <a:cubicBezTo>
                  <a:pt x="609" y="622"/>
                  <a:pt x="608" y="625"/>
                  <a:pt x="608" y="629"/>
                </a:cubicBezTo>
                <a:cubicBezTo>
                  <a:pt x="608" y="629"/>
                  <a:pt x="608" y="629"/>
                  <a:pt x="608" y="629"/>
                </a:cubicBezTo>
                <a:cubicBezTo>
                  <a:pt x="608" y="629"/>
                  <a:pt x="608" y="629"/>
                  <a:pt x="608" y="629"/>
                </a:cubicBezTo>
                <a:cubicBezTo>
                  <a:pt x="608" y="629"/>
                  <a:pt x="608" y="629"/>
                  <a:pt x="608" y="629"/>
                </a:cubicBezTo>
                <a:cubicBezTo>
                  <a:pt x="608" y="629"/>
                  <a:pt x="608" y="629"/>
                  <a:pt x="608" y="629"/>
                </a:cubicBezTo>
                <a:cubicBezTo>
                  <a:pt x="612" y="626"/>
                  <a:pt x="613" y="623"/>
                  <a:pt x="612" y="619"/>
                </a:cubicBezTo>
                <a:cubicBezTo>
                  <a:pt x="612" y="619"/>
                  <a:pt x="612" y="619"/>
                  <a:pt x="612" y="618"/>
                </a:cubicBezTo>
                <a:close/>
                <a:moveTo>
                  <a:pt x="610" y="575"/>
                </a:moveTo>
                <a:cubicBezTo>
                  <a:pt x="611" y="575"/>
                  <a:pt x="611" y="575"/>
                  <a:pt x="611" y="575"/>
                </a:cubicBezTo>
                <a:cubicBezTo>
                  <a:pt x="611" y="575"/>
                  <a:pt x="611" y="575"/>
                  <a:pt x="611" y="574"/>
                </a:cubicBezTo>
                <a:cubicBezTo>
                  <a:pt x="611" y="574"/>
                  <a:pt x="611" y="574"/>
                  <a:pt x="611" y="574"/>
                </a:cubicBezTo>
                <a:cubicBezTo>
                  <a:pt x="610" y="574"/>
                  <a:pt x="610" y="574"/>
                  <a:pt x="610" y="575"/>
                </a:cubicBezTo>
                <a:close/>
                <a:moveTo>
                  <a:pt x="600" y="589"/>
                </a:moveTo>
                <a:cubicBezTo>
                  <a:pt x="601" y="591"/>
                  <a:pt x="601" y="592"/>
                  <a:pt x="602" y="593"/>
                </a:cubicBezTo>
                <a:cubicBezTo>
                  <a:pt x="600" y="596"/>
                  <a:pt x="601" y="599"/>
                  <a:pt x="602" y="601"/>
                </a:cubicBezTo>
                <a:cubicBezTo>
                  <a:pt x="602" y="602"/>
                  <a:pt x="602" y="604"/>
                  <a:pt x="603" y="605"/>
                </a:cubicBezTo>
                <a:cubicBezTo>
                  <a:pt x="603" y="606"/>
                  <a:pt x="604" y="608"/>
                  <a:pt x="607" y="608"/>
                </a:cubicBezTo>
                <a:cubicBezTo>
                  <a:pt x="607" y="608"/>
                  <a:pt x="608" y="610"/>
                  <a:pt x="609" y="610"/>
                </a:cubicBezTo>
                <a:cubicBezTo>
                  <a:pt x="609" y="611"/>
                  <a:pt x="610" y="613"/>
                  <a:pt x="611" y="612"/>
                </a:cubicBezTo>
                <a:cubicBezTo>
                  <a:pt x="611" y="611"/>
                  <a:pt x="611" y="610"/>
                  <a:pt x="611" y="609"/>
                </a:cubicBezTo>
                <a:cubicBezTo>
                  <a:pt x="611" y="608"/>
                  <a:pt x="611" y="607"/>
                  <a:pt x="611" y="605"/>
                </a:cubicBezTo>
                <a:cubicBezTo>
                  <a:pt x="611" y="602"/>
                  <a:pt x="611" y="598"/>
                  <a:pt x="611" y="595"/>
                </a:cubicBezTo>
                <a:cubicBezTo>
                  <a:pt x="611" y="592"/>
                  <a:pt x="611" y="589"/>
                  <a:pt x="610" y="587"/>
                </a:cubicBezTo>
                <a:cubicBezTo>
                  <a:pt x="609" y="585"/>
                  <a:pt x="607" y="583"/>
                  <a:pt x="605" y="583"/>
                </a:cubicBezTo>
                <a:cubicBezTo>
                  <a:pt x="605" y="583"/>
                  <a:pt x="604" y="583"/>
                  <a:pt x="603" y="583"/>
                </a:cubicBezTo>
                <a:cubicBezTo>
                  <a:pt x="602" y="585"/>
                  <a:pt x="601" y="587"/>
                  <a:pt x="600" y="589"/>
                </a:cubicBezTo>
                <a:close/>
                <a:moveTo>
                  <a:pt x="591" y="595"/>
                </a:moveTo>
                <a:cubicBezTo>
                  <a:pt x="591" y="593"/>
                  <a:pt x="590" y="592"/>
                  <a:pt x="590" y="591"/>
                </a:cubicBezTo>
                <a:cubicBezTo>
                  <a:pt x="590" y="591"/>
                  <a:pt x="590" y="591"/>
                  <a:pt x="590" y="591"/>
                </a:cubicBezTo>
                <a:cubicBezTo>
                  <a:pt x="590" y="591"/>
                  <a:pt x="590" y="591"/>
                  <a:pt x="590" y="591"/>
                </a:cubicBezTo>
                <a:cubicBezTo>
                  <a:pt x="590" y="591"/>
                  <a:pt x="590" y="591"/>
                  <a:pt x="590" y="591"/>
                </a:cubicBezTo>
                <a:cubicBezTo>
                  <a:pt x="590" y="591"/>
                  <a:pt x="590" y="591"/>
                  <a:pt x="590" y="591"/>
                </a:cubicBezTo>
                <a:cubicBezTo>
                  <a:pt x="591" y="590"/>
                  <a:pt x="593" y="590"/>
                  <a:pt x="594" y="590"/>
                </a:cubicBezTo>
                <a:cubicBezTo>
                  <a:pt x="595" y="590"/>
                  <a:pt x="595" y="589"/>
                  <a:pt x="595" y="588"/>
                </a:cubicBezTo>
                <a:cubicBezTo>
                  <a:pt x="592" y="586"/>
                  <a:pt x="592" y="583"/>
                  <a:pt x="595" y="580"/>
                </a:cubicBezTo>
                <a:cubicBezTo>
                  <a:pt x="595" y="580"/>
                  <a:pt x="595" y="580"/>
                  <a:pt x="595" y="580"/>
                </a:cubicBezTo>
                <a:cubicBezTo>
                  <a:pt x="595" y="580"/>
                  <a:pt x="595" y="580"/>
                  <a:pt x="595" y="580"/>
                </a:cubicBezTo>
                <a:cubicBezTo>
                  <a:pt x="595" y="580"/>
                  <a:pt x="595" y="580"/>
                  <a:pt x="595" y="580"/>
                </a:cubicBezTo>
                <a:cubicBezTo>
                  <a:pt x="594" y="579"/>
                  <a:pt x="593" y="577"/>
                  <a:pt x="592" y="576"/>
                </a:cubicBezTo>
                <a:cubicBezTo>
                  <a:pt x="591" y="575"/>
                  <a:pt x="590" y="574"/>
                  <a:pt x="589" y="575"/>
                </a:cubicBezTo>
                <a:cubicBezTo>
                  <a:pt x="588" y="575"/>
                  <a:pt x="587" y="576"/>
                  <a:pt x="587" y="577"/>
                </a:cubicBezTo>
                <a:cubicBezTo>
                  <a:pt x="586" y="580"/>
                  <a:pt x="585" y="583"/>
                  <a:pt x="587" y="586"/>
                </a:cubicBezTo>
                <a:cubicBezTo>
                  <a:pt x="588" y="587"/>
                  <a:pt x="589" y="589"/>
                  <a:pt x="590" y="591"/>
                </a:cubicBezTo>
                <a:cubicBezTo>
                  <a:pt x="590" y="591"/>
                  <a:pt x="590" y="591"/>
                  <a:pt x="590" y="591"/>
                </a:cubicBezTo>
                <a:cubicBezTo>
                  <a:pt x="590" y="591"/>
                  <a:pt x="590" y="591"/>
                  <a:pt x="590" y="591"/>
                </a:cubicBezTo>
                <a:cubicBezTo>
                  <a:pt x="589" y="591"/>
                  <a:pt x="587" y="591"/>
                  <a:pt x="586" y="590"/>
                </a:cubicBezTo>
                <a:cubicBezTo>
                  <a:pt x="585" y="590"/>
                  <a:pt x="584" y="590"/>
                  <a:pt x="584" y="590"/>
                </a:cubicBezTo>
                <a:cubicBezTo>
                  <a:pt x="583" y="590"/>
                  <a:pt x="583" y="591"/>
                  <a:pt x="582" y="591"/>
                </a:cubicBezTo>
                <a:cubicBezTo>
                  <a:pt x="582" y="591"/>
                  <a:pt x="582" y="592"/>
                  <a:pt x="583" y="592"/>
                </a:cubicBezTo>
                <a:cubicBezTo>
                  <a:pt x="584" y="593"/>
                  <a:pt x="587" y="593"/>
                  <a:pt x="588" y="595"/>
                </a:cubicBezTo>
                <a:cubicBezTo>
                  <a:pt x="588" y="598"/>
                  <a:pt x="587" y="600"/>
                  <a:pt x="586" y="602"/>
                </a:cubicBezTo>
                <a:cubicBezTo>
                  <a:pt x="586" y="602"/>
                  <a:pt x="586" y="602"/>
                  <a:pt x="586" y="603"/>
                </a:cubicBezTo>
                <a:cubicBezTo>
                  <a:pt x="586" y="603"/>
                  <a:pt x="586" y="604"/>
                  <a:pt x="586" y="604"/>
                </a:cubicBezTo>
                <a:cubicBezTo>
                  <a:pt x="587" y="605"/>
                  <a:pt x="587" y="604"/>
                  <a:pt x="588" y="604"/>
                </a:cubicBezTo>
                <a:cubicBezTo>
                  <a:pt x="589" y="602"/>
                  <a:pt x="590" y="601"/>
                  <a:pt x="591" y="599"/>
                </a:cubicBezTo>
                <a:cubicBezTo>
                  <a:pt x="591" y="598"/>
                  <a:pt x="592" y="596"/>
                  <a:pt x="591" y="595"/>
                </a:cubicBezTo>
                <a:close/>
                <a:moveTo>
                  <a:pt x="596" y="627"/>
                </a:moveTo>
                <a:cubicBezTo>
                  <a:pt x="595" y="625"/>
                  <a:pt x="594" y="623"/>
                  <a:pt x="593" y="620"/>
                </a:cubicBezTo>
                <a:cubicBezTo>
                  <a:pt x="593" y="620"/>
                  <a:pt x="593" y="619"/>
                  <a:pt x="593" y="619"/>
                </a:cubicBezTo>
                <a:cubicBezTo>
                  <a:pt x="593" y="618"/>
                  <a:pt x="594" y="618"/>
                  <a:pt x="594" y="618"/>
                </a:cubicBezTo>
                <a:cubicBezTo>
                  <a:pt x="593" y="618"/>
                  <a:pt x="593" y="618"/>
                  <a:pt x="593" y="619"/>
                </a:cubicBezTo>
                <a:cubicBezTo>
                  <a:pt x="593" y="619"/>
                  <a:pt x="593" y="620"/>
                  <a:pt x="593" y="620"/>
                </a:cubicBezTo>
                <a:cubicBezTo>
                  <a:pt x="593" y="620"/>
                  <a:pt x="593" y="620"/>
                  <a:pt x="593" y="620"/>
                </a:cubicBezTo>
                <a:cubicBezTo>
                  <a:pt x="593" y="621"/>
                  <a:pt x="592" y="622"/>
                  <a:pt x="592" y="622"/>
                </a:cubicBezTo>
                <a:cubicBezTo>
                  <a:pt x="592" y="625"/>
                  <a:pt x="593" y="627"/>
                  <a:pt x="594" y="630"/>
                </a:cubicBezTo>
                <a:cubicBezTo>
                  <a:pt x="594" y="630"/>
                  <a:pt x="595" y="630"/>
                  <a:pt x="595" y="630"/>
                </a:cubicBezTo>
                <a:cubicBezTo>
                  <a:pt x="595" y="630"/>
                  <a:pt x="596" y="629"/>
                  <a:pt x="596" y="629"/>
                </a:cubicBezTo>
                <a:cubicBezTo>
                  <a:pt x="596" y="628"/>
                  <a:pt x="596" y="628"/>
                  <a:pt x="596" y="627"/>
                </a:cubicBezTo>
                <a:close/>
                <a:moveTo>
                  <a:pt x="593" y="405"/>
                </a:moveTo>
                <a:cubicBezTo>
                  <a:pt x="593" y="405"/>
                  <a:pt x="594" y="405"/>
                  <a:pt x="594" y="404"/>
                </a:cubicBezTo>
                <a:cubicBezTo>
                  <a:pt x="594" y="403"/>
                  <a:pt x="594" y="403"/>
                  <a:pt x="593" y="403"/>
                </a:cubicBezTo>
                <a:cubicBezTo>
                  <a:pt x="593" y="403"/>
                  <a:pt x="592" y="403"/>
                  <a:pt x="592" y="403"/>
                </a:cubicBezTo>
                <a:cubicBezTo>
                  <a:pt x="592" y="404"/>
                  <a:pt x="592" y="404"/>
                  <a:pt x="593" y="405"/>
                </a:cubicBezTo>
                <a:close/>
                <a:moveTo>
                  <a:pt x="586" y="508"/>
                </a:moveTo>
                <a:cubicBezTo>
                  <a:pt x="586" y="509"/>
                  <a:pt x="586" y="510"/>
                  <a:pt x="586" y="512"/>
                </a:cubicBezTo>
                <a:cubicBezTo>
                  <a:pt x="586" y="512"/>
                  <a:pt x="585" y="512"/>
                  <a:pt x="585" y="512"/>
                </a:cubicBezTo>
                <a:cubicBezTo>
                  <a:pt x="585" y="512"/>
                  <a:pt x="585" y="512"/>
                  <a:pt x="585" y="512"/>
                </a:cubicBezTo>
                <a:cubicBezTo>
                  <a:pt x="585" y="512"/>
                  <a:pt x="585" y="512"/>
                  <a:pt x="585" y="512"/>
                </a:cubicBezTo>
                <a:cubicBezTo>
                  <a:pt x="584" y="512"/>
                  <a:pt x="584" y="513"/>
                  <a:pt x="584" y="513"/>
                </a:cubicBezTo>
                <a:cubicBezTo>
                  <a:pt x="585" y="513"/>
                  <a:pt x="585" y="513"/>
                  <a:pt x="585" y="512"/>
                </a:cubicBezTo>
                <a:cubicBezTo>
                  <a:pt x="585" y="512"/>
                  <a:pt x="585" y="512"/>
                  <a:pt x="586" y="512"/>
                </a:cubicBezTo>
                <a:cubicBezTo>
                  <a:pt x="586" y="512"/>
                  <a:pt x="586" y="512"/>
                  <a:pt x="586" y="512"/>
                </a:cubicBezTo>
                <a:cubicBezTo>
                  <a:pt x="588" y="511"/>
                  <a:pt x="590" y="509"/>
                  <a:pt x="591" y="507"/>
                </a:cubicBezTo>
                <a:cubicBezTo>
                  <a:pt x="591" y="507"/>
                  <a:pt x="591" y="506"/>
                  <a:pt x="591" y="506"/>
                </a:cubicBezTo>
                <a:cubicBezTo>
                  <a:pt x="590" y="505"/>
                  <a:pt x="590" y="505"/>
                  <a:pt x="589" y="505"/>
                </a:cubicBezTo>
                <a:cubicBezTo>
                  <a:pt x="588" y="505"/>
                  <a:pt x="586" y="506"/>
                  <a:pt x="586" y="508"/>
                </a:cubicBezTo>
                <a:close/>
                <a:moveTo>
                  <a:pt x="584" y="400"/>
                </a:moveTo>
                <a:cubicBezTo>
                  <a:pt x="584" y="400"/>
                  <a:pt x="584" y="400"/>
                  <a:pt x="584" y="401"/>
                </a:cubicBezTo>
                <a:cubicBezTo>
                  <a:pt x="584" y="401"/>
                  <a:pt x="585" y="401"/>
                  <a:pt x="585" y="401"/>
                </a:cubicBezTo>
                <a:cubicBezTo>
                  <a:pt x="586" y="400"/>
                  <a:pt x="586" y="400"/>
                  <a:pt x="585" y="400"/>
                </a:cubicBezTo>
                <a:cubicBezTo>
                  <a:pt x="584" y="400"/>
                  <a:pt x="584" y="400"/>
                  <a:pt x="584" y="400"/>
                </a:cubicBezTo>
                <a:close/>
                <a:moveTo>
                  <a:pt x="581" y="536"/>
                </a:moveTo>
                <a:cubicBezTo>
                  <a:pt x="580" y="536"/>
                  <a:pt x="580" y="536"/>
                  <a:pt x="580" y="537"/>
                </a:cubicBezTo>
                <a:cubicBezTo>
                  <a:pt x="580" y="537"/>
                  <a:pt x="581" y="537"/>
                  <a:pt x="581" y="537"/>
                </a:cubicBezTo>
                <a:cubicBezTo>
                  <a:pt x="582" y="536"/>
                  <a:pt x="583" y="536"/>
                  <a:pt x="584" y="535"/>
                </a:cubicBezTo>
                <a:cubicBezTo>
                  <a:pt x="584" y="535"/>
                  <a:pt x="585" y="535"/>
                  <a:pt x="585" y="535"/>
                </a:cubicBezTo>
                <a:cubicBezTo>
                  <a:pt x="585" y="535"/>
                  <a:pt x="585" y="535"/>
                  <a:pt x="586" y="535"/>
                </a:cubicBezTo>
                <a:cubicBezTo>
                  <a:pt x="586" y="535"/>
                  <a:pt x="586" y="535"/>
                  <a:pt x="586" y="535"/>
                </a:cubicBezTo>
                <a:cubicBezTo>
                  <a:pt x="587" y="534"/>
                  <a:pt x="588" y="533"/>
                  <a:pt x="589" y="532"/>
                </a:cubicBezTo>
                <a:cubicBezTo>
                  <a:pt x="589" y="532"/>
                  <a:pt x="589" y="532"/>
                  <a:pt x="589" y="532"/>
                </a:cubicBezTo>
                <a:cubicBezTo>
                  <a:pt x="589" y="531"/>
                  <a:pt x="590" y="531"/>
                  <a:pt x="590" y="531"/>
                </a:cubicBezTo>
                <a:cubicBezTo>
                  <a:pt x="591" y="529"/>
                  <a:pt x="592" y="527"/>
                  <a:pt x="593" y="525"/>
                </a:cubicBezTo>
                <a:cubicBezTo>
                  <a:pt x="594" y="523"/>
                  <a:pt x="596" y="521"/>
                  <a:pt x="598" y="519"/>
                </a:cubicBezTo>
                <a:cubicBezTo>
                  <a:pt x="598" y="519"/>
                  <a:pt x="598" y="518"/>
                  <a:pt x="598" y="518"/>
                </a:cubicBezTo>
                <a:cubicBezTo>
                  <a:pt x="598" y="517"/>
                  <a:pt x="598" y="516"/>
                  <a:pt x="598" y="516"/>
                </a:cubicBezTo>
                <a:cubicBezTo>
                  <a:pt x="597" y="516"/>
                  <a:pt x="596" y="515"/>
                  <a:pt x="596" y="516"/>
                </a:cubicBezTo>
                <a:cubicBezTo>
                  <a:pt x="585" y="522"/>
                  <a:pt x="586" y="522"/>
                  <a:pt x="588" y="531"/>
                </a:cubicBezTo>
                <a:cubicBezTo>
                  <a:pt x="588" y="532"/>
                  <a:pt x="589" y="532"/>
                  <a:pt x="589" y="532"/>
                </a:cubicBezTo>
                <a:cubicBezTo>
                  <a:pt x="588" y="532"/>
                  <a:pt x="588" y="532"/>
                  <a:pt x="588" y="532"/>
                </a:cubicBezTo>
                <a:cubicBezTo>
                  <a:pt x="587" y="533"/>
                  <a:pt x="586" y="534"/>
                  <a:pt x="586" y="535"/>
                </a:cubicBezTo>
                <a:cubicBezTo>
                  <a:pt x="586" y="535"/>
                  <a:pt x="586" y="535"/>
                  <a:pt x="586" y="535"/>
                </a:cubicBezTo>
                <a:cubicBezTo>
                  <a:pt x="585" y="535"/>
                  <a:pt x="585" y="535"/>
                  <a:pt x="585" y="535"/>
                </a:cubicBezTo>
                <a:cubicBezTo>
                  <a:pt x="585" y="535"/>
                  <a:pt x="584" y="535"/>
                  <a:pt x="584" y="535"/>
                </a:cubicBezTo>
                <a:cubicBezTo>
                  <a:pt x="583" y="535"/>
                  <a:pt x="582" y="536"/>
                  <a:pt x="581" y="536"/>
                </a:cubicBezTo>
                <a:close/>
                <a:moveTo>
                  <a:pt x="580" y="365"/>
                </a:moveTo>
                <a:cubicBezTo>
                  <a:pt x="580" y="366"/>
                  <a:pt x="580" y="366"/>
                  <a:pt x="580" y="366"/>
                </a:cubicBezTo>
                <a:cubicBezTo>
                  <a:pt x="580" y="365"/>
                  <a:pt x="580" y="365"/>
                  <a:pt x="580" y="365"/>
                </a:cubicBezTo>
                <a:close/>
                <a:moveTo>
                  <a:pt x="574" y="389"/>
                </a:moveTo>
                <a:cubicBezTo>
                  <a:pt x="574" y="389"/>
                  <a:pt x="574" y="389"/>
                  <a:pt x="574" y="389"/>
                </a:cubicBezTo>
                <a:cubicBezTo>
                  <a:pt x="575" y="389"/>
                  <a:pt x="575" y="388"/>
                  <a:pt x="574" y="387"/>
                </a:cubicBezTo>
                <a:cubicBezTo>
                  <a:pt x="574" y="387"/>
                  <a:pt x="574" y="387"/>
                  <a:pt x="573" y="387"/>
                </a:cubicBezTo>
                <a:cubicBezTo>
                  <a:pt x="573" y="388"/>
                  <a:pt x="573" y="389"/>
                  <a:pt x="574" y="389"/>
                </a:cubicBezTo>
                <a:close/>
                <a:moveTo>
                  <a:pt x="119" y="377"/>
                </a:moveTo>
                <a:cubicBezTo>
                  <a:pt x="119" y="378"/>
                  <a:pt x="119" y="378"/>
                  <a:pt x="119" y="378"/>
                </a:cubicBezTo>
                <a:cubicBezTo>
                  <a:pt x="119" y="379"/>
                  <a:pt x="119" y="380"/>
                  <a:pt x="119" y="380"/>
                </a:cubicBezTo>
                <a:cubicBezTo>
                  <a:pt x="119" y="381"/>
                  <a:pt x="119" y="381"/>
                  <a:pt x="119" y="381"/>
                </a:cubicBezTo>
                <a:cubicBezTo>
                  <a:pt x="119" y="381"/>
                  <a:pt x="119" y="381"/>
                  <a:pt x="119" y="381"/>
                </a:cubicBezTo>
                <a:cubicBezTo>
                  <a:pt x="119" y="381"/>
                  <a:pt x="119" y="381"/>
                  <a:pt x="119" y="381"/>
                </a:cubicBezTo>
                <a:cubicBezTo>
                  <a:pt x="119" y="381"/>
                  <a:pt x="119" y="380"/>
                  <a:pt x="119" y="380"/>
                </a:cubicBezTo>
                <a:cubicBezTo>
                  <a:pt x="119" y="380"/>
                  <a:pt x="120" y="379"/>
                  <a:pt x="120" y="378"/>
                </a:cubicBezTo>
                <a:cubicBezTo>
                  <a:pt x="121" y="377"/>
                  <a:pt x="120" y="377"/>
                  <a:pt x="119" y="377"/>
                </a:cubicBezTo>
                <a:close/>
                <a:moveTo>
                  <a:pt x="214" y="250"/>
                </a:moveTo>
                <a:cubicBezTo>
                  <a:pt x="211" y="249"/>
                  <a:pt x="208" y="248"/>
                  <a:pt x="205" y="249"/>
                </a:cubicBezTo>
                <a:cubicBezTo>
                  <a:pt x="204" y="249"/>
                  <a:pt x="204" y="249"/>
                  <a:pt x="204" y="249"/>
                </a:cubicBezTo>
                <a:cubicBezTo>
                  <a:pt x="205" y="249"/>
                  <a:pt x="205" y="249"/>
                  <a:pt x="205" y="249"/>
                </a:cubicBezTo>
                <a:cubicBezTo>
                  <a:pt x="205" y="249"/>
                  <a:pt x="205" y="249"/>
                  <a:pt x="205" y="249"/>
                </a:cubicBezTo>
                <a:cubicBezTo>
                  <a:pt x="205" y="250"/>
                  <a:pt x="205" y="250"/>
                  <a:pt x="205" y="251"/>
                </a:cubicBezTo>
                <a:cubicBezTo>
                  <a:pt x="205" y="251"/>
                  <a:pt x="205" y="251"/>
                  <a:pt x="205" y="251"/>
                </a:cubicBezTo>
                <a:cubicBezTo>
                  <a:pt x="205" y="251"/>
                  <a:pt x="205" y="251"/>
                  <a:pt x="205" y="251"/>
                </a:cubicBezTo>
                <a:cubicBezTo>
                  <a:pt x="205" y="251"/>
                  <a:pt x="205" y="251"/>
                  <a:pt x="205" y="251"/>
                </a:cubicBezTo>
                <a:cubicBezTo>
                  <a:pt x="208" y="252"/>
                  <a:pt x="210" y="253"/>
                  <a:pt x="213" y="253"/>
                </a:cubicBezTo>
                <a:cubicBezTo>
                  <a:pt x="214" y="253"/>
                  <a:pt x="215" y="253"/>
                  <a:pt x="215" y="252"/>
                </a:cubicBezTo>
                <a:cubicBezTo>
                  <a:pt x="216" y="252"/>
                  <a:pt x="215" y="250"/>
                  <a:pt x="214" y="250"/>
                </a:cubicBezTo>
                <a:close/>
                <a:moveTo>
                  <a:pt x="323" y="480"/>
                </a:moveTo>
                <a:cubicBezTo>
                  <a:pt x="323" y="480"/>
                  <a:pt x="322" y="480"/>
                  <a:pt x="322" y="481"/>
                </a:cubicBezTo>
                <a:cubicBezTo>
                  <a:pt x="322" y="481"/>
                  <a:pt x="322" y="481"/>
                  <a:pt x="322" y="481"/>
                </a:cubicBezTo>
                <a:cubicBezTo>
                  <a:pt x="323" y="481"/>
                  <a:pt x="323" y="481"/>
                  <a:pt x="323" y="481"/>
                </a:cubicBezTo>
                <a:cubicBezTo>
                  <a:pt x="323" y="481"/>
                  <a:pt x="323" y="480"/>
                  <a:pt x="323" y="480"/>
                </a:cubicBezTo>
                <a:close/>
                <a:moveTo>
                  <a:pt x="330" y="465"/>
                </a:moveTo>
                <a:cubicBezTo>
                  <a:pt x="329" y="465"/>
                  <a:pt x="329" y="465"/>
                  <a:pt x="329" y="464"/>
                </a:cubicBezTo>
                <a:cubicBezTo>
                  <a:pt x="329" y="464"/>
                  <a:pt x="329" y="464"/>
                  <a:pt x="329" y="464"/>
                </a:cubicBezTo>
                <a:cubicBezTo>
                  <a:pt x="329" y="464"/>
                  <a:pt x="329" y="463"/>
                  <a:pt x="328" y="463"/>
                </a:cubicBezTo>
                <a:cubicBezTo>
                  <a:pt x="328" y="463"/>
                  <a:pt x="328" y="463"/>
                  <a:pt x="328" y="463"/>
                </a:cubicBezTo>
                <a:cubicBezTo>
                  <a:pt x="328" y="464"/>
                  <a:pt x="329" y="464"/>
                  <a:pt x="329" y="464"/>
                </a:cubicBezTo>
                <a:cubicBezTo>
                  <a:pt x="329" y="464"/>
                  <a:pt x="329" y="464"/>
                  <a:pt x="329" y="465"/>
                </a:cubicBezTo>
                <a:cubicBezTo>
                  <a:pt x="329" y="465"/>
                  <a:pt x="329" y="465"/>
                  <a:pt x="330" y="465"/>
                </a:cubicBezTo>
                <a:close/>
                <a:moveTo>
                  <a:pt x="330" y="450"/>
                </a:moveTo>
                <a:cubicBezTo>
                  <a:pt x="330" y="450"/>
                  <a:pt x="330" y="450"/>
                  <a:pt x="330" y="449"/>
                </a:cubicBezTo>
                <a:cubicBezTo>
                  <a:pt x="330" y="449"/>
                  <a:pt x="330" y="449"/>
                  <a:pt x="330" y="449"/>
                </a:cubicBezTo>
                <a:cubicBezTo>
                  <a:pt x="330" y="449"/>
                  <a:pt x="330" y="450"/>
                  <a:pt x="330" y="451"/>
                </a:cubicBezTo>
                <a:cubicBezTo>
                  <a:pt x="330" y="450"/>
                  <a:pt x="330" y="450"/>
                  <a:pt x="330" y="450"/>
                </a:cubicBezTo>
                <a:close/>
                <a:moveTo>
                  <a:pt x="332" y="509"/>
                </a:moveTo>
                <a:cubicBezTo>
                  <a:pt x="331" y="506"/>
                  <a:pt x="330" y="504"/>
                  <a:pt x="329" y="501"/>
                </a:cubicBezTo>
                <a:cubicBezTo>
                  <a:pt x="329" y="501"/>
                  <a:pt x="329" y="501"/>
                  <a:pt x="329" y="501"/>
                </a:cubicBezTo>
                <a:cubicBezTo>
                  <a:pt x="329" y="501"/>
                  <a:pt x="329" y="501"/>
                  <a:pt x="329" y="501"/>
                </a:cubicBezTo>
                <a:cubicBezTo>
                  <a:pt x="330" y="500"/>
                  <a:pt x="330" y="500"/>
                  <a:pt x="330" y="499"/>
                </a:cubicBezTo>
                <a:cubicBezTo>
                  <a:pt x="330" y="499"/>
                  <a:pt x="330" y="499"/>
                  <a:pt x="330" y="499"/>
                </a:cubicBezTo>
                <a:cubicBezTo>
                  <a:pt x="329" y="499"/>
                  <a:pt x="329" y="500"/>
                  <a:pt x="329" y="501"/>
                </a:cubicBezTo>
                <a:cubicBezTo>
                  <a:pt x="329" y="501"/>
                  <a:pt x="329" y="501"/>
                  <a:pt x="329" y="501"/>
                </a:cubicBezTo>
                <a:cubicBezTo>
                  <a:pt x="329" y="501"/>
                  <a:pt x="329" y="501"/>
                  <a:pt x="329" y="501"/>
                </a:cubicBezTo>
                <a:cubicBezTo>
                  <a:pt x="329" y="501"/>
                  <a:pt x="329" y="501"/>
                  <a:pt x="329" y="501"/>
                </a:cubicBezTo>
                <a:cubicBezTo>
                  <a:pt x="329" y="501"/>
                  <a:pt x="329" y="501"/>
                  <a:pt x="329" y="501"/>
                </a:cubicBezTo>
                <a:cubicBezTo>
                  <a:pt x="327" y="502"/>
                  <a:pt x="327" y="504"/>
                  <a:pt x="328" y="506"/>
                </a:cubicBezTo>
                <a:cubicBezTo>
                  <a:pt x="328" y="507"/>
                  <a:pt x="329" y="509"/>
                  <a:pt x="330" y="510"/>
                </a:cubicBezTo>
                <a:cubicBezTo>
                  <a:pt x="330" y="510"/>
                  <a:pt x="331" y="510"/>
                  <a:pt x="332" y="510"/>
                </a:cubicBezTo>
                <a:cubicBezTo>
                  <a:pt x="332" y="510"/>
                  <a:pt x="332" y="509"/>
                  <a:pt x="332" y="509"/>
                </a:cubicBezTo>
                <a:close/>
                <a:moveTo>
                  <a:pt x="336" y="501"/>
                </a:moveTo>
                <a:cubicBezTo>
                  <a:pt x="336" y="501"/>
                  <a:pt x="336" y="500"/>
                  <a:pt x="335" y="500"/>
                </a:cubicBezTo>
                <a:cubicBezTo>
                  <a:pt x="335" y="500"/>
                  <a:pt x="335" y="501"/>
                  <a:pt x="335" y="501"/>
                </a:cubicBezTo>
                <a:cubicBezTo>
                  <a:pt x="335" y="501"/>
                  <a:pt x="335" y="502"/>
                  <a:pt x="335" y="502"/>
                </a:cubicBezTo>
                <a:cubicBezTo>
                  <a:pt x="336" y="502"/>
                  <a:pt x="336" y="502"/>
                  <a:pt x="336" y="501"/>
                </a:cubicBezTo>
                <a:close/>
                <a:moveTo>
                  <a:pt x="436" y="264"/>
                </a:moveTo>
                <a:cubicBezTo>
                  <a:pt x="436" y="262"/>
                  <a:pt x="436" y="260"/>
                  <a:pt x="436" y="258"/>
                </a:cubicBezTo>
                <a:cubicBezTo>
                  <a:pt x="436" y="258"/>
                  <a:pt x="436" y="258"/>
                  <a:pt x="436" y="258"/>
                </a:cubicBezTo>
                <a:cubicBezTo>
                  <a:pt x="435" y="258"/>
                  <a:pt x="435" y="259"/>
                  <a:pt x="435" y="259"/>
                </a:cubicBezTo>
                <a:cubicBezTo>
                  <a:pt x="435" y="260"/>
                  <a:pt x="435" y="260"/>
                  <a:pt x="435" y="262"/>
                </a:cubicBezTo>
                <a:cubicBezTo>
                  <a:pt x="435" y="263"/>
                  <a:pt x="435" y="263"/>
                  <a:pt x="435" y="264"/>
                </a:cubicBezTo>
                <a:cubicBezTo>
                  <a:pt x="435" y="264"/>
                  <a:pt x="435" y="265"/>
                  <a:pt x="435" y="265"/>
                </a:cubicBezTo>
                <a:cubicBezTo>
                  <a:pt x="436" y="265"/>
                  <a:pt x="436" y="264"/>
                  <a:pt x="436" y="264"/>
                </a:cubicBezTo>
                <a:close/>
                <a:moveTo>
                  <a:pt x="451" y="259"/>
                </a:moveTo>
                <a:cubicBezTo>
                  <a:pt x="450" y="259"/>
                  <a:pt x="450" y="259"/>
                  <a:pt x="450" y="259"/>
                </a:cubicBezTo>
                <a:cubicBezTo>
                  <a:pt x="450" y="260"/>
                  <a:pt x="450" y="260"/>
                  <a:pt x="450" y="260"/>
                </a:cubicBezTo>
                <a:cubicBezTo>
                  <a:pt x="450" y="260"/>
                  <a:pt x="450" y="260"/>
                  <a:pt x="451" y="260"/>
                </a:cubicBezTo>
                <a:lnTo>
                  <a:pt x="451" y="259"/>
                </a:lnTo>
                <a:close/>
                <a:moveTo>
                  <a:pt x="473" y="538"/>
                </a:moveTo>
                <a:cubicBezTo>
                  <a:pt x="473" y="538"/>
                  <a:pt x="473" y="537"/>
                  <a:pt x="473" y="537"/>
                </a:cubicBezTo>
                <a:cubicBezTo>
                  <a:pt x="472" y="537"/>
                  <a:pt x="472" y="538"/>
                  <a:pt x="471" y="538"/>
                </a:cubicBezTo>
                <a:cubicBezTo>
                  <a:pt x="471" y="538"/>
                  <a:pt x="472" y="538"/>
                  <a:pt x="472" y="538"/>
                </a:cubicBezTo>
                <a:cubicBezTo>
                  <a:pt x="472" y="538"/>
                  <a:pt x="473" y="538"/>
                  <a:pt x="473" y="538"/>
                </a:cubicBezTo>
                <a:close/>
                <a:moveTo>
                  <a:pt x="474" y="251"/>
                </a:moveTo>
                <a:cubicBezTo>
                  <a:pt x="471" y="251"/>
                  <a:pt x="467" y="250"/>
                  <a:pt x="463" y="252"/>
                </a:cubicBezTo>
                <a:cubicBezTo>
                  <a:pt x="462" y="252"/>
                  <a:pt x="462" y="252"/>
                  <a:pt x="462" y="252"/>
                </a:cubicBezTo>
                <a:cubicBezTo>
                  <a:pt x="461" y="253"/>
                  <a:pt x="460" y="254"/>
                  <a:pt x="459" y="255"/>
                </a:cubicBezTo>
                <a:cubicBezTo>
                  <a:pt x="459" y="255"/>
                  <a:pt x="459" y="255"/>
                  <a:pt x="459" y="255"/>
                </a:cubicBezTo>
                <a:cubicBezTo>
                  <a:pt x="458" y="255"/>
                  <a:pt x="457" y="255"/>
                  <a:pt x="457" y="256"/>
                </a:cubicBezTo>
                <a:cubicBezTo>
                  <a:pt x="457" y="256"/>
                  <a:pt x="458" y="256"/>
                  <a:pt x="458" y="256"/>
                </a:cubicBezTo>
                <a:cubicBezTo>
                  <a:pt x="458" y="256"/>
                  <a:pt x="459" y="256"/>
                  <a:pt x="459" y="255"/>
                </a:cubicBezTo>
                <a:cubicBezTo>
                  <a:pt x="459" y="255"/>
                  <a:pt x="459" y="255"/>
                  <a:pt x="459" y="255"/>
                </a:cubicBezTo>
                <a:cubicBezTo>
                  <a:pt x="460" y="255"/>
                  <a:pt x="461" y="254"/>
                  <a:pt x="462" y="253"/>
                </a:cubicBezTo>
                <a:cubicBezTo>
                  <a:pt x="462" y="253"/>
                  <a:pt x="462" y="253"/>
                  <a:pt x="463" y="253"/>
                </a:cubicBezTo>
                <a:cubicBezTo>
                  <a:pt x="466" y="253"/>
                  <a:pt x="470" y="253"/>
                  <a:pt x="474" y="253"/>
                </a:cubicBezTo>
                <a:cubicBezTo>
                  <a:pt x="474" y="253"/>
                  <a:pt x="474" y="252"/>
                  <a:pt x="474" y="252"/>
                </a:cubicBezTo>
                <a:cubicBezTo>
                  <a:pt x="475" y="252"/>
                  <a:pt x="474" y="252"/>
                  <a:pt x="474" y="251"/>
                </a:cubicBezTo>
                <a:close/>
                <a:moveTo>
                  <a:pt x="559" y="554"/>
                </a:moveTo>
                <a:cubicBezTo>
                  <a:pt x="559" y="554"/>
                  <a:pt x="559" y="553"/>
                  <a:pt x="559" y="553"/>
                </a:cubicBezTo>
                <a:cubicBezTo>
                  <a:pt x="558" y="553"/>
                  <a:pt x="557" y="553"/>
                  <a:pt x="556" y="554"/>
                </a:cubicBezTo>
                <a:cubicBezTo>
                  <a:pt x="556" y="554"/>
                  <a:pt x="556" y="555"/>
                  <a:pt x="556" y="556"/>
                </a:cubicBezTo>
                <a:cubicBezTo>
                  <a:pt x="556" y="556"/>
                  <a:pt x="556" y="556"/>
                  <a:pt x="556" y="556"/>
                </a:cubicBezTo>
                <a:cubicBezTo>
                  <a:pt x="557" y="556"/>
                  <a:pt x="559" y="555"/>
                  <a:pt x="559" y="554"/>
                </a:cubicBezTo>
                <a:close/>
                <a:moveTo>
                  <a:pt x="559" y="517"/>
                </a:moveTo>
                <a:cubicBezTo>
                  <a:pt x="559" y="517"/>
                  <a:pt x="559" y="516"/>
                  <a:pt x="559" y="516"/>
                </a:cubicBezTo>
                <a:cubicBezTo>
                  <a:pt x="557" y="516"/>
                  <a:pt x="556" y="517"/>
                  <a:pt x="555" y="518"/>
                </a:cubicBezTo>
                <a:cubicBezTo>
                  <a:pt x="555" y="518"/>
                  <a:pt x="555" y="519"/>
                  <a:pt x="555" y="519"/>
                </a:cubicBezTo>
                <a:cubicBezTo>
                  <a:pt x="555" y="519"/>
                  <a:pt x="555" y="520"/>
                  <a:pt x="555" y="520"/>
                </a:cubicBezTo>
                <a:cubicBezTo>
                  <a:pt x="557" y="520"/>
                  <a:pt x="559" y="519"/>
                  <a:pt x="559" y="517"/>
                </a:cubicBezTo>
                <a:close/>
                <a:moveTo>
                  <a:pt x="560" y="442"/>
                </a:moveTo>
                <a:cubicBezTo>
                  <a:pt x="560" y="442"/>
                  <a:pt x="560" y="442"/>
                  <a:pt x="560" y="442"/>
                </a:cubicBezTo>
                <a:cubicBezTo>
                  <a:pt x="559" y="442"/>
                  <a:pt x="559" y="442"/>
                  <a:pt x="559" y="442"/>
                </a:cubicBezTo>
                <a:lnTo>
                  <a:pt x="560" y="442"/>
                </a:lnTo>
                <a:close/>
                <a:moveTo>
                  <a:pt x="566" y="355"/>
                </a:moveTo>
                <a:cubicBezTo>
                  <a:pt x="567" y="355"/>
                  <a:pt x="568" y="355"/>
                  <a:pt x="568" y="355"/>
                </a:cubicBezTo>
                <a:cubicBezTo>
                  <a:pt x="568" y="355"/>
                  <a:pt x="568" y="354"/>
                  <a:pt x="568" y="354"/>
                </a:cubicBezTo>
                <a:cubicBezTo>
                  <a:pt x="568" y="354"/>
                  <a:pt x="568" y="353"/>
                  <a:pt x="568" y="353"/>
                </a:cubicBezTo>
                <a:cubicBezTo>
                  <a:pt x="567" y="353"/>
                  <a:pt x="566" y="353"/>
                  <a:pt x="566" y="353"/>
                </a:cubicBezTo>
                <a:cubicBezTo>
                  <a:pt x="565" y="353"/>
                  <a:pt x="565" y="354"/>
                  <a:pt x="566" y="355"/>
                </a:cubicBezTo>
                <a:close/>
                <a:moveTo>
                  <a:pt x="479" y="312"/>
                </a:moveTo>
                <a:cubicBezTo>
                  <a:pt x="480" y="312"/>
                  <a:pt x="480" y="312"/>
                  <a:pt x="480" y="312"/>
                </a:cubicBezTo>
                <a:cubicBezTo>
                  <a:pt x="480" y="311"/>
                  <a:pt x="480" y="311"/>
                  <a:pt x="480" y="311"/>
                </a:cubicBezTo>
                <a:cubicBezTo>
                  <a:pt x="480" y="311"/>
                  <a:pt x="481" y="311"/>
                  <a:pt x="480" y="311"/>
                </a:cubicBezTo>
                <a:cubicBezTo>
                  <a:pt x="480" y="311"/>
                  <a:pt x="480" y="311"/>
                  <a:pt x="480" y="311"/>
                </a:cubicBezTo>
                <a:cubicBezTo>
                  <a:pt x="480" y="311"/>
                  <a:pt x="480" y="311"/>
                  <a:pt x="480" y="311"/>
                </a:cubicBezTo>
                <a:lnTo>
                  <a:pt x="479" y="312"/>
                </a:lnTo>
                <a:close/>
                <a:moveTo>
                  <a:pt x="489" y="436"/>
                </a:moveTo>
                <a:cubicBezTo>
                  <a:pt x="489" y="435"/>
                  <a:pt x="489" y="435"/>
                  <a:pt x="489" y="435"/>
                </a:cubicBezTo>
                <a:cubicBezTo>
                  <a:pt x="489" y="435"/>
                  <a:pt x="489" y="435"/>
                  <a:pt x="488" y="435"/>
                </a:cubicBezTo>
                <a:cubicBezTo>
                  <a:pt x="489" y="435"/>
                  <a:pt x="489" y="435"/>
                  <a:pt x="489" y="436"/>
                </a:cubicBezTo>
                <a:close/>
                <a:moveTo>
                  <a:pt x="504" y="356"/>
                </a:moveTo>
                <a:cubicBezTo>
                  <a:pt x="504" y="358"/>
                  <a:pt x="503" y="359"/>
                  <a:pt x="503" y="361"/>
                </a:cubicBezTo>
                <a:cubicBezTo>
                  <a:pt x="502" y="361"/>
                  <a:pt x="502" y="361"/>
                  <a:pt x="502" y="361"/>
                </a:cubicBezTo>
                <a:cubicBezTo>
                  <a:pt x="502" y="361"/>
                  <a:pt x="502" y="361"/>
                  <a:pt x="502" y="361"/>
                </a:cubicBezTo>
                <a:cubicBezTo>
                  <a:pt x="500" y="361"/>
                  <a:pt x="499" y="362"/>
                  <a:pt x="498" y="363"/>
                </a:cubicBezTo>
                <a:cubicBezTo>
                  <a:pt x="498" y="363"/>
                  <a:pt x="498" y="363"/>
                  <a:pt x="498" y="363"/>
                </a:cubicBezTo>
                <a:cubicBezTo>
                  <a:pt x="497" y="363"/>
                  <a:pt x="497" y="363"/>
                  <a:pt x="497" y="363"/>
                </a:cubicBezTo>
                <a:cubicBezTo>
                  <a:pt x="497" y="363"/>
                  <a:pt x="496" y="363"/>
                  <a:pt x="496" y="364"/>
                </a:cubicBezTo>
                <a:cubicBezTo>
                  <a:pt x="496" y="365"/>
                  <a:pt x="497" y="365"/>
                  <a:pt x="497" y="365"/>
                </a:cubicBezTo>
                <a:cubicBezTo>
                  <a:pt x="497" y="364"/>
                  <a:pt x="497" y="364"/>
                  <a:pt x="497" y="363"/>
                </a:cubicBezTo>
                <a:cubicBezTo>
                  <a:pt x="498" y="363"/>
                  <a:pt x="498" y="363"/>
                  <a:pt x="498" y="363"/>
                </a:cubicBezTo>
                <a:cubicBezTo>
                  <a:pt x="498" y="363"/>
                  <a:pt x="498" y="363"/>
                  <a:pt x="498" y="363"/>
                </a:cubicBezTo>
                <a:cubicBezTo>
                  <a:pt x="500" y="363"/>
                  <a:pt x="501" y="362"/>
                  <a:pt x="502" y="361"/>
                </a:cubicBezTo>
                <a:cubicBezTo>
                  <a:pt x="502" y="361"/>
                  <a:pt x="502" y="361"/>
                  <a:pt x="503" y="361"/>
                </a:cubicBezTo>
                <a:cubicBezTo>
                  <a:pt x="503" y="361"/>
                  <a:pt x="503" y="361"/>
                  <a:pt x="503" y="361"/>
                </a:cubicBezTo>
                <a:cubicBezTo>
                  <a:pt x="506" y="360"/>
                  <a:pt x="508" y="359"/>
                  <a:pt x="509" y="355"/>
                </a:cubicBezTo>
                <a:cubicBezTo>
                  <a:pt x="509" y="354"/>
                  <a:pt x="510" y="353"/>
                  <a:pt x="511" y="353"/>
                </a:cubicBezTo>
                <a:cubicBezTo>
                  <a:pt x="514" y="351"/>
                  <a:pt x="517" y="351"/>
                  <a:pt x="520" y="354"/>
                </a:cubicBezTo>
                <a:cubicBezTo>
                  <a:pt x="523" y="356"/>
                  <a:pt x="524" y="356"/>
                  <a:pt x="526" y="352"/>
                </a:cubicBezTo>
                <a:cubicBezTo>
                  <a:pt x="526" y="351"/>
                  <a:pt x="526" y="350"/>
                  <a:pt x="527" y="349"/>
                </a:cubicBezTo>
                <a:cubicBezTo>
                  <a:pt x="529" y="348"/>
                  <a:pt x="530" y="347"/>
                  <a:pt x="532" y="346"/>
                </a:cubicBezTo>
                <a:cubicBezTo>
                  <a:pt x="533" y="345"/>
                  <a:pt x="533" y="343"/>
                  <a:pt x="534" y="342"/>
                </a:cubicBezTo>
                <a:cubicBezTo>
                  <a:pt x="534" y="341"/>
                  <a:pt x="534" y="340"/>
                  <a:pt x="533" y="340"/>
                </a:cubicBezTo>
                <a:cubicBezTo>
                  <a:pt x="533" y="340"/>
                  <a:pt x="532" y="340"/>
                  <a:pt x="532" y="340"/>
                </a:cubicBezTo>
                <a:cubicBezTo>
                  <a:pt x="527" y="345"/>
                  <a:pt x="522" y="343"/>
                  <a:pt x="517" y="340"/>
                </a:cubicBezTo>
                <a:cubicBezTo>
                  <a:pt x="516" y="339"/>
                  <a:pt x="516" y="339"/>
                  <a:pt x="515" y="338"/>
                </a:cubicBezTo>
                <a:cubicBezTo>
                  <a:pt x="515" y="338"/>
                  <a:pt x="515" y="338"/>
                  <a:pt x="514" y="337"/>
                </a:cubicBezTo>
                <a:cubicBezTo>
                  <a:pt x="514" y="337"/>
                  <a:pt x="514" y="335"/>
                  <a:pt x="515" y="334"/>
                </a:cubicBezTo>
                <a:cubicBezTo>
                  <a:pt x="518" y="333"/>
                  <a:pt x="522" y="332"/>
                  <a:pt x="525" y="331"/>
                </a:cubicBezTo>
                <a:cubicBezTo>
                  <a:pt x="525" y="331"/>
                  <a:pt x="526" y="329"/>
                  <a:pt x="525" y="329"/>
                </a:cubicBezTo>
                <a:cubicBezTo>
                  <a:pt x="525" y="329"/>
                  <a:pt x="524" y="328"/>
                  <a:pt x="524" y="328"/>
                </a:cubicBezTo>
                <a:cubicBezTo>
                  <a:pt x="523" y="328"/>
                  <a:pt x="522" y="327"/>
                  <a:pt x="520" y="328"/>
                </a:cubicBezTo>
                <a:cubicBezTo>
                  <a:pt x="517" y="328"/>
                  <a:pt x="513" y="329"/>
                  <a:pt x="510" y="330"/>
                </a:cubicBezTo>
                <a:cubicBezTo>
                  <a:pt x="505" y="331"/>
                  <a:pt x="501" y="332"/>
                  <a:pt x="497" y="332"/>
                </a:cubicBezTo>
                <a:cubicBezTo>
                  <a:pt x="492" y="332"/>
                  <a:pt x="486" y="332"/>
                  <a:pt x="480" y="332"/>
                </a:cubicBezTo>
                <a:cubicBezTo>
                  <a:pt x="480" y="332"/>
                  <a:pt x="479" y="333"/>
                  <a:pt x="478" y="333"/>
                </a:cubicBezTo>
                <a:cubicBezTo>
                  <a:pt x="478" y="334"/>
                  <a:pt x="478" y="334"/>
                  <a:pt x="477" y="335"/>
                </a:cubicBezTo>
                <a:cubicBezTo>
                  <a:pt x="477" y="335"/>
                  <a:pt x="478" y="336"/>
                  <a:pt x="478" y="336"/>
                </a:cubicBezTo>
                <a:cubicBezTo>
                  <a:pt x="483" y="336"/>
                  <a:pt x="488" y="337"/>
                  <a:pt x="492" y="337"/>
                </a:cubicBezTo>
                <a:cubicBezTo>
                  <a:pt x="495" y="337"/>
                  <a:pt x="498" y="337"/>
                  <a:pt x="500" y="338"/>
                </a:cubicBezTo>
                <a:cubicBezTo>
                  <a:pt x="501" y="339"/>
                  <a:pt x="502" y="340"/>
                  <a:pt x="503" y="341"/>
                </a:cubicBezTo>
                <a:cubicBezTo>
                  <a:pt x="504" y="342"/>
                  <a:pt x="503" y="345"/>
                  <a:pt x="502" y="345"/>
                </a:cubicBezTo>
                <a:cubicBezTo>
                  <a:pt x="500" y="345"/>
                  <a:pt x="498" y="344"/>
                  <a:pt x="496" y="344"/>
                </a:cubicBezTo>
                <a:cubicBezTo>
                  <a:pt x="496" y="344"/>
                  <a:pt x="495" y="344"/>
                  <a:pt x="495" y="345"/>
                </a:cubicBezTo>
                <a:cubicBezTo>
                  <a:pt x="494" y="347"/>
                  <a:pt x="493" y="348"/>
                  <a:pt x="491" y="349"/>
                </a:cubicBezTo>
                <a:cubicBezTo>
                  <a:pt x="489" y="350"/>
                  <a:pt x="487" y="351"/>
                  <a:pt x="485" y="354"/>
                </a:cubicBezTo>
                <a:cubicBezTo>
                  <a:pt x="484" y="355"/>
                  <a:pt x="482" y="356"/>
                  <a:pt x="481" y="357"/>
                </a:cubicBezTo>
                <a:cubicBezTo>
                  <a:pt x="480" y="358"/>
                  <a:pt x="480" y="359"/>
                  <a:pt x="482" y="359"/>
                </a:cubicBezTo>
                <a:cubicBezTo>
                  <a:pt x="485" y="362"/>
                  <a:pt x="488" y="361"/>
                  <a:pt x="491" y="359"/>
                </a:cubicBezTo>
                <a:cubicBezTo>
                  <a:pt x="492" y="358"/>
                  <a:pt x="494" y="356"/>
                  <a:pt x="495" y="356"/>
                </a:cubicBezTo>
                <a:cubicBezTo>
                  <a:pt x="497" y="354"/>
                  <a:pt x="499" y="354"/>
                  <a:pt x="501" y="353"/>
                </a:cubicBezTo>
                <a:cubicBezTo>
                  <a:pt x="503" y="352"/>
                  <a:pt x="505" y="354"/>
                  <a:pt x="504" y="356"/>
                </a:cubicBezTo>
                <a:close/>
                <a:moveTo>
                  <a:pt x="517" y="365"/>
                </a:moveTo>
                <a:cubicBezTo>
                  <a:pt x="516" y="365"/>
                  <a:pt x="516" y="366"/>
                  <a:pt x="516" y="367"/>
                </a:cubicBezTo>
                <a:cubicBezTo>
                  <a:pt x="516" y="367"/>
                  <a:pt x="516" y="367"/>
                  <a:pt x="516" y="367"/>
                </a:cubicBezTo>
                <a:cubicBezTo>
                  <a:pt x="516" y="368"/>
                  <a:pt x="516" y="368"/>
                  <a:pt x="516" y="368"/>
                </a:cubicBezTo>
                <a:cubicBezTo>
                  <a:pt x="515" y="369"/>
                  <a:pt x="515" y="369"/>
                  <a:pt x="516" y="369"/>
                </a:cubicBezTo>
                <a:cubicBezTo>
                  <a:pt x="516" y="369"/>
                  <a:pt x="516" y="369"/>
                  <a:pt x="516" y="368"/>
                </a:cubicBezTo>
                <a:cubicBezTo>
                  <a:pt x="516" y="368"/>
                  <a:pt x="516" y="368"/>
                  <a:pt x="516" y="368"/>
                </a:cubicBezTo>
                <a:cubicBezTo>
                  <a:pt x="516" y="367"/>
                  <a:pt x="516" y="367"/>
                  <a:pt x="516" y="367"/>
                </a:cubicBezTo>
                <a:cubicBezTo>
                  <a:pt x="516" y="367"/>
                  <a:pt x="517" y="366"/>
                  <a:pt x="517" y="366"/>
                </a:cubicBezTo>
                <a:cubicBezTo>
                  <a:pt x="517" y="366"/>
                  <a:pt x="517" y="365"/>
                  <a:pt x="517" y="365"/>
                </a:cubicBezTo>
                <a:close/>
                <a:moveTo>
                  <a:pt x="505" y="395"/>
                </a:moveTo>
                <a:cubicBezTo>
                  <a:pt x="505" y="395"/>
                  <a:pt x="504" y="395"/>
                  <a:pt x="503" y="395"/>
                </a:cubicBezTo>
                <a:cubicBezTo>
                  <a:pt x="503" y="395"/>
                  <a:pt x="502" y="396"/>
                  <a:pt x="502" y="397"/>
                </a:cubicBezTo>
                <a:cubicBezTo>
                  <a:pt x="503" y="399"/>
                  <a:pt x="504" y="401"/>
                  <a:pt x="507" y="402"/>
                </a:cubicBezTo>
                <a:cubicBezTo>
                  <a:pt x="507" y="402"/>
                  <a:pt x="508" y="401"/>
                  <a:pt x="508" y="401"/>
                </a:cubicBezTo>
                <a:cubicBezTo>
                  <a:pt x="507" y="399"/>
                  <a:pt x="506" y="397"/>
                  <a:pt x="505" y="395"/>
                </a:cubicBezTo>
                <a:close/>
                <a:moveTo>
                  <a:pt x="501" y="459"/>
                </a:moveTo>
                <a:cubicBezTo>
                  <a:pt x="500" y="459"/>
                  <a:pt x="500" y="459"/>
                  <a:pt x="500" y="459"/>
                </a:cubicBezTo>
                <a:cubicBezTo>
                  <a:pt x="500" y="459"/>
                  <a:pt x="500" y="459"/>
                  <a:pt x="500" y="459"/>
                </a:cubicBezTo>
                <a:lnTo>
                  <a:pt x="501" y="459"/>
                </a:lnTo>
                <a:close/>
                <a:moveTo>
                  <a:pt x="517" y="492"/>
                </a:moveTo>
                <a:cubicBezTo>
                  <a:pt x="517" y="492"/>
                  <a:pt x="517" y="491"/>
                  <a:pt x="517" y="491"/>
                </a:cubicBezTo>
                <a:cubicBezTo>
                  <a:pt x="517" y="491"/>
                  <a:pt x="516" y="492"/>
                  <a:pt x="516" y="492"/>
                </a:cubicBezTo>
                <a:cubicBezTo>
                  <a:pt x="516" y="492"/>
                  <a:pt x="516" y="493"/>
                  <a:pt x="517" y="494"/>
                </a:cubicBezTo>
                <a:cubicBezTo>
                  <a:pt x="517" y="494"/>
                  <a:pt x="517" y="494"/>
                  <a:pt x="517" y="493"/>
                </a:cubicBezTo>
                <a:cubicBezTo>
                  <a:pt x="518" y="493"/>
                  <a:pt x="518" y="493"/>
                  <a:pt x="517" y="492"/>
                </a:cubicBezTo>
                <a:close/>
                <a:moveTo>
                  <a:pt x="531" y="441"/>
                </a:moveTo>
                <a:cubicBezTo>
                  <a:pt x="531" y="441"/>
                  <a:pt x="532" y="441"/>
                  <a:pt x="533" y="441"/>
                </a:cubicBezTo>
                <a:cubicBezTo>
                  <a:pt x="537" y="439"/>
                  <a:pt x="542" y="437"/>
                  <a:pt x="546" y="434"/>
                </a:cubicBezTo>
                <a:cubicBezTo>
                  <a:pt x="549" y="432"/>
                  <a:pt x="552" y="430"/>
                  <a:pt x="556" y="428"/>
                </a:cubicBezTo>
                <a:cubicBezTo>
                  <a:pt x="558" y="427"/>
                  <a:pt x="560" y="426"/>
                  <a:pt x="561" y="425"/>
                </a:cubicBezTo>
                <a:cubicBezTo>
                  <a:pt x="562" y="424"/>
                  <a:pt x="563" y="423"/>
                  <a:pt x="564" y="422"/>
                </a:cubicBezTo>
                <a:cubicBezTo>
                  <a:pt x="564" y="422"/>
                  <a:pt x="564" y="422"/>
                  <a:pt x="564" y="422"/>
                </a:cubicBezTo>
                <a:cubicBezTo>
                  <a:pt x="564" y="422"/>
                  <a:pt x="565" y="422"/>
                  <a:pt x="565" y="422"/>
                </a:cubicBezTo>
                <a:cubicBezTo>
                  <a:pt x="564" y="421"/>
                  <a:pt x="564" y="421"/>
                  <a:pt x="564" y="422"/>
                </a:cubicBezTo>
                <a:cubicBezTo>
                  <a:pt x="564" y="422"/>
                  <a:pt x="564" y="422"/>
                  <a:pt x="564" y="422"/>
                </a:cubicBezTo>
                <a:cubicBezTo>
                  <a:pt x="562" y="422"/>
                  <a:pt x="560" y="422"/>
                  <a:pt x="558" y="422"/>
                </a:cubicBezTo>
                <a:cubicBezTo>
                  <a:pt x="554" y="423"/>
                  <a:pt x="550" y="424"/>
                  <a:pt x="546" y="427"/>
                </a:cubicBezTo>
                <a:cubicBezTo>
                  <a:pt x="542" y="430"/>
                  <a:pt x="538" y="432"/>
                  <a:pt x="532" y="431"/>
                </a:cubicBezTo>
                <a:cubicBezTo>
                  <a:pt x="531" y="431"/>
                  <a:pt x="529" y="430"/>
                  <a:pt x="528" y="429"/>
                </a:cubicBezTo>
                <a:cubicBezTo>
                  <a:pt x="525" y="425"/>
                  <a:pt x="524" y="421"/>
                  <a:pt x="520" y="419"/>
                </a:cubicBezTo>
                <a:cubicBezTo>
                  <a:pt x="520" y="419"/>
                  <a:pt x="519" y="418"/>
                  <a:pt x="519" y="418"/>
                </a:cubicBezTo>
                <a:cubicBezTo>
                  <a:pt x="518" y="419"/>
                  <a:pt x="518" y="419"/>
                  <a:pt x="518" y="420"/>
                </a:cubicBezTo>
                <a:cubicBezTo>
                  <a:pt x="519" y="422"/>
                  <a:pt x="519" y="424"/>
                  <a:pt x="520" y="427"/>
                </a:cubicBezTo>
                <a:cubicBezTo>
                  <a:pt x="520" y="428"/>
                  <a:pt x="520" y="429"/>
                  <a:pt x="520" y="430"/>
                </a:cubicBezTo>
                <a:cubicBezTo>
                  <a:pt x="520" y="431"/>
                  <a:pt x="519" y="433"/>
                  <a:pt x="517" y="433"/>
                </a:cubicBezTo>
                <a:cubicBezTo>
                  <a:pt x="517" y="433"/>
                  <a:pt x="516" y="433"/>
                  <a:pt x="515" y="433"/>
                </a:cubicBezTo>
                <a:cubicBezTo>
                  <a:pt x="513" y="433"/>
                  <a:pt x="511" y="434"/>
                  <a:pt x="509" y="436"/>
                </a:cubicBezTo>
                <a:cubicBezTo>
                  <a:pt x="508" y="438"/>
                  <a:pt x="506" y="439"/>
                  <a:pt x="505" y="441"/>
                </a:cubicBezTo>
                <a:cubicBezTo>
                  <a:pt x="504" y="442"/>
                  <a:pt x="503" y="442"/>
                  <a:pt x="502" y="442"/>
                </a:cubicBezTo>
                <a:cubicBezTo>
                  <a:pt x="500" y="441"/>
                  <a:pt x="499" y="441"/>
                  <a:pt x="497" y="440"/>
                </a:cubicBezTo>
                <a:cubicBezTo>
                  <a:pt x="497" y="440"/>
                  <a:pt x="497" y="440"/>
                  <a:pt x="496" y="441"/>
                </a:cubicBezTo>
                <a:cubicBezTo>
                  <a:pt x="496" y="441"/>
                  <a:pt x="496" y="441"/>
                  <a:pt x="496" y="441"/>
                </a:cubicBezTo>
                <a:cubicBezTo>
                  <a:pt x="497" y="443"/>
                  <a:pt x="498" y="444"/>
                  <a:pt x="500" y="446"/>
                </a:cubicBezTo>
                <a:cubicBezTo>
                  <a:pt x="501" y="448"/>
                  <a:pt x="504" y="449"/>
                  <a:pt x="506" y="448"/>
                </a:cubicBezTo>
                <a:cubicBezTo>
                  <a:pt x="510" y="448"/>
                  <a:pt x="513" y="447"/>
                  <a:pt x="516" y="447"/>
                </a:cubicBezTo>
                <a:cubicBezTo>
                  <a:pt x="519" y="446"/>
                  <a:pt x="520" y="445"/>
                  <a:pt x="522" y="443"/>
                </a:cubicBezTo>
                <a:cubicBezTo>
                  <a:pt x="524" y="441"/>
                  <a:pt x="526" y="440"/>
                  <a:pt x="531" y="441"/>
                </a:cubicBezTo>
                <a:close/>
                <a:moveTo>
                  <a:pt x="529" y="539"/>
                </a:moveTo>
                <a:cubicBezTo>
                  <a:pt x="529" y="539"/>
                  <a:pt x="529" y="539"/>
                  <a:pt x="529" y="540"/>
                </a:cubicBezTo>
                <a:cubicBezTo>
                  <a:pt x="530" y="539"/>
                  <a:pt x="530" y="539"/>
                  <a:pt x="529" y="539"/>
                </a:cubicBezTo>
                <a:close/>
                <a:moveTo>
                  <a:pt x="534" y="491"/>
                </a:moveTo>
                <a:cubicBezTo>
                  <a:pt x="537" y="488"/>
                  <a:pt x="540" y="487"/>
                  <a:pt x="543" y="487"/>
                </a:cubicBezTo>
                <a:cubicBezTo>
                  <a:pt x="544" y="487"/>
                  <a:pt x="545" y="487"/>
                  <a:pt x="546" y="487"/>
                </a:cubicBezTo>
                <a:cubicBezTo>
                  <a:pt x="546" y="487"/>
                  <a:pt x="546" y="487"/>
                  <a:pt x="546" y="487"/>
                </a:cubicBezTo>
                <a:cubicBezTo>
                  <a:pt x="549" y="487"/>
                  <a:pt x="552" y="487"/>
                  <a:pt x="554" y="487"/>
                </a:cubicBezTo>
                <a:cubicBezTo>
                  <a:pt x="554" y="487"/>
                  <a:pt x="555" y="486"/>
                  <a:pt x="555" y="486"/>
                </a:cubicBezTo>
                <a:cubicBezTo>
                  <a:pt x="554" y="485"/>
                  <a:pt x="554" y="484"/>
                  <a:pt x="554" y="484"/>
                </a:cubicBezTo>
                <a:cubicBezTo>
                  <a:pt x="551" y="484"/>
                  <a:pt x="549" y="483"/>
                  <a:pt x="547" y="481"/>
                </a:cubicBezTo>
                <a:cubicBezTo>
                  <a:pt x="546" y="481"/>
                  <a:pt x="545" y="481"/>
                  <a:pt x="545" y="481"/>
                </a:cubicBezTo>
                <a:cubicBezTo>
                  <a:pt x="540" y="483"/>
                  <a:pt x="536" y="485"/>
                  <a:pt x="532" y="488"/>
                </a:cubicBezTo>
                <a:cubicBezTo>
                  <a:pt x="531" y="489"/>
                  <a:pt x="530" y="490"/>
                  <a:pt x="529" y="491"/>
                </a:cubicBezTo>
                <a:cubicBezTo>
                  <a:pt x="529" y="492"/>
                  <a:pt x="529" y="492"/>
                  <a:pt x="529" y="492"/>
                </a:cubicBezTo>
                <a:cubicBezTo>
                  <a:pt x="530" y="493"/>
                  <a:pt x="531" y="493"/>
                  <a:pt x="531" y="493"/>
                </a:cubicBezTo>
                <a:cubicBezTo>
                  <a:pt x="532" y="492"/>
                  <a:pt x="533" y="492"/>
                  <a:pt x="534" y="491"/>
                </a:cubicBezTo>
                <a:close/>
                <a:moveTo>
                  <a:pt x="648" y="1072"/>
                </a:moveTo>
                <a:cubicBezTo>
                  <a:pt x="647" y="1070"/>
                  <a:pt x="646" y="1069"/>
                  <a:pt x="644" y="1069"/>
                </a:cubicBezTo>
                <a:cubicBezTo>
                  <a:pt x="644" y="1069"/>
                  <a:pt x="643" y="1070"/>
                  <a:pt x="643" y="1070"/>
                </a:cubicBezTo>
                <a:cubicBezTo>
                  <a:pt x="643" y="1072"/>
                  <a:pt x="645" y="1074"/>
                  <a:pt x="647" y="1074"/>
                </a:cubicBezTo>
                <a:cubicBezTo>
                  <a:pt x="647" y="1073"/>
                  <a:pt x="648" y="1073"/>
                  <a:pt x="648" y="1073"/>
                </a:cubicBezTo>
                <a:cubicBezTo>
                  <a:pt x="648" y="1073"/>
                  <a:pt x="648" y="1072"/>
                  <a:pt x="648" y="1072"/>
                </a:cubicBezTo>
                <a:close/>
                <a:moveTo>
                  <a:pt x="774" y="1089"/>
                </a:moveTo>
                <a:cubicBezTo>
                  <a:pt x="774" y="1087"/>
                  <a:pt x="774" y="1086"/>
                  <a:pt x="774" y="1085"/>
                </a:cubicBezTo>
                <a:cubicBezTo>
                  <a:pt x="774" y="1085"/>
                  <a:pt x="774" y="1084"/>
                  <a:pt x="774" y="1084"/>
                </a:cubicBezTo>
                <a:cubicBezTo>
                  <a:pt x="773" y="1085"/>
                  <a:pt x="772" y="1084"/>
                  <a:pt x="772" y="1085"/>
                </a:cubicBezTo>
                <a:cubicBezTo>
                  <a:pt x="769" y="1088"/>
                  <a:pt x="769" y="1090"/>
                  <a:pt x="770" y="1092"/>
                </a:cubicBezTo>
                <a:cubicBezTo>
                  <a:pt x="771" y="1093"/>
                  <a:pt x="772" y="1093"/>
                  <a:pt x="772" y="1094"/>
                </a:cubicBezTo>
                <a:cubicBezTo>
                  <a:pt x="773" y="1094"/>
                  <a:pt x="774" y="1093"/>
                  <a:pt x="774" y="1092"/>
                </a:cubicBezTo>
                <a:cubicBezTo>
                  <a:pt x="774" y="1091"/>
                  <a:pt x="774" y="1090"/>
                  <a:pt x="774" y="1089"/>
                </a:cubicBezTo>
                <a:close/>
                <a:moveTo>
                  <a:pt x="797" y="1693"/>
                </a:moveTo>
                <a:cubicBezTo>
                  <a:pt x="797" y="1692"/>
                  <a:pt x="796" y="1692"/>
                  <a:pt x="796" y="1693"/>
                </a:cubicBezTo>
                <a:cubicBezTo>
                  <a:pt x="796" y="1693"/>
                  <a:pt x="796" y="1693"/>
                  <a:pt x="796" y="1693"/>
                </a:cubicBezTo>
                <a:cubicBezTo>
                  <a:pt x="796" y="1693"/>
                  <a:pt x="796" y="1694"/>
                  <a:pt x="797" y="1694"/>
                </a:cubicBezTo>
                <a:cubicBezTo>
                  <a:pt x="797" y="1693"/>
                  <a:pt x="797" y="1693"/>
                  <a:pt x="797" y="1693"/>
                </a:cubicBezTo>
                <a:close/>
                <a:moveTo>
                  <a:pt x="800" y="1336"/>
                </a:moveTo>
                <a:cubicBezTo>
                  <a:pt x="800" y="1336"/>
                  <a:pt x="800" y="1336"/>
                  <a:pt x="799" y="1336"/>
                </a:cubicBezTo>
                <a:cubicBezTo>
                  <a:pt x="799" y="1336"/>
                  <a:pt x="799" y="1336"/>
                  <a:pt x="799" y="1336"/>
                </a:cubicBezTo>
                <a:cubicBezTo>
                  <a:pt x="798" y="1332"/>
                  <a:pt x="795" y="1331"/>
                  <a:pt x="793" y="1329"/>
                </a:cubicBezTo>
                <a:cubicBezTo>
                  <a:pt x="793" y="1329"/>
                  <a:pt x="792" y="1329"/>
                  <a:pt x="792" y="1329"/>
                </a:cubicBezTo>
                <a:cubicBezTo>
                  <a:pt x="792" y="1329"/>
                  <a:pt x="792" y="1330"/>
                  <a:pt x="792" y="1331"/>
                </a:cubicBezTo>
                <a:cubicBezTo>
                  <a:pt x="794" y="1333"/>
                  <a:pt x="796" y="1335"/>
                  <a:pt x="799" y="1336"/>
                </a:cubicBezTo>
                <a:cubicBezTo>
                  <a:pt x="799" y="1336"/>
                  <a:pt x="799" y="1336"/>
                  <a:pt x="799" y="1336"/>
                </a:cubicBezTo>
                <a:cubicBezTo>
                  <a:pt x="799" y="1336"/>
                  <a:pt x="799" y="1336"/>
                  <a:pt x="799" y="1336"/>
                </a:cubicBezTo>
                <a:cubicBezTo>
                  <a:pt x="799" y="1336"/>
                  <a:pt x="799" y="1336"/>
                  <a:pt x="799" y="1336"/>
                </a:cubicBezTo>
                <a:cubicBezTo>
                  <a:pt x="800" y="1336"/>
                  <a:pt x="800" y="1336"/>
                  <a:pt x="800" y="1336"/>
                </a:cubicBezTo>
                <a:close/>
                <a:moveTo>
                  <a:pt x="820" y="1736"/>
                </a:moveTo>
                <a:cubicBezTo>
                  <a:pt x="820" y="1736"/>
                  <a:pt x="820" y="1736"/>
                  <a:pt x="820" y="1736"/>
                </a:cubicBezTo>
                <a:cubicBezTo>
                  <a:pt x="820" y="1736"/>
                  <a:pt x="820" y="1736"/>
                  <a:pt x="820" y="1736"/>
                </a:cubicBezTo>
                <a:cubicBezTo>
                  <a:pt x="819" y="1737"/>
                  <a:pt x="819" y="1737"/>
                  <a:pt x="819" y="1737"/>
                </a:cubicBezTo>
                <a:cubicBezTo>
                  <a:pt x="820" y="1736"/>
                  <a:pt x="820" y="1736"/>
                  <a:pt x="820" y="1736"/>
                </a:cubicBezTo>
                <a:cubicBezTo>
                  <a:pt x="820" y="1736"/>
                  <a:pt x="820" y="1736"/>
                  <a:pt x="820" y="1736"/>
                </a:cubicBezTo>
                <a:cubicBezTo>
                  <a:pt x="821" y="1736"/>
                  <a:pt x="821" y="1736"/>
                  <a:pt x="820" y="1736"/>
                </a:cubicBezTo>
                <a:close/>
                <a:moveTo>
                  <a:pt x="826" y="1747"/>
                </a:moveTo>
                <a:cubicBezTo>
                  <a:pt x="826" y="1747"/>
                  <a:pt x="825" y="1746"/>
                  <a:pt x="824" y="1746"/>
                </a:cubicBezTo>
                <a:cubicBezTo>
                  <a:pt x="823" y="1746"/>
                  <a:pt x="823" y="1747"/>
                  <a:pt x="824" y="1748"/>
                </a:cubicBezTo>
                <a:cubicBezTo>
                  <a:pt x="824" y="1748"/>
                  <a:pt x="824" y="1748"/>
                  <a:pt x="824" y="1748"/>
                </a:cubicBezTo>
                <a:cubicBezTo>
                  <a:pt x="825" y="1748"/>
                  <a:pt x="826" y="1748"/>
                  <a:pt x="826" y="1748"/>
                </a:cubicBezTo>
                <a:cubicBezTo>
                  <a:pt x="826" y="1747"/>
                  <a:pt x="826" y="1747"/>
                  <a:pt x="826" y="1747"/>
                </a:cubicBezTo>
                <a:close/>
                <a:moveTo>
                  <a:pt x="829" y="1760"/>
                </a:moveTo>
                <a:cubicBezTo>
                  <a:pt x="829" y="1760"/>
                  <a:pt x="829" y="1760"/>
                  <a:pt x="829" y="1760"/>
                </a:cubicBezTo>
                <a:cubicBezTo>
                  <a:pt x="828" y="1760"/>
                  <a:pt x="828" y="1760"/>
                  <a:pt x="828" y="1760"/>
                </a:cubicBezTo>
                <a:cubicBezTo>
                  <a:pt x="828" y="1760"/>
                  <a:pt x="828" y="1761"/>
                  <a:pt x="828" y="1761"/>
                </a:cubicBezTo>
                <a:cubicBezTo>
                  <a:pt x="828" y="1761"/>
                  <a:pt x="829" y="1761"/>
                  <a:pt x="829" y="1760"/>
                </a:cubicBezTo>
                <a:close/>
                <a:moveTo>
                  <a:pt x="834" y="1751"/>
                </a:moveTo>
                <a:cubicBezTo>
                  <a:pt x="834" y="1752"/>
                  <a:pt x="834" y="1752"/>
                  <a:pt x="834" y="1752"/>
                </a:cubicBezTo>
                <a:cubicBezTo>
                  <a:pt x="834" y="1752"/>
                  <a:pt x="833" y="1752"/>
                  <a:pt x="833" y="1752"/>
                </a:cubicBezTo>
                <a:cubicBezTo>
                  <a:pt x="833" y="1752"/>
                  <a:pt x="833" y="1752"/>
                  <a:pt x="833" y="1752"/>
                </a:cubicBezTo>
                <a:cubicBezTo>
                  <a:pt x="832" y="1753"/>
                  <a:pt x="832" y="1753"/>
                  <a:pt x="831" y="1754"/>
                </a:cubicBezTo>
                <a:cubicBezTo>
                  <a:pt x="831" y="1754"/>
                  <a:pt x="831" y="1754"/>
                  <a:pt x="831" y="1754"/>
                </a:cubicBezTo>
                <a:cubicBezTo>
                  <a:pt x="831" y="1755"/>
                  <a:pt x="831" y="1755"/>
                  <a:pt x="831" y="1755"/>
                </a:cubicBezTo>
                <a:cubicBezTo>
                  <a:pt x="831" y="1754"/>
                  <a:pt x="831" y="1754"/>
                  <a:pt x="831" y="1754"/>
                </a:cubicBezTo>
                <a:cubicBezTo>
                  <a:pt x="831" y="1754"/>
                  <a:pt x="831" y="1754"/>
                  <a:pt x="831" y="1754"/>
                </a:cubicBezTo>
                <a:cubicBezTo>
                  <a:pt x="832" y="1754"/>
                  <a:pt x="832" y="1753"/>
                  <a:pt x="833" y="1752"/>
                </a:cubicBezTo>
                <a:cubicBezTo>
                  <a:pt x="833" y="1752"/>
                  <a:pt x="833" y="1752"/>
                  <a:pt x="833" y="1752"/>
                </a:cubicBezTo>
                <a:cubicBezTo>
                  <a:pt x="834" y="1752"/>
                  <a:pt x="834" y="1752"/>
                  <a:pt x="834" y="1752"/>
                </a:cubicBezTo>
                <a:cubicBezTo>
                  <a:pt x="834" y="1752"/>
                  <a:pt x="834" y="1752"/>
                  <a:pt x="834" y="1751"/>
                </a:cubicBezTo>
                <a:close/>
                <a:moveTo>
                  <a:pt x="849" y="1760"/>
                </a:moveTo>
                <a:cubicBezTo>
                  <a:pt x="849" y="1760"/>
                  <a:pt x="850" y="1760"/>
                  <a:pt x="850" y="1760"/>
                </a:cubicBezTo>
                <a:cubicBezTo>
                  <a:pt x="850" y="1760"/>
                  <a:pt x="851" y="1759"/>
                  <a:pt x="852" y="1759"/>
                </a:cubicBezTo>
                <a:cubicBezTo>
                  <a:pt x="852" y="1759"/>
                  <a:pt x="852" y="1758"/>
                  <a:pt x="852" y="1758"/>
                </a:cubicBezTo>
                <a:cubicBezTo>
                  <a:pt x="851" y="1757"/>
                  <a:pt x="851" y="1757"/>
                  <a:pt x="850" y="1758"/>
                </a:cubicBezTo>
                <a:cubicBezTo>
                  <a:pt x="849" y="1758"/>
                  <a:pt x="848" y="1760"/>
                  <a:pt x="849" y="1760"/>
                </a:cubicBezTo>
                <a:close/>
                <a:moveTo>
                  <a:pt x="842" y="1765"/>
                </a:moveTo>
                <a:cubicBezTo>
                  <a:pt x="842" y="1765"/>
                  <a:pt x="841" y="1764"/>
                  <a:pt x="841" y="1764"/>
                </a:cubicBezTo>
                <a:cubicBezTo>
                  <a:pt x="840" y="1764"/>
                  <a:pt x="840" y="1764"/>
                  <a:pt x="840" y="1764"/>
                </a:cubicBezTo>
                <a:cubicBezTo>
                  <a:pt x="841" y="1765"/>
                  <a:pt x="841" y="1765"/>
                  <a:pt x="842" y="1765"/>
                </a:cubicBezTo>
                <a:cubicBezTo>
                  <a:pt x="842" y="1766"/>
                  <a:pt x="842" y="1766"/>
                  <a:pt x="842" y="1766"/>
                </a:cubicBezTo>
                <a:cubicBezTo>
                  <a:pt x="843" y="1766"/>
                  <a:pt x="843" y="1766"/>
                  <a:pt x="843" y="1766"/>
                </a:cubicBezTo>
                <a:cubicBezTo>
                  <a:pt x="843" y="1767"/>
                  <a:pt x="843" y="1767"/>
                  <a:pt x="843" y="1768"/>
                </a:cubicBezTo>
                <a:cubicBezTo>
                  <a:pt x="843" y="1769"/>
                  <a:pt x="844" y="1769"/>
                  <a:pt x="845" y="1769"/>
                </a:cubicBezTo>
                <a:cubicBezTo>
                  <a:pt x="846" y="1769"/>
                  <a:pt x="846" y="1769"/>
                  <a:pt x="847" y="1768"/>
                </a:cubicBezTo>
                <a:cubicBezTo>
                  <a:pt x="847" y="1768"/>
                  <a:pt x="847" y="1769"/>
                  <a:pt x="847" y="1769"/>
                </a:cubicBezTo>
                <a:cubicBezTo>
                  <a:pt x="847" y="1768"/>
                  <a:pt x="847" y="1768"/>
                  <a:pt x="847" y="1768"/>
                </a:cubicBezTo>
                <a:cubicBezTo>
                  <a:pt x="848" y="1768"/>
                  <a:pt x="848" y="1768"/>
                  <a:pt x="849" y="1768"/>
                </a:cubicBezTo>
                <a:cubicBezTo>
                  <a:pt x="850" y="1768"/>
                  <a:pt x="850" y="1767"/>
                  <a:pt x="849" y="1766"/>
                </a:cubicBezTo>
                <a:cubicBezTo>
                  <a:pt x="849" y="1766"/>
                  <a:pt x="849" y="1766"/>
                  <a:pt x="849" y="1766"/>
                </a:cubicBezTo>
                <a:cubicBezTo>
                  <a:pt x="848" y="1766"/>
                  <a:pt x="847" y="1766"/>
                  <a:pt x="847" y="1767"/>
                </a:cubicBezTo>
                <a:cubicBezTo>
                  <a:pt x="847" y="1767"/>
                  <a:pt x="847" y="1768"/>
                  <a:pt x="847" y="1768"/>
                </a:cubicBezTo>
                <a:cubicBezTo>
                  <a:pt x="847" y="1768"/>
                  <a:pt x="847" y="1768"/>
                  <a:pt x="847" y="1768"/>
                </a:cubicBezTo>
                <a:cubicBezTo>
                  <a:pt x="847" y="1768"/>
                  <a:pt x="847" y="1768"/>
                  <a:pt x="847" y="1768"/>
                </a:cubicBezTo>
                <a:cubicBezTo>
                  <a:pt x="845" y="1768"/>
                  <a:pt x="844" y="1767"/>
                  <a:pt x="843" y="1766"/>
                </a:cubicBezTo>
                <a:cubicBezTo>
                  <a:pt x="843" y="1766"/>
                  <a:pt x="843" y="1766"/>
                  <a:pt x="843" y="1766"/>
                </a:cubicBezTo>
                <a:cubicBezTo>
                  <a:pt x="842" y="1766"/>
                  <a:pt x="842" y="1765"/>
                  <a:pt x="842" y="1765"/>
                </a:cubicBezTo>
                <a:close/>
                <a:moveTo>
                  <a:pt x="853" y="1113"/>
                </a:moveTo>
                <a:cubicBezTo>
                  <a:pt x="852" y="1113"/>
                  <a:pt x="852" y="1113"/>
                  <a:pt x="852" y="1113"/>
                </a:cubicBezTo>
                <a:cubicBezTo>
                  <a:pt x="853" y="1113"/>
                  <a:pt x="853" y="1113"/>
                  <a:pt x="853" y="1113"/>
                </a:cubicBezTo>
                <a:close/>
                <a:moveTo>
                  <a:pt x="870" y="1481"/>
                </a:moveTo>
                <a:cubicBezTo>
                  <a:pt x="870" y="1481"/>
                  <a:pt x="869" y="1480"/>
                  <a:pt x="869" y="1480"/>
                </a:cubicBezTo>
                <a:cubicBezTo>
                  <a:pt x="869" y="1480"/>
                  <a:pt x="868" y="1480"/>
                  <a:pt x="868" y="1480"/>
                </a:cubicBezTo>
                <a:cubicBezTo>
                  <a:pt x="868" y="1480"/>
                  <a:pt x="867" y="1481"/>
                  <a:pt x="867" y="1481"/>
                </a:cubicBezTo>
                <a:cubicBezTo>
                  <a:pt x="868" y="1481"/>
                  <a:pt x="868" y="1482"/>
                  <a:pt x="869" y="1482"/>
                </a:cubicBezTo>
                <a:cubicBezTo>
                  <a:pt x="869" y="1482"/>
                  <a:pt x="870" y="1481"/>
                  <a:pt x="870" y="1481"/>
                </a:cubicBezTo>
                <a:close/>
                <a:moveTo>
                  <a:pt x="922" y="1134"/>
                </a:moveTo>
                <a:cubicBezTo>
                  <a:pt x="922" y="1134"/>
                  <a:pt x="922" y="1133"/>
                  <a:pt x="922" y="1133"/>
                </a:cubicBezTo>
                <a:cubicBezTo>
                  <a:pt x="922" y="1133"/>
                  <a:pt x="921" y="1134"/>
                  <a:pt x="920" y="1134"/>
                </a:cubicBezTo>
                <a:cubicBezTo>
                  <a:pt x="920" y="1134"/>
                  <a:pt x="920" y="1135"/>
                  <a:pt x="921" y="1135"/>
                </a:cubicBezTo>
                <a:cubicBezTo>
                  <a:pt x="922" y="1135"/>
                  <a:pt x="922" y="1135"/>
                  <a:pt x="922" y="1134"/>
                </a:cubicBezTo>
                <a:close/>
                <a:moveTo>
                  <a:pt x="965" y="1186"/>
                </a:moveTo>
                <a:cubicBezTo>
                  <a:pt x="965" y="1186"/>
                  <a:pt x="965" y="1186"/>
                  <a:pt x="964" y="1186"/>
                </a:cubicBezTo>
                <a:cubicBezTo>
                  <a:pt x="963" y="1187"/>
                  <a:pt x="962" y="1186"/>
                  <a:pt x="962" y="1185"/>
                </a:cubicBezTo>
                <a:cubicBezTo>
                  <a:pt x="962" y="1185"/>
                  <a:pt x="961" y="1184"/>
                  <a:pt x="961" y="1183"/>
                </a:cubicBezTo>
                <a:cubicBezTo>
                  <a:pt x="961" y="1184"/>
                  <a:pt x="960" y="1185"/>
                  <a:pt x="960" y="1186"/>
                </a:cubicBezTo>
                <a:cubicBezTo>
                  <a:pt x="960" y="1186"/>
                  <a:pt x="960" y="1188"/>
                  <a:pt x="961" y="1188"/>
                </a:cubicBezTo>
                <a:cubicBezTo>
                  <a:pt x="962" y="1189"/>
                  <a:pt x="964" y="1189"/>
                  <a:pt x="965" y="1188"/>
                </a:cubicBezTo>
                <a:cubicBezTo>
                  <a:pt x="965" y="1187"/>
                  <a:pt x="965" y="1186"/>
                  <a:pt x="965" y="1186"/>
                </a:cubicBezTo>
                <a:close/>
                <a:moveTo>
                  <a:pt x="978" y="1200"/>
                </a:moveTo>
                <a:cubicBezTo>
                  <a:pt x="978" y="1200"/>
                  <a:pt x="978" y="1199"/>
                  <a:pt x="978" y="1199"/>
                </a:cubicBezTo>
                <a:cubicBezTo>
                  <a:pt x="978" y="1199"/>
                  <a:pt x="978" y="1198"/>
                  <a:pt x="978" y="1198"/>
                </a:cubicBezTo>
                <a:cubicBezTo>
                  <a:pt x="977" y="1198"/>
                  <a:pt x="976" y="1199"/>
                  <a:pt x="976" y="1199"/>
                </a:cubicBezTo>
                <a:cubicBezTo>
                  <a:pt x="976" y="1199"/>
                  <a:pt x="976" y="1199"/>
                  <a:pt x="976" y="1200"/>
                </a:cubicBezTo>
                <a:cubicBezTo>
                  <a:pt x="977" y="1200"/>
                  <a:pt x="977" y="1200"/>
                  <a:pt x="978" y="1200"/>
                </a:cubicBezTo>
                <a:close/>
                <a:moveTo>
                  <a:pt x="979" y="1224"/>
                </a:moveTo>
                <a:cubicBezTo>
                  <a:pt x="979" y="1223"/>
                  <a:pt x="978" y="1222"/>
                  <a:pt x="978" y="1221"/>
                </a:cubicBezTo>
                <a:cubicBezTo>
                  <a:pt x="978" y="1221"/>
                  <a:pt x="977" y="1221"/>
                  <a:pt x="977" y="1221"/>
                </a:cubicBezTo>
                <a:cubicBezTo>
                  <a:pt x="976" y="1221"/>
                  <a:pt x="976" y="1222"/>
                  <a:pt x="977" y="1222"/>
                </a:cubicBezTo>
                <a:cubicBezTo>
                  <a:pt x="977" y="1223"/>
                  <a:pt x="978" y="1224"/>
                  <a:pt x="978" y="1225"/>
                </a:cubicBezTo>
                <a:cubicBezTo>
                  <a:pt x="979" y="1225"/>
                  <a:pt x="979" y="1225"/>
                  <a:pt x="979" y="1225"/>
                </a:cubicBezTo>
                <a:cubicBezTo>
                  <a:pt x="979" y="1225"/>
                  <a:pt x="979" y="1224"/>
                  <a:pt x="979" y="1224"/>
                </a:cubicBezTo>
                <a:close/>
                <a:moveTo>
                  <a:pt x="986" y="1355"/>
                </a:moveTo>
                <a:cubicBezTo>
                  <a:pt x="986" y="1355"/>
                  <a:pt x="986" y="1355"/>
                  <a:pt x="986" y="1355"/>
                </a:cubicBezTo>
                <a:cubicBezTo>
                  <a:pt x="986" y="1355"/>
                  <a:pt x="986" y="1355"/>
                  <a:pt x="986" y="1355"/>
                </a:cubicBezTo>
                <a:close/>
                <a:moveTo>
                  <a:pt x="966" y="1492"/>
                </a:moveTo>
                <a:cubicBezTo>
                  <a:pt x="966" y="1492"/>
                  <a:pt x="966" y="1492"/>
                  <a:pt x="965" y="1492"/>
                </a:cubicBezTo>
                <a:cubicBezTo>
                  <a:pt x="966" y="1493"/>
                  <a:pt x="966" y="1493"/>
                  <a:pt x="966" y="1493"/>
                </a:cubicBezTo>
                <a:lnTo>
                  <a:pt x="966" y="1492"/>
                </a:lnTo>
                <a:close/>
                <a:moveTo>
                  <a:pt x="343" y="580"/>
                </a:moveTo>
                <a:cubicBezTo>
                  <a:pt x="343" y="579"/>
                  <a:pt x="343" y="579"/>
                  <a:pt x="343" y="579"/>
                </a:cubicBezTo>
                <a:cubicBezTo>
                  <a:pt x="343" y="579"/>
                  <a:pt x="343" y="579"/>
                  <a:pt x="343" y="579"/>
                </a:cubicBezTo>
                <a:lnTo>
                  <a:pt x="343" y="580"/>
                </a:lnTo>
                <a:close/>
                <a:moveTo>
                  <a:pt x="311" y="480"/>
                </a:moveTo>
                <a:cubicBezTo>
                  <a:pt x="311" y="480"/>
                  <a:pt x="311" y="480"/>
                  <a:pt x="311" y="480"/>
                </a:cubicBezTo>
                <a:cubicBezTo>
                  <a:pt x="311" y="480"/>
                  <a:pt x="311" y="480"/>
                  <a:pt x="311" y="480"/>
                </a:cubicBezTo>
                <a:cubicBezTo>
                  <a:pt x="311" y="480"/>
                  <a:pt x="311" y="480"/>
                  <a:pt x="311" y="480"/>
                </a:cubicBezTo>
                <a:close/>
                <a:moveTo>
                  <a:pt x="363" y="619"/>
                </a:moveTo>
                <a:cubicBezTo>
                  <a:pt x="363" y="619"/>
                  <a:pt x="363" y="619"/>
                  <a:pt x="363" y="619"/>
                </a:cubicBezTo>
                <a:cubicBezTo>
                  <a:pt x="363" y="619"/>
                  <a:pt x="363" y="619"/>
                  <a:pt x="363" y="619"/>
                </a:cubicBezTo>
                <a:close/>
                <a:moveTo>
                  <a:pt x="1226" y="38"/>
                </a:moveTo>
                <a:cubicBezTo>
                  <a:pt x="1227" y="37"/>
                  <a:pt x="1227" y="37"/>
                  <a:pt x="1227" y="37"/>
                </a:cubicBezTo>
                <a:cubicBezTo>
                  <a:pt x="1226" y="37"/>
                  <a:pt x="1226" y="37"/>
                  <a:pt x="1226" y="37"/>
                </a:cubicBezTo>
                <a:lnTo>
                  <a:pt x="1226" y="38"/>
                </a:lnTo>
                <a:close/>
                <a:moveTo>
                  <a:pt x="1038" y="313"/>
                </a:moveTo>
                <a:cubicBezTo>
                  <a:pt x="1038" y="313"/>
                  <a:pt x="1038" y="313"/>
                  <a:pt x="1038" y="313"/>
                </a:cubicBezTo>
                <a:cubicBezTo>
                  <a:pt x="1038" y="313"/>
                  <a:pt x="1038" y="313"/>
                  <a:pt x="1038" y="313"/>
                </a:cubicBezTo>
                <a:close/>
                <a:moveTo>
                  <a:pt x="1038" y="313"/>
                </a:moveTo>
                <a:cubicBezTo>
                  <a:pt x="1038" y="313"/>
                  <a:pt x="1038" y="313"/>
                  <a:pt x="1039" y="313"/>
                </a:cubicBezTo>
                <a:cubicBezTo>
                  <a:pt x="1039" y="313"/>
                  <a:pt x="1039" y="313"/>
                  <a:pt x="1039" y="313"/>
                </a:cubicBezTo>
                <a:lnTo>
                  <a:pt x="1038" y="313"/>
                </a:lnTo>
                <a:close/>
                <a:moveTo>
                  <a:pt x="1292" y="243"/>
                </a:moveTo>
                <a:cubicBezTo>
                  <a:pt x="1292" y="243"/>
                  <a:pt x="1292" y="243"/>
                  <a:pt x="1292" y="242"/>
                </a:cubicBezTo>
                <a:cubicBezTo>
                  <a:pt x="1291" y="242"/>
                  <a:pt x="1290" y="241"/>
                  <a:pt x="1289" y="240"/>
                </a:cubicBezTo>
                <a:cubicBezTo>
                  <a:pt x="1289" y="240"/>
                  <a:pt x="1289" y="240"/>
                  <a:pt x="1289" y="240"/>
                </a:cubicBezTo>
                <a:cubicBezTo>
                  <a:pt x="1290" y="241"/>
                  <a:pt x="1291" y="242"/>
                  <a:pt x="1292" y="243"/>
                </a:cubicBezTo>
                <a:cubicBezTo>
                  <a:pt x="1292" y="243"/>
                  <a:pt x="1292" y="243"/>
                  <a:pt x="1292" y="243"/>
                </a:cubicBezTo>
                <a:close/>
                <a:moveTo>
                  <a:pt x="1247" y="393"/>
                </a:moveTo>
                <a:cubicBezTo>
                  <a:pt x="1241" y="398"/>
                  <a:pt x="1235" y="400"/>
                  <a:pt x="1228" y="401"/>
                </a:cubicBezTo>
                <a:cubicBezTo>
                  <a:pt x="1224" y="402"/>
                  <a:pt x="1220" y="403"/>
                  <a:pt x="1217" y="405"/>
                </a:cubicBezTo>
                <a:cubicBezTo>
                  <a:pt x="1214" y="406"/>
                  <a:pt x="1212" y="406"/>
                  <a:pt x="1210" y="405"/>
                </a:cubicBezTo>
                <a:cubicBezTo>
                  <a:pt x="1209" y="405"/>
                  <a:pt x="1208" y="406"/>
                  <a:pt x="1207" y="406"/>
                </a:cubicBezTo>
                <a:cubicBezTo>
                  <a:pt x="1205" y="406"/>
                  <a:pt x="1204" y="407"/>
                  <a:pt x="1202" y="407"/>
                </a:cubicBezTo>
                <a:cubicBezTo>
                  <a:pt x="1200" y="408"/>
                  <a:pt x="1197" y="407"/>
                  <a:pt x="1195" y="408"/>
                </a:cubicBezTo>
                <a:cubicBezTo>
                  <a:pt x="1192" y="412"/>
                  <a:pt x="1186" y="413"/>
                  <a:pt x="1184" y="417"/>
                </a:cubicBezTo>
                <a:cubicBezTo>
                  <a:pt x="1181" y="422"/>
                  <a:pt x="1177" y="424"/>
                  <a:pt x="1175" y="429"/>
                </a:cubicBezTo>
                <a:cubicBezTo>
                  <a:pt x="1174" y="432"/>
                  <a:pt x="1171" y="434"/>
                  <a:pt x="1167" y="435"/>
                </a:cubicBezTo>
                <a:cubicBezTo>
                  <a:pt x="1167" y="435"/>
                  <a:pt x="1166" y="435"/>
                  <a:pt x="1165" y="435"/>
                </a:cubicBezTo>
                <a:cubicBezTo>
                  <a:pt x="1161" y="440"/>
                  <a:pt x="1156" y="441"/>
                  <a:pt x="1150" y="442"/>
                </a:cubicBezTo>
                <a:cubicBezTo>
                  <a:pt x="1149" y="442"/>
                  <a:pt x="1148" y="443"/>
                  <a:pt x="1147" y="444"/>
                </a:cubicBezTo>
                <a:cubicBezTo>
                  <a:pt x="1146" y="445"/>
                  <a:pt x="1146" y="446"/>
                  <a:pt x="1144" y="445"/>
                </a:cubicBezTo>
                <a:cubicBezTo>
                  <a:pt x="1140" y="444"/>
                  <a:pt x="1136" y="447"/>
                  <a:pt x="1132" y="446"/>
                </a:cubicBezTo>
                <a:cubicBezTo>
                  <a:pt x="1129" y="446"/>
                  <a:pt x="1127" y="447"/>
                  <a:pt x="1126" y="450"/>
                </a:cubicBezTo>
                <a:cubicBezTo>
                  <a:pt x="1125" y="452"/>
                  <a:pt x="1123" y="453"/>
                  <a:pt x="1121" y="453"/>
                </a:cubicBezTo>
                <a:cubicBezTo>
                  <a:pt x="1118" y="453"/>
                  <a:pt x="1118" y="453"/>
                  <a:pt x="1119" y="456"/>
                </a:cubicBezTo>
                <a:cubicBezTo>
                  <a:pt x="1120" y="457"/>
                  <a:pt x="1120" y="457"/>
                  <a:pt x="1120" y="458"/>
                </a:cubicBezTo>
                <a:cubicBezTo>
                  <a:pt x="1121" y="459"/>
                  <a:pt x="1120" y="460"/>
                  <a:pt x="1120" y="461"/>
                </a:cubicBezTo>
                <a:cubicBezTo>
                  <a:pt x="1119" y="461"/>
                  <a:pt x="1118" y="462"/>
                  <a:pt x="1118" y="462"/>
                </a:cubicBezTo>
                <a:cubicBezTo>
                  <a:pt x="1117" y="463"/>
                  <a:pt x="1116" y="464"/>
                  <a:pt x="1116" y="466"/>
                </a:cubicBezTo>
                <a:cubicBezTo>
                  <a:pt x="1118" y="470"/>
                  <a:pt x="1117" y="474"/>
                  <a:pt x="1114" y="477"/>
                </a:cubicBezTo>
                <a:cubicBezTo>
                  <a:pt x="1110" y="479"/>
                  <a:pt x="1108" y="482"/>
                  <a:pt x="1106" y="486"/>
                </a:cubicBezTo>
                <a:cubicBezTo>
                  <a:pt x="1105" y="489"/>
                  <a:pt x="1104" y="490"/>
                  <a:pt x="1102" y="491"/>
                </a:cubicBezTo>
                <a:cubicBezTo>
                  <a:pt x="1102" y="490"/>
                  <a:pt x="1102" y="490"/>
                  <a:pt x="1102" y="490"/>
                </a:cubicBezTo>
                <a:cubicBezTo>
                  <a:pt x="1101" y="490"/>
                  <a:pt x="1101" y="490"/>
                  <a:pt x="1101" y="490"/>
                </a:cubicBezTo>
                <a:cubicBezTo>
                  <a:pt x="1101" y="490"/>
                  <a:pt x="1101" y="489"/>
                  <a:pt x="1101" y="489"/>
                </a:cubicBezTo>
                <a:cubicBezTo>
                  <a:pt x="1100" y="488"/>
                  <a:pt x="1099" y="488"/>
                  <a:pt x="1099" y="489"/>
                </a:cubicBezTo>
                <a:cubicBezTo>
                  <a:pt x="1099" y="489"/>
                  <a:pt x="1099" y="490"/>
                  <a:pt x="1100" y="490"/>
                </a:cubicBezTo>
                <a:cubicBezTo>
                  <a:pt x="1100" y="490"/>
                  <a:pt x="1101" y="490"/>
                  <a:pt x="1101" y="490"/>
                </a:cubicBezTo>
                <a:cubicBezTo>
                  <a:pt x="1101" y="490"/>
                  <a:pt x="1101" y="490"/>
                  <a:pt x="1101" y="491"/>
                </a:cubicBezTo>
                <a:cubicBezTo>
                  <a:pt x="1102" y="491"/>
                  <a:pt x="1102" y="491"/>
                  <a:pt x="1102" y="491"/>
                </a:cubicBezTo>
                <a:cubicBezTo>
                  <a:pt x="1101" y="493"/>
                  <a:pt x="1100" y="495"/>
                  <a:pt x="1100" y="497"/>
                </a:cubicBezTo>
                <a:cubicBezTo>
                  <a:pt x="1099" y="500"/>
                  <a:pt x="1098" y="502"/>
                  <a:pt x="1097" y="504"/>
                </a:cubicBezTo>
                <a:cubicBezTo>
                  <a:pt x="1095" y="507"/>
                  <a:pt x="1093" y="509"/>
                  <a:pt x="1093" y="513"/>
                </a:cubicBezTo>
                <a:cubicBezTo>
                  <a:pt x="1090" y="517"/>
                  <a:pt x="1090" y="522"/>
                  <a:pt x="1087" y="526"/>
                </a:cubicBezTo>
                <a:cubicBezTo>
                  <a:pt x="1087" y="527"/>
                  <a:pt x="1084" y="529"/>
                  <a:pt x="1083" y="529"/>
                </a:cubicBezTo>
                <a:cubicBezTo>
                  <a:pt x="1080" y="529"/>
                  <a:pt x="1078" y="527"/>
                  <a:pt x="1075" y="527"/>
                </a:cubicBezTo>
                <a:cubicBezTo>
                  <a:pt x="1074" y="527"/>
                  <a:pt x="1073" y="526"/>
                  <a:pt x="1072" y="526"/>
                </a:cubicBezTo>
                <a:cubicBezTo>
                  <a:pt x="1072" y="525"/>
                  <a:pt x="1072" y="523"/>
                  <a:pt x="1071" y="523"/>
                </a:cubicBezTo>
                <a:cubicBezTo>
                  <a:pt x="1068" y="521"/>
                  <a:pt x="1067" y="518"/>
                  <a:pt x="1067" y="515"/>
                </a:cubicBezTo>
                <a:cubicBezTo>
                  <a:pt x="1067" y="513"/>
                  <a:pt x="1065" y="512"/>
                  <a:pt x="1063" y="513"/>
                </a:cubicBezTo>
                <a:cubicBezTo>
                  <a:pt x="1062" y="513"/>
                  <a:pt x="1061" y="514"/>
                  <a:pt x="1060" y="514"/>
                </a:cubicBezTo>
                <a:cubicBezTo>
                  <a:pt x="1058" y="514"/>
                  <a:pt x="1055" y="515"/>
                  <a:pt x="1053" y="515"/>
                </a:cubicBezTo>
                <a:cubicBezTo>
                  <a:pt x="1053" y="515"/>
                  <a:pt x="1051" y="515"/>
                  <a:pt x="1051" y="514"/>
                </a:cubicBezTo>
                <a:cubicBezTo>
                  <a:pt x="1052" y="511"/>
                  <a:pt x="1050" y="509"/>
                  <a:pt x="1046" y="508"/>
                </a:cubicBezTo>
                <a:cubicBezTo>
                  <a:pt x="1045" y="507"/>
                  <a:pt x="1043" y="505"/>
                  <a:pt x="1042" y="504"/>
                </a:cubicBezTo>
                <a:cubicBezTo>
                  <a:pt x="1042" y="503"/>
                  <a:pt x="1042" y="502"/>
                  <a:pt x="1042" y="501"/>
                </a:cubicBezTo>
                <a:cubicBezTo>
                  <a:pt x="1043" y="499"/>
                  <a:pt x="1043" y="498"/>
                  <a:pt x="1042" y="496"/>
                </a:cubicBezTo>
                <a:cubicBezTo>
                  <a:pt x="1041" y="493"/>
                  <a:pt x="1041" y="490"/>
                  <a:pt x="1039" y="488"/>
                </a:cubicBezTo>
                <a:cubicBezTo>
                  <a:pt x="1038" y="487"/>
                  <a:pt x="1038" y="486"/>
                  <a:pt x="1039" y="484"/>
                </a:cubicBezTo>
                <a:cubicBezTo>
                  <a:pt x="1040" y="482"/>
                  <a:pt x="1039" y="481"/>
                  <a:pt x="1037" y="480"/>
                </a:cubicBezTo>
                <a:cubicBezTo>
                  <a:pt x="1037" y="479"/>
                  <a:pt x="1036" y="478"/>
                  <a:pt x="1036" y="477"/>
                </a:cubicBezTo>
                <a:cubicBezTo>
                  <a:pt x="1036" y="477"/>
                  <a:pt x="1036" y="477"/>
                  <a:pt x="1036" y="477"/>
                </a:cubicBezTo>
                <a:cubicBezTo>
                  <a:pt x="1036" y="477"/>
                  <a:pt x="1036" y="477"/>
                  <a:pt x="1036" y="477"/>
                </a:cubicBezTo>
                <a:cubicBezTo>
                  <a:pt x="1036" y="477"/>
                  <a:pt x="1036" y="477"/>
                  <a:pt x="1036" y="477"/>
                </a:cubicBezTo>
                <a:cubicBezTo>
                  <a:pt x="1033" y="474"/>
                  <a:pt x="1033" y="470"/>
                  <a:pt x="1032" y="466"/>
                </a:cubicBezTo>
                <a:cubicBezTo>
                  <a:pt x="1031" y="464"/>
                  <a:pt x="1032" y="461"/>
                  <a:pt x="1034" y="460"/>
                </a:cubicBezTo>
                <a:cubicBezTo>
                  <a:pt x="1036" y="459"/>
                  <a:pt x="1038" y="457"/>
                  <a:pt x="1039" y="455"/>
                </a:cubicBezTo>
                <a:cubicBezTo>
                  <a:pt x="1040" y="454"/>
                  <a:pt x="1040" y="454"/>
                  <a:pt x="1040" y="454"/>
                </a:cubicBezTo>
                <a:cubicBezTo>
                  <a:pt x="1040" y="454"/>
                  <a:pt x="1040" y="454"/>
                  <a:pt x="1040" y="454"/>
                </a:cubicBezTo>
                <a:cubicBezTo>
                  <a:pt x="1041" y="454"/>
                  <a:pt x="1041" y="454"/>
                  <a:pt x="1041" y="453"/>
                </a:cubicBezTo>
                <a:cubicBezTo>
                  <a:pt x="1041" y="453"/>
                  <a:pt x="1041" y="454"/>
                  <a:pt x="1040" y="454"/>
                </a:cubicBezTo>
                <a:cubicBezTo>
                  <a:pt x="1040" y="454"/>
                  <a:pt x="1040" y="454"/>
                  <a:pt x="1040" y="454"/>
                </a:cubicBezTo>
                <a:cubicBezTo>
                  <a:pt x="1040" y="454"/>
                  <a:pt x="1039" y="454"/>
                  <a:pt x="1039" y="455"/>
                </a:cubicBezTo>
                <a:cubicBezTo>
                  <a:pt x="1037" y="456"/>
                  <a:pt x="1035" y="456"/>
                  <a:pt x="1032" y="457"/>
                </a:cubicBezTo>
                <a:cubicBezTo>
                  <a:pt x="1031" y="457"/>
                  <a:pt x="1030" y="456"/>
                  <a:pt x="1030" y="455"/>
                </a:cubicBezTo>
                <a:cubicBezTo>
                  <a:pt x="1030" y="454"/>
                  <a:pt x="1030" y="454"/>
                  <a:pt x="1030" y="453"/>
                </a:cubicBezTo>
                <a:cubicBezTo>
                  <a:pt x="1030" y="448"/>
                  <a:pt x="1030" y="443"/>
                  <a:pt x="1028" y="438"/>
                </a:cubicBezTo>
                <a:cubicBezTo>
                  <a:pt x="1027" y="436"/>
                  <a:pt x="1027" y="435"/>
                  <a:pt x="1027" y="433"/>
                </a:cubicBezTo>
                <a:cubicBezTo>
                  <a:pt x="1028" y="431"/>
                  <a:pt x="1027" y="430"/>
                  <a:pt x="1025" y="428"/>
                </a:cubicBezTo>
                <a:cubicBezTo>
                  <a:pt x="1024" y="426"/>
                  <a:pt x="1024" y="423"/>
                  <a:pt x="1026" y="421"/>
                </a:cubicBezTo>
                <a:cubicBezTo>
                  <a:pt x="1027" y="419"/>
                  <a:pt x="1029" y="418"/>
                  <a:pt x="1031" y="416"/>
                </a:cubicBezTo>
                <a:cubicBezTo>
                  <a:pt x="1031" y="417"/>
                  <a:pt x="1031" y="417"/>
                  <a:pt x="1031" y="417"/>
                </a:cubicBezTo>
                <a:cubicBezTo>
                  <a:pt x="1031" y="416"/>
                  <a:pt x="1031" y="416"/>
                  <a:pt x="1031" y="416"/>
                </a:cubicBezTo>
                <a:cubicBezTo>
                  <a:pt x="1032" y="416"/>
                  <a:pt x="1032" y="416"/>
                  <a:pt x="1033" y="416"/>
                </a:cubicBezTo>
                <a:cubicBezTo>
                  <a:pt x="1033" y="415"/>
                  <a:pt x="1032" y="415"/>
                  <a:pt x="1032" y="415"/>
                </a:cubicBezTo>
                <a:cubicBezTo>
                  <a:pt x="1032" y="416"/>
                  <a:pt x="1031" y="416"/>
                  <a:pt x="1031" y="416"/>
                </a:cubicBezTo>
                <a:cubicBezTo>
                  <a:pt x="1031" y="416"/>
                  <a:pt x="1031" y="416"/>
                  <a:pt x="1030" y="416"/>
                </a:cubicBezTo>
                <a:cubicBezTo>
                  <a:pt x="1030" y="416"/>
                  <a:pt x="1029" y="415"/>
                  <a:pt x="1028" y="415"/>
                </a:cubicBezTo>
                <a:cubicBezTo>
                  <a:pt x="1027" y="414"/>
                  <a:pt x="1026" y="412"/>
                  <a:pt x="1027" y="411"/>
                </a:cubicBezTo>
                <a:cubicBezTo>
                  <a:pt x="1027" y="409"/>
                  <a:pt x="1027" y="408"/>
                  <a:pt x="1028" y="407"/>
                </a:cubicBezTo>
                <a:cubicBezTo>
                  <a:pt x="1029" y="405"/>
                  <a:pt x="1029" y="402"/>
                  <a:pt x="1030" y="401"/>
                </a:cubicBezTo>
                <a:cubicBezTo>
                  <a:pt x="1030" y="399"/>
                  <a:pt x="1033" y="397"/>
                  <a:pt x="1034" y="396"/>
                </a:cubicBezTo>
                <a:cubicBezTo>
                  <a:pt x="1034" y="395"/>
                  <a:pt x="1035" y="394"/>
                  <a:pt x="1035" y="393"/>
                </a:cubicBezTo>
                <a:cubicBezTo>
                  <a:pt x="1036" y="391"/>
                  <a:pt x="1036" y="391"/>
                  <a:pt x="1039" y="391"/>
                </a:cubicBezTo>
                <a:cubicBezTo>
                  <a:pt x="1040" y="391"/>
                  <a:pt x="1040" y="391"/>
                  <a:pt x="1042" y="392"/>
                </a:cubicBezTo>
                <a:cubicBezTo>
                  <a:pt x="1042" y="392"/>
                  <a:pt x="1042" y="392"/>
                  <a:pt x="1042" y="392"/>
                </a:cubicBezTo>
                <a:cubicBezTo>
                  <a:pt x="1042" y="392"/>
                  <a:pt x="1042" y="392"/>
                  <a:pt x="1042" y="392"/>
                </a:cubicBezTo>
                <a:cubicBezTo>
                  <a:pt x="1042" y="392"/>
                  <a:pt x="1042" y="392"/>
                  <a:pt x="1042" y="392"/>
                </a:cubicBezTo>
                <a:cubicBezTo>
                  <a:pt x="1042" y="392"/>
                  <a:pt x="1042" y="392"/>
                  <a:pt x="1042" y="392"/>
                </a:cubicBezTo>
                <a:cubicBezTo>
                  <a:pt x="1040" y="390"/>
                  <a:pt x="1040" y="388"/>
                  <a:pt x="1040" y="385"/>
                </a:cubicBezTo>
                <a:cubicBezTo>
                  <a:pt x="1042" y="385"/>
                  <a:pt x="1043" y="384"/>
                  <a:pt x="1045" y="385"/>
                </a:cubicBezTo>
                <a:cubicBezTo>
                  <a:pt x="1050" y="385"/>
                  <a:pt x="1053" y="383"/>
                  <a:pt x="1054" y="378"/>
                </a:cubicBezTo>
                <a:cubicBezTo>
                  <a:pt x="1054" y="377"/>
                  <a:pt x="1055" y="377"/>
                  <a:pt x="1056" y="377"/>
                </a:cubicBezTo>
                <a:cubicBezTo>
                  <a:pt x="1058" y="377"/>
                  <a:pt x="1058" y="377"/>
                  <a:pt x="1058" y="374"/>
                </a:cubicBezTo>
                <a:cubicBezTo>
                  <a:pt x="1058" y="373"/>
                  <a:pt x="1057" y="372"/>
                  <a:pt x="1058" y="371"/>
                </a:cubicBezTo>
                <a:cubicBezTo>
                  <a:pt x="1059" y="370"/>
                  <a:pt x="1059" y="368"/>
                  <a:pt x="1060" y="367"/>
                </a:cubicBezTo>
                <a:cubicBezTo>
                  <a:pt x="1060" y="367"/>
                  <a:pt x="1060" y="367"/>
                  <a:pt x="1060" y="367"/>
                </a:cubicBezTo>
                <a:cubicBezTo>
                  <a:pt x="1060" y="367"/>
                  <a:pt x="1060" y="367"/>
                  <a:pt x="1060" y="367"/>
                </a:cubicBezTo>
                <a:cubicBezTo>
                  <a:pt x="1060" y="367"/>
                  <a:pt x="1060" y="367"/>
                  <a:pt x="1060" y="367"/>
                </a:cubicBezTo>
                <a:cubicBezTo>
                  <a:pt x="1061" y="366"/>
                  <a:pt x="1062" y="365"/>
                  <a:pt x="1063" y="364"/>
                </a:cubicBezTo>
                <a:cubicBezTo>
                  <a:pt x="1063" y="363"/>
                  <a:pt x="1063" y="361"/>
                  <a:pt x="1061" y="361"/>
                </a:cubicBezTo>
                <a:cubicBezTo>
                  <a:pt x="1060" y="361"/>
                  <a:pt x="1059" y="361"/>
                  <a:pt x="1058" y="361"/>
                </a:cubicBezTo>
                <a:cubicBezTo>
                  <a:pt x="1058" y="361"/>
                  <a:pt x="1058" y="361"/>
                  <a:pt x="1058" y="362"/>
                </a:cubicBezTo>
                <a:cubicBezTo>
                  <a:pt x="1058" y="362"/>
                  <a:pt x="1059" y="362"/>
                  <a:pt x="1059" y="363"/>
                </a:cubicBezTo>
                <a:cubicBezTo>
                  <a:pt x="1059" y="363"/>
                  <a:pt x="1059" y="364"/>
                  <a:pt x="1059" y="365"/>
                </a:cubicBezTo>
                <a:cubicBezTo>
                  <a:pt x="1058" y="364"/>
                  <a:pt x="1057" y="364"/>
                  <a:pt x="1056" y="363"/>
                </a:cubicBezTo>
                <a:cubicBezTo>
                  <a:pt x="1055" y="363"/>
                  <a:pt x="1056" y="362"/>
                  <a:pt x="1056" y="361"/>
                </a:cubicBezTo>
                <a:cubicBezTo>
                  <a:pt x="1056" y="361"/>
                  <a:pt x="1056" y="361"/>
                  <a:pt x="1056" y="361"/>
                </a:cubicBezTo>
                <a:cubicBezTo>
                  <a:pt x="1057" y="361"/>
                  <a:pt x="1057" y="361"/>
                  <a:pt x="1057" y="361"/>
                </a:cubicBezTo>
                <a:cubicBezTo>
                  <a:pt x="1053" y="359"/>
                  <a:pt x="1050" y="358"/>
                  <a:pt x="1046" y="356"/>
                </a:cubicBezTo>
                <a:cubicBezTo>
                  <a:pt x="1046" y="356"/>
                  <a:pt x="1046" y="356"/>
                  <a:pt x="1046" y="355"/>
                </a:cubicBezTo>
                <a:cubicBezTo>
                  <a:pt x="1046" y="355"/>
                  <a:pt x="1046" y="355"/>
                  <a:pt x="1046" y="355"/>
                </a:cubicBezTo>
                <a:cubicBezTo>
                  <a:pt x="1046" y="356"/>
                  <a:pt x="1046" y="356"/>
                  <a:pt x="1046" y="356"/>
                </a:cubicBezTo>
                <a:cubicBezTo>
                  <a:pt x="1046" y="356"/>
                  <a:pt x="1046" y="356"/>
                  <a:pt x="1046" y="356"/>
                </a:cubicBezTo>
                <a:cubicBezTo>
                  <a:pt x="1047" y="358"/>
                  <a:pt x="1047" y="360"/>
                  <a:pt x="1049" y="361"/>
                </a:cubicBezTo>
                <a:cubicBezTo>
                  <a:pt x="1050" y="362"/>
                  <a:pt x="1051" y="363"/>
                  <a:pt x="1051" y="364"/>
                </a:cubicBezTo>
                <a:cubicBezTo>
                  <a:pt x="1052" y="365"/>
                  <a:pt x="1051" y="369"/>
                  <a:pt x="1049" y="370"/>
                </a:cubicBezTo>
                <a:cubicBezTo>
                  <a:pt x="1046" y="371"/>
                  <a:pt x="1042" y="372"/>
                  <a:pt x="1038" y="371"/>
                </a:cubicBezTo>
                <a:cubicBezTo>
                  <a:pt x="1037" y="371"/>
                  <a:pt x="1037" y="371"/>
                  <a:pt x="1037" y="371"/>
                </a:cubicBezTo>
                <a:cubicBezTo>
                  <a:pt x="1033" y="368"/>
                  <a:pt x="1031" y="365"/>
                  <a:pt x="1031" y="360"/>
                </a:cubicBezTo>
                <a:cubicBezTo>
                  <a:pt x="1031" y="358"/>
                  <a:pt x="1032" y="356"/>
                  <a:pt x="1032" y="354"/>
                </a:cubicBezTo>
                <a:cubicBezTo>
                  <a:pt x="1033" y="352"/>
                  <a:pt x="1034" y="351"/>
                  <a:pt x="1035" y="350"/>
                </a:cubicBezTo>
                <a:cubicBezTo>
                  <a:pt x="1036" y="350"/>
                  <a:pt x="1037" y="350"/>
                  <a:pt x="1038" y="349"/>
                </a:cubicBezTo>
                <a:cubicBezTo>
                  <a:pt x="1038" y="348"/>
                  <a:pt x="1037" y="347"/>
                  <a:pt x="1037" y="346"/>
                </a:cubicBezTo>
                <a:cubicBezTo>
                  <a:pt x="1037" y="345"/>
                  <a:pt x="1037" y="345"/>
                  <a:pt x="1037" y="344"/>
                </a:cubicBezTo>
                <a:cubicBezTo>
                  <a:pt x="1037" y="342"/>
                  <a:pt x="1039" y="340"/>
                  <a:pt x="1041" y="340"/>
                </a:cubicBezTo>
                <a:cubicBezTo>
                  <a:pt x="1043" y="341"/>
                  <a:pt x="1045" y="341"/>
                  <a:pt x="1046" y="342"/>
                </a:cubicBezTo>
                <a:cubicBezTo>
                  <a:pt x="1049" y="343"/>
                  <a:pt x="1052" y="344"/>
                  <a:pt x="1055" y="344"/>
                </a:cubicBezTo>
                <a:cubicBezTo>
                  <a:pt x="1055" y="344"/>
                  <a:pt x="1055" y="344"/>
                  <a:pt x="1055" y="344"/>
                </a:cubicBezTo>
                <a:cubicBezTo>
                  <a:pt x="1055" y="344"/>
                  <a:pt x="1055" y="344"/>
                  <a:pt x="1055" y="344"/>
                </a:cubicBezTo>
                <a:cubicBezTo>
                  <a:pt x="1055" y="344"/>
                  <a:pt x="1055" y="344"/>
                  <a:pt x="1055" y="344"/>
                </a:cubicBezTo>
                <a:cubicBezTo>
                  <a:pt x="1055" y="344"/>
                  <a:pt x="1055" y="344"/>
                  <a:pt x="1055" y="344"/>
                </a:cubicBezTo>
                <a:cubicBezTo>
                  <a:pt x="1055" y="344"/>
                  <a:pt x="1055" y="344"/>
                  <a:pt x="1055" y="344"/>
                </a:cubicBezTo>
                <a:cubicBezTo>
                  <a:pt x="1056" y="346"/>
                  <a:pt x="1057" y="347"/>
                  <a:pt x="1058" y="349"/>
                </a:cubicBezTo>
                <a:cubicBezTo>
                  <a:pt x="1058" y="349"/>
                  <a:pt x="1059" y="349"/>
                  <a:pt x="1059" y="349"/>
                </a:cubicBezTo>
                <a:cubicBezTo>
                  <a:pt x="1059" y="349"/>
                  <a:pt x="1060" y="349"/>
                  <a:pt x="1060" y="348"/>
                </a:cubicBezTo>
                <a:cubicBezTo>
                  <a:pt x="1059" y="346"/>
                  <a:pt x="1058" y="344"/>
                  <a:pt x="1055" y="344"/>
                </a:cubicBezTo>
                <a:cubicBezTo>
                  <a:pt x="1055" y="344"/>
                  <a:pt x="1055" y="344"/>
                  <a:pt x="1055" y="344"/>
                </a:cubicBezTo>
                <a:cubicBezTo>
                  <a:pt x="1055" y="344"/>
                  <a:pt x="1055" y="344"/>
                  <a:pt x="1055" y="344"/>
                </a:cubicBezTo>
                <a:cubicBezTo>
                  <a:pt x="1055" y="344"/>
                  <a:pt x="1055" y="344"/>
                  <a:pt x="1055" y="344"/>
                </a:cubicBezTo>
                <a:cubicBezTo>
                  <a:pt x="1055" y="344"/>
                  <a:pt x="1055" y="344"/>
                  <a:pt x="1055" y="344"/>
                </a:cubicBezTo>
                <a:cubicBezTo>
                  <a:pt x="1055" y="344"/>
                  <a:pt x="1055" y="344"/>
                  <a:pt x="1055" y="344"/>
                </a:cubicBezTo>
                <a:cubicBezTo>
                  <a:pt x="1055" y="343"/>
                  <a:pt x="1056" y="342"/>
                  <a:pt x="1056" y="341"/>
                </a:cubicBezTo>
                <a:cubicBezTo>
                  <a:pt x="1057" y="339"/>
                  <a:pt x="1056" y="338"/>
                  <a:pt x="1055" y="337"/>
                </a:cubicBezTo>
                <a:cubicBezTo>
                  <a:pt x="1054" y="337"/>
                  <a:pt x="1053" y="336"/>
                  <a:pt x="1052" y="336"/>
                </a:cubicBezTo>
                <a:cubicBezTo>
                  <a:pt x="1051" y="335"/>
                  <a:pt x="1051" y="334"/>
                  <a:pt x="1051" y="333"/>
                </a:cubicBezTo>
                <a:cubicBezTo>
                  <a:pt x="1052" y="331"/>
                  <a:pt x="1054" y="329"/>
                  <a:pt x="1055" y="328"/>
                </a:cubicBezTo>
                <a:cubicBezTo>
                  <a:pt x="1055" y="327"/>
                  <a:pt x="1057" y="328"/>
                  <a:pt x="1057" y="326"/>
                </a:cubicBezTo>
                <a:cubicBezTo>
                  <a:pt x="1056" y="326"/>
                  <a:pt x="1055" y="326"/>
                  <a:pt x="1055" y="325"/>
                </a:cubicBezTo>
                <a:cubicBezTo>
                  <a:pt x="1055" y="325"/>
                  <a:pt x="1055" y="325"/>
                  <a:pt x="1055" y="325"/>
                </a:cubicBezTo>
                <a:cubicBezTo>
                  <a:pt x="1055" y="325"/>
                  <a:pt x="1054" y="325"/>
                  <a:pt x="1054" y="325"/>
                </a:cubicBezTo>
                <a:cubicBezTo>
                  <a:pt x="1054" y="325"/>
                  <a:pt x="1053" y="324"/>
                  <a:pt x="1052" y="324"/>
                </a:cubicBezTo>
                <a:cubicBezTo>
                  <a:pt x="1053" y="324"/>
                  <a:pt x="1053" y="324"/>
                  <a:pt x="1054" y="324"/>
                </a:cubicBezTo>
                <a:cubicBezTo>
                  <a:pt x="1053" y="324"/>
                  <a:pt x="1053" y="323"/>
                  <a:pt x="1053" y="323"/>
                </a:cubicBezTo>
                <a:cubicBezTo>
                  <a:pt x="1051" y="323"/>
                  <a:pt x="1050" y="323"/>
                  <a:pt x="1049" y="324"/>
                </a:cubicBezTo>
                <a:cubicBezTo>
                  <a:pt x="1048" y="325"/>
                  <a:pt x="1047" y="325"/>
                  <a:pt x="1046" y="326"/>
                </a:cubicBezTo>
                <a:cubicBezTo>
                  <a:pt x="1043" y="330"/>
                  <a:pt x="1039" y="330"/>
                  <a:pt x="1035" y="326"/>
                </a:cubicBezTo>
                <a:cubicBezTo>
                  <a:pt x="1034" y="324"/>
                  <a:pt x="1034" y="322"/>
                  <a:pt x="1035" y="321"/>
                </a:cubicBezTo>
                <a:cubicBezTo>
                  <a:pt x="1037" y="318"/>
                  <a:pt x="1038" y="316"/>
                  <a:pt x="1039" y="313"/>
                </a:cubicBezTo>
                <a:cubicBezTo>
                  <a:pt x="1039" y="313"/>
                  <a:pt x="1039" y="313"/>
                  <a:pt x="1039" y="313"/>
                </a:cubicBezTo>
                <a:cubicBezTo>
                  <a:pt x="1039" y="313"/>
                  <a:pt x="1040" y="312"/>
                  <a:pt x="1041" y="311"/>
                </a:cubicBezTo>
                <a:cubicBezTo>
                  <a:pt x="1041" y="311"/>
                  <a:pt x="1041" y="311"/>
                  <a:pt x="1041" y="311"/>
                </a:cubicBezTo>
                <a:cubicBezTo>
                  <a:pt x="1042" y="311"/>
                  <a:pt x="1042" y="311"/>
                  <a:pt x="1042" y="311"/>
                </a:cubicBezTo>
                <a:cubicBezTo>
                  <a:pt x="1041" y="311"/>
                  <a:pt x="1041" y="311"/>
                  <a:pt x="1041" y="311"/>
                </a:cubicBezTo>
                <a:cubicBezTo>
                  <a:pt x="1041" y="311"/>
                  <a:pt x="1041" y="311"/>
                  <a:pt x="1041" y="311"/>
                </a:cubicBezTo>
                <a:cubicBezTo>
                  <a:pt x="1040" y="311"/>
                  <a:pt x="1039" y="311"/>
                  <a:pt x="1039" y="311"/>
                </a:cubicBezTo>
                <a:cubicBezTo>
                  <a:pt x="1039" y="308"/>
                  <a:pt x="1039" y="306"/>
                  <a:pt x="1042" y="304"/>
                </a:cubicBezTo>
                <a:cubicBezTo>
                  <a:pt x="1045" y="303"/>
                  <a:pt x="1042" y="303"/>
                  <a:pt x="1041" y="302"/>
                </a:cubicBezTo>
                <a:cubicBezTo>
                  <a:pt x="1040" y="301"/>
                  <a:pt x="1040" y="301"/>
                  <a:pt x="1041" y="300"/>
                </a:cubicBezTo>
                <a:cubicBezTo>
                  <a:pt x="1042" y="299"/>
                  <a:pt x="1043" y="299"/>
                  <a:pt x="1045" y="298"/>
                </a:cubicBezTo>
                <a:cubicBezTo>
                  <a:pt x="1047" y="298"/>
                  <a:pt x="1048" y="297"/>
                  <a:pt x="1046" y="295"/>
                </a:cubicBezTo>
                <a:cubicBezTo>
                  <a:pt x="1046" y="294"/>
                  <a:pt x="1045" y="294"/>
                  <a:pt x="1045" y="293"/>
                </a:cubicBezTo>
                <a:cubicBezTo>
                  <a:pt x="1044" y="293"/>
                  <a:pt x="1044" y="292"/>
                  <a:pt x="1044" y="291"/>
                </a:cubicBezTo>
                <a:cubicBezTo>
                  <a:pt x="1045" y="289"/>
                  <a:pt x="1046" y="288"/>
                  <a:pt x="1045" y="285"/>
                </a:cubicBezTo>
                <a:cubicBezTo>
                  <a:pt x="1045" y="283"/>
                  <a:pt x="1045" y="281"/>
                  <a:pt x="1045" y="279"/>
                </a:cubicBezTo>
                <a:cubicBezTo>
                  <a:pt x="1044" y="277"/>
                  <a:pt x="1043" y="276"/>
                  <a:pt x="1043" y="274"/>
                </a:cubicBezTo>
                <a:cubicBezTo>
                  <a:pt x="1043" y="273"/>
                  <a:pt x="1044" y="273"/>
                  <a:pt x="1044" y="271"/>
                </a:cubicBezTo>
                <a:cubicBezTo>
                  <a:pt x="1044" y="271"/>
                  <a:pt x="1044" y="270"/>
                  <a:pt x="1044" y="269"/>
                </a:cubicBezTo>
                <a:cubicBezTo>
                  <a:pt x="1042" y="268"/>
                  <a:pt x="1042" y="266"/>
                  <a:pt x="1044" y="265"/>
                </a:cubicBezTo>
                <a:cubicBezTo>
                  <a:pt x="1044" y="264"/>
                  <a:pt x="1045" y="263"/>
                  <a:pt x="1045" y="263"/>
                </a:cubicBezTo>
                <a:cubicBezTo>
                  <a:pt x="1046" y="262"/>
                  <a:pt x="1045" y="261"/>
                  <a:pt x="1044" y="260"/>
                </a:cubicBezTo>
                <a:cubicBezTo>
                  <a:pt x="1043" y="260"/>
                  <a:pt x="1042" y="260"/>
                  <a:pt x="1041" y="259"/>
                </a:cubicBezTo>
                <a:cubicBezTo>
                  <a:pt x="1040" y="259"/>
                  <a:pt x="1040" y="258"/>
                  <a:pt x="1041" y="257"/>
                </a:cubicBezTo>
                <a:cubicBezTo>
                  <a:pt x="1043" y="256"/>
                  <a:pt x="1043" y="254"/>
                  <a:pt x="1042" y="252"/>
                </a:cubicBezTo>
                <a:cubicBezTo>
                  <a:pt x="1042" y="251"/>
                  <a:pt x="1042" y="249"/>
                  <a:pt x="1041" y="248"/>
                </a:cubicBezTo>
                <a:cubicBezTo>
                  <a:pt x="1039" y="246"/>
                  <a:pt x="1038" y="243"/>
                  <a:pt x="1040" y="240"/>
                </a:cubicBezTo>
                <a:cubicBezTo>
                  <a:pt x="1040" y="239"/>
                  <a:pt x="1041" y="237"/>
                  <a:pt x="1041" y="235"/>
                </a:cubicBezTo>
                <a:cubicBezTo>
                  <a:pt x="1042" y="234"/>
                  <a:pt x="1041" y="233"/>
                  <a:pt x="1041" y="232"/>
                </a:cubicBezTo>
                <a:cubicBezTo>
                  <a:pt x="1040" y="231"/>
                  <a:pt x="1039" y="229"/>
                  <a:pt x="1038" y="228"/>
                </a:cubicBezTo>
                <a:cubicBezTo>
                  <a:pt x="1034" y="226"/>
                  <a:pt x="1031" y="223"/>
                  <a:pt x="1028" y="221"/>
                </a:cubicBezTo>
                <a:cubicBezTo>
                  <a:pt x="1024" y="218"/>
                  <a:pt x="1019" y="216"/>
                  <a:pt x="1015" y="214"/>
                </a:cubicBezTo>
                <a:cubicBezTo>
                  <a:pt x="1015" y="214"/>
                  <a:pt x="1014" y="214"/>
                  <a:pt x="1014" y="214"/>
                </a:cubicBezTo>
                <a:cubicBezTo>
                  <a:pt x="1010" y="218"/>
                  <a:pt x="1004" y="214"/>
                  <a:pt x="1000" y="216"/>
                </a:cubicBezTo>
                <a:cubicBezTo>
                  <a:pt x="999" y="216"/>
                  <a:pt x="998" y="216"/>
                  <a:pt x="998" y="215"/>
                </a:cubicBezTo>
                <a:cubicBezTo>
                  <a:pt x="997" y="214"/>
                  <a:pt x="996" y="213"/>
                  <a:pt x="994" y="213"/>
                </a:cubicBezTo>
                <a:cubicBezTo>
                  <a:pt x="992" y="212"/>
                  <a:pt x="992" y="212"/>
                  <a:pt x="991" y="214"/>
                </a:cubicBezTo>
                <a:cubicBezTo>
                  <a:pt x="989" y="217"/>
                  <a:pt x="988" y="217"/>
                  <a:pt x="985" y="215"/>
                </a:cubicBezTo>
                <a:cubicBezTo>
                  <a:pt x="981" y="213"/>
                  <a:pt x="977" y="209"/>
                  <a:pt x="976" y="204"/>
                </a:cubicBezTo>
                <a:cubicBezTo>
                  <a:pt x="975" y="203"/>
                  <a:pt x="976" y="202"/>
                  <a:pt x="977" y="201"/>
                </a:cubicBezTo>
                <a:cubicBezTo>
                  <a:pt x="978" y="200"/>
                  <a:pt x="979" y="200"/>
                  <a:pt x="981" y="199"/>
                </a:cubicBezTo>
                <a:cubicBezTo>
                  <a:pt x="982" y="198"/>
                  <a:pt x="982" y="197"/>
                  <a:pt x="981" y="197"/>
                </a:cubicBezTo>
                <a:cubicBezTo>
                  <a:pt x="978" y="196"/>
                  <a:pt x="976" y="192"/>
                  <a:pt x="974" y="190"/>
                </a:cubicBezTo>
                <a:cubicBezTo>
                  <a:pt x="971" y="188"/>
                  <a:pt x="973" y="183"/>
                  <a:pt x="976" y="182"/>
                </a:cubicBezTo>
                <a:cubicBezTo>
                  <a:pt x="978" y="181"/>
                  <a:pt x="980" y="180"/>
                  <a:pt x="982" y="181"/>
                </a:cubicBezTo>
                <a:cubicBezTo>
                  <a:pt x="984" y="181"/>
                  <a:pt x="986" y="181"/>
                  <a:pt x="988" y="180"/>
                </a:cubicBezTo>
                <a:cubicBezTo>
                  <a:pt x="992" y="178"/>
                  <a:pt x="997" y="178"/>
                  <a:pt x="1001" y="180"/>
                </a:cubicBezTo>
                <a:cubicBezTo>
                  <a:pt x="1002" y="180"/>
                  <a:pt x="1003" y="180"/>
                  <a:pt x="1004" y="180"/>
                </a:cubicBezTo>
                <a:cubicBezTo>
                  <a:pt x="1005" y="180"/>
                  <a:pt x="1006" y="179"/>
                  <a:pt x="1006" y="178"/>
                </a:cubicBezTo>
                <a:cubicBezTo>
                  <a:pt x="1006" y="178"/>
                  <a:pt x="1005" y="177"/>
                  <a:pt x="1004" y="176"/>
                </a:cubicBezTo>
                <a:cubicBezTo>
                  <a:pt x="1004" y="176"/>
                  <a:pt x="1003" y="176"/>
                  <a:pt x="1003" y="176"/>
                </a:cubicBezTo>
                <a:cubicBezTo>
                  <a:pt x="1000" y="176"/>
                  <a:pt x="998" y="177"/>
                  <a:pt x="996" y="176"/>
                </a:cubicBezTo>
                <a:cubicBezTo>
                  <a:pt x="994" y="175"/>
                  <a:pt x="992" y="176"/>
                  <a:pt x="991" y="177"/>
                </a:cubicBezTo>
                <a:cubicBezTo>
                  <a:pt x="988" y="177"/>
                  <a:pt x="986" y="176"/>
                  <a:pt x="985" y="174"/>
                </a:cubicBezTo>
                <a:cubicBezTo>
                  <a:pt x="984" y="172"/>
                  <a:pt x="983" y="170"/>
                  <a:pt x="982" y="168"/>
                </a:cubicBezTo>
                <a:cubicBezTo>
                  <a:pt x="982" y="168"/>
                  <a:pt x="982" y="168"/>
                  <a:pt x="982" y="168"/>
                </a:cubicBezTo>
                <a:cubicBezTo>
                  <a:pt x="983" y="168"/>
                  <a:pt x="983" y="167"/>
                  <a:pt x="983" y="167"/>
                </a:cubicBezTo>
                <a:cubicBezTo>
                  <a:pt x="983" y="167"/>
                  <a:pt x="984" y="167"/>
                  <a:pt x="984" y="167"/>
                </a:cubicBezTo>
                <a:cubicBezTo>
                  <a:pt x="983" y="167"/>
                  <a:pt x="983" y="167"/>
                  <a:pt x="983" y="167"/>
                </a:cubicBezTo>
                <a:cubicBezTo>
                  <a:pt x="983" y="167"/>
                  <a:pt x="982" y="167"/>
                  <a:pt x="982" y="168"/>
                </a:cubicBezTo>
                <a:cubicBezTo>
                  <a:pt x="979" y="165"/>
                  <a:pt x="978" y="161"/>
                  <a:pt x="976" y="158"/>
                </a:cubicBezTo>
                <a:cubicBezTo>
                  <a:pt x="974" y="155"/>
                  <a:pt x="974" y="153"/>
                  <a:pt x="975" y="151"/>
                </a:cubicBezTo>
                <a:cubicBezTo>
                  <a:pt x="978" y="147"/>
                  <a:pt x="981" y="144"/>
                  <a:pt x="985" y="143"/>
                </a:cubicBezTo>
                <a:cubicBezTo>
                  <a:pt x="990" y="142"/>
                  <a:pt x="995" y="141"/>
                  <a:pt x="1000" y="141"/>
                </a:cubicBezTo>
                <a:cubicBezTo>
                  <a:pt x="1003" y="140"/>
                  <a:pt x="1005" y="139"/>
                  <a:pt x="1007" y="138"/>
                </a:cubicBezTo>
                <a:cubicBezTo>
                  <a:pt x="1009" y="137"/>
                  <a:pt x="1011" y="136"/>
                  <a:pt x="1013" y="136"/>
                </a:cubicBezTo>
                <a:cubicBezTo>
                  <a:pt x="1017" y="136"/>
                  <a:pt x="1022" y="135"/>
                  <a:pt x="1027" y="138"/>
                </a:cubicBezTo>
                <a:cubicBezTo>
                  <a:pt x="1028" y="138"/>
                  <a:pt x="1030" y="138"/>
                  <a:pt x="1031" y="137"/>
                </a:cubicBezTo>
                <a:cubicBezTo>
                  <a:pt x="1033" y="134"/>
                  <a:pt x="1036" y="132"/>
                  <a:pt x="1038" y="129"/>
                </a:cubicBezTo>
                <a:cubicBezTo>
                  <a:pt x="1039" y="128"/>
                  <a:pt x="1039" y="127"/>
                  <a:pt x="1040" y="126"/>
                </a:cubicBezTo>
                <a:cubicBezTo>
                  <a:pt x="1040" y="124"/>
                  <a:pt x="1041" y="123"/>
                  <a:pt x="1043" y="121"/>
                </a:cubicBezTo>
                <a:cubicBezTo>
                  <a:pt x="1044" y="121"/>
                  <a:pt x="1044" y="120"/>
                  <a:pt x="1043" y="118"/>
                </a:cubicBezTo>
                <a:cubicBezTo>
                  <a:pt x="1043" y="118"/>
                  <a:pt x="1043" y="117"/>
                  <a:pt x="1043" y="117"/>
                </a:cubicBezTo>
                <a:cubicBezTo>
                  <a:pt x="1043" y="116"/>
                  <a:pt x="1043" y="116"/>
                  <a:pt x="1043" y="116"/>
                </a:cubicBezTo>
                <a:cubicBezTo>
                  <a:pt x="1043" y="117"/>
                  <a:pt x="1043" y="117"/>
                  <a:pt x="1043" y="117"/>
                </a:cubicBezTo>
                <a:cubicBezTo>
                  <a:pt x="1043" y="117"/>
                  <a:pt x="1043" y="117"/>
                  <a:pt x="1043" y="117"/>
                </a:cubicBezTo>
                <a:cubicBezTo>
                  <a:pt x="1040" y="116"/>
                  <a:pt x="1037" y="115"/>
                  <a:pt x="1034" y="114"/>
                </a:cubicBezTo>
                <a:cubicBezTo>
                  <a:pt x="1032" y="114"/>
                  <a:pt x="1031" y="111"/>
                  <a:pt x="1033" y="108"/>
                </a:cubicBezTo>
                <a:cubicBezTo>
                  <a:pt x="1035" y="105"/>
                  <a:pt x="1037" y="101"/>
                  <a:pt x="1041" y="98"/>
                </a:cubicBezTo>
                <a:cubicBezTo>
                  <a:pt x="1042" y="98"/>
                  <a:pt x="1043" y="97"/>
                  <a:pt x="1043" y="96"/>
                </a:cubicBezTo>
                <a:cubicBezTo>
                  <a:pt x="1047" y="96"/>
                  <a:pt x="1051" y="94"/>
                  <a:pt x="1053" y="91"/>
                </a:cubicBezTo>
                <a:cubicBezTo>
                  <a:pt x="1055" y="88"/>
                  <a:pt x="1059" y="87"/>
                  <a:pt x="1063" y="86"/>
                </a:cubicBezTo>
                <a:cubicBezTo>
                  <a:pt x="1066" y="86"/>
                  <a:pt x="1068" y="86"/>
                  <a:pt x="1071" y="88"/>
                </a:cubicBezTo>
                <a:cubicBezTo>
                  <a:pt x="1072" y="89"/>
                  <a:pt x="1073" y="89"/>
                  <a:pt x="1075" y="88"/>
                </a:cubicBezTo>
                <a:cubicBezTo>
                  <a:pt x="1075" y="87"/>
                  <a:pt x="1075" y="86"/>
                  <a:pt x="1076" y="86"/>
                </a:cubicBezTo>
                <a:cubicBezTo>
                  <a:pt x="1077" y="84"/>
                  <a:pt x="1080" y="83"/>
                  <a:pt x="1080" y="81"/>
                </a:cubicBezTo>
                <a:cubicBezTo>
                  <a:pt x="1081" y="79"/>
                  <a:pt x="1081" y="77"/>
                  <a:pt x="1081" y="74"/>
                </a:cubicBezTo>
                <a:cubicBezTo>
                  <a:pt x="1081" y="73"/>
                  <a:pt x="1082" y="72"/>
                  <a:pt x="1082" y="71"/>
                </a:cubicBezTo>
                <a:cubicBezTo>
                  <a:pt x="1083" y="69"/>
                  <a:pt x="1084" y="68"/>
                  <a:pt x="1086" y="67"/>
                </a:cubicBezTo>
                <a:cubicBezTo>
                  <a:pt x="1087" y="66"/>
                  <a:pt x="1089" y="65"/>
                  <a:pt x="1091" y="66"/>
                </a:cubicBezTo>
                <a:cubicBezTo>
                  <a:pt x="1092" y="67"/>
                  <a:pt x="1093" y="68"/>
                  <a:pt x="1094" y="69"/>
                </a:cubicBezTo>
                <a:cubicBezTo>
                  <a:pt x="1094" y="70"/>
                  <a:pt x="1095" y="70"/>
                  <a:pt x="1095" y="70"/>
                </a:cubicBezTo>
                <a:cubicBezTo>
                  <a:pt x="1095" y="70"/>
                  <a:pt x="1095" y="69"/>
                  <a:pt x="1095" y="69"/>
                </a:cubicBezTo>
                <a:cubicBezTo>
                  <a:pt x="1096" y="68"/>
                  <a:pt x="1095" y="67"/>
                  <a:pt x="1095" y="66"/>
                </a:cubicBezTo>
                <a:cubicBezTo>
                  <a:pt x="1095" y="63"/>
                  <a:pt x="1097" y="62"/>
                  <a:pt x="1099" y="62"/>
                </a:cubicBezTo>
                <a:cubicBezTo>
                  <a:pt x="1104" y="61"/>
                  <a:pt x="1109" y="61"/>
                  <a:pt x="1114" y="60"/>
                </a:cubicBezTo>
                <a:cubicBezTo>
                  <a:pt x="1118" y="60"/>
                  <a:pt x="1122" y="59"/>
                  <a:pt x="1125" y="58"/>
                </a:cubicBezTo>
                <a:cubicBezTo>
                  <a:pt x="1127" y="57"/>
                  <a:pt x="1129" y="57"/>
                  <a:pt x="1131" y="56"/>
                </a:cubicBezTo>
                <a:cubicBezTo>
                  <a:pt x="1132" y="56"/>
                  <a:pt x="1134" y="58"/>
                  <a:pt x="1134" y="59"/>
                </a:cubicBezTo>
                <a:cubicBezTo>
                  <a:pt x="1134" y="61"/>
                  <a:pt x="1134" y="64"/>
                  <a:pt x="1133" y="66"/>
                </a:cubicBezTo>
                <a:cubicBezTo>
                  <a:pt x="1132" y="69"/>
                  <a:pt x="1131" y="71"/>
                  <a:pt x="1131" y="74"/>
                </a:cubicBezTo>
                <a:cubicBezTo>
                  <a:pt x="1130" y="75"/>
                  <a:pt x="1131" y="77"/>
                  <a:pt x="1131" y="78"/>
                </a:cubicBezTo>
                <a:cubicBezTo>
                  <a:pt x="1131" y="78"/>
                  <a:pt x="1130" y="79"/>
                  <a:pt x="1129" y="80"/>
                </a:cubicBezTo>
                <a:cubicBezTo>
                  <a:pt x="1128" y="80"/>
                  <a:pt x="1127" y="81"/>
                  <a:pt x="1126" y="82"/>
                </a:cubicBezTo>
                <a:cubicBezTo>
                  <a:pt x="1126" y="82"/>
                  <a:pt x="1126" y="83"/>
                  <a:pt x="1126" y="83"/>
                </a:cubicBezTo>
                <a:cubicBezTo>
                  <a:pt x="1126" y="83"/>
                  <a:pt x="1126" y="83"/>
                  <a:pt x="1126" y="84"/>
                </a:cubicBezTo>
                <a:cubicBezTo>
                  <a:pt x="1126" y="84"/>
                  <a:pt x="1126" y="83"/>
                  <a:pt x="1126" y="83"/>
                </a:cubicBezTo>
                <a:cubicBezTo>
                  <a:pt x="1126" y="83"/>
                  <a:pt x="1126" y="83"/>
                  <a:pt x="1126" y="82"/>
                </a:cubicBezTo>
                <a:cubicBezTo>
                  <a:pt x="1127" y="81"/>
                  <a:pt x="1128" y="81"/>
                  <a:pt x="1129" y="80"/>
                </a:cubicBezTo>
                <a:cubicBezTo>
                  <a:pt x="1130" y="79"/>
                  <a:pt x="1131" y="78"/>
                  <a:pt x="1132" y="78"/>
                </a:cubicBezTo>
                <a:cubicBezTo>
                  <a:pt x="1131" y="78"/>
                  <a:pt x="1131" y="78"/>
                  <a:pt x="1131" y="78"/>
                </a:cubicBezTo>
                <a:cubicBezTo>
                  <a:pt x="1132" y="77"/>
                  <a:pt x="1132" y="77"/>
                  <a:pt x="1132" y="77"/>
                </a:cubicBezTo>
                <a:cubicBezTo>
                  <a:pt x="1133" y="75"/>
                  <a:pt x="1135" y="74"/>
                  <a:pt x="1135" y="72"/>
                </a:cubicBezTo>
                <a:cubicBezTo>
                  <a:pt x="1136" y="71"/>
                  <a:pt x="1135" y="69"/>
                  <a:pt x="1135" y="67"/>
                </a:cubicBezTo>
                <a:cubicBezTo>
                  <a:pt x="1135" y="65"/>
                  <a:pt x="1135" y="63"/>
                  <a:pt x="1137" y="62"/>
                </a:cubicBezTo>
                <a:cubicBezTo>
                  <a:pt x="1137" y="61"/>
                  <a:pt x="1138" y="61"/>
                  <a:pt x="1138" y="61"/>
                </a:cubicBezTo>
                <a:cubicBezTo>
                  <a:pt x="1139" y="61"/>
                  <a:pt x="1139" y="62"/>
                  <a:pt x="1139" y="62"/>
                </a:cubicBezTo>
                <a:cubicBezTo>
                  <a:pt x="1140" y="63"/>
                  <a:pt x="1140" y="64"/>
                  <a:pt x="1140" y="65"/>
                </a:cubicBezTo>
                <a:cubicBezTo>
                  <a:pt x="1141" y="69"/>
                  <a:pt x="1140" y="73"/>
                  <a:pt x="1141" y="76"/>
                </a:cubicBezTo>
                <a:cubicBezTo>
                  <a:pt x="1142" y="78"/>
                  <a:pt x="1139" y="79"/>
                  <a:pt x="1140" y="81"/>
                </a:cubicBezTo>
                <a:cubicBezTo>
                  <a:pt x="1140" y="83"/>
                  <a:pt x="1141" y="84"/>
                  <a:pt x="1142" y="83"/>
                </a:cubicBezTo>
                <a:cubicBezTo>
                  <a:pt x="1143" y="83"/>
                  <a:pt x="1143" y="82"/>
                  <a:pt x="1144" y="82"/>
                </a:cubicBezTo>
                <a:cubicBezTo>
                  <a:pt x="1144" y="82"/>
                  <a:pt x="1145" y="82"/>
                  <a:pt x="1145" y="82"/>
                </a:cubicBezTo>
                <a:cubicBezTo>
                  <a:pt x="1147" y="82"/>
                  <a:pt x="1149" y="83"/>
                  <a:pt x="1150" y="81"/>
                </a:cubicBezTo>
                <a:cubicBezTo>
                  <a:pt x="1151" y="80"/>
                  <a:pt x="1151" y="78"/>
                  <a:pt x="1151" y="76"/>
                </a:cubicBezTo>
                <a:cubicBezTo>
                  <a:pt x="1151" y="71"/>
                  <a:pt x="1151" y="67"/>
                  <a:pt x="1152" y="63"/>
                </a:cubicBezTo>
                <a:cubicBezTo>
                  <a:pt x="1153" y="62"/>
                  <a:pt x="1153" y="61"/>
                  <a:pt x="1153" y="60"/>
                </a:cubicBezTo>
                <a:cubicBezTo>
                  <a:pt x="1154" y="59"/>
                  <a:pt x="1156" y="58"/>
                  <a:pt x="1158" y="59"/>
                </a:cubicBezTo>
                <a:cubicBezTo>
                  <a:pt x="1160" y="60"/>
                  <a:pt x="1161" y="62"/>
                  <a:pt x="1163" y="64"/>
                </a:cubicBezTo>
                <a:cubicBezTo>
                  <a:pt x="1164" y="67"/>
                  <a:pt x="1166" y="71"/>
                  <a:pt x="1167" y="74"/>
                </a:cubicBezTo>
                <a:cubicBezTo>
                  <a:pt x="1168" y="77"/>
                  <a:pt x="1169" y="78"/>
                  <a:pt x="1171" y="79"/>
                </a:cubicBezTo>
                <a:cubicBezTo>
                  <a:pt x="1173" y="80"/>
                  <a:pt x="1173" y="82"/>
                  <a:pt x="1171" y="83"/>
                </a:cubicBezTo>
                <a:cubicBezTo>
                  <a:pt x="1170" y="84"/>
                  <a:pt x="1169" y="84"/>
                  <a:pt x="1170" y="85"/>
                </a:cubicBezTo>
                <a:cubicBezTo>
                  <a:pt x="1172" y="85"/>
                  <a:pt x="1173" y="87"/>
                  <a:pt x="1174" y="89"/>
                </a:cubicBezTo>
                <a:cubicBezTo>
                  <a:pt x="1175" y="91"/>
                  <a:pt x="1177" y="91"/>
                  <a:pt x="1178" y="91"/>
                </a:cubicBezTo>
                <a:cubicBezTo>
                  <a:pt x="1180" y="91"/>
                  <a:pt x="1181" y="90"/>
                  <a:pt x="1180" y="89"/>
                </a:cubicBezTo>
                <a:cubicBezTo>
                  <a:pt x="1178" y="84"/>
                  <a:pt x="1178" y="79"/>
                  <a:pt x="1176" y="74"/>
                </a:cubicBezTo>
                <a:cubicBezTo>
                  <a:pt x="1175" y="70"/>
                  <a:pt x="1175" y="66"/>
                  <a:pt x="1174" y="62"/>
                </a:cubicBezTo>
                <a:cubicBezTo>
                  <a:pt x="1174" y="60"/>
                  <a:pt x="1174" y="59"/>
                  <a:pt x="1174" y="58"/>
                </a:cubicBezTo>
                <a:cubicBezTo>
                  <a:pt x="1174" y="57"/>
                  <a:pt x="1176" y="56"/>
                  <a:pt x="1177" y="56"/>
                </a:cubicBezTo>
                <a:cubicBezTo>
                  <a:pt x="1179" y="56"/>
                  <a:pt x="1182" y="58"/>
                  <a:pt x="1184" y="59"/>
                </a:cubicBezTo>
                <a:cubicBezTo>
                  <a:pt x="1185" y="59"/>
                  <a:pt x="1185" y="59"/>
                  <a:pt x="1186" y="58"/>
                </a:cubicBezTo>
                <a:cubicBezTo>
                  <a:pt x="1187" y="57"/>
                  <a:pt x="1188" y="56"/>
                  <a:pt x="1189" y="55"/>
                </a:cubicBezTo>
                <a:cubicBezTo>
                  <a:pt x="1191" y="54"/>
                  <a:pt x="1191" y="53"/>
                  <a:pt x="1191" y="52"/>
                </a:cubicBezTo>
                <a:cubicBezTo>
                  <a:pt x="1191" y="49"/>
                  <a:pt x="1191" y="47"/>
                  <a:pt x="1192" y="44"/>
                </a:cubicBezTo>
                <a:cubicBezTo>
                  <a:pt x="1192" y="43"/>
                  <a:pt x="1193" y="42"/>
                  <a:pt x="1194" y="42"/>
                </a:cubicBezTo>
                <a:cubicBezTo>
                  <a:pt x="1196" y="42"/>
                  <a:pt x="1198" y="40"/>
                  <a:pt x="1200" y="39"/>
                </a:cubicBezTo>
                <a:cubicBezTo>
                  <a:pt x="1202" y="38"/>
                  <a:pt x="1205" y="38"/>
                  <a:pt x="1206" y="39"/>
                </a:cubicBezTo>
                <a:cubicBezTo>
                  <a:pt x="1209" y="41"/>
                  <a:pt x="1212" y="43"/>
                  <a:pt x="1215" y="44"/>
                </a:cubicBezTo>
                <a:cubicBezTo>
                  <a:pt x="1216" y="44"/>
                  <a:pt x="1217" y="44"/>
                  <a:pt x="1217" y="44"/>
                </a:cubicBezTo>
                <a:cubicBezTo>
                  <a:pt x="1218" y="43"/>
                  <a:pt x="1218" y="42"/>
                  <a:pt x="1218" y="42"/>
                </a:cubicBezTo>
                <a:cubicBezTo>
                  <a:pt x="1218" y="41"/>
                  <a:pt x="1217" y="39"/>
                  <a:pt x="1217" y="38"/>
                </a:cubicBezTo>
                <a:cubicBezTo>
                  <a:pt x="1217" y="38"/>
                  <a:pt x="1217" y="38"/>
                  <a:pt x="1217" y="37"/>
                </a:cubicBezTo>
                <a:cubicBezTo>
                  <a:pt x="1218" y="36"/>
                  <a:pt x="1218" y="36"/>
                  <a:pt x="1219" y="37"/>
                </a:cubicBezTo>
                <a:cubicBezTo>
                  <a:pt x="1221" y="38"/>
                  <a:pt x="1223" y="40"/>
                  <a:pt x="1226" y="39"/>
                </a:cubicBezTo>
                <a:cubicBezTo>
                  <a:pt x="1226" y="40"/>
                  <a:pt x="1226" y="40"/>
                  <a:pt x="1226" y="40"/>
                </a:cubicBezTo>
                <a:cubicBezTo>
                  <a:pt x="1227" y="40"/>
                  <a:pt x="1227" y="40"/>
                  <a:pt x="1227" y="40"/>
                </a:cubicBezTo>
                <a:cubicBezTo>
                  <a:pt x="1227" y="39"/>
                  <a:pt x="1227" y="39"/>
                  <a:pt x="1227" y="39"/>
                </a:cubicBezTo>
                <a:cubicBezTo>
                  <a:pt x="1226" y="39"/>
                  <a:pt x="1226" y="39"/>
                  <a:pt x="1226" y="39"/>
                </a:cubicBezTo>
                <a:cubicBezTo>
                  <a:pt x="1226" y="39"/>
                  <a:pt x="1227" y="38"/>
                  <a:pt x="1227" y="37"/>
                </a:cubicBezTo>
                <a:cubicBezTo>
                  <a:pt x="1227" y="37"/>
                  <a:pt x="1227" y="37"/>
                  <a:pt x="1227" y="37"/>
                </a:cubicBezTo>
                <a:cubicBezTo>
                  <a:pt x="1229" y="34"/>
                  <a:pt x="1231" y="31"/>
                  <a:pt x="1234" y="29"/>
                </a:cubicBezTo>
                <a:cubicBezTo>
                  <a:pt x="1238" y="30"/>
                  <a:pt x="1242" y="28"/>
                  <a:pt x="1246" y="28"/>
                </a:cubicBezTo>
                <a:cubicBezTo>
                  <a:pt x="1250" y="29"/>
                  <a:pt x="1254" y="29"/>
                  <a:pt x="1257" y="30"/>
                </a:cubicBezTo>
                <a:cubicBezTo>
                  <a:pt x="1265" y="33"/>
                  <a:pt x="1273" y="36"/>
                  <a:pt x="1281" y="38"/>
                </a:cubicBezTo>
                <a:cubicBezTo>
                  <a:pt x="1285" y="39"/>
                  <a:pt x="1289" y="41"/>
                  <a:pt x="1291" y="45"/>
                </a:cubicBezTo>
                <a:cubicBezTo>
                  <a:pt x="1291" y="46"/>
                  <a:pt x="1291" y="47"/>
                  <a:pt x="1291" y="47"/>
                </a:cubicBezTo>
                <a:cubicBezTo>
                  <a:pt x="1287" y="50"/>
                  <a:pt x="1283" y="51"/>
                  <a:pt x="1279" y="50"/>
                </a:cubicBezTo>
                <a:cubicBezTo>
                  <a:pt x="1275" y="48"/>
                  <a:pt x="1270" y="48"/>
                  <a:pt x="1266" y="49"/>
                </a:cubicBezTo>
                <a:cubicBezTo>
                  <a:pt x="1260" y="49"/>
                  <a:pt x="1255" y="49"/>
                  <a:pt x="1249" y="51"/>
                </a:cubicBezTo>
                <a:cubicBezTo>
                  <a:pt x="1246" y="52"/>
                  <a:pt x="1243" y="51"/>
                  <a:pt x="1240" y="51"/>
                </a:cubicBezTo>
                <a:cubicBezTo>
                  <a:pt x="1239" y="52"/>
                  <a:pt x="1238" y="53"/>
                  <a:pt x="1236" y="53"/>
                </a:cubicBezTo>
                <a:cubicBezTo>
                  <a:pt x="1236" y="53"/>
                  <a:pt x="1236" y="54"/>
                  <a:pt x="1236" y="54"/>
                </a:cubicBezTo>
                <a:cubicBezTo>
                  <a:pt x="1236" y="54"/>
                  <a:pt x="1237" y="55"/>
                  <a:pt x="1237" y="55"/>
                </a:cubicBezTo>
                <a:cubicBezTo>
                  <a:pt x="1238" y="55"/>
                  <a:pt x="1239" y="55"/>
                  <a:pt x="1240" y="54"/>
                </a:cubicBezTo>
                <a:cubicBezTo>
                  <a:pt x="1243" y="53"/>
                  <a:pt x="1245" y="52"/>
                  <a:pt x="1248" y="53"/>
                </a:cubicBezTo>
                <a:cubicBezTo>
                  <a:pt x="1252" y="53"/>
                  <a:pt x="1255" y="53"/>
                  <a:pt x="1259" y="52"/>
                </a:cubicBezTo>
                <a:cubicBezTo>
                  <a:pt x="1261" y="51"/>
                  <a:pt x="1264" y="51"/>
                  <a:pt x="1267" y="50"/>
                </a:cubicBezTo>
                <a:cubicBezTo>
                  <a:pt x="1269" y="50"/>
                  <a:pt x="1271" y="50"/>
                  <a:pt x="1273" y="51"/>
                </a:cubicBezTo>
                <a:cubicBezTo>
                  <a:pt x="1280" y="54"/>
                  <a:pt x="1287" y="54"/>
                  <a:pt x="1294" y="51"/>
                </a:cubicBezTo>
                <a:cubicBezTo>
                  <a:pt x="1295" y="51"/>
                  <a:pt x="1297" y="52"/>
                  <a:pt x="1298" y="53"/>
                </a:cubicBezTo>
                <a:cubicBezTo>
                  <a:pt x="1300" y="56"/>
                  <a:pt x="1299" y="60"/>
                  <a:pt x="1296" y="61"/>
                </a:cubicBezTo>
                <a:cubicBezTo>
                  <a:pt x="1295" y="62"/>
                  <a:pt x="1294" y="62"/>
                  <a:pt x="1293" y="63"/>
                </a:cubicBezTo>
                <a:cubicBezTo>
                  <a:pt x="1293" y="63"/>
                  <a:pt x="1292" y="63"/>
                  <a:pt x="1292" y="63"/>
                </a:cubicBezTo>
                <a:cubicBezTo>
                  <a:pt x="1292" y="64"/>
                  <a:pt x="1293" y="64"/>
                  <a:pt x="1293" y="64"/>
                </a:cubicBezTo>
                <a:cubicBezTo>
                  <a:pt x="1294" y="64"/>
                  <a:pt x="1295" y="64"/>
                  <a:pt x="1295" y="64"/>
                </a:cubicBezTo>
                <a:cubicBezTo>
                  <a:pt x="1301" y="62"/>
                  <a:pt x="1306" y="63"/>
                  <a:pt x="1310" y="66"/>
                </a:cubicBezTo>
                <a:cubicBezTo>
                  <a:pt x="1313" y="68"/>
                  <a:pt x="1316" y="70"/>
                  <a:pt x="1318" y="72"/>
                </a:cubicBezTo>
                <a:cubicBezTo>
                  <a:pt x="1320" y="74"/>
                  <a:pt x="1320" y="78"/>
                  <a:pt x="1318" y="79"/>
                </a:cubicBezTo>
                <a:cubicBezTo>
                  <a:pt x="1314" y="82"/>
                  <a:pt x="1310" y="85"/>
                  <a:pt x="1305" y="86"/>
                </a:cubicBezTo>
                <a:cubicBezTo>
                  <a:pt x="1301" y="86"/>
                  <a:pt x="1296" y="87"/>
                  <a:pt x="1292" y="87"/>
                </a:cubicBezTo>
                <a:cubicBezTo>
                  <a:pt x="1287" y="87"/>
                  <a:pt x="1282" y="87"/>
                  <a:pt x="1277" y="86"/>
                </a:cubicBezTo>
                <a:cubicBezTo>
                  <a:pt x="1270" y="84"/>
                  <a:pt x="1264" y="84"/>
                  <a:pt x="1257" y="88"/>
                </a:cubicBezTo>
                <a:cubicBezTo>
                  <a:pt x="1253" y="89"/>
                  <a:pt x="1249" y="90"/>
                  <a:pt x="1245" y="92"/>
                </a:cubicBezTo>
                <a:cubicBezTo>
                  <a:pt x="1244" y="93"/>
                  <a:pt x="1243" y="93"/>
                  <a:pt x="1241" y="94"/>
                </a:cubicBezTo>
                <a:cubicBezTo>
                  <a:pt x="1241" y="94"/>
                  <a:pt x="1241" y="95"/>
                  <a:pt x="1241" y="95"/>
                </a:cubicBezTo>
                <a:cubicBezTo>
                  <a:pt x="1241" y="96"/>
                  <a:pt x="1242" y="96"/>
                  <a:pt x="1242" y="96"/>
                </a:cubicBezTo>
                <a:cubicBezTo>
                  <a:pt x="1245" y="96"/>
                  <a:pt x="1247" y="95"/>
                  <a:pt x="1249" y="94"/>
                </a:cubicBezTo>
                <a:cubicBezTo>
                  <a:pt x="1250" y="94"/>
                  <a:pt x="1252" y="93"/>
                  <a:pt x="1253" y="93"/>
                </a:cubicBezTo>
                <a:cubicBezTo>
                  <a:pt x="1264" y="88"/>
                  <a:pt x="1268" y="88"/>
                  <a:pt x="1279" y="90"/>
                </a:cubicBezTo>
                <a:cubicBezTo>
                  <a:pt x="1282" y="91"/>
                  <a:pt x="1285" y="91"/>
                  <a:pt x="1287" y="92"/>
                </a:cubicBezTo>
                <a:cubicBezTo>
                  <a:pt x="1288" y="92"/>
                  <a:pt x="1289" y="94"/>
                  <a:pt x="1289" y="96"/>
                </a:cubicBezTo>
                <a:cubicBezTo>
                  <a:pt x="1288" y="97"/>
                  <a:pt x="1287" y="99"/>
                  <a:pt x="1285" y="100"/>
                </a:cubicBezTo>
                <a:cubicBezTo>
                  <a:pt x="1283" y="100"/>
                  <a:pt x="1281" y="101"/>
                  <a:pt x="1279" y="102"/>
                </a:cubicBezTo>
                <a:cubicBezTo>
                  <a:pt x="1279" y="102"/>
                  <a:pt x="1279" y="103"/>
                  <a:pt x="1279" y="103"/>
                </a:cubicBezTo>
                <a:cubicBezTo>
                  <a:pt x="1279" y="103"/>
                  <a:pt x="1279" y="104"/>
                  <a:pt x="1279" y="104"/>
                </a:cubicBezTo>
                <a:cubicBezTo>
                  <a:pt x="1283" y="103"/>
                  <a:pt x="1287" y="102"/>
                  <a:pt x="1291" y="104"/>
                </a:cubicBezTo>
                <a:cubicBezTo>
                  <a:pt x="1291" y="104"/>
                  <a:pt x="1292" y="104"/>
                  <a:pt x="1292" y="104"/>
                </a:cubicBezTo>
                <a:cubicBezTo>
                  <a:pt x="1294" y="104"/>
                  <a:pt x="1297" y="103"/>
                  <a:pt x="1297" y="100"/>
                </a:cubicBezTo>
                <a:cubicBezTo>
                  <a:pt x="1298" y="99"/>
                  <a:pt x="1298" y="97"/>
                  <a:pt x="1299" y="95"/>
                </a:cubicBezTo>
                <a:cubicBezTo>
                  <a:pt x="1300" y="95"/>
                  <a:pt x="1300" y="94"/>
                  <a:pt x="1301" y="94"/>
                </a:cubicBezTo>
                <a:cubicBezTo>
                  <a:pt x="1301" y="94"/>
                  <a:pt x="1302" y="94"/>
                  <a:pt x="1302" y="94"/>
                </a:cubicBezTo>
                <a:cubicBezTo>
                  <a:pt x="1309" y="93"/>
                  <a:pt x="1313" y="95"/>
                  <a:pt x="1309" y="103"/>
                </a:cubicBezTo>
                <a:cubicBezTo>
                  <a:pt x="1309" y="104"/>
                  <a:pt x="1308" y="105"/>
                  <a:pt x="1308" y="106"/>
                </a:cubicBezTo>
                <a:cubicBezTo>
                  <a:pt x="1306" y="111"/>
                  <a:pt x="1304" y="114"/>
                  <a:pt x="1300" y="115"/>
                </a:cubicBezTo>
                <a:cubicBezTo>
                  <a:pt x="1296" y="116"/>
                  <a:pt x="1293" y="119"/>
                  <a:pt x="1291" y="122"/>
                </a:cubicBezTo>
                <a:cubicBezTo>
                  <a:pt x="1290" y="123"/>
                  <a:pt x="1290" y="124"/>
                  <a:pt x="1290" y="125"/>
                </a:cubicBezTo>
                <a:cubicBezTo>
                  <a:pt x="1290" y="125"/>
                  <a:pt x="1290" y="125"/>
                  <a:pt x="1290" y="125"/>
                </a:cubicBezTo>
                <a:cubicBezTo>
                  <a:pt x="1289" y="126"/>
                  <a:pt x="1288" y="126"/>
                  <a:pt x="1287" y="127"/>
                </a:cubicBezTo>
                <a:cubicBezTo>
                  <a:pt x="1286" y="128"/>
                  <a:pt x="1286" y="129"/>
                  <a:pt x="1285" y="130"/>
                </a:cubicBezTo>
                <a:cubicBezTo>
                  <a:pt x="1286" y="129"/>
                  <a:pt x="1287" y="128"/>
                  <a:pt x="1288" y="127"/>
                </a:cubicBezTo>
                <a:cubicBezTo>
                  <a:pt x="1288" y="127"/>
                  <a:pt x="1289" y="126"/>
                  <a:pt x="1290" y="125"/>
                </a:cubicBezTo>
                <a:cubicBezTo>
                  <a:pt x="1290" y="125"/>
                  <a:pt x="1290" y="125"/>
                  <a:pt x="1290" y="125"/>
                </a:cubicBezTo>
                <a:cubicBezTo>
                  <a:pt x="1293" y="123"/>
                  <a:pt x="1297" y="122"/>
                  <a:pt x="1300" y="121"/>
                </a:cubicBezTo>
                <a:cubicBezTo>
                  <a:pt x="1306" y="118"/>
                  <a:pt x="1312" y="115"/>
                  <a:pt x="1316" y="109"/>
                </a:cubicBezTo>
                <a:cubicBezTo>
                  <a:pt x="1316" y="108"/>
                  <a:pt x="1318" y="108"/>
                  <a:pt x="1319" y="109"/>
                </a:cubicBezTo>
                <a:cubicBezTo>
                  <a:pt x="1320" y="110"/>
                  <a:pt x="1321" y="110"/>
                  <a:pt x="1322" y="111"/>
                </a:cubicBezTo>
                <a:cubicBezTo>
                  <a:pt x="1324" y="111"/>
                  <a:pt x="1326" y="110"/>
                  <a:pt x="1326" y="109"/>
                </a:cubicBezTo>
                <a:cubicBezTo>
                  <a:pt x="1327" y="108"/>
                  <a:pt x="1327" y="107"/>
                  <a:pt x="1327" y="106"/>
                </a:cubicBezTo>
                <a:cubicBezTo>
                  <a:pt x="1328" y="105"/>
                  <a:pt x="1328" y="104"/>
                  <a:pt x="1329" y="104"/>
                </a:cubicBezTo>
                <a:cubicBezTo>
                  <a:pt x="1332" y="103"/>
                  <a:pt x="1336" y="102"/>
                  <a:pt x="1340" y="102"/>
                </a:cubicBezTo>
                <a:cubicBezTo>
                  <a:pt x="1346" y="102"/>
                  <a:pt x="1352" y="104"/>
                  <a:pt x="1357" y="109"/>
                </a:cubicBezTo>
                <a:cubicBezTo>
                  <a:pt x="1357" y="110"/>
                  <a:pt x="1357" y="110"/>
                  <a:pt x="1358" y="111"/>
                </a:cubicBezTo>
                <a:cubicBezTo>
                  <a:pt x="1363" y="116"/>
                  <a:pt x="1362" y="119"/>
                  <a:pt x="1357" y="123"/>
                </a:cubicBezTo>
                <a:cubicBezTo>
                  <a:pt x="1356" y="124"/>
                  <a:pt x="1354" y="125"/>
                  <a:pt x="1354" y="126"/>
                </a:cubicBezTo>
                <a:cubicBezTo>
                  <a:pt x="1352" y="128"/>
                  <a:pt x="1349" y="128"/>
                  <a:pt x="1347" y="128"/>
                </a:cubicBezTo>
                <a:cubicBezTo>
                  <a:pt x="1345" y="128"/>
                  <a:pt x="1345" y="129"/>
                  <a:pt x="1345" y="130"/>
                </a:cubicBezTo>
                <a:cubicBezTo>
                  <a:pt x="1345" y="131"/>
                  <a:pt x="1345" y="132"/>
                  <a:pt x="1345" y="132"/>
                </a:cubicBezTo>
                <a:cubicBezTo>
                  <a:pt x="1345" y="133"/>
                  <a:pt x="1345" y="135"/>
                  <a:pt x="1344" y="135"/>
                </a:cubicBezTo>
                <a:cubicBezTo>
                  <a:pt x="1343" y="136"/>
                  <a:pt x="1342" y="136"/>
                  <a:pt x="1341" y="137"/>
                </a:cubicBezTo>
                <a:cubicBezTo>
                  <a:pt x="1338" y="139"/>
                  <a:pt x="1335" y="139"/>
                  <a:pt x="1332" y="138"/>
                </a:cubicBezTo>
                <a:cubicBezTo>
                  <a:pt x="1330" y="137"/>
                  <a:pt x="1329" y="136"/>
                  <a:pt x="1327" y="137"/>
                </a:cubicBezTo>
                <a:cubicBezTo>
                  <a:pt x="1326" y="138"/>
                  <a:pt x="1326" y="138"/>
                  <a:pt x="1326" y="139"/>
                </a:cubicBezTo>
                <a:cubicBezTo>
                  <a:pt x="1326" y="139"/>
                  <a:pt x="1326" y="139"/>
                  <a:pt x="1326" y="139"/>
                </a:cubicBezTo>
                <a:cubicBezTo>
                  <a:pt x="1328" y="140"/>
                  <a:pt x="1329" y="140"/>
                  <a:pt x="1331" y="140"/>
                </a:cubicBezTo>
                <a:cubicBezTo>
                  <a:pt x="1332" y="140"/>
                  <a:pt x="1333" y="141"/>
                  <a:pt x="1334" y="141"/>
                </a:cubicBezTo>
                <a:cubicBezTo>
                  <a:pt x="1335" y="141"/>
                  <a:pt x="1336" y="144"/>
                  <a:pt x="1335" y="145"/>
                </a:cubicBezTo>
                <a:cubicBezTo>
                  <a:pt x="1333" y="147"/>
                  <a:pt x="1331" y="150"/>
                  <a:pt x="1328" y="150"/>
                </a:cubicBezTo>
                <a:cubicBezTo>
                  <a:pt x="1326" y="151"/>
                  <a:pt x="1326" y="151"/>
                  <a:pt x="1326" y="154"/>
                </a:cubicBezTo>
                <a:cubicBezTo>
                  <a:pt x="1327" y="155"/>
                  <a:pt x="1327" y="156"/>
                  <a:pt x="1326" y="157"/>
                </a:cubicBezTo>
                <a:cubicBezTo>
                  <a:pt x="1324" y="159"/>
                  <a:pt x="1322" y="162"/>
                  <a:pt x="1321" y="164"/>
                </a:cubicBezTo>
                <a:cubicBezTo>
                  <a:pt x="1314" y="172"/>
                  <a:pt x="1310" y="181"/>
                  <a:pt x="1310" y="191"/>
                </a:cubicBezTo>
                <a:cubicBezTo>
                  <a:pt x="1310" y="195"/>
                  <a:pt x="1307" y="199"/>
                  <a:pt x="1306" y="202"/>
                </a:cubicBezTo>
                <a:cubicBezTo>
                  <a:pt x="1305" y="205"/>
                  <a:pt x="1304" y="207"/>
                  <a:pt x="1300" y="205"/>
                </a:cubicBezTo>
                <a:cubicBezTo>
                  <a:pt x="1300" y="205"/>
                  <a:pt x="1300" y="206"/>
                  <a:pt x="1300" y="206"/>
                </a:cubicBezTo>
                <a:cubicBezTo>
                  <a:pt x="1299" y="206"/>
                  <a:pt x="1299" y="206"/>
                  <a:pt x="1299" y="207"/>
                </a:cubicBezTo>
                <a:cubicBezTo>
                  <a:pt x="1300" y="208"/>
                  <a:pt x="1301" y="209"/>
                  <a:pt x="1302" y="210"/>
                </a:cubicBezTo>
                <a:cubicBezTo>
                  <a:pt x="1304" y="211"/>
                  <a:pt x="1305" y="213"/>
                  <a:pt x="1306" y="214"/>
                </a:cubicBezTo>
                <a:cubicBezTo>
                  <a:pt x="1307" y="217"/>
                  <a:pt x="1307" y="218"/>
                  <a:pt x="1303" y="219"/>
                </a:cubicBezTo>
                <a:cubicBezTo>
                  <a:pt x="1302" y="219"/>
                  <a:pt x="1302" y="219"/>
                  <a:pt x="1301" y="220"/>
                </a:cubicBezTo>
                <a:cubicBezTo>
                  <a:pt x="1301" y="220"/>
                  <a:pt x="1301" y="221"/>
                  <a:pt x="1302" y="221"/>
                </a:cubicBezTo>
                <a:cubicBezTo>
                  <a:pt x="1303" y="222"/>
                  <a:pt x="1303" y="223"/>
                  <a:pt x="1304" y="223"/>
                </a:cubicBezTo>
                <a:cubicBezTo>
                  <a:pt x="1306" y="224"/>
                  <a:pt x="1307" y="224"/>
                  <a:pt x="1309" y="224"/>
                </a:cubicBezTo>
                <a:cubicBezTo>
                  <a:pt x="1310" y="224"/>
                  <a:pt x="1312" y="227"/>
                  <a:pt x="1312" y="228"/>
                </a:cubicBezTo>
                <a:cubicBezTo>
                  <a:pt x="1312" y="232"/>
                  <a:pt x="1312" y="235"/>
                  <a:pt x="1310" y="238"/>
                </a:cubicBezTo>
                <a:cubicBezTo>
                  <a:pt x="1307" y="242"/>
                  <a:pt x="1307" y="245"/>
                  <a:pt x="1307" y="250"/>
                </a:cubicBezTo>
                <a:cubicBezTo>
                  <a:pt x="1308" y="251"/>
                  <a:pt x="1307" y="252"/>
                  <a:pt x="1307" y="253"/>
                </a:cubicBezTo>
                <a:cubicBezTo>
                  <a:pt x="1307" y="253"/>
                  <a:pt x="1306" y="253"/>
                  <a:pt x="1306" y="253"/>
                </a:cubicBezTo>
                <a:cubicBezTo>
                  <a:pt x="1305" y="250"/>
                  <a:pt x="1304" y="246"/>
                  <a:pt x="1304" y="243"/>
                </a:cubicBezTo>
                <a:cubicBezTo>
                  <a:pt x="1305" y="239"/>
                  <a:pt x="1302" y="237"/>
                  <a:pt x="1300" y="235"/>
                </a:cubicBezTo>
                <a:cubicBezTo>
                  <a:pt x="1300" y="234"/>
                  <a:pt x="1299" y="234"/>
                  <a:pt x="1299" y="234"/>
                </a:cubicBezTo>
                <a:cubicBezTo>
                  <a:pt x="1298" y="234"/>
                  <a:pt x="1295" y="234"/>
                  <a:pt x="1295" y="234"/>
                </a:cubicBezTo>
                <a:cubicBezTo>
                  <a:pt x="1293" y="236"/>
                  <a:pt x="1291" y="238"/>
                  <a:pt x="1289" y="240"/>
                </a:cubicBezTo>
                <a:cubicBezTo>
                  <a:pt x="1288" y="241"/>
                  <a:pt x="1288" y="242"/>
                  <a:pt x="1288" y="243"/>
                </a:cubicBezTo>
                <a:cubicBezTo>
                  <a:pt x="1288" y="245"/>
                  <a:pt x="1288" y="246"/>
                  <a:pt x="1290" y="247"/>
                </a:cubicBezTo>
                <a:cubicBezTo>
                  <a:pt x="1290" y="247"/>
                  <a:pt x="1291" y="247"/>
                  <a:pt x="1292" y="247"/>
                </a:cubicBezTo>
                <a:cubicBezTo>
                  <a:pt x="1293" y="249"/>
                  <a:pt x="1296" y="248"/>
                  <a:pt x="1297" y="250"/>
                </a:cubicBezTo>
                <a:cubicBezTo>
                  <a:pt x="1298" y="250"/>
                  <a:pt x="1299" y="252"/>
                  <a:pt x="1298" y="253"/>
                </a:cubicBezTo>
                <a:cubicBezTo>
                  <a:pt x="1297" y="254"/>
                  <a:pt x="1295" y="255"/>
                  <a:pt x="1297" y="257"/>
                </a:cubicBezTo>
                <a:cubicBezTo>
                  <a:pt x="1299" y="258"/>
                  <a:pt x="1300" y="260"/>
                  <a:pt x="1300" y="262"/>
                </a:cubicBezTo>
                <a:cubicBezTo>
                  <a:pt x="1300" y="264"/>
                  <a:pt x="1299" y="267"/>
                  <a:pt x="1299" y="270"/>
                </a:cubicBezTo>
                <a:cubicBezTo>
                  <a:pt x="1299" y="271"/>
                  <a:pt x="1298" y="273"/>
                  <a:pt x="1297" y="273"/>
                </a:cubicBezTo>
                <a:cubicBezTo>
                  <a:pt x="1296" y="273"/>
                  <a:pt x="1295" y="273"/>
                  <a:pt x="1294" y="273"/>
                </a:cubicBezTo>
                <a:cubicBezTo>
                  <a:pt x="1293" y="273"/>
                  <a:pt x="1292" y="273"/>
                  <a:pt x="1292" y="274"/>
                </a:cubicBezTo>
                <a:cubicBezTo>
                  <a:pt x="1291" y="275"/>
                  <a:pt x="1292" y="275"/>
                  <a:pt x="1292" y="276"/>
                </a:cubicBezTo>
                <a:cubicBezTo>
                  <a:pt x="1293" y="276"/>
                  <a:pt x="1294" y="277"/>
                  <a:pt x="1294" y="278"/>
                </a:cubicBezTo>
                <a:cubicBezTo>
                  <a:pt x="1295" y="281"/>
                  <a:pt x="1296" y="282"/>
                  <a:pt x="1298" y="284"/>
                </a:cubicBezTo>
                <a:cubicBezTo>
                  <a:pt x="1300" y="286"/>
                  <a:pt x="1298" y="292"/>
                  <a:pt x="1295" y="292"/>
                </a:cubicBezTo>
                <a:cubicBezTo>
                  <a:pt x="1294" y="293"/>
                  <a:pt x="1292" y="292"/>
                  <a:pt x="1291" y="293"/>
                </a:cubicBezTo>
                <a:cubicBezTo>
                  <a:pt x="1288" y="296"/>
                  <a:pt x="1285" y="295"/>
                  <a:pt x="1281" y="293"/>
                </a:cubicBezTo>
                <a:cubicBezTo>
                  <a:pt x="1280" y="293"/>
                  <a:pt x="1279" y="293"/>
                  <a:pt x="1279" y="294"/>
                </a:cubicBezTo>
                <a:cubicBezTo>
                  <a:pt x="1279" y="294"/>
                  <a:pt x="1279" y="295"/>
                  <a:pt x="1279" y="295"/>
                </a:cubicBezTo>
                <a:cubicBezTo>
                  <a:pt x="1282" y="297"/>
                  <a:pt x="1285" y="298"/>
                  <a:pt x="1288" y="299"/>
                </a:cubicBezTo>
                <a:cubicBezTo>
                  <a:pt x="1289" y="299"/>
                  <a:pt x="1290" y="301"/>
                  <a:pt x="1289" y="302"/>
                </a:cubicBezTo>
                <a:cubicBezTo>
                  <a:pt x="1289" y="304"/>
                  <a:pt x="1289" y="305"/>
                  <a:pt x="1288" y="307"/>
                </a:cubicBezTo>
                <a:cubicBezTo>
                  <a:pt x="1288" y="308"/>
                  <a:pt x="1286" y="309"/>
                  <a:pt x="1286" y="309"/>
                </a:cubicBezTo>
                <a:cubicBezTo>
                  <a:pt x="1283" y="309"/>
                  <a:pt x="1280" y="310"/>
                  <a:pt x="1277" y="312"/>
                </a:cubicBezTo>
                <a:cubicBezTo>
                  <a:pt x="1275" y="314"/>
                  <a:pt x="1272" y="313"/>
                  <a:pt x="1270" y="312"/>
                </a:cubicBezTo>
                <a:cubicBezTo>
                  <a:pt x="1269" y="311"/>
                  <a:pt x="1268" y="311"/>
                  <a:pt x="1267" y="311"/>
                </a:cubicBezTo>
                <a:cubicBezTo>
                  <a:pt x="1267" y="311"/>
                  <a:pt x="1267" y="310"/>
                  <a:pt x="1267" y="310"/>
                </a:cubicBezTo>
                <a:cubicBezTo>
                  <a:pt x="1267" y="310"/>
                  <a:pt x="1267" y="310"/>
                  <a:pt x="1267" y="310"/>
                </a:cubicBezTo>
                <a:cubicBezTo>
                  <a:pt x="1267" y="310"/>
                  <a:pt x="1267" y="310"/>
                  <a:pt x="1267" y="310"/>
                </a:cubicBezTo>
                <a:cubicBezTo>
                  <a:pt x="1267" y="310"/>
                  <a:pt x="1267" y="310"/>
                  <a:pt x="1267" y="310"/>
                </a:cubicBezTo>
                <a:cubicBezTo>
                  <a:pt x="1267" y="310"/>
                  <a:pt x="1267" y="310"/>
                  <a:pt x="1266" y="310"/>
                </a:cubicBezTo>
                <a:cubicBezTo>
                  <a:pt x="1265" y="308"/>
                  <a:pt x="1264" y="307"/>
                  <a:pt x="1263" y="306"/>
                </a:cubicBezTo>
                <a:cubicBezTo>
                  <a:pt x="1263" y="306"/>
                  <a:pt x="1262" y="306"/>
                  <a:pt x="1261" y="306"/>
                </a:cubicBezTo>
                <a:cubicBezTo>
                  <a:pt x="1261" y="306"/>
                  <a:pt x="1261" y="306"/>
                  <a:pt x="1260" y="306"/>
                </a:cubicBezTo>
                <a:cubicBezTo>
                  <a:pt x="1260" y="307"/>
                  <a:pt x="1260" y="307"/>
                  <a:pt x="1260" y="307"/>
                </a:cubicBezTo>
                <a:cubicBezTo>
                  <a:pt x="1262" y="308"/>
                  <a:pt x="1264" y="309"/>
                  <a:pt x="1266" y="310"/>
                </a:cubicBezTo>
                <a:cubicBezTo>
                  <a:pt x="1266" y="310"/>
                  <a:pt x="1266" y="310"/>
                  <a:pt x="1267" y="310"/>
                </a:cubicBezTo>
                <a:cubicBezTo>
                  <a:pt x="1267" y="310"/>
                  <a:pt x="1267" y="310"/>
                  <a:pt x="1267" y="310"/>
                </a:cubicBezTo>
                <a:cubicBezTo>
                  <a:pt x="1267" y="310"/>
                  <a:pt x="1267" y="310"/>
                  <a:pt x="1267" y="310"/>
                </a:cubicBezTo>
                <a:cubicBezTo>
                  <a:pt x="1267" y="310"/>
                  <a:pt x="1267" y="310"/>
                  <a:pt x="1267" y="310"/>
                </a:cubicBezTo>
                <a:cubicBezTo>
                  <a:pt x="1267" y="310"/>
                  <a:pt x="1267" y="311"/>
                  <a:pt x="1267" y="311"/>
                </a:cubicBezTo>
                <a:cubicBezTo>
                  <a:pt x="1267" y="311"/>
                  <a:pt x="1268" y="312"/>
                  <a:pt x="1268" y="313"/>
                </a:cubicBezTo>
                <a:cubicBezTo>
                  <a:pt x="1271" y="315"/>
                  <a:pt x="1273" y="316"/>
                  <a:pt x="1276" y="318"/>
                </a:cubicBezTo>
                <a:cubicBezTo>
                  <a:pt x="1277" y="319"/>
                  <a:pt x="1277" y="321"/>
                  <a:pt x="1276" y="322"/>
                </a:cubicBezTo>
                <a:cubicBezTo>
                  <a:pt x="1276" y="324"/>
                  <a:pt x="1274" y="325"/>
                  <a:pt x="1275" y="327"/>
                </a:cubicBezTo>
                <a:cubicBezTo>
                  <a:pt x="1274" y="329"/>
                  <a:pt x="1273" y="330"/>
                  <a:pt x="1273" y="332"/>
                </a:cubicBezTo>
                <a:cubicBezTo>
                  <a:pt x="1273" y="333"/>
                  <a:pt x="1272" y="334"/>
                  <a:pt x="1271" y="334"/>
                </a:cubicBezTo>
                <a:cubicBezTo>
                  <a:pt x="1268" y="333"/>
                  <a:pt x="1266" y="331"/>
                  <a:pt x="1264" y="329"/>
                </a:cubicBezTo>
                <a:cubicBezTo>
                  <a:pt x="1261" y="327"/>
                  <a:pt x="1259" y="324"/>
                  <a:pt x="1259" y="320"/>
                </a:cubicBezTo>
                <a:cubicBezTo>
                  <a:pt x="1259" y="319"/>
                  <a:pt x="1259" y="318"/>
                  <a:pt x="1258" y="317"/>
                </a:cubicBezTo>
                <a:cubicBezTo>
                  <a:pt x="1258" y="317"/>
                  <a:pt x="1257" y="316"/>
                  <a:pt x="1256" y="317"/>
                </a:cubicBezTo>
                <a:cubicBezTo>
                  <a:pt x="1256" y="317"/>
                  <a:pt x="1255" y="318"/>
                  <a:pt x="1255" y="318"/>
                </a:cubicBezTo>
                <a:cubicBezTo>
                  <a:pt x="1255" y="321"/>
                  <a:pt x="1256" y="324"/>
                  <a:pt x="1256" y="326"/>
                </a:cubicBezTo>
                <a:cubicBezTo>
                  <a:pt x="1257" y="327"/>
                  <a:pt x="1258" y="328"/>
                  <a:pt x="1258" y="329"/>
                </a:cubicBezTo>
                <a:cubicBezTo>
                  <a:pt x="1260" y="330"/>
                  <a:pt x="1261" y="331"/>
                  <a:pt x="1263" y="332"/>
                </a:cubicBezTo>
                <a:cubicBezTo>
                  <a:pt x="1267" y="335"/>
                  <a:pt x="1270" y="338"/>
                  <a:pt x="1271" y="342"/>
                </a:cubicBezTo>
                <a:cubicBezTo>
                  <a:pt x="1272" y="343"/>
                  <a:pt x="1273" y="344"/>
                  <a:pt x="1273" y="345"/>
                </a:cubicBezTo>
                <a:cubicBezTo>
                  <a:pt x="1272" y="349"/>
                  <a:pt x="1275" y="351"/>
                  <a:pt x="1275" y="355"/>
                </a:cubicBezTo>
                <a:cubicBezTo>
                  <a:pt x="1274" y="358"/>
                  <a:pt x="1275" y="362"/>
                  <a:pt x="1274" y="365"/>
                </a:cubicBezTo>
                <a:cubicBezTo>
                  <a:pt x="1274" y="369"/>
                  <a:pt x="1274" y="369"/>
                  <a:pt x="1270" y="369"/>
                </a:cubicBezTo>
                <a:cubicBezTo>
                  <a:pt x="1268" y="369"/>
                  <a:pt x="1267" y="369"/>
                  <a:pt x="1265" y="369"/>
                </a:cubicBezTo>
                <a:cubicBezTo>
                  <a:pt x="1262" y="369"/>
                  <a:pt x="1259" y="367"/>
                  <a:pt x="1258" y="365"/>
                </a:cubicBezTo>
                <a:cubicBezTo>
                  <a:pt x="1255" y="361"/>
                  <a:pt x="1254" y="357"/>
                  <a:pt x="1252" y="353"/>
                </a:cubicBezTo>
                <a:cubicBezTo>
                  <a:pt x="1252" y="352"/>
                  <a:pt x="1251" y="352"/>
                  <a:pt x="1250" y="352"/>
                </a:cubicBezTo>
                <a:cubicBezTo>
                  <a:pt x="1250" y="352"/>
                  <a:pt x="1248" y="353"/>
                  <a:pt x="1248" y="354"/>
                </a:cubicBezTo>
                <a:cubicBezTo>
                  <a:pt x="1248" y="356"/>
                  <a:pt x="1249" y="358"/>
                  <a:pt x="1249" y="360"/>
                </a:cubicBezTo>
                <a:cubicBezTo>
                  <a:pt x="1250" y="363"/>
                  <a:pt x="1248" y="365"/>
                  <a:pt x="1246" y="366"/>
                </a:cubicBezTo>
                <a:cubicBezTo>
                  <a:pt x="1244" y="366"/>
                  <a:pt x="1242" y="367"/>
                  <a:pt x="1241" y="367"/>
                </a:cubicBezTo>
                <a:cubicBezTo>
                  <a:pt x="1240" y="368"/>
                  <a:pt x="1240" y="368"/>
                  <a:pt x="1241" y="369"/>
                </a:cubicBezTo>
                <a:cubicBezTo>
                  <a:pt x="1241" y="370"/>
                  <a:pt x="1241" y="370"/>
                  <a:pt x="1241" y="370"/>
                </a:cubicBezTo>
                <a:cubicBezTo>
                  <a:pt x="1242" y="370"/>
                  <a:pt x="1243" y="371"/>
                  <a:pt x="1244" y="370"/>
                </a:cubicBezTo>
                <a:cubicBezTo>
                  <a:pt x="1247" y="369"/>
                  <a:pt x="1250" y="369"/>
                  <a:pt x="1253" y="371"/>
                </a:cubicBezTo>
                <a:cubicBezTo>
                  <a:pt x="1257" y="373"/>
                  <a:pt x="1262" y="373"/>
                  <a:pt x="1266" y="374"/>
                </a:cubicBezTo>
                <a:cubicBezTo>
                  <a:pt x="1267" y="374"/>
                  <a:pt x="1267" y="374"/>
                  <a:pt x="1267" y="374"/>
                </a:cubicBezTo>
                <a:cubicBezTo>
                  <a:pt x="1267" y="375"/>
                  <a:pt x="1267" y="376"/>
                  <a:pt x="1267" y="377"/>
                </a:cubicBezTo>
                <a:cubicBezTo>
                  <a:pt x="1260" y="382"/>
                  <a:pt x="1252" y="387"/>
                  <a:pt x="1247" y="393"/>
                </a:cubicBezTo>
                <a:close/>
                <a:moveTo>
                  <a:pt x="1318" y="151"/>
                </a:moveTo>
                <a:cubicBezTo>
                  <a:pt x="1318" y="151"/>
                  <a:pt x="1318" y="151"/>
                  <a:pt x="1318" y="151"/>
                </a:cubicBezTo>
                <a:cubicBezTo>
                  <a:pt x="1319" y="151"/>
                  <a:pt x="1320" y="151"/>
                  <a:pt x="1319" y="150"/>
                </a:cubicBezTo>
                <a:cubicBezTo>
                  <a:pt x="1319" y="150"/>
                  <a:pt x="1319" y="150"/>
                  <a:pt x="1319" y="150"/>
                </a:cubicBezTo>
                <a:cubicBezTo>
                  <a:pt x="1318" y="150"/>
                  <a:pt x="1318" y="150"/>
                  <a:pt x="1318" y="150"/>
                </a:cubicBezTo>
                <a:cubicBezTo>
                  <a:pt x="1318" y="150"/>
                  <a:pt x="1318" y="151"/>
                  <a:pt x="1318" y="151"/>
                </a:cubicBezTo>
                <a:close/>
                <a:moveTo>
                  <a:pt x="1311" y="156"/>
                </a:moveTo>
                <a:cubicBezTo>
                  <a:pt x="1311" y="155"/>
                  <a:pt x="1312" y="155"/>
                  <a:pt x="1312" y="155"/>
                </a:cubicBezTo>
                <a:cubicBezTo>
                  <a:pt x="1313" y="154"/>
                  <a:pt x="1313" y="153"/>
                  <a:pt x="1312" y="153"/>
                </a:cubicBezTo>
                <a:cubicBezTo>
                  <a:pt x="1312" y="152"/>
                  <a:pt x="1312" y="152"/>
                  <a:pt x="1311" y="152"/>
                </a:cubicBezTo>
                <a:cubicBezTo>
                  <a:pt x="1311" y="152"/>
                  <a:pt x="1310" y="153"/>
                  <a:pt x="1310" y="153"/>
                </a:cubicBezTo>
                <a:cubicBezTo>
                  <a:pt x="1309" y="155"/>
                  <a:pt x="1310" y="156"/>
                  <a:pt x="1311" y="156"/>
                </a:cubicBezTo>
                <a:close/>
                <a:moveTo>
                  <a:pt x="1141" y="440"/>
                </a:moveTo>
                <a:cubicBezTo>
                  <a:pt x="1141" y="439"/>
                  <a:pt x="1141" y="439"/>
                  <a:pt x="1141" y="439"/>
                </a:cubicBezTo>
                <a:cubicBezTo>
                  <a:pt x="1140" y="439"/>
                  <a:pt x="1140" y="439"/>
                  <a:pt x="1140" y="439"/>
                </a:cubicBezTo>
                <a:cubicBezTo>
                  <a:pt x="1140" y="440"/>
                  <a:pt x="1140" y="440"/>
                  <a:pt x="1141" y="440"/>
                </a:cubicBezTo>
                <a:cubicBezTo>
                  <a:pt x="1141" y="440"/>
                  <a:pt x="1141" y="440"/>
                  <a:pt x="1141" y="440"/>
                </a:cubicBezTo>
                <a:close/>
                <a:moveTo>
                  <a:pt x="1200" y="56"/>
                </a:moveTo>
                <a:cubicBezTo>
                  <a:pt x="1200" y="56"/>
                  <a:pt x="1199" y="56"/>
                  <a:pt x="1199" y="56"/>
                </a:cubicBezTo>
                <a:cubicBezTo>
                  <a:pt x="1198" y="55"/>
                  <a:pt x="1199" y="56"/>
                  <a:pt x="1199" y="56"/>
                </a:cubicBezTo>
                <a:cubicBezTo>
                  <a:pt x="1199" y="56"/>
                  <a:pt x="1200" y="56"/>
                  <a:pt x="1200" y="56"/>
                </a:cubicBezTo>
                <a:close/>
                <a:moveTo>
                  <a:pt x="1203" y="59"/>
                </a:moveTo>
                <a:cubicBezTo>
                  <a:pt x="1203" y="59"/>
                  <a:pt x="1202" y="59"/>
                  <a:pt x="1202" y="58"/>
                </a:cubicBezTo>
                <a:cubicBezTo>
                  <a:pt x="1202" y="58"/>
                  <a:pt x="1202" y="58"/>
                  <a:pt x="1202" y="58"/>
                </a:cubicBezTo>
                <a:cubicBezTo>
                  <a:pt x="1202" y="57"/>
                  <a:pt x="1201" y="57"/>
                  <a:pt x="1201" y="57"/>
                </a:cubicBezTo>
                <a:cubicBezTo>
                  <a:pt x="1201" y="57"/>
                  <a:pt x="1202" y="57"/>
                  <a:pt x="1202" y="58"/>
                </a:cubicBezTo>
                <a:cubicBezTo>
                  <a:pt x="1202" y="58"/>
                  <a:pt x="1202" y="58"/>
                  <a:pt x="1202" y="58"/>
                </a:cubicBezTo>
                <a:cubicBezTo>
                  <a:pt x="1202" y="59"/>
                  <a:pt x="1202" y="60"/>
                  <a:pt x="1203" y="60"/>
                </a:cubicBezTo>
                <a:lnTo>
                  <a:pt x="1203" y="59"/>
                </a:lnTo>
                <a:close/>
                <a:moveTo>
                  <a:pt x="1232" y="359"/>
                </a:moveTo>
                <a:cubicBezTo>
                  <a:pt x="1232" y="359"/>
                  <a:pt x="1232" y="359"/>
                  <a:pt x="1232" y="359"/>
                </a:cubicBezTo>
                <a:cubicBezTo>
                  <a:pt x="1232" y="360"/>
                  <a:pt x="1232" y="360"/>
                  <a:pt x="1232" y="360"/>
                </a:cubicBezTo>
                <a:lnTo>
                  <a:pt x="1232" y="359"/>
                </a:lnTo>
                <a:close/>
                <a:moveTo>
                  <a:pt x="1037" y="311"/>
                </a:moveTo>
                <a:cubicBezTo>
                  <a:pt x="1037" y="311"/>
                  <a:pt x="1037" y="311"/>
                  <a:pt x="1037" y="311"/>
                </a:cubicBezTo>
                <a:cubicBezTo>
                  <a:pt x="1037" y="311"/>
                  <a:pt x="1037" y="311"/>
                  <a:pt x="1037" y="311"/>
                </a:cubicBezTo>
                <a:close/>
                <a:moveTo>
                  <a:pt x="2839" y="1441"/>
                </a:moveTo>
                <a:cubicBezTo>
                  <a:pt x="2836" y="1444"/>
                  <a:pt x="2836" y="1444"/>
                  <a:pt x="2834" y="1440"/>
                </a:cubicBezTo>
                <a:cubicBezTo>
                  <a:pt x="2834" y="1440"/>
                  <a:pt x="2833" y="1439"/>
                  <a:pt x="2833" y="1438"/>
                </a:cubicBezTo>
                <a:cubicBezTo>
                  <a:pt x="2831" y="1435"/>
                  <a:pt x="2830" y="1431"/>
                  <a:pt x="2826" y="1429"/>
                </a:cubicBezTo>
                <a:cubicBezTo>
                  <a:pt x="2825" y="1425"/>
                  <a:pt x="2820" y="1422"/>
                  <a:pt x="2821" y="1416"/>
                </a:cubicBezTo>
                <a:cubicBezTo>
                  <a:pt x="2822" y="1414"/>
                  <a:pt x="2821" y="1412"/>
                  <a:pt x="2818" y="1411"/>
                </a:cubicBezTo>
                <a:cubicBezTo>
                  <a:pt x="2816" y="1410"/>
                  <a:pt x="2814" y="1409"/>
                  <a:pt x="2812" y="1408"/>
                </a:cubicBezTo>
                <a:cubicBezTo>
                  <a:pt x="2811" y="1408"/>
                  <a:pt x="2811" y="1407"/>
                  <a:pt x="2811" y="1407"/>
                </a:cubicBezTo>
                <a:cubicBezTo>
                  <a:pt x="2811" y="1403"/>
                  <a:pt x="2810" y="1400"/>
                  <a:pt x="2808" y="1397"/>
                </a:cubicBezTo>
                <a:cubicBezTo>
                  <a:pt x="2807" y="1394"/>
                  <a:pt x="2806" y="1392"/>
                  <a:pt x="2806" y="1389"/>
                </a:cubicBezTo>
                <a:cubicBezTo>
                  <a:pt x="2806" y="1388"/>
                  <a:pt x="2805" y="1386"/>
                  <a:pt x="2804" y="1386"/>
                </a:cubicBezTo>
                <a:cubicBezTo>
                  <a:pt x="2799" y="1383"/>
                  <a:pt x="2794" y="1378"/>
                  <a:pt x="2788" y="1375"/>
                </a:cubicBezTo>
                <a:cubicBezTo>
                  <a:pt x="2787" y="1375"/>
                  <a:pt x="2786" y="1373"/>
                  <a:pt x="2786" y="1372"/>
                </a:cubicBezTo>
                <a:cubicBezTo>
                  <a:pt x="2785" y="1369"/>
                  <a:pt x="2784" y="1366"/>
                  <a:pt x="2785" y="1363"/>
                </a:cubicBezTo>
                <a:cubicBezTo>
                  <a:pt x="2785" y="1358"/>
                  <a:pt x="2784" y="1355"/>
                  <a:pt x="2782" y="1351"/>
                </a:cubicBezTo>
                <a:cubicBezTo>
                  <a:pt x="2780" y="1348"/>
                  <a:pt x="2779" y="1345"/>
                  <a:pt x="2780" y="1342"/>
                </a:cubicBezTo>
                <a:cubicBezTo>
                  <a:pt x="2780" y="1339"/>
                  <a:pt x="2779" y="1336"/>
                  <a:pt x="2779" y="1334"/>
                </a:cubicBezTo>
                <a:cubicBezTo>
                  <a:pt x="2780" y="1330"/>
                  <a:pt x="2778" y="1327"/>
                  <a:pt x="2775" y="1325"/>
                </a:cubicBezTo>
                <a:cubicBezTo>
                  <a:pt x="2774" y="1323"/>
                  <a:pt x="2772" y="1322"/>
                  <a:pt x="2769" y="1323"/>
                </a:cubicBezTo>
                <a:cubicBezTo>
                  <a:pt x="2768" y="1323"/>
                  <a:pt x="2766" y="1322"/>
                  <a:pt x="2766" y="1321"/>
                </a:cubicBezTo>
                <a:cubicBezTo>
                  <a:pt x="2766" y="1320"/>
                  <a:pt x="2766" y="1319"/>
                  <a:pt x="2766" y="1317"/>
                </a:cubicBezTo>
                <a:cubicBezTo>
                  <a:pt x="2766" y="1314"/>
                  <a:pt x="2765" y="1310"/>
                  <a:pt x="2764" y="1306"/>
                </a:cubicBezTo>
                <a:cubicBezTo>
                  <a:pt x="2763" y="1301"/>
                  <a:pt x="2760" y="1297"/>
                  <a:pt x="2759" y="1292"/>
                </a:cubicBezTo>
                <a:cubicBezTo>
                  <a:pt x="2758" y="1291"/>
                  <a:pt x="2757" y="1290"/>
                  <a:pt x="2756" y="1289"/>
                </a:cubicBezTo>
                <a:cubicBezTo>
                  <a:pt x="2756" y="1289"/>
                  <a:pt x="2755" y="1289"/>
                  <a:pt x="2754" y="1290"/>
                </a:cubicBezTo>
                <a:cubicBezTo>
                  <a:pt x="2754" y="1290"/>
                  <a:pt x="2753" y="1291"/>
                  <a:pt x="2753" y="1292"/>
                </a:cubicBezTo>
                <a:cubicBezTo>
                  <a:pt x="2752" y="1295"/>
                  <a:pt x="2751" y="1298"/>
                  <a:pt x="2750" y="1301"/>
                </a:cubicBezTo>
                <a:cubicBezTo>
                  <a:pt x="2748" y="1304"/>
                  <a:pt x="2748" y="1308"/>
                  <a:pt x="2747" y="1311"/>
                </a:cubicBezTo>
                <a:cubicBezTo>
                  <a:pt x="2746" y="1316"/>
                  <a:pt x="2744" y="1322"/>
                  <a:pt x="2745" y="1327"/>
                </a:cubicBezTo>
                <a:cubicBezTo>
                  <a:pt x="2745" y="1329"/>
                  <a:pt x="2745" y="1331"/>
                  <a:pt x="2744" y="1333"/>
                </a:cubicBezTo>
                <a:cubicBezTo>
                  <a:pt x="2743" y="1337"/>
                  <a:pt x="2742" y="1341"/>
                  <a:pt x="2741" y="1345"/>
                </a:cubicBezTo>
                <a:cubicBezTo>
                  <a:pt x="2740" y="1348"/>
                  <a:pt x="2739" y="1351"/>
                  <a:pt x="2738" y="1354"/>
                </a:cubicBezTo>
                <a:cubicBezTo>
                  <a:pt x="2737" y="1356"/>
                  <a:pt x="2735" y="1357"/>
                  <a:pt x="2733" y="1358"/>
                </a:cubicBezTo>
                <a:cubicBezTo>
                  <a:pt x="2729" y="1358"/>
                  <a:pt x="2726" y="1357"/>
                  <a:pt x="2723" y="1355"/>
                </a:cubicBezTo>
                <a:cubicBezTo>
                  <a:pt x="2722" y="1353"/>
                  <a:pt x="2721" y="1351"/>
                  <a:pt x="2720" y="1349"/>
                </a:cubicBezTo>
                <a:cubicBezTo>
                  <a:pt x="2721" y="1349"/>
                  <a:pt x="2722" y="1349"/>
                  <a:pt x="2723" y="1349"/>
                </a:cubicBezTo>
                <a:cubicBezTo>
                  <a:pt x="2724" y="1348"/>
                  <a:pt x="2724" y="1348"/>
                  <a:pt x="2723" y="1348"/>
                </a:cubicBezTo>
                <a:cubicBezTo>
                  <a:pt x="2722" y="1348"/>
                  <a:pt x="2722" y="1348"/>
                  <a:pt x="2722" y="1348"/>
                </a:cubicBezTo>
                <a:cubicBezTo>
                  <a:pt x="2721" y="1348"/>
                  <a:pt x="2721" y="1349"/>
                  <a:pt x="2720" y="1349"/>
                </a:cubicBezTo>
                <a:cubicBezTo>
                  <a:pt x="2719" y="1349"/>
                  <a:pt x="2719" y="1349"/>
                  <a:pt x="2718" y="1349"/>
                </a:cubicBezTo>
                <a:cubicBezTo>
                  <a:pt x="2715" y="1349"/>
                  <a:pt x="2712" y="1348"/>
                  <a:pt x="2710" y="1345"/>
                </a:cubicBezTo>
                <a:cubicBezTo>
                  <a:pt x="2708" y="1342"/>
                  <a:pt x="2704" y="1341"/>
                  <a:pt x="2701" y="1339"/>
                </a:cubicBezTo>
                <a:cubicBezTo>
                  <a:pt x="2699" y="1338"/>
                  <a:pt x="2697" y="1337"/>
                  <a:pt x="2696" y="1335"/>
                </a:cubicBezTo>
                <a:cubicBezTo>
                  <a:pt x="2695" y="1334"/>
                  <a:pt x="2693" y="1332"/>
                  <a:pt x="2692" y="1331"/>
                </a:cubicBezTo>
                <a:cubicBezTo>
                  <a:pt x="2691" y="1330"/>
                  <a:pt x="2690" y="1328"/>
                  <a:pt x="2691" y="1326"/>
                </a:cubicBezTo>
                <a:cubicBezTo>
                  <a:pt x="2692" y="1323"/>
                  <a:pt x="2694" y="1320"/>
                  <a:pt x="2694" y="1316"/>
                </a:cubicBezTo>
                <a:cubicBezTo>
                  <a:pt x="2694" y="1314"/>
                  <a:pt x="2695" y="1314"/>
                  <a:pt x="2696" y="1313"/>
                </a:cubicBezTo>
                <a:cubicBezTo>
                  <a:pt x="2697" y="1313"/>
                  <a:pt x="2699" y="1313"/>
                  <a:pt x="2699" y="1312"/>
                </a:cubicBezTo>
                <a:cubicBezTo>
                  <a:pt x="2701" y="1309"/>
                  <a:pt x="2702" y="1306"/>
                  <a:pt x="2704" y="1303"/>
                </a:cubicBezTo>
                <a:cubicBezTo>
                  <a:pt x="2704" y="1303"/>
                  <a:pt x="2703" y="1301"/>
                  <a:pt x="2703" y="1301"/>
                </a:cubicBezTo>
                <a:cubicBezTo>
                  <a:pt x="2702" y="1300"/>
                  <a:pt x="2700" y="1299"/>
                  <a:pt x="2698" y="1300"/>
                </a:cubicBezTo>
                <a:cubicBezTo>
                  <a:pt x="2696" y="1300"/>
                  <a:pt x="2694" y="1301"/>
                  <a:pt x="2693" y="1299"/>
                </a:cubicBezTo>
                <a:cubicBezTo>
                  <a:pt x="2691" y="1298"/>
                  <a:pt x="2690" y="1299"/>
                  <a:pt x="2690" y="1300"/>
                </a:cubicBezTo>
                <a:cubicBezTo>
                  <a:pt x="2688" y="1300"/>
                  <a:pt x="2687" y="1301"/>
                  <a:pt x="2686" y="1300"/>
                </a:cubicBezTo>
                <a:cubicBezTo>
                  <a:pt x="2681" y="1298"/>
                  <a:pt x="2675" y="1298"/>
                  <a:pt x="2669" y="1294"/>
                </a:cubicBezTo>
                <a:cubicBezTo>
                  <a:pt x="2667" y="1293"/>
                  <a:pt x="2664" y="1292"/>
                  <a:pt x="2661" y="1291"/>
                </a:cubicBezTo>
                <a:cubicBezTo>
                  <a:pt x="2661" y="1291"/>
                  <a:pt x="2660" y="1291"/>
                  <a:pt x="2659" y="1291"/>
                </a:cubicBezTo>
                <a:cubicBezTo>
                  <a:pt x="2659" y="1291"/>
                  <a:pt x="2658" y="1292"/>
                  <a:pt x="2658" y="1292"/>
                </a:cubicBezTo>
                <a:cubicBezTo>
                  <a:pt x="2658" y="1292"/>
                  <a:pt x="2658" y="1293"/>
                  <a:pt x="2658" y="1293"/>
                </a:cubicBezTo>
                <a:cubicBezTo>
                  <a:pt x="2659" y="1294"/>
                  <a:pt x="2661" y="1295"/>
                  <a:pt x="2662" y="1296"/>
                </a:cubicBezTo>
                <a:cubicBezTo>
                  <a:pt x="2663" y="1297"/>
                  <a:pt x="2662" y="1299"/>
                  <a:pt x="2661" y="1300"/>
                </a:cubicBezTo>
                <a:cubicBezTo>
                  <a:pt x="2659" y="1301"/>
                  <a:pt x="2656" y="1301"/>
                  <a:pt x="2653" y="1301"/>
                </a:cubicBezTo>
                <a:cubicBezTo>
                  <a:pt x="2652" y="1301"/>
                  <a:pt x="2650" y="1301"/>
                  <a:pt x="2649" y="1302"/>
                </a:cubicBezTo>
                <a:cubicBezTo>
                  <a:pt x="2646" y="1303"/>
                  <a:pt x="2643" y="1305"/>
                  <a:pt x="2641" y="1308"/>
                </a:cubicBezTo>
                <a:cubicBezTo>
                  <a:pt x="2638" y="1311"/>
                  <a:pt x="2635" y="1316"/>
                  <a:pt x="2632" y="1319"/>
                </a:cubicBezTo>
                <a:cubicBezTo>
                  <a:pt x="2631" y="1321"/>
                  <a:pt x="2631" y="1323"/>
                  <a:pt x="2632" y="1326"/>
                </a:cubicBezTo>
                <a:cubicBezTo>
                  <a:pt x="2632" y="1327"/>
                  <a:pt x="2631" y="1328"/>
                  <a:pt x="2629" y="1328"/>
                </a:cubicBezTo>
                <a:cubicBezTo>
                  <a:pt x="2627" y="1328"/>
                  <a:pt x="2625" y="1327"/>
                  <a:pt x="2622" y="1328"/>
                </a:cubicBezTo>
                <a:cubicBezTo>
                  <a:pt x="2621" y="1328"/>
                  <a:pt x="2619" y="1328"/>
                  <a:pt x="2619" y="1326"/>
                </a:cubicBezTo>
                <a:cubicBezTo>
                  <a:pt x="2617" y="1324"/>
                  <a:pt x="2616" y="1322"/>
                  <a:pt x="2614" y="1320"/>
                </a:cubicBezTo>
                <a:cubicBezTo>
                  <a:pt x="2612" y="1318"/>
                  <a:pt x="2610" y="1317"/>
                  <a:pt x="2608" y="1318"/>
                </a:cubicBezTo>
                <a:cubicBezTo>
                  <a:pt x="2605" y="1319"/>
                  <a:pt x="2603" y="1319"/>
                  <a:pt x="2601" y="1321"/>
                </a:cubicBezTo>
                <a:cubicBezTo>
                  <a:pt x="2599" y="1322"/>
                  <a:pt x="2597" y="1323"/>
                  <a:pt x="2595" y="1324"/>
                </a:cubicBezTo>
                <a:cubicBezTo>
                  <a:pt x="2591" y="1324"/>
                  <a:pt x="2592" y="1328"/>
                  <a:pt x="2590" y="1330"/>
                </a:cubicBezTo>
                <a:cubicBezTo>
                  <a:pt x="2589" y="1330"/>
                  <a:pt x="2588" y="1331"/>
                  <a:pt x="2587" y="1332"/>
                </a:cubicBezTo>
                <a:cubicBezTo>
                  <a:pt x="2584" y="1333"/>
                  <a:pt x="2583" y="1335"/>
                  <a:pt x="2583" y="1339"/>
                </a:cubicBezTo>
                <a:cubicBezTo>
                  <a:pt x="2583" y="1340"/>
                  <a:pt x="2583" y="1340"/>
                  <a:pt x="2583" y="1341"/>
                </a:cubicBezTo>
                <a:cubicBezTo>
                  <a:pt x="2583" y="1342"/>
                  <a:pt x="2582" y="1343"/>
                  <a:pt x="2581" y="1343"/>
                </a:cubicBezTo>
                <a:cubicBezTo>
                  <a:pt x="2580" y="1343"/>
                  <a:pt x="2579" y="1343"/>
                  <a:pt x="2578" y="1343"/>
                </a:cubicBezTo>
                <a:cubicBezTo>
                  <a:pt x="2576" y="1343"/>
                  <a:pt x="2575" y="1344"/>
                  <a:pt x="2575" y="1346"/>
                </a:cubicBezTo>
                <a:cubicBezTo>
                  <a:pt x="2575" y="1347"/>
                  <a:pt x="2576" y="1349"/>
                  <a:pt x="2576" y="1350"/>
                </a:cubicBezTo>
                <a:cubicBezTo>
                  <a:pt x="2576" y="1350"/>
                  <a:pt x="2576" y="1351"/>
                  <a:pt x="2575" y="1351"/>
                </a:cubicBezTo>
                <a:cubicBezTo>
                  <a:pt x="2575" y="1352"/>
                  <a:pt x="2574" y="1352"/>
                  <a:pt x="2574" y="1351"/>
                </a:cubicBezTo>
                <a:cubicBezTo>
                  <a:pt x="2572" y="1350"/>
                  <a:pt x="2571" y="1348"/>
                  <a:pt x="2570" y="1346"/>
                </a:cubicBezTo>
                <a:cubicBezTo>
                  <a:pt x="2569" y="1345"/>
                  <a:pt x="2568" y="1345"/>
                  <a:pt x="2567" y="1346"/>
                </a:cubicBezTo>
                <a:cubicBezTo>
                  <a:pt x="2566" y="1347"/>
                  <a:pt x="2564" y="1348"/>
                  <a:pt x="2562" y="1350"/>
                </a:cubicBezTo>
                <a:cubicBezTo>
                  <a:pt x="2561" y="1351"/>
                  <a:pt x="2560" y="1353"/>
                  <a:pt x="2560" y="1354"/>
                </a:cubicBezTo>
                <a:cubicBezTo>
                  <a:pt x="2561" y="1359"/>
                  <a:pt x="2559" y="1363"/>
                  <a:pt x="2555" y="1367"/>
                </a:cubicBezTo>
                <a:cubicBezTo>
                  <a:pt x="2554" y="1367"/>
                  <a:pt x="2553" y="1369"/>
                  <a:pt x="2552" y="1370"/>
                </a:cubicBezTo>
                <a:cubicBezTo>
                  <a:pt x="2550" y="1375"/>
                  <a:pt x="2546" y="1377"/>
                  <a:pt x="2540" y="1378"/>
                </a:cubicBezTo>
                <a:cubicBezTo>
                  <a:pt x="2537" y="1378"/>
                  <a:pt x="2534" y="1379"/>
                  <a:pt x="2530" y="1379"/>
                </a:cubicBezTo>
                <a:cubicBezTo>
                  <a:pt x="2526" y="1382"/>
                  <a:pt x="2519" y="1382"/>
                  <a:pt x="2515" y="1385"/>
                </a:cubicBezTo>
                <a:cubicBezTo>
                  <a:pt x="2514" y="1386"/>
                  <a:pt x="2513" y="1386"/>
                  <a:pt x="2512" y="1386"/>
                </a:cubicBezTo>
                <a:cubicBezTo>
                  <a:pt x="2508" y="1385"/>
                  <a:pt x="2504" y="1387"/>
                  <a:pt x="2501" y="1389"/>
                </a:cubicBezTo>
                <a:cubicBezTo>
                  <a:pt x="2497" y="1391"/>
                  <a:pt x="2493" y="1394"/>
                  <a:pt x="2488" y="1395"/>
                </a:cubicBezTo>
                <a:cubicBezTo>
                  <a:pt x="2486" y="1396"/>
                  <a:pt x="2485" y="1398"/>
                  <a:pt x="2483" y="1400"/>
                </a:cubicBezTo>
                <a:cubicBezTo>
                  <a:pt x="2482" y="1402"/>
                  <a:pt x="2482" y="1400"/>
                  <a:pt x="2481" y="1400"/>
                </a:cubicBezTo>
                <a:cubicBezTo>
                  <a:pt x="2480" y="1400"/>
                  <a:pt x="2479" y="1400"/>
                  <a:pt x="2479" y="1400"/>
                </a:cubicBezTo>
                <a:cubicBezTo>
                  <a:pt x="2478" y="1401"/>
                  <a:pt x="2477" y="1403"/>
                  <a:pt x="2477" y="1404"/>
                </a:cubicBezTo>
                <a:cubicBezTo>
                  <a:pt x="2476" y="1406"/>
                  <a:pt x="2476" y="1408"/>
                  <a:pt x="2476" y="1409"/>
                </a:cubicBezTo>
                <a:cubicBezTo>
                  <a:pt x="2476" y="1412"/>
                  <a:pt x="2476" y="1415"/>
                  <a:pt x="2474" y="1418"/>
                </a:cubicBezTo>
                <a:cubicBezTo>
                  <a:pt x="2472" y="1420"/>
                  <a:pt x="2472" y="1423"/>
                  <a:pt x="2472" y="1426"/>
                </a:cubicBezTo>
                <a:cubicBezTo>
                  <a:pt x="2472" y="1430"/>
                  <a:pt x="2472" y="1434"/>
                  <a:pt x="2474" y="1438"/>
                </a:cubicBezTo>
                <a:cubicBezTo>
                  <a:pt x="2475" y="1439"/>
                  <a:pt x="2475" y="1440"/>
                  <a:pt x="2475" y="1441"/>
                </a:cubicBezTo>
                <a:cubicBezTo>
                  <a:pt x="2475" y="1442"/>
                  <a:pt x="2475" y="1444"/>
                  <a:pt x="2474" y="1444"/>
                </a:cubicBezTo>
                <a:cubicBezTo>
                  <a:pt x="2474" y="1445"/>
                  <a:pt x="2473" y="1445"/>
                  <a:pt x="2472" y="1446"/>
                </a:cubicBezTo>
                <a:cubicBezTo>
                  <a:pt x="2472" y="1446"/>
                  <a:pt x="2472" y="1446"/>
                  <a:pt x="2472" y="1446"/>
                </a:cubicBezTo>
                <a:cubicBezTo>
                  <a:pt x="2472" y="1446"/>
                  <a:pt x="2472" y="1446"/>
                  <a:pt x="2472" y="1446"/>
                </a:cubicBezTo>
                <a:cubicBezTo>
                  <a:pt x="2472" y="1446"/>
                  <a:pt x="2472" y="1446"/>
                  <a:pt x="2472" y="1446"/>
                </a:cubicBezTo>
                <a:cubicBezTo>
                  <a:pt x="2472" y="1446"/>
                  <a:pt x="2472" y="1446"/>
                  <a:pt x="2472" y="1446"/>
                </a:cubicBezTo>
                <a:cubicBezTo>
                  <a:pt x="2472" y="1446"/>
                  <a:pt x="2472" y="1446"/>
                  <a:pt x="2472" y="1446"/>
                </a:cubicBezTo>
                <a:cubicBezTo>
                  <a:pt x="2472" y="1445"/>
                  <a:pt x="2472" y="1444"/>
                  <a:pt x="2471" y="1444"/>
                </a:cubicBezTo>
                <a:cubicBezTo>
                  <a:pt x="2471" y="1443"/>
                  <a:pt x="2470" y="1443"/>
                  <a:pt x="2469" y="1443"/>
                </a:cubicBezTo>
                <a:cubicBezTo>
                  <a:pt x="2468" y="1443"/>
                  <a:pt x="2468" y="1444"/>
                  <a:pt x="2468" y="1445"/>
                </a:cubicBezTo>
                <a:cubicBezTo>
                  <a:pt x="2468" y="1446"/>
                  <a:pt x="2468" y="1446"/>
                  <a:pt x="2468" y="1447"/>
                </a:cubicBezTo>
                <a:cubicBezTo>
                  <a:pt x="2468" y="1448"/>
                  <a:pt x="2467" y="1449"/>
                  <a:pt x="2468" y="1451"/>
                </a:cubicBezTo>
                <a:cubicBezTo>
                  <a:pt x="2468" y="1451"/>
                  <a:pt x="2469" y="1451"/>
                  <a:pt x="2469" y="1451"/>
                </a:cubicBezTo>
                <a:cubicBezTo>
                  <a:pt x="2469" y="1450"/>
                  <a:pt x="2469" y="1449"/>
                  <a:pt x="2469" y="1448"/>
                </a:cubicBezTo>
                <a:cubicBezTo>
                  <a:pt x="2469" y="1449"/>
                  <a:pt x="2469" y="1449"/>
                  <a:pt x="2470" y="1449"/>
                </a:cubicBezTo>
                <a:cubicBezTo>
                  <a:pt x="2470" y="1449"/>
                  <a:pt x="2470" y="1449"/>
                  <a:pt x="2471" y="1449"/>
                </a:cubicBezTo>
                <a:cubicBezTo>
                  <a:pt x="2470" y="1449"/>
                  <a:pt x="2470" y="1450"/>
                  <a:pt x="2470" y="1450"/>
                </a:cubicBezTo>
                <a:cubicBezTo>
                  <a:pt x="2470" y="1451"/>
                  <a:pt x="2470" y="1451"/>
                  <a:pt x="2470" y="1451"/>
                </a:cubicBezTo>
                <a:cubicBezTo>
                  <a:pt x="2470" y="1450"/>
                  <a:pt x="2470" y="1450"/>
                  <a:pt x="2470" y="1450"/>
                </a:cubicBezTo>
                <a:cubicBezTo>
                  <a:pt x="2470" y="1451"/>
                  <a:pt x="2470" y="1453"/>
                  <a:pt x="2471" y="1454"/>
                </a:cubicBezTo>
                <a:cubicBezTo>
                  <a:pt x="2472" y="1456"/>
                  <a:pt x="2472" y="1458"/>
                  <a:pt x="2472" y="1461"/>
                </a:cubicBezTo>
                <a:cubicBezTo>
                  <a:pt x="2472" y="1466"/>
                  <a:pt x="2473" y="1470"/>
                  <a:pt x="2475" y="1474"/>
                </a:cubicBezTo>
                <a:cubicBezTo>
                  <a:pt x="2476" y="1479"/>
                  <a:pt x="2477" y="1484"/>
                  <a:pt x="2477" y="1489"/>
                </a:cubicBezTo>
                <a:cubicBezTo>
                  <a:pt x="2477" y="1494"/>
                  <a:pt x="2476" y="1500"/>
                  <a:pt x="2478" y="1505"/>
                </a:cubicBezTo>
                <a:cubicBezTo>
                  <a:pt x="2479" y="1507"/>
                  <a:pt x="2478" y="1508"/>
                  <a:pt x="2478" y="1510"/>
                </a:cubicBezTo>
                <a:cubicBezTo>
                  <a:pt x="2478" y="1513"/>
                  <a:pt x="2477" y="1516"/>
                  <a:pt x="2477" y="1518"/>
                </a:cubicBezTo>
                <a:cubicBezTo>
                  <a:pt x="2476" y="1522"/>
                  <a:pt x="2474" y="1526"/>
                  <a:pt x="2470" y="1528"/>
                </a:cubicBezTo>
                <a:cubicBezTo>
                  <a:pt x="2467" y="1530"/>
                  <a:pt x="2467" y="1535"/>
                  <a:pt x="2469" y="1537"/>
                </a:cubicBezTo>
                <a:cubicBezTo>
                  <a:pt x="2471" y="1539"/>
                  <a:pt x="2473" y="1540"/>
                  <a:pt x="2474" y="1542"/>
                </a:cubicBezTo>
                <a:cubicBezTo>
                  <a:pt x="2476" y="1545"/>
                  <a:pt x="2479" y="1546"/>
                  <a:pt x="2483" y="1547"/>
                </a:cubicBezTo>
                <a:cubicBezTo>
                  <a:pt x="2486" y="1547"/>
                  <a:pt x="2488" y="1547"/>
                  <a:pt x="2491" y="1547"/>
                </a:cubicBezTo>
                <a:cubicBezTo>
                  <a:pt x="2492" y="1547"/>
                  <a:pt x="2494" y="1547"/>
                  <a:pt x="2495" y="1546"/>
                </a:cubicBezTo>
                <a:cubicBezTo>
                  <a:pt x="2500" y="1542"/>
                  <a:pt x="2507" y="1542"/>
                  <a:pt x="2512" y="1537"/>
                </a:cubicBezTo>
                <a:cubicBezTo>
                  <a:pt x="2512" y="1536"/>
                  <a:pt x="2513" y="1536"/>
                  <a:pt x="2513" y="1536"/>
                </a:cubicBezTo>
                <a:cubicBezTo>
                  <a:pt x="2519" y="1535"/>
                  <a:pt x="2524" y="1534"/>
                  <a:pt x="2529" y="1535"/>
                </a:cubicBezTo>
                <a:cubicBezTo>
                  <a:pt x="2533" y="1536"/>
                  <a:pt x="2538" y="1536"/>
                  <a:pt x="2542" y="1536"/>
                </a:cubicBezTo>
                <a:cubicBezTo>
                  <a:pt x="2544" y="1536"/>
                  <a:pt x="2547" y="1535"/>
                  <a:pt x="2548" y="1533"/>
                </a:cubicBezTo>
                <a:cubicBezTo>
                  <a:pt x="2553" y="1528"/>
                  <a:pt x="2557" y="1526"/>
                  <a:pt x="2563" y="1522"/>
                </a:cubicBezTo>
                <a:cubicBezTo>
                  <a:pt x="2565" y="1522"/>
                  <a:pt x="2566" y="1520"/>
                  <a:pt x="2568" y="1519"/>
                </a:cubicBezTo>
                <a:cubicBezTo>
                  <a:pt x="2570" y="1518"/>
                  <a:pt x="2573" y="1517"/>
                  <a:pt x="2575" y="1517"/>
                </a:cubicBezTo>
                <a:cubicBezTo>
                  <a:pt x="2582" y="1518"/>
                  <a:pt x="2589" y="1517"/>
                  <a:pt x="2595" y="1514"/>
                </a:cubicBezTo>
                <a:cubicBezTo>
                  <a:pt x="2600" y="1511"/>
                  <a:pt x="2605" y="1511"/>
                  <a:pt x="2610" y="1511"/>
                </a:cubicBezTo>
                <a:cubicBezTo>
                  <a:pt x="2614" y="1511"/>
                  <a:pt x="2618" y="1511"/>
                  <a:pt x="2621" y="1511"/>
                </a:cubicBezTo>
                <a:cubicBezTo>
                  <a:pt x="2623" y="1511"/>
                  <a:pt x="2625" y="1512"/>
                  <a:pt x="2626" y="1513"/>
                </a:cubicBezTo>
                <a:cubicBezTo>
                  <a:pt x="2628" y="1516"/>
                  <a:pt x="2631" y="1517"/>
                  <a:pt x="2634" y="1517"/>
                </a:cubicBezTo>
                <a:cubicBezTo>
                  <a:pt x="2637" y="1518"/>
                  <a:pt x="2640" y="1520"/>
                  <a:pt x="2643" y="1521"/>
                </a:cubicBezTo>
                <a:cubicBezTo>
                  <a:pt x="2645" y="1522"/>
                  <a:pt x="2646" y="1523"/>
                  <a:pt x="2646" y="1525"/>
                </a:cubicBezTo>
                <a:cubicBezTo>
                  <a:pt x="2646" y="1528"/>
                  <a:pt x="2647" y="1530"/>
                  <a:pt x="2648" y="1531"/>
                </a:cubicBezTo>
                <a:cubicBezTo>
                  <a:pt x="2650" y="1533"/>
                  <a:pt x="2651" y="1536"/>
                  <a:pt x="2652" y="1538"/>
                </a:cubicBezTo>
                <a:cubicBezTo>
                  <a:pt x="2652" y="1541"/>
                  <a:pt x="2652" y="1544"/>
                  <a:pt x="2652" y="1546"/>
                </a:cubicBezTo>
                <a:cubicBezTo>
                  <a:pt x="2652" y="1547"/>
                  <a:pt x="2652" y="1548"/>
                  <a:pt x="2652" y="1550"/>
                </a:cubicBezTo>
                <a:cubicBezTo>
                  <a:pt x="2652" y="1550"/>
                  <a:pt x="2652" y="1550"/>
                  <a:pt x="2653" y="1551"/>
                </a:cubicBezTo>
                <a:cubicBezTo>
                  <a:pt x="2653" y="1551"/>
                  <a:pt x="2654" y="1552"/>
                  <a:pt x="2655" y="1553"/>
                </a:cubicBezTo>
                <a:cubicBezTo>
                  <a:pt x="2656" y="1553"/>
                  <a:pt x="2657" y="1553"/>
                  <a:pt x="2657" y="1552"/>
                </a:cubicBezTo>
                <a:cubicBezTo>
                  <a:pt x="2660" y="1549"/>
                  <a:pt x="2663" y="1545"/>
                  <a:pt x="2666" y="1542"/>
                </a:cubicBezTo>
                <a:cubicBezTo>
                  <a:pt x="2668" y="1541"/>
                  <a:pt x="2670" y="1540"/>
                  <a:pt x="2672" y="1538"/>
                </a:cubicBezTo>
                <a:cubicBezTo>
                  <a:pt x="2674" y="1537"/>
                  <a:pt x="2675" y="1535"/>
                  <a:pt x="2677" y="1533"/>
                </a:cubicBezTo>
                <a:cubicBezTo>
                  <a:pt x="2677" y="1532"/>
                  <a:pt x="2678" y="1532"/>
                  <a:pt x="2678" y="1532"/>
                </a:cubicBezTo>
                <a:cubicBezTo>
                  <a:pt x="2678" y="1532"/>
                  <a:pt x="2678" y="1533"/>
                  <a:pt x="2678" y="1533"/>
                </a:cubicBezTo>
                <a:cubicBezTo>
                  <a:pt x="2679" y="1535"/>
                  <a:pt x="2679" y="1536"/>
                  <a:pt x="2678" y="1538"/>
                </a:cubicBezTo>
                <a:cubicBezTo>
                  <a:pt x="2675" y="1540"/>
                  <a:pt x="2673" y="1544"/>
                  <a:pt x="2672" y="1547"/>
                </a:cubicBezTo>
                <a:cubicBezTo>
                  <a:pt x="2671" y="1551"/>
                  <a:pt x="2669" y="1553"/>
                  <a:pt x="2666" y="1555"/>
                </a:cubicBezTo>
                <a:cubicBezTo>
                  <a:pt x="2666" y="1555"/>
                  <a:pt x="2665" y="1556"/>
                  <a:pt x="2665" y="1557"/>
                </a:cubicBezTo>
                <a:cubicBezTo>
                  <a:pt x="2665" y="1557"/>
                  <a:pt x="2665" y="1558"/>
                  <a:pt x="2666" y="1559"/>
                </a:cubicBezTo>
                <a:cubicBezTo>
                  <a:pt x="2667" y="1559"/>
                  <a:pt x="2668" y="1559"/>
                  <a:pt x="2669" y="1559"/>
                </a:cubicBezTo>
                <a:cubicBezTo>
                  <a:pt x="2672" y="1559"/>
                  <a:pt x="2675" y="1557"/>
                  <a:pt x="2676" y="1554"/>
                </a:cubicBezTo>
                <a:cubicBezTo>
                  <a:pt x="2677" y="1553"/>
                  <a:pt x="2677" y="1553"/>
                  <a:pt x="2677" y="1552"/>
                </a:cubicBezTo>
                <a:cubicBezTo>
                  <a:pt x="2678" y="1552"/>
                  <a:pt x="2678" y="1552"/>
                  <a:pt x="2678" y="1551"/>
                </a:cubicBezTo>
                <a:cubicBezTo>
                  <a:pt x="2678" y="1552"/>
                  <a:pt x="2679" y="1552"/>
                  <a:pt x="2679" y="1553"/>
                </a:cubicBezTo>
                <a:cubicBezTo>
                  <a:pt x="2680" y="1556"/>
                  <a:pt x="2680" y="1560"/>
                  <a:pt x="2677" y="1562"/>
                </a:cubicBezTo>
                <a:cubicBezTo>
                  <a:pt x="2677" y="1563"/>
                  <a:pt x="2677" y="1564"/>
                  <a:pt x="2678" y="1565"/>
                </a:cubicBezTo>
                <a:cubicBezTo>
                  <a:pt x="2680" y="1565"/>
                  <a:pt x="2682" y="1565"/>
                  <a:pt x="2684" y="1565"/>
                </a:cubicBezTo>
                <a:cubicBezTo>
                  <a:pt x="2684" y="1565"/>
                  <a:pt x="2684" y="1565"/>
                  <a:pt x="2684" y="1565"/>
                </a:cubicBezTo>
                <a:cubicBezTo>
                  <a:pt x="2684" y="1564"/>
                  <a:pt x="2684" y="1564"/>
                  <a:pt x="2684" y="1564"/>
                </a:cubicBezTo>
                <a:cubicBezTo>
                  <a:pt x="2684" y="1565"/>
                  <a:pt x="2684" y="1565"/>
                  <a:pt x="2684" y="1565"/>
                </a:cubicBezTo>
                <a:cubicBezTo>
                  <a:pt x="2684" y="1565"/>
                  <a:pt x="2684" y="1565"/>
                  <a:pt x="2684" y="1565"/>
                </a:cubicBezTo>
                <a:cubicBezTo>
                  <a:pt x="2684" y="1565"/>
                  <a:pt x="2684" y="1566"/>
                  <a:pt x="2684" y="1566"/>
                </a:cubicBezTo>
                <a:cubicBezTo>
                  <a:pt x="2686" y="1572"/>
                  <a:pt x="2687" y="1578"/>
                  <a:pt x="2685" y="1584"/>
                </a:cubicBezTo>
                <a:cubicBezTo>
                  <a:pt x="2684" y="1585"/>
                  <a:pt x="2685" y="1587"/>
                  <a:pt x="2685" y="1589"/>
                </a:cubicBezTo>
                <a:cubicBezTo>
                  <a:pt x="2686" y="1590"/>
                  <a:pt x="2687" y="1592"/>
                  <a:pt x="2688" y="1594"/>
                </a:cubicBezTo>
                <a:cubicBezTo>
                  <a:pt x="2690" y="1599"/>
                  <a:pt x="2694" y="1602"/>
                  <a:pt x="2699" y="1603"/>
                </a:cubicBezTo>
                <a:cubicBezTo>
                  <a:pt x="2702" y="1604"/>
                  <a:pt x="2705" y="1605"/>
                  <a:pt x="2707" y="1607"/>
                </a:cubicBezTo>
                <a:cubicBezTo>
                  <a:pt x="2709" y="1608"/>
                  <a:pt x="2710" y="1610"/>
                  <a:pt x="2711" y="1611"/>
                </a:cubicBezTo>
                <a:cubicBezTo>
                  <a:pt x="2712" y="1612"/>
                  <a:pt x="2714" y="1613"/>
                  <a:pt x="2716" y="1612"/>
                </a:cubicBezTo>
                <a:cubicBezTo>
                  <a:pt x="2720" y="1609"/>
                  <a:pt x="2725" y="1607"/>
                  <a:pt x="2728" y="1602"/>
                </a:cubicBezTo>
                <a:cubicBezTo>
                  <a:pt x="2728" y="1601"/>
                  <a:pt x="2729" y="1602"/>
                  <a:pt x="2730" y="1602"/>
                </a:cubicBezTo>
                <a:cubicBezTo>
                  <a:pt x="2730" y="1603"/>
                  <a:pt x="2730" y="1603"/>
                  <a:pt x="2730" y="1603"/>
                </a:cubicBezTo>
                <a:cubicBezTo>
                  <a:pt x="2730" y="1604"/>
                  <a:pt x="2729" y="1606"/>
                  <a:pt x="2730" y="1607"/>
                </a:cubicBezTo>
                <a:cubicBezTo>
                  <a:pt x="2732" y="1610"/>
                  <a:pt x="2734" y="1614"/>
                  <a:pt x="2737" y="1617"/>
                </a:cubicBezTo>
                <a:cubicBezTo>
                  <a:pt x="2737" y="1617"/>
                  <a:pt x="2739" y="1618"/>
                  <a:pt x="2740" y="1617"/>
                </a:cubicBezTo>
                <a:cubicBezTo>
                  <a:pt x="2743" y="1614"/>
                  <a:pt x="2748" y="1611"/>
                  <a:pt x="2752" y="1608"/>
                </a:cubicBezTo>
                <a:cubicBezTo>
                  <a:pt x="2756" y="1604"/>
                  <a:pt x="2761" y="1603"/>
                  <a:pt x="2765" y="1603"/>
                </a:cubicBezTo>
                <a:cubicBezTo>
                  <a:pt x="2767" y="1603"/>
                  <a:pt x="2769" y="1603"/>
                  <a:pt x="2771" y="1602"/>
                </a:cubicBezTo>
                <a:cubicBezTo>
                  <a:pt x="2774" y="1602"/>
                  <a:pt x="2779" y="1598"/>
                  <a:pt x="2779" y="1595"/>
                </a:cubicBezTo>
                <a:cubicBezTo>
                  <a:pt x="2779" y="1590"/>
                  <a:pt x="2781" y="1586"/>
                  <a:pt x="2783" y="1581"/>
                </a:cubicBezTo>
                <a:cubicBezTo>
                  <a:pt x="2784" y="1576"/>
                  <a:pt x="2786" y="1572"/>
                  <a:pt x="2790" y="1568"/>
                </a:cubicBezTo>
                <a:cubicBezTo>
                  <a:pt x="2792" y="1565"/>
                  <a:pt x="2794" y="1562"/>
                  <a:pt x="2796" y="1559"/>
                </a:cubicBezTo>
                <a:cubicBezTo>
                  <a:pt x="2797" y="1556"/>
                  <a:pt x="2799" y="1552"/>
                  <a:pt x="2801" y="1548"/>
                </a:cubicBezTo>
                <a:cubicBezTo>
                  <a:pt x="2805" y="1542"/>
                  <a:pt x="2808" y="1537"/>
                  <a:pt x="2814" y="1533"/>
                </a:cubicBezTo>
                <a:cubicBezTo>
                  <a:pt x="2815" y="1533"/>
                  <a:pt x="2817" y="1532"/>
                  <a:pt x="2817" y="1530"/>
                </a:cubicBezTo>
                <a:cubicBezTo>
                  <a:pt x="2818" y="1525"/>
                  <a:pt x="2823" y="1523"/>
                  <a:pt x="2825" y="1518"/>
                </a:cubicBezTo>
                <a:cubicBezTo>
                  <a:pt x="2826" y="1513"/>
                  <a:pt x="2826" y="1508"/>
                  <a:pt x="2828" y="1504"/>
                </a:cubicBezTo>
                <a:cubicBezTo>
                  <a:pt x="2831" y="1498"/>
                  <a:pt x="2832" y="1492"/>
                  <a:pt x="2835" y="1488"/>
                </a:cubicBezTo>
                <a:cubicBezTo>
                  <a:pt x="2836" y="1486"/>
                  <a:pt x="2837" y="1484"/>
                  <a:pt x="2837" y="1482"/>
                </a:cubicBezTo>
                <a:cubicBezTo>
                  <a:pt x="2837" y="1479"/>
                  <a:pt x="2837" y="1475"/>
                  <a:pt x="2836" y="1471"/>
                </a:cubicBezTo>
                <a:cubicBezTo>
                  <a:pt x="2835" y="1469"/>
                  <a:pt x="2835" y="1466"/>
                  <a:pt x="2836" y="1464"/>
                </a:cubicBezTo>
                <a:cubicBezTo>
                  <a:pt x="2837" y="1462"/>
                  <a:pt x="2837" y="1460"/>
                  <a:pt x="2837" y="1458"/>
                </a:cubicBezTo>
                <a:cubicBezTo>
                  <a:pt x="2837" y="1453"/>
                  <a:pt x="2838" y="1448"/>
                  <a:pt x="2840" y="1443"/>
                </a:cubicBezTo>
                <a:cubicBezTo>
                  <a:pt x="2841" y="1442"/>
                  <a:pt x="2841" y="1442"/>
                  <a:pt x="2841" y="1441"/>
                </a:cubicBezTo>
                <a:cubicBezTo>
                  <a:pt x="2841" y="1440"/>
                  <a:pt x="2840" y="1440"/>
                  <a:pt x="2840" y="1439"/>
                </a:cubicBezTo>
                <a:cubicBezTo>
                  <a:pt x="2840" y="1441"/>
                  <a:pt x="2840" y="1441"/>
                  <a:pt x="2839" y="1441"/>
                </a:cubicBezTo>
                <a:close/>
                <a:moveTo>
                  <a:pt x="917" y="80"/>
                </a:moveTo>
                <a:cubicBezTo>
                  <a:pt x="917" y="80"/>
                  <a:pt x="917" y="80"/>
                  <a:pt x="917" y="81"/>
                </a:cubicBezTo>
                <a:cubicBezTo>
                  <a:pt x="917" y="81"/>
                  <a:pt x="917" y="81"/>
                  <a:pt x="917" y="80"/>
                </a:cubicBezTo>
                <a:cubicBezTo>
                  <a:pt x="917" y="80"/>
                  <a:pt x="917" y="80"/>
                  <a:pt x="917" y="80"/>
                </a:cubicBezTo>
                <a:close/>
                <a:moveTo>
                  <a:pt x="916" y="109"/>
                </a:moveTo>
                <a:cubicBezTo>
                  <a:pt x="916" y="109"/>
                  <a:pt x="917" y="108"/>
                  <a:pt x="917" y="107"/>
                </a:cubicBezTo>
                <a:cubicBezTo>
                  <a:pt x="918" y="105"/>
                  <a:pt x="918" y="102"/>
                  <a:pt x="919" y="100"/>
                </a:cubicBezTo>
                <a:cubicBezTo>
                  <a:pt x="919" y="97"/>
                  <a:pt x="919" y="94"/>
                  <a:pt x="918" y="91"/>
                </a:cubicBezTo>
                <a:cubicBezTo>
                  <a:pt x="917" y="89"/>
                  <a:pt x="917" y="87"/>
                  <a:pt x="919" y="85"/>
                </a:cubicBezTo>
                <a:cubicBezTo>
                  <a:pt x="919" y="84"/>
                  <a:pt x="919" y="82"/>
                  <a:pt x="919" y="81"/>
                </a:cubicBezTo>
                <a:cubicBezTo>
                  <a:pt x="921" y="79"/>
                  <a:pt x="923" y="77"/>
                  <a:pt x="925" y="74"/>
                </a:cubicBezTo>
                <a:cubicBezTo>
                  <a:pt x="927" y="73"/>
                  <a:pt x="929" y="73"/>
                  <a:pt x="931" y="74"/>
                </a:cubicBezTo>
                <a:cubicBezTo>
                  <a:pt x="931" y="74"/>
                  <a:pt x="931" y="74"/>
                  <a:pt x="932" y="74"/>
                </a:cubicBezTo>
                <a:cubicBezTo>
                  <a:pt x="938" y="78"/>
                  <a:pt x="943" y="83"/>
                  <a:pt x="944" y="91"/>
                </a:cubicBezTo>
                <a:cubicBezTo>
                  <a:pt x="944" y="91"/>
                  <a:pt x="944" y="91"/>
                  <a:pt x="944" y="92"/>
                </a:cubicBezTo>
                <a:cubicBezTo>
                  <a:pt x="945" y="92"/>
                  <a:pt x="945" y="92"/>
                  <a:pt x="945" y="91"/>
                </a:cubicBezTo>
                <a:cubicBezTo>
                  <a:pt x="945" y="88"/>
                  <a:pt x="946" y="85"/>
                  <a:pt x="946" y="82"/>
                </a:cubicBezTo>
                <a:cubicBezTo>
                  <a:pt x="946" y="80"/>
                  <a:pt x="948" y="79"/>
                  <a:pt x="949" y="79"/>
                </a:cubicBezTo>
                <a:cubicBezTo>
                  <a:pt x="951" y="79"/>
                  <a:pt x="954" y="80"/>
                  <a:pt x="956" y="80"/>
                </a:cubicBezTo>
                <a:cubicBezTo>
                  <a:pt x="959" y="81"/>
                  <a:pt x="963" y="82"/>
                  <a:pt x="966" y="80"/>
                </a:cubicBezTo>
                <a:cubicBezTo>
                  <a:pt x="973" y="76"/>
                  <a:pt x="980" y="76"/>
                  <a:pt x="988" y="77"/>
                </a:cubicBezTo>
                <a:cubicBezTo>
                  <a:pt x="988" y="77"/>
                  <a:pt x="988" y="77"/>
                  <a:pt x="988" y="77"/>
                </a:cubicBezTo>
                <a:cubicBezTo>
                  <a:pt x="989" y="77"/>
                  <a:pt x="989" y="77"/>
                  <a:pt x="989" y="77"/>
                </a:cubicBezTo>
                <a:cubicBezTo>
                  <a:pt x="988" y="77"/>
                  <a:pt x="988" y="77"/>
                  <a:pt x="988" y="77"/>
                </a:cubicBezTo>
                <a:cubicBezTo>
                  <a:pt x="988" y="77"/>
                  <a:pt x="988" y="77"/>
                  <a:pt x="988" y="77"/>
                </a:cubicBezTo>
                <a:cubicBezTo>
                  <a:pt x="986" y="75"/>
                  <a:pt x="983" y="75"/>
                  <a:pt x="981" y="74"/>
                </a:cubicBezTo>
                <a:cubicBezTo>
                  <a:pt x="980" y="74"/>
                  <a:pt x="979" y="72"/>
                  <a:pt x="980" y="71"/>
                </a:cubicBezTo>
                <a:cubicBezTo>
                  <a:pt x="980" y="71"/>
                  <a:pt x="980" y="70"/>
                  <a:pt x="980" y="70"/>
                </a:cubicBezTo>
                <a:cubicBezTo>
                  <a:pt x="981" y="70"/>
                  <a:pt x="981" y="69"/>
                  <a:pt x="981" y="68"/>
                </a:cubicBezTo>
                <a:cubicBezTo>
                  <a:pt x="981" y="68"/>
                  <a:pt x="981" y="68"/>
                  <a:pt x="982" y="68"/>
                </a:cubicBezTo>
                <a:cubicBezTo>
                  <a:pt x="981" y="68"/>
                  <a:pt x="981" y="68"/>
                  <a:pt x="981" y="68"/>
                </a:cubicBezTo>
                <a:cubicBezTo>
                  <a:pt x="981" y="68"/>
                  <a:pt x="981" y="68"/>
                  <a:pt x="981" y="68"/>
                </a:cubicBezTo>
                <a:cubicBezTo>
                  <a:pt x="980" y="69"/>
                  <a:pt x="979" y="69"/>
                  <a:pt x="978" y="70"/>
                </a:cubicBezTo>
                <a:cubicBezTo>
                  <a:pt x="974" y="75"/>
                  <a:pt x="969" y="76"/>
                  <a:pt x="964" y="77"/>
                </a:cubicBezTo>
                <a:cubicBezTo>
                  <a:pt x="960" y="78"/>
                  <a:pt x="955" y="77"/>
                  <a:pt x="951" y="74"/>
                </a:cubicBezTo>
                <a:cubicBezTo>
                  <a:pt x="950" y="73"/>
                  <a:pt x="950" y="72"/>
                  <a:pt x="950" y="71"/>
                </a:cubicBezTo>
                <a:cubicBezTo>
                  <a:pt x="950" y="71"/>
                  <a:pt x="950" y="71"/>
                  <a:pt x="950" y="71"/>
                </a:cubicBezTo>
                <a:cubicBezTo>
                  <a:pt x="950" y="70"/>
                  <a:pt x="950" y="70"/>
                  <a:pt x="950" y="70"/>
                </a:cubicBezTo>
                <a:cubicBezTo>
                  <a:pt x="950" y="71"/>
                  <a:pt x="950" y="71"/>
                  <a:pt x="950" y="71"/>
                </a:cubicBezTo>
                <a:cubicBezTo>
                  <a:pt x="947" y="72"/>
                  <a:pt x="944" y="73"/>
                  <a:pt x="941" y="73"/>
                </a:cubicBezTo>
                <a:cubicBezTo>
                  <a:pt x="937" y="72"/>
                  <a:pt x="934" y="71"/>
                  <a:pt x="931" y="68"/>
                </a:cubicBezTo>
                <a:cubicBezTo>
                  <a:pt x="930" y="67"/>
                  <a:pt x="930" y="65"/>
                  <a:pt x="929" y="64"/>
                </a:cubicBezTo>
                <a:cubicBezTo>
                  <a:pt x="929" y="64"/>
                  <a:pt x="929" y="64"/>
                  <a:pt x="929" y="64"/>
                </a:cubicBezTo>
                <a:cubicBezTo>
                  <a:pt x="930" y="64"/>
                  <a:pt x="930" y="64"/>
                  <a:pt x="930" y="63"/>
                </a:cubicBezTo>
                <a:cubicBezTo>
                  <a:pt x="930" y="64"/>
                  <a:pt x="929" y="64"/>
                  <a:pt x="929" y="64"/>
                </a:cubicBezTo>
                <a:cubicBezTo>
                  <a:pt x="929" y="64"/>
                  <a:pt x="929" y="64"/>
                  <a:pt x="929" y="64"/>
                </a:cubicBezTo>
                <a:cubicBezTo>
                  <a:pt x="927" y="64"/>
                  <a:pt x="924" y="64"/>
                  <a:pt x="922" y="62"/>
                </a:cubicBezTo>
                <a:cubicBezTo>
                  <a:pt x="920" y="60"/>
                  <a:pt x="919" y="57"/>
                  <a:pt x="919" y="54"/>
                </a:cubicBezTo>
                <a:cubicBezTo>
                  <a:pt x="918" y="52"/>
                  <a:pt x="919" y="51"/>
                  <a:pt x="921" y="50"/>
                </a:cubicBezTo>
                <a:cubicBezTo>
                  <a:pt x="922" y="50"/>
                  <a:pt x="923" y="50"/>
                  <a:pt x="923" y="50"/>
                </a:cubicBezTo>
                <a:cubicBezTo>
                  <a:pt x="924" y="50"/>
                  <a:pt x="924" y="50"/>
                  <a:pt x="925" y="50"/>
                </a:cubicBezTo>
                <a:cubicBezTo>
                  <a:pt x="924" y="49"/>
                  <a:pt x="923" y="49"/>
                  <a:pt x="923" y="49"/>
                </a:cubicBezTo>
                <a:cubicBezTo>
                  <a:pt x="920" y="47"/>
                  <a:pt x="919" y="45"/>
                  <a:pt x="921" y="42"/>
                </a:cubicBezTo>
                <a:cubicBezTo>
                  <a:pt x="922" y="42"/>
                  <a:pt x="922" y="41"/>
                  <a:pt x="923" y="40"/>
                </a:cubicBezTo>
                <a:cubicBezTo>
                  <a:pt x="924" y="39"/>
                  <a:pt x="924" y="39"/>
                  <a:pt x="923" y="36"/>
                </a:cubicBezTo>
                <a:cubicBezTo>
                  <a:pt x="923" y="35"/>
                  <a:pt x="923" y="34"/>
                  <a:pt x="922" y="32"/>
                </a:cubicBezTo>
                <a:cubicBezTo>
                  <a:pt x="923" y="32"/>
                  <a:pt x="923" y="32"/>
                  <a:pt x="923" y="32"/>
                </a:cubicBezTo>
                <a:cubicBezTo>
                  <a:pt x="923" y="32"/>
                  <a:pt x="923" y="32"/>
                  <a:pt x="923" y="32"/>
                </a:cubicBezTo>
                <a:cubicBezTo>
                  <a:pt x="924" y="32"/>
                  <a:pt x="925" y="32"/>
                  <a:pt x="925" y="31"/>
                </a:cubicBezTo>
                <a:cubicBezTo>
                  <a:pt x="926" y="31"/>
                  <a:pt x="926" y="30"/>
                  <a:pt x="926" y="30"/>
                </a:cubicBezTo>
                <a:cubicBezTo>
                  <a:pt x="926" y="29"/>
                  <a:pt x="925" y="29"/>
                  <a:pt x="925" y="30"/>
                </a:cubicBezTo>
                <a:cubicBezTo>
                  <a:pt x="924" y="30"/>
                  <a:pt x="924" y="31"/>
                  <a:pt x="923" y="32"/>
                </a:cubicBezTo>
                <a:cubicBezTo>
                  <a:pt x="923" y="32"/>
                  <a:pt x="923" y="32"/>
                  <a:pt x="923" y="32"/>
                </a:cubicBezTo>
                <a:cubicBezTo>
                  <a:pt x="923" y="32"/>
                  <a:pt x="923" y="32"/>
                  <a:pt x="923" y="32"/>
                </a:cubicBezTo>
                <a:cubicBezTo>
                  <a:pt x="922" y="32"/>
                  <a:pt x="921" y="32"/>
                  <a:pt x="921" y="31"/>
                </a:cubicBezTo>
                <a:cubicBezTo>
                  <a:pt x="919" y="30"/>
                  <a:pt x="918" y="27"/>
                  <a:pt x="920" y="26"/>
                </a:cubicBezTo>
                <a:cubicBezTo>
                  <a:pt x="921" y="25"/>
                  <a:pt x="921" y="24"/>
                  <a:pt x="922" y="23"/>
                </a:cubicBezTo>
                <a:cubicBezTo>
                  <a:pt x="926" y="21"/>
                  <a:pt x="929" y="20"/>
                  <a:pt x="934" y="19"/>
                </a:cubicBezTo>
                <a:cubicBezTo>
                  <a:pt x="935" y="18"/>
                  <a:pt x="937" y="19"/>
                  <a:pt x="939" y="20"/>
                </a:cubicBezTo>
                <a:cubicBezTo>
                  <a:pt x="939" y="21"/>
                  <a:pt x="940" y="21"/>
                  <a:pt x="941" y="21"/>
                </a:cubicBezTo>
                <a:cubicBezTo>
                  <a:pt x="941" y="20"/>
                  <a:pt x="942" y="18"/>
                  <a:pt x="944" y="17"/>
                </a:cubicBezTo>
                <a:cubicBezTo>
                  <a:pt x="945" y="16"/>
                  <a:pt x="946" y="17"/>
                  <a:pt x="947" y="18"/>
                </a:cubicBezTo>
                <a:cubicBezTo>
                  <a:pt x="948" y="19"/>
                  <a:pt x="948" y="20"/>
                  <a:pt x="949" y="21"/>
                </a:cubicBezTo>
                <a:cubicBezTo>
                  <a:pt x="950" y="21"/>
                  <a:pt x="951" y="22"/>
                  <a:pt x="952" y="21"/>
                </a:cubicBezTo>
                <a:cubicBezTo>
                  <a:pt x="954" y="21"/>
                  <a:pt x="955" y="22"/>
                  <a:pt x="956" y="23"/>
                </a:cubicBezTo>
                <a:cubicBezTo>
                  <a:pt x="957" y="25"/>
                  <a:pt x="959" y="25"/>
                  <a:pt x="961" y="25"/>
                </a:cubicBezTo>
                <a:cubicBezTo>
                  <a:pt x="961" y="25"/>
                  <a:pt x="961" y="25"/>
                  <a:pt x="961" y="25"/>
                </a:cubicBezTo>
                <a:cubicBezTo>
                  <a:pt x="961" y="26"/>
                  <a:pt x="961" y="26"/>
                  <a:pt x="961" y="26"/>
                </a:cubicBezTo>
                <a:cubicBezTo>
                  <a:pt x="961" y="25"/>
                  <a:pt x="961" y="25"/>
                  <a:pt x="961" y="25"/>
                </a:cubicBezTo>
                <a:cubicBezTo>
                  <a:pt x="961" y="25"/>
                  <a:pt x="961" y="25"/>
                  <a:pt x="961" y="25"/>
                </a:cubicBezTo>
                <a:cubicBezTo>
                  <a:pt x="960" y="22"/>
                  <a:pt x="958" y="20"/>
                  <a:pt x="957" y="17"/>
                </a:cubicBezTo>
                <a:cubicBezTo>
                  <a:pt x="957" y="16"/>
                  <a:pt x="958" y="15"/>
                  <a:pt x="958" y="15"/>
                </a:cubicBezTo>
                <a:cubicBezTo>
                  <a:pt x="959" y="15"/>
                  <a:pt x="960" y="14"/>
                  <a:pt x="961" y="14"/>
                </a:cubicBezTo>
                <a:cubicBezTo>
                  <a:pt x="963" y="14"/>
                  <a:pt x="964" y="13"/>
                  <a:pt x="964" y="11"/>
                </a:cubicBezTo>
                <a:cubicBezTo>
                  <a:pt x="964" y="9"/>
                  <a:pt x="966" y="8"/>
                  <a:pt x="967" y="8"/>
                </a:cubicBezTo>
                <a:cubicBezTo>
                  <a:pt x="969" y="8"/>
                  <a:pt x="970" y="8"/>
                  <a:pt x="971" y="9"/>
                </a:cubicBezTo>
                <a:cubicBezTo>
                  <a:pt x="973" y="12"/>
                  <a:pt x="974" y="15"/>
                  <a:pt x="975" y="18"/>
                </a:cubicBezTo>
                <a:cubicBezTo>
                  <a:pt x="976" y="20"/>
                  <a:pt x="979" y="20"/>
                  <a:pt x="980" y="19"/>
                </a:cubicBezTo>
                <a:cubicBezTo>
                  <a:pt x="981" y="18"/>
                  <a:pt x="981" y="16"/>
                  <a:pt x="982" y="15"/>
                </a:cubicBezTo>
                <a:cubicBezTo>
                  <a:pt x="984" y="13"/>
                  <a:pt x="985" y="12"/>
                  <a:pt x="985" y="9"/>
                </a:cubicBezTo>
                <a:cubicBezTo>
                  <a:pt x="984" y="7"/>
                  <a:pt x="986" y="6"/>
                  <a:pt x="988" y="6"/>
                </a:cubicBezTo>
                <a:cubicBezTo>
                  <a:pt x="989" y="6"/>
                  <a:pt x="989" y="7"/>
                  <a:pt x="989" y="7"/>
                </a:cubicBezTo>
                <a:cubicBezTo>
                  <a:pt x="991" y="7"/>
                  <a:pt x="991" y="7"/>
                  <a:pt x="992" y="5"/>
                </a:cubicBezTo>
                <a:cubicBezTo>
                  <a:pt x="993" y="3"/>
                  <a:pt x="996" y="2"/>
                  <a:pt x="998" y="4"/>
                </a:cubicBezTo>
                <a:cubicBezTo>
                  <a:pt x="999" y="6"/>
                  <a:pt x="999" y="8"/>
                  <a:pt x="1001" y="10"/>
                </a:cubicBezTo>
                <a:cubicBezTo>
                  <a:pt x="1001" y="11"/>
                  <a:pt x="1001" y="11"/>
                  <a:pt x="1002" y="11"/>
                </a:cubicBezTo>
                <a:cubicBezTo>
                  <a:pt x="1002" y="11"/>
                  <a:pt x="1002" y="10"/>
                  <a:pt x="1002" y="10"/>
                </a:cubicBezTo>
                <a:cubicBezTo>
                  <a:pt x="1002" y="8"/>
                  <a:pt x="1002" y="7"/>
                  <a:pt x="1002" y="5"/>
                </a:cubicBezTo>
                <a:cubicBezTo>
                  <a:pt x="1002" y="3"/>
                  <a:pt x="1003" y="2"/>
                  <a:pt x="1005" y="1"/>
                </a:cubicBezTo>
                <a:cubicBezTo>
                  <a:pt x="1007" y="0"/>
                  <a:pt x="1009" y="0"/>
                  <a:pt x="1010" y="2"/>
                </a:cubicBezTo>
                <a:cubicBezTo>
                  <a:pt x="1012" y="4"/>
                  <a:pt x="1013" y="6"/>
                  <a:pt x="1016" y="6"/>
                </a:cubicBezTo>
                <a:cubicBezTo>
                  <a:pt x="1017" y="5"/>
                  <a:pt x="1017" y="6"/>
                  <a:pt x="1018" y="7"/>
                </a:cubicBezTo>
                <a:cubicBezTo>
                  <a:pt x="1018" y="7"/>
                  <a:pt x="1018" y="8"/>
                  <a:pt x="1018" y="8"/>
                </a:cubicBezTo>
                <a:cubicBezTo>
                  <a:pt x="1018" y="9"/>
                  <a:pt x="1018" y="10"/>
                  <a:pt x="1018" y="11"/>
                </a:cubicBezTo>
                <a:cubicBezTo>
                  <a:pt x="1019" y="12"/>
                  <a:pt x="1019" y="12"/>
                  <a:pt x="1020" y="12"/>
                </a:cubicBezTo>
                <a:cubicBezTo>
                  <a:pt x="1020" y="12"/>
                  <a:pt x="1021" y="12"/>
                  <a:pt x="1021" y="11"/>
                </a:cubicBezTo>
                <a:cubicBezTo>
                  <a:pt x="1021" y="9"/>
                  <a:pt x="1021" y="6"/>
                  <a:pt x="1022" y="4"/>
                </a:cubicBezTo>
                <a:cubicBezTo>
                  <a:pt x="1022" y="2"/>
                  <a:pt x="1023" y="1"/>
                  <a:pt x="1025" y="1"/>
                </a:cubicBezTo>
                <a:cubicBezTo>
                  <a:pt x="1026" y="1"/>
                  <a:pt x="1028" y="0"/>
                  <a:pt x="1029" y="1"/>
                </a:cubicBezTo>
                <a:cubicBezTo>
                  <a:pt x="1033" y="1"/>
                  <a:pt x="1037" y="2"/>
                  <a:pt x="1041" y="3"/>
                </a:cubicBezTo>
                <a:cubicBezTo>
                  <a:pt x="1042" y="4"/>
                  <a:pt x="1041" y="5"/>
                  <a:pt x="1041" y="5"/>
                </a:cubicBezTo>
                <a:cubicBezTo>
                  <a:pt x="1041" y="8"/>
                  <a:pt x="1043" y="9"/>
                  <a:pt x="1044" y="8"/>
                </a:cubicBezTo>
                <a:cubicBezTo>
                  <a:pt x="1047" y="6"/>
                  <a:pt x="1050" y="6"/>
                  <a:pt x="1053" y="7"/>
                </a:cubicBezTo>
                <a:cubicBezTo>
                  <a:pt x="1056" y="8"/>
                  <a:pt x="1059" y="9"/>
                  <a:pt x="1062" y="9"/>
                </a:cubicBezTo>
                <a:cubicBezTo>
                  <a:pt x="1063" y="9"/>
                  <a:pt x="1064" y="10"/>
                  <a:pt x="1065" y="12"/>
                </a:cubicBezTo>
                <a:cubicBezTo>
                  <a:pt x="1065" y="14"/>
                  <a:pt x="1066" y="15"/>
                  <a:pt x="1069" y="15"/>
                </a:cubicBezTo>
                <a:cubicBezTo>
                  <a:pt x="1072" y="16"/>
                  <a:pt x="1074" y="18"/>
                  <a:pt x="1077" y="18"/>
                </a:cubicBezTo>
                <a:cubicBezTo>
                  <a:pt x="1077" y="18"/>
                  <a:pt x="1078" y="19"/>
                  <a:pt x="1078" y="19"/>
                </a:cubicBezTo>
                <a:cubicBezTo>
                  <a:pt x="1079" y="20"/>
                  <a:pt x="1079" y="20"/>
                  <a:pt x="1080" y="20"/>
                </a:cubicBezTo>
                <a:cubicBezTo>
                  <a:pt x="1082" y="22"/>
                  <a:pt x="1081" y="22"/>
                  <a:pt x="1080" y="24"/>
                </a:cubicBezTo>
                <a:cubicBezTo>
                  <a:pt x="1079" y="25"/>
                  <a:pt x="1078" y="26"/>
                  <a:pt x="1077" y="27"/>
                </a:cubicBezTo>
                <a:cubicBezTo>
                  <a:pt x="1076" y="28"/>
                  <a:pt x="1076" y="28"/>
                  <a:pt x="1076" y="28"/>
                </a:cubicBezTo>
                <a:cubicBezTo>
                  <a:pt x="1075" y="28"/>
                  <a:pt x="1075" y="28"/>
                  <a:pt x="1075" y="28"/>
                </a:cubicBezTo>
                <a:cubicBezTo>
                  <a:pt x="1075" y="28"/>
                  <a:pt x="1074" y="28"/>
                  <a:pt x="1074" y="29"/>
                </a:cubicBezTo>
                <a:cubicBezTo>
                  <a:pt x="1074" y="29"/>
                  <a:pt x="1075" y="29"/>
                  <a:pt x="1075" y="29"/>
                </a:cubicBezTo>
                <a:cubicBezTo>
                  <a:pt x="1075" y="29"/>
                  <a:pt x="1075" y="28"/>
                  <a:pt x="1075" y="28"/>
                </a:cubicBezTo>
                <a:cubicBezTo>
                  <a:pt x="1075" y="28"/>
                  <a:pt x="1076" y="28"/>
                  <a:pt x="1076" y="28"/>
                </a:cubicBezTo>
                <a:cubicBezTo>
                  <a:pt x="1076" y="28"/>
                  <a:pt x="1076" y="28"/>
                  <a:pt x="1077" y="27"/>
                </a:cubicBezTo>
                <a:cubicBezTo>
                  <a:pt x="1077" y="27"/>
                  <a:pt x="1078" y="27"/>
                  <a:pt x="1079" y="27"/>
                </a:cubicBezTo>
                <a:cubicBezTo>
                  <a:pt x="1081" y="26"/>
                  <a:pt x="1083" y="25"/>
                  <a:pt x="1085" y="26"/>
                </a:cubicBezTo>
                <a:cubicBezTo>
                  <a:pt x="1088" y="27"/>
                  <a:pt x="1090" y="27"/>
                  <a:pt x="1093" y="28"/>
                </a:cubicBezTo>
                <a:cubicBezTo>
                  <a:pt x="1093" y="28"/>
                  <a:pt x="1094" y="29"/>
                  <a:pt x="1094" y="30"/>
                </a:cubicBezTo>
                <a:cubicBezTo>
                  <a:pt x="1094" y="33"/>
                  <a:pt x="1094" y="35"/>
                  <a:pt x="1093" y="38"/>
                </a:cubicBezTo>
                <a:cubicBezTo>
                  <a:pt x="1093" y="40"/>
                  <a:pt x="1094" y="41"/>
                  <a:pt x="1095" y="41"/>
                </a:cubicBezTo>
                <a:cubicBezTo>
                  <a:pt x="1098" y="42"/>
                  <a:pt x="1099" y="44"/>
                  <a:pt x="1099" y="46"/>
                </a:cubicBezTo>
                <a:cubicBezTo>
                  <a:pt x="1099" y="48"/>
                  <a:pt x="1099" y="51"/>
                  <a:pt x="1098" y="53"/>
                </a:cubicBezTo>
                <a:cubicBezTo>
                  <a:pt x="1097" y="55"/>
                  <a:pt x="1096" y="56"/>
                  <a:pt x="1095" y="57"/>
                </a:cubicBezTo>
                <a:cubicBezTo>
                  <a:pt x="1094" y="58"/>
                  <a:pt x="1093" y="58"/>
                  <a:pt x="1093" y="58"/>
                </a:cubicBezTo>
                <a:cubicBezTo>
                  <a:pt x="1088" y="61"/>
                  <a:pt x="1082" y="64"/>
                  <a:pt x="1077" y="67"/>
                </a:cubicBezTo>
                <a:cubicBezTo>
                  <a:pt x="1072" y="67"/>
                  <a:pt x="1066" y="68"/>
                  <a:pt x="1060" y="68"/>
                </a:cubicBezTo>
                <a:cubicBezTo>
                  <a:pt x="1059" y="68"/>
                  <a:pt x="1058" y="69"/>
                  <a:pt x="1058" y="70"/>
                </a:cubicBezTo>
                <a:cubicBezTo>
                  <a:pt x="1058" y="70"/>
                  <a:pt x="1058" y="70"/>
                  <a:pt x="1058" y="70"/>
                </a:cubicBezTo>
                <a:cubicBezTo>
                  <a:pt x="1057" y="71"/>
                  <a:pt x="1057" y="71"/>
                  <a:pt x="1057" y="71"/>
                </a:cubicBezTo>
                <a:cubicBezTo>
                  <a:pt x="1058" y="71"/>
                  <a:pt x="1058" y="71"/>
                  <a:pt x="1058" y="71"/>
                </a:cubicBezTo>
                <a:cubicBezTo>
                  <a:pt x="1058" y="70"/>
                  <a:pt x="1058" y="70"/>
                  <a:pt x="1058" y="70"/>
                </a:cubicBezTo>
                <a:cubicBezTo>
                  <a:pt x="1059" y="71"/>
                  <a:pt x="1060" y="71"/>
                  <a:pt x="1062" y="72"/>
                </a:cubicBezTo>
                <a:cubicBezTo>
                  <a:pt x="1064" y="73"/>
                  <a:pt x="1065" y="74"/>
                  <a:pt x="1065" y="75"/>
                </a:cubicBezTo>
                <a:cubicBezTo>
                  <a:pt x="1064" y="76"/>
                  <a:pt x="1064" y="77"/>
                  <a:pt x="1063" y="78"/>
                </a:cubicBezTo>
                <a:cubicBezTo>
                  <a:pt x="1058" y="81"/>
                  <a:pt x="1053" y="84"/>
                  <a:pt x="1048" y="87"/>
                </a:cubicBezTo>
                <a:cubicBezTo>
                  <a:pt x="1042" y="88"/>
                  <a:pt x="1037" y="91"/>
                  <a:pt x="1031" y="93"/>
                </a:cubicBezTo>
                <a:cubicBezTo>
                  <a:pt x="1030" y="94"/>
                  <a:pt x="1028" y="94"/>
                  <a:pt x="1027" y="96"/>
                </a:cubicBezTo>
                <a:cubicBezTo>
                  <a:pt x="1025" y="98"/>
                  <a:pt x="1023" y="99"/>
                  <a:pt x="1020" y="101"/>
                </a:cubicBezTo>
                <a:cubicBezTo>
                  <a:pt x="1015" y="104"/>
                  <a:pt x="1011" y="108"/>
                  <a:pt x="1007" y="112"/>
                </a:cubicBezTo>
                <a:cubicBezTo>
                  <a:pt x="1003" y="117"/>
                  <a:pt x="1000" y="117"/>
                  <a:pt x="995" y="115"/>
                </a:cubicBezTo>
                <a:cubicBezTo>
                  <a:pt x="994" y="114"/>
                  <a:pt x="994" y="114"/>
                  <a:pt x="993" y="113"/>
                </a:cubicBezTo>
                <a:cubicBezTo>
                  <a:pt x="993" y="113"/>
                  <a:pt x="992" y="113"/>
                  <a:pt x="992" y="112"/>
                </a:cubicBezTo>
                <a:cubicBezTo>
                  <a:pt x="992" y="113"/>
                  <a:pt x="991" y="114"/>
                  <a:pt x="991" y="115"/>
                </a:cubicBezTo>
                <a:cubicBezTo>
                  <a:pt x="991" y="117"/>
                  <a:pt x="989" y="118"/>
                  <a:pt x="987" y="118"/>
                </a:cubicBezTo>
                <a:cubicBezTo>
                  <a:pt x="984" y="118"/>
                  <a:pt x="980" y="118"/>
                  <a:pt x="977" y="118"/>
                </a:cubicBezTo>
                <a:cubicBezTo>
                  <a:pt x="976" y="117"/>
                  <a:pt x="975" y="118"/>
                  <a:pt x="974" y="118"/>
                </a:cubicBezTo>
                <a:cubicBezTo>
                  <a:pt x="974" y="119"/>
                  <a:pt x="973" y="119"/>
                  <a:pt x="973" y="120"/>
                </a:cubicBezTo>
                <a:cubicBezTo>
                  <a:pt x="973" y="120"/>
                  <a:pt x="974" y="121"/>
                  <a:pt x="974" y="121"/>
                </a:cubicBezTo>
                <a:cubicBezTo>
                  <a:pt x="975" y="121"/>
                  <a:pt x="977" y="121"/>
                  <a:pt x="978" y="122"/>
                </a:cubicBezTo>
                <a:cubicBezTo>
                  <a:pt x="980" y="123"/>
                  <a:pt x="980" y="125"/>
                  <a:pt x="980" y="127"/>
                </a:cubicBezTo>
                <a:cubicBezTo>
                  <a:pt x="980" y="129"/>
                  <a:pt x="978" y="130"/>
                  <a:pt x="976" y="130"/>
                </a:cubicBezTo>
                <a:cubicBezTo>
                  <a:pt x="974" y="129"/>
                  <a:pt x="973" y="128"/>
                  <a:pt x="971" y="128"/>
                </a:cubicBezTo>
                <a:cubicBezTo>
                  <a:pt x="971" y="128"/>
                  <a:pt x="971" y="128"/>
                  <a:pt x="971" y="128"/>
                </a:cubicBezTo>
                <a:cubicBezTo>
                  <a:pt x="971" y="127"/>
                  <a:pt x="971" y="127"/>
                  <a:pt x="970" y="127"/>
                </a:cubicBezTo>
                <a:cubicBezTo>
                  <a:pt x="970" y="128"/>
                  <a:pt x="971" y="128"/>
                  <a:pt x="971" y="128"/>
                </a:cubicBezTo>
                <a:cubicBezTo>
                  <a:pt x="971" y="128"/>
                  <a:pt x="971" y="128"/>
                  <a:pt x="971" y="128"/>
                </a:cubicBezTo>
                <a:cubicBezTo>
                  <a:pt x="971" y="130"/>
                  <a:pt x="972" y="131"/>
                  <a:pt x="973" y="133"/>
                </a:cubicBezTo>
                <a:cubicBezTo>
                  <a:pt x="974" y="134"/>
                  <a:pt x="974" y="137"/>
                  <a:pt x="973" y="139"/>
                </a:cubicBezTo>
                <a:cubicBezTo>
                  <a:pt x="972" y="140"/>
                  <a:pt x="971" y="141"/>
                  <a:pt x="969" y="143"/>
                </a:cubicBezTo>
                <a:cubicBezTo>
                  <a:pt x="968" y="144"/>
                  <a:pt x="967" y="145"/>
                  <a:pt x="966" y="147"/>
                </a:cubicBezTo>
                <a:cubicBezTo>
                  <a:pt x="964" y="150"/>
                  <a:pt x="961" y="151"/>
                  <a:pt x="958" y="150"/>
                </a:cubicBezTo>
                <a:cubicBezTo>
                  <a:pt x="958" y="150"/>
                  <a:pt x="958" y="150"/>
                  <a:pt x="958" y="150"/>
                </a:cubicBezTo>
                <a:cubicBezTo>
                  <a:pt x="958" y="150"/>
                  <a:pt x="957" y="150"/>
                  <a:pt x="957" y="150"/>
                </a:cubicBezTo>
                <a:cubicBezTo>
                  <a:pt x="957" y="149"/>
                  <a:pt x="957" y="149"/>
                  <a:pt x="956" y="149"/>
                </a:cubicBezTo>
                <a:cubicBezTo>
                  <a:pt x="956" y="150"/>
                  <a:pt x="957" y="150"/>
                  <a:pt x="957" y="150"/>
                </a:cubicBezTo>
                <a:cubicBezTo>
                  <a:pt x="957" y="150"/>
                  <a:pt x="957" y="150"/>
                  <a:pt x="958" y="150"/>
                </a:cubicBezTo>
                <a:cubicBezTo>
                  <a:pt x="958" y="150"/>
                  <a:pt x="958" y="150"/>
                  <a:pt x="958" y="150"/>
                </a:cubicBezTo>
                <a:cubicBezTo>
                  <a:pt x="958" y="151"/>
                  <a:pt x="958" y="151"/>
                  <a:pt x="958" y="152"/>
                </a:cubicBezTo>
                <a:cubicBezTo>
                  <a:pt x="959" y="154"/>
                  <a:pt x="958" y="156"/>
                  <a:pt x="957" y="156"/>
                </a:cubicBezTo>
                <a:cubicBezTo>
                  <a:pt x="953" y="156"/>
                  <a:pt x="949" y="157"/>
                  <a:pt x="946" y="155"/>
                </a:cubicBezTo>
                <a:cubicBezTo>
                  <a:pt x="944" y="155"/>
                  <a:pt x="943" y="155"/>
                  <a:pt x="942" y="157"/>
                </a:cubicBezTo>
                <a:cubicBezTo>
                  <a:pt x="942" y="157"/>
                  <a:pt x="942" y="158"/>
                  <a:pt x="942" y="158"/>
                </a:cubicBezTo>
                <a:cubicBezTo>
                  <a:pt x="942" y="159"/>
                  <a:pt x="941" y="160"/>
                  <a:pt x="941" y="160"/>
                </a:cubicBezTo>
                <a:cubicBezTo>
                  <a:pt x="940" y="163"/>
                  <a:pt x="938" y="166"/>
                  <a:pt x="935" y="167"/>
                </a:cubicBezTo>
                <a:cubicBezTo>
                  <a:pt x="933" y="168"/>
                  <a:pt x="931" y="169"/>
                  <a:pt x="928" y="171"/>
                </a:cubicBezTo>
                <a:cubicBezTo>
                  <a:pt x="927" y="171"/>
                  <a:pt x="926" y="172"/>
                  <a:pt x="926" y="172"/>
                </a:cubicBezTo>
                <a:cubicBezTo>
                  <a:pt x="925" y="174"/>
                  <a:pt x="924" y="175"/>
                  <a:pt x="924" y="177"/>
                </a:cubicBezTo>
                <a:cubicBezTo>
                  <a:pt x="924" y="178"/>
                  <a:pt x="925" y="178"/>
                  <a:pt x="926" y="178"/>
                </a:cubicBezTo>
                <a:cubicBezTo>
                  <a:pt x="930" y="180"/>
                  <a:pt x="931" y="182"/>
                  <a:pt x="929" y="186"/>
                </a:cubicBezTo>
                <a:cubicBezTo>
                  <a:pt x="929" y="186"/>
                  <a:pt x="929" y="186"/>
                  <a:pt x="928" y="187"/>
                </a:cubicBezTo>
                <a:cubicBezTo>
                  <a:pt x="926" y="189"/>
                  <a:pt x="923" y="192"/>
                  <a:pt x="919" y="192"/>
                </a:cubicBezTo>
                <a:cubicBezTo>
                  <a:pt x="917" y="192"/>
                  <a:pt x="916" y="193"/>
                  <a:pt x="914" y="193"/>
                </a:cubicBezTo>
                <a:cubicBezTo>
                  <a:pt x="911" y="194"/>
                  <a:pt x="909" y="195"/>
                  <a:pt x="906" y="195"/>
                </a:cubicBezTo>
                <a:cubicBezTo>
                  <a:pt x="905" y="196"/>
                  <a:pt x="904" y="195"/>
                  <a:pt x="903" y="193"/>
                </a:cubicBezTo>
                <a:cubicBezTo>
                  <a:pt x="903" y="193"/>
                  <a:pt x="903" y="192"/>
                  <a:pt x="903" y="192"/>
                </a:cubicBezTo>
                <a:cubicBezTo>
                  <a:pt x="903" y="189"/>
                  <a:pt x="902" y="189"/>
                  <a:pt x="900" y="188"/>
                </a:cubicBezTo>
                <a:cubicBezTo>
                  <a:pt x="900" y="188"/>
                  <a:pt x="899" y="187"/>
                  <a:pt x="898" y="187"/>
                </a:cubicBezTo>
                <a:cubicBezTo>
                  <a:pt x="893" y="188"/>
                  <a:pt x="889" y="187"/>
                  <a:pt x="886" y="184"/>
                </a:cubicBezTo>
                <a:cubicBezTo>
                  <a:pt x="884" y="183"/>
                  <a:pt x="882" y="184"/>
                  <a:pt x="881" y="184"/>
                </a:cubicBezTo>
                <a:cubicBezTo>
                  <a:pt x="881" y="184"/>
                  <a:pt x="881" y="184"/>
                  <a:pt x="881" y="184"/>
                </a:cubicBezTo>
                <a:cubicBezTo>
                  <a:pt x="880" y="184"/>
                  <a:pt x="880" y="184"/>
                  <a:pt x="880" y="184"/>
                </a:cubicBezTo>
                <a:cubicBezTo>
                  <a:pt x="881" y="184"/>
                  <a:pt x="881" y="184"/>
                  <a:pt x="881" y="184"/>
                </a:cubicBezTo>
                <a:cubicBezTo>
                  <a:pt x="880" y="184"/>
                  <a:pt x="880" y="185"/>
                  <a:pt x="880" y="186"/>
                </a:cubicBezTo>
                <a:cubicBezTo>
                  <a:pt x="878" y="188"/>
                  <a:pt x="876" y="188"/>
                  <a:pt x="875" y="187"/>
                </a:cubicBezTo>
                <a:cubicBezTo>
                  <a:pt x="874" y="187"/>
                  <a:pt x="873" y="186"/>
                  <a:pt x="872" y="186"/>
                </a:cubicBezTo>
                <a:cubicBezTo>
                  <a:pt x="867" y="183"/>
                  <a:pt x="863" y="181"/>
                  <a:pt x="859" y="179"/>
                </a:cubicBezTo>
                <a:cubicBezTo>
                  <a:pt x="855" y="177"/>
                  <a:pt x="851" y="175"/>
                  <a:pt x="848" y="172"/>
                </a:cubicBezTo>
                <a:cubicBezTo>
                  <a:pt x="846" y="171"/>
                  <a:pt x="846" y="167"/>
                  <a:pt x="847" y="165"/>
                </a:cubicBezTo>
                <a:cubicBezTo>
                  <a:pt x="848" y="163"/>
                  <a:pt x="849" y="163"/>
                  <a:pt x="851" y="165"/>
                </a:cubicBezTo>
                <a:cubicBezTo>
                  <a:pt x="852" y="165"/>
                  <a:pt x="852" y="167"/>
                  <a:pt x="854" y="166"/>
                </a:cubicBezTo>
                <a:cubicBezTo>
                  <a:pt x="854" y="165"/>
                  <a:pt x="855" y="164"/>
                  <a:pt x="856" y="163"/>
                </a:cubicBezTo>
                <a:cubicBezTo>
                  <a:pt x="856" y="163"/>
                  <a:pt x="857" y="163"/>
                  <a:pt x="857" y="163"/>
                </a:cubicBezTo>
                <a:cubicBezTo>
                  <a:pt x="862" y="160"/>
                  <a:pt x="868" y="157"/>
                  <a:pt x="875" y="159"/>
                </a:cubicBezTo>
                <a:cubicBezTo>
                  <a:pt x="876" y="159"/>
                  <a:pt x="877" y="158"/>
                  <a:pt x="878" y="158"/>
                </a:cubicBezTo>
                <a:cubicBezTo>
                  <a:pt x="878" y="159"/>
                  <a:pt x="878" y="159"/>
                  <a:pt x="878" y="159"/>
                </a:cubicBezTo>
                <a:cubicBezTo>
                  <a:pt x="878" y="158"/>
                  <a:pt x="878" y="158"/>
                  <a:pt x="878" y="158"/>
                </a:cubicBezTo>
                <a:cubicBezTo>
                  <a:pt x="878" y="158"/>
                  <a:pt x="878" y="158"/>
                  <a:pt x="878" y="158"/>
                </a:cubicBezTo>
                <a:cubicBezTo>
                  <a:pt x="877" y="154"/>
                  <a:pt x="876" y="150"/>
                  <a:pt x="876" y="146"/>
                </a:cubicBezTo>
                <a:cubicBezTo>
                  <a:pt x="876" y="145"/>
                  <a:pt x="877" y="143"/>
                  <a:pt x="877" y="142"/>
                </a:cubicBezTo>
                <a:cubicBezTo>
                  <a:pt x="877" y="142"/>
                  <a:pt x="878" y="141"/>
                  <a:pt x="879" y="141"/>
                </a:cubicBezTo>
                <a:cubicBezTo>
                  <a:pt x="881" y="140"/>
                  <a:pt x="884" y="140"/>
                  <a:pt x="886" y="141"/>
                </a:cubicBezTo>
                <a:cubicBezTo>
                  <a:pt x="888" y="142"/>
                  <a:pt x="889" y="143"/>
                  <a:pt x="889" y="144"/>
                </a:cubicBezTo>
                <a:cubicBezTo>
                  <a:pt x="890" y="146"/>
                  <a:pt x="890" y="149"/>
                  <a:pt x="891" y="152"/>
                </a:cubicBezTo>
                <a:cubicBezTo>
                  <a:pt x="891" y="152"/>
                  <a:pt x="891" y="152"/>
                  <a:pt x="892" y="152"/>
                </a:cubicBezTo>
                <a:cubicBezTo>
                  <a:pt x="892" y="152"/>
                  <a:pt x="893" y="152"/>
                  <a:pt x="893" y="152"/>
                </a:cubicBezTo>
                <a:cubicBezTo>
                  <a:pt x="894" y="150"/>
                  <a:pt x="895" y="149"/>
                  <a:pt x="895" y="147"/>
                </a:cubicBezTo>
                <a:cubicBezTo>
                  <a:pt x="895" y="145"/>
                  <a:pt x="895" y="144"/>
                  <a:pt x="895" y="142"/>
                </a:cubicBezTo>
                <a:cubicBezTo>
                  <a:pt x="895" y="139"/>
                  <a:pt x="894" y="138"/>
                  <a:pt x="890" y="137"/>
                </a:cubicBezTo>
                <a:cubicBezTo>
                  <a:pt x="890" y="137"/>
                  <a:pt x="889" y="137"/>
                  <a:pt x="888" y="137"/>
                </a:cubicBezTo>
                <a:cubicBezTo>
                  <a:pt x="887" y="137"/>
                  <a:pt x="886" y="135"/>
                  <a:pt x="886" y="134"/>
                </a:cubicBezTo>
                <a:cubicBezTo>
                  <a:pt x="886" y="131"/>
                  <a:pt x="887" y="129"/>
                  <a:pt x="889" y="127"/>
                </a:cubicBezTo>
                <a:cubicBezTo>
                  <a:pt x="893" y="125"/>
                  <a:pt x="895" y="122"/>
                  <a:pt x="896" y="118"/>
                </a:cubicBezTo>
                <a:cubicBezTo>
                  <a:pt x="899" y="118"/>
                  <a:pt x="901" y="117"/>
                  <a:pt x="904" y="117"/>
                </a:cubicBezTo>
                <a:cubicBezTo>
                  <a:pt x="905" y="117"/>
                  <a:pt x="906" y="116"/>
                  <a:pt x="907" y="116"/>
                </a:cubicBezTo>
                <a:cubicBezTo>
                  <a:pt x="909" y="115"/>
                  <a:pt x="912" y="115"/>
                  <a:pt x="914" y="115"/>
                </a:cubicBezTo>
                <a:cubicBezTo>
                  <a:pt x="914" y="115"/>
                  <a:pt x="914" y="115"/>
                  <a:pt x="914" y="115"/>
                </a:cubicBezTo>
                <a:cubicBezTo>
                  <a:pt x="915" y="116"/>
                  <a:pt x="915" y="117"/>
                  <a:pt x="916" y="118"/>
                </a:cubicBezTo>
                <a:cubicBezTo>
                  <a:pt x="916" y="118"/>
                  <a:pt x="917" y="118"/>
                  <a:pt x="917" y="118"/>
                </a:cubicBezTo>
                <a:cubicBezTo>
                  <a:pt x="918" y="119"/>
                  <a:pt x="919" y="119"/>
                  <a:pt x="920" y="119"/>
                </a:cubicBezTo>
                <a:cubicBezTo>
                  <a:pt x="920" y="119"/>
                  <a:pt x="921" y="120"/>
                  <a:pt x="921" y="120"/>
                </a:cubicBezTo>
                <a:cubicBezTo>
                  <a:pt x="921" y="120"/>
                  <a:pt x="921" y="120"/>
                  <a:pt x="921" y="120"/>
                </a:cubicBezTo>
                <a:cubicBezTo>
                  <a:pt x="921" y="120"/>
                  <a:pt x="921" y="121"/>
                  <a:pt x="921" y="121"/>
                </a:cubicBezTo>
                <a:cubicBezTo>
                  <a:pt x="921" y="122"/>
                  <a:pt x="922" y="122"/>
                  <a:pt x="923" y="122"/>
                </a:cubicBezTo>
                <a:cubicBezTo>
                  <a:pt x="923" y="122"/>
                  <a:pt x="923" y="121"/>
                  <a:pt x="923" y="121"/>
                </a:cubicBezTo>
                <a:cubicBezTo>
                  <a:pt x="923" y="121"/>
                  <a:pt x="923" y="120"/>
                  <a:pt x="923" y="120"/>
                </a:cubicBezTo>
                <a:cubicBezTo>
                  <a:pt x="922" y="120"/>
                  <a:pt x="922" y="120"/>
                  <a:pt x="921" y="119"/>
                </a:cubicBezTo>
                <a:cubicBezTo>
                  <a:pt x="921" y="119"/>
                  <a:pt x="921" y="119"/>
                  <a:pt x="921" y="119"/>
                </a:cubicBezTo>
                <a:cubicBezTo>
                  <a:pt x="921" y="119"/>
                  <a:pt x="920" y="119"/>
                  <a:pt x="920" y="119"/>
                </a:cubicBezTo>
                <a:cubicBezTo>
                  <a:pt x="919" y="119"/>
                  <a:pt x="918" y="118"/>
                  <a:pt x="917" y="118"/>
                </a:cubicBezTo>
                <a:cubicBezTo>
                  <a:pt x="917" y="118"/>
                  <a:pt x="917" y="118"/>
                  <a:pt x="916" y="117"/>
                </a:cubicBezTo>
                <a:cubicBezTo>
                  <a:pt x="915" y="116"/>
                  <a:pt x="915" y="115"/>
                  <a:pt x="914" y="115"/>
                </a:cubicBezTo>
                <a:cubicBezTo>
                  <a:pt x="913" y="115"/>
                  <a:pt x="913" y="115"/>
                  <a:pt x="913" y="115"/>
                </a:cubicBezTo>
                <a:cubicBezTo>
                  <a:pt x="913" y="112"/>
                  <a:pt x="913" y="110"/>
                  <a:pt x="916" y="109"/>
                </a:cubicBezTo>
                <a:close/>
                <a:moveTo>
                  <a:pt x="895" y="155"/>
                </a:moveTo>
                <a:cubicBezTo>
                  <a:pt x="895" y="155"/>
                  <a:pt x="895" y="155"/>
                  <a:pt x="894" y="155"/>
                </a:cubicBezTo>
                <a:cubicBezTo>
                  <a:pt x="895" y="155"/>
                  <a:pt x="895" y="155"/>
                  <a:pt x="895" y="155"/>
                </a:cubicBezTo>
                <a:close/>
                <a:moveTo>
                  <a:pt x="912" y="163"/>
                </a:moveTo>
                <a:cubicBezTo>
                  <a:pt x="912" y="163"/>
                  <a:pt x="912" y="163"/>
                  <a:pt x="912" y="163"/>
                </a:cubicBezTo>
                <a:cubicBezTo>
                  <a:pt x="912" y="164"/>
                  <a:pt x="911" y="164"/>
                  <a:pt x="911" y="165"/>
                </a:cubicBezTo>
                <a:cubicBezTo>
                  <a:pt x="910" y="165"/>
                  <a:pt x="910" y="165"/>
                  <a:pt x="910" y="166"/>
                </a:cubicBezTo>
                <a:cubicBezTo>
                  <a:pt x="910" y="165"/>
                  <a:pt x="910" y="165"/>
                  <a:pt x="910" y="165"/>
                </a:cubicBezTo>
                <a:cubicBezTo>
                  <a:pt x="911" y="165"/>
                  <a:pt x="911" y="165"/>
                  <a:pt x="911" y="165"/>
                </a:cubicBezTo>
                <a:cubicBezTo>
                  <a:pt x="912" y="164"/>
                  <a:pt x="912" y="164"/>
                  <a:pt x="912" y="163"/>
                </a:cubicBezTo>
                <a:cubicBezTo>
                  <a:pt x="912" y="163"/>
                  <a:pt x="912" y="163"/>
                  <a:pt x="912" y="163"/>
                </a:cubicBezTo>
                <a:close/>
                <a:moveTo>
                  <a:pt x="1050" y="73"/>
                </a:moveTo>
                <a:cubicBezTo>
                  <a:pt x="1050" y="74"/>
                  <a:pt x="1050" y="74"/>
                  <a:pt x="1050" y="74"/>
                </a:cubicBezTo>
                <a:cubicBezTo>
                  <a:pt x="1050" y="74"/>
                  <a:pt x="1051" y="73"/>
                  <a:pt x="1051" y="73"/>
                </a:cubicBezTo>
                <a:cubicBezTo>
                  <a:pt x="1050" y="73"/>
                  <a:pt x="1050" y="73"/>
                  <a:pt x="1050" y="73"/>
                </a:cubicBezTo>
                <a:cubicBezTo>
                  <a:pt x="1050" y="73"/>
                  <a:pt x="1050" y="73"/>
                  <a:pt x="1050" y="73"/>
                </a:cubicBezTo>
                <a:close/>
                <a:moveTo>
                  <a:pt x="932" y="60"/>
                </a:moveTo>
                <a:cubicBezTo>
                  <a:pt x="931" y="61"/>
                  <a:pt x="931" y="61"/>
                  <a:pt x="931" y="61"/>
                </a:cubicBezTo>
                <a:cubicBezTo>
                  <a:pt x="931" y="61"/>
                  <a:pt x="931" y="61"/>
                  <a:pt x="931" y="61"/>
                </a:cubicBezTo>
                <a:cubicBezTo>
                  <a:pt x="931" y="61"/>
                  <a:pt x="931" y="61"/>
                  <a:pt x="932" y="61"/>
                </a:cubicBezTo>
                <a:lnTo>
                  <a:pt x="932" y="60"/>
                </a:lnTo>
                <a:close/>
                <a:moveTo>
                  <a:pt x="964" y="116"/>
                </a:moveTo>
                <a:cubicBezTo>
                  <a:pt x="965" y="116"/>
                  <a:pt x="965" y="116"/>
                  <a:pt x="965" y="116"/>
                </a:cubicBezTo>
                <a:cubicBezTo>
                  <a:pt x="965" y="116"/>
                  <a:pt x="965" y="116"/>
                  <a:pt x="965" y="116"/>
                </a:cubicBezTo>
                <a:lnTo>
                  <a:pt x="964" y="116"/>
                </a:lnTo>
                <a:close/>
                <a:moveTo>
                  <a:pt x="957" y="398"/>
                </a:moveTo>
                <a:cubicBezTo>
                  <a:pt x="957" y="398"/>
                  <a:pt x="957" y="398"/>
                  <a:pt x="957" y="398"/>
                </a:cubicBezTo>
                <a:cubicBezTo>
                  <a:pt x="957" y="399"/>
                  <a:pt x="957" y="399"/>
                  <a:pt x="957" y="399"/>
                </a:cubicBezTo>
                <a:cubicBezTo>
                  <a:pt x="957" y="398"/>
                  <a:pt x="957" y="398"/>
                  <a:pt x="957" y="398"/>
                </a:cubicBezTo>
                <a:close/>
                <a:moveTo>
                  <a:pt x="957" y="400"/>
                </a:moveTo>
                <a:cubicBezTo>
                  <a:pt x="957" y="401"/>
                  <a:pt x="957" y="401"/>
                  <a:pt x="957" y="401"/>
                </a:cubicBezTo>
                <a:cubicBezTo>
                  <a:pt x="957" y="401"/>
                  <a:pt x="957" y="401"/>
                  <a:pt x="957" y="401"/>
                </a:cubicBezTo>
                <a:cubicBezTo>
                  <a:pt x="957" y="401"/>
                  <a:pt x="957" y="401"/>
                  <a:pt x="957" y="400"/>
                </a:cubicBezTo>
                <a:close/>
                <a:moveTo>
                  <a:pt x="712" y="216"/>
                </a:moveTo>
                <a:cubicBezTo>
                  <a:pt x="713" y="212"/>
                  <a:pt x="711" y="209"/>
                  <a:pt x="707" y="208"/>
                </a:cubicBezTo>
                <a:cubicBezTo>
                  <a:pt x="705" y="208"/>
                  <a:pt x="703" y="207"/>
                  <a:pt x="700" y="207"/>
                </a:cubicBezTo>
                <a:cubicBezTo>
                  <a:pt x="697" y="206"/>
                  <a:pt x="695" y="208"/>
                  <a:pt x="693" y="210"/>
                </a:cubicBezTo>
                <a:cubicBezTo>
                  <a:pt x="692" y="211"/>
                  <a:pt x="692" y="213"/>
                  <a:pt x="693" y="215"/>
                </a:cubicBezTo>
                <a:cubicBezTo>
                  <a:pt x="693" y="217"/>
                  <a:pt x="693" y="220"/>
                  <a:pt x="694" y="222"/>
                </a:cubicBezTo>
                <a:cubicBezTo>
                  <a:pt x="694" y="222"/>
                  <a:pt x="694" y="222"/>
                  <a:pt x="694" y="223"/>
                </a:cubicBezTo>
                <a:cubicBezTo>
                  <a:pt x="694" y="223"/>
                  <a:pt x="694" y="223"/>
                  <a:pt x="694" y="223"/>
                </a:cubicBezTo>
                <a:cubicBezTo>
                  <a:pt x="694" y="223"/>
                  <a:pt x="694" y="223"/>
                  <a:pt x="694" y="223"/>
                </a:cubicBezTo>
                <a:cubicBezTo>
                  <a:pt x="694" y="223"/>
                  <a:pt x="694" y="223"/>
                  <a:pt x="694" y="222"/>
                </a:cubicBezTo>
                <a:cubicBezTo>
                  <a:pt x="693" y="222"/>
                  <a:pt x="693" y="221"/>
                  <a:pt x="693" y="221"/>
                </a:cubicBezTo>
                <a:cubicBezTo>
                  <a:pt x="692" y="219"/>
                  <a:pt x="691" y="217"/>
                  <a:pt x="689" y="217"/>
                </a:cubicBezTo>
                <a:cubicBezTo>
                  <a:pt x="688" y="217"/>
                  <a:pt x="687" y="216"/>
                  <a:pt x="686" y="216"/>
                </a:cubicBezTo>
                <a:cubicBezTo>
                  <a:pt x="682" y="214"/>
                  <a:pt x="680" y="215"/>
                  <a:pt x="679" y="218"/>
                </a:cubicBezTo>
                <a:cubicBezTo>
                  <a:pt x="678" y="219"/>
                  <a:pt x="677" y="221"/>
                  <a:pt x="676" y="223"/>
                </a:cubicBezTo>
                <a:cubicBezTo>
                  <a:pt x="674" y="227"/>
                  <a:pt x="673" y="232"/>
                  <a:pt x="671" y="236"/>
                </a:cubicBezTo>
                <a:cubicBezTo>
                  <a:pt x="668" y="240"/>
                  <a:pt x="668" y="245"/>
                  <a:pt x="666" y="250"/>
                </a:cubicBezTo>
                <a:cubicBezTo>
                  <a:pt x="666" y="250"/>
                  <a:pt x="666" y="251"/>
                  <a:pt x="666" y="251"/>
                </a:cubicBezTo>
                <a:cubicBezTo>
                  <a:pt x="666" y="251"/>
                  <a:pt x="666" y="252"/>
                  <a:pt x="665" y="252"/>
                </a:cubicBezTo>
                <a:cubicBezTo>
                  <a:pt x="665" y="253"/>
                  <a:pt x="663" y="254"/>
                  <a:pt x="663" y="254"/>
                </a:cubicBezTo>
                <a:cubicBezTo>
                  <a:pt x="662" y="253"/>
                  <a:pt x="661" y="252"/>
                  <a:pt x="661" y="251"/>
                </a:cubicBezTo>
                <a:cubicBezTo>
                  <a:pt x="662" y="247"/>
                  <a:pt x="663" y="243"/>
                  <a:pt x="664" y="239"/>
                </a:cubicBezTo>
                <a:cubicBezTo>
                  <a:pt x="666" y="234"/>
                  <a:pt x="667" y="228"/>
                  <a:pt x="665" y="223"/>
                </a:cubicBezTo>
                <a:cubicBezTo>
                  <a:pt x="665" y="222"/>
                  <a:pt x="664" y="221"/>
                  <a:pt x="663" y="220"/>
                </a:cubicBezTo>
                <a:cubicBezTo>
                  <a:pt x="662" y="219"/>
                  <a:pt x="659" y="220"/>
                  <a:pt x="659" y="221"/>
                </a:cubicBezTo>
                <a:cubicBezTo>
                  <a:pt x="659" y="224"/>
                  <a:pt x="658" y="226"/>
                  <a:pt x="658" y="229"/>
                </a:cubicBezTo>
                <a:cubicBezTo>
                  <a:pt x="658" y="230"/>
                  <a:pt x="657" y="231"/>
                  <a:pt x="656" y="231"/>
                </a:cubicBezTo>
                <a:cubicBezTo>
                  <a:pt x="652" y="230"/>
                  <a:pt x="649" y="230"/>
                  <a:pt x="645" y="230"/>
                </a:cubicBezTo>
                <a:cubicBezTo>
                  <a:pt x="644" y="230"/>
                  <a:pt x="644" y="229"/>
                  <a:pt x="644" y="229"/>
                </a:cubicBezTo>
                <a:cubicBezTo>
                  <a:pt x="645" y="228"/>
                  <a:pt x="645" y="228"/>
                  <a:pt x="645" y="228"/>
                </a:cubicBezTo>
                <a:cubicBezTo>
                  <a:pt x="647" y="227"/>
                  <a:pt x="649" y="227"/>
                  <a:pt x="650" y="225"/>
                </a:cubicBezTo>
                <a:cubicBezTo>
                  <a:pt x="651" y="225"/>
                  <a:pt x="652" y="223"/>
                  <a:pt x="651" y="221"/>
                </a:cubicBezTo>
                <a:cubicBezTo>
                  <a:pt x="650" y="218"/>
                  <a:pt x="648" y="217"/>
                  <a:pt x="645" y="215"/>
                </a:cubicBezTo>
                <a:cubicBezTo>
                  <a:pt x="643" y="212"/>
                  <a:pt x="641" y="212"/>
                  <a:pt x="638" y="214"/>
                </a:cubicBezTo>
                <a:cubicBezTo>
                  <a:pt x="637" y="215"/>
                  <a:pt x="636" y="216"/>
                  <a:pt x="635" y="217"/>
                </a:cubicBezTo>
                <a:cubicBezTo>
                  <a:pt x="634" y="218"/>
                  <a:pt x="633" y="218"/>
                  <a:pt x="632" y="218"/>
                </a:cubicBezTo>
                <a:cubicBezTo>
                  <a:pt x="631" y="218"/>
                  <a:pt x="631" y="217"/>
                  <a:pt x="632" y="215"/>
                </a:cubicBezTo>
                <a:cubicBezTo>
                  <a:pt x="634" y="213"/>
                  <a:pt x="636" y="210"/>
                  <a:pt x="637" y="208"/>
                </a:cubicBezTo>
                <a:cubicBezTo>
                  <a:pt x="638" y="206"/>
                  <a:pt x="637" y="203"/>
                  <a:pt x="635" y="202"/>
                </a:cubicBezTo>
                <a:cubicBezTo>
                  <a:pt x="635" y="201"/>
                  <a:pt x="634" y="201"/>
                  <a:pt x="633" y="201"/>
                </a:cubicBezTo>
                <a:cubicBezTo>
                  <a:pt x="633" y="202"/>
                  <a:pt x="631" y="201"/>
                  <a:pt x="628" y="202"/>
                </a:cubicBezTo>
                <a:cubicBezTo>
                  <a:pt x="627" y="203"/>
                  <a:pt x="625" y="203"/>
                  <a:pt x="623" y="203"/>
                </a:cubicBezTo>
                <a:cubicBezTo>
                  <a:pt x="621" y="204"/>
                  <a:pt x="619" y="204"/>
                  <a:pt x="617" y="204"/>
                </a:cubicBezTo>
                <a:cubicBezTo>
                  <a:pt x="616" y="205"/>
                  <a:pt x="616" y="205"/>
                  <a:pt x="615" y="205"/>
                </a:cubicBezTo>
                <a:cubicBezTo>
                  <a:pt x="610" y="208"/>
                  <a:pt x="605" y="210"/>
                  <a:pt x="600" y="212"/>
                </a:cubicBezTo>
                <a:cubicBezTo>
                  <a:pt x="597" y="213"/>
                  <a:pt x="595" y="214"/>
                  <a:pt x="595" y="218"/>
                </a:cubicBezTo>
                <a:cubicBezTo>
                  <a:pt x="595" y="219"/>
                  <a:pt x="593" y="219"/>
                  <a:pt x="592" y="220"/>
                </a:cubicBezTo>
                <a:cubicBezTo>
                  <a:pt x="591" y="221"/>
                  <a:pt x="589" y="222"/>
                  <a:pt x="588" y="223"/>
                </a:cubicBezTo>
                <a:cubicBezTo>
                  <a:pt x="586" y="224"/>
                  <a:pt x="583" y="226"/>
                  <a:pt x="583" y="229"/>
                </a:cubicBezTo>
                <a:cubicBezTo>
                  <a:pt x="583" y="230"/>
                  <a:pt x="584" y="232"/>
                  <a:pt x="584" y="234"/>
                </a:cubicBezTo>
                <a:cubicBezTo>
                  <a:pt x="584" y="234"/>
                  <a:pt x="585" y="235"/>
                  <a:pt x="585" y="235"/>
                </a:cubicBezTo>
                <a:cubicBezTo>
                  <a:pt x="585" y="237"/>
                  <a:pt x="586" y="237"/>
                  <a:pt x="588" y="238"/>
                </a:cubicBezTo>
                <a:cubicBezTo>
                  <a:pt x="591" y="238"/>
                  <a:pt x="595" y="238"/>
                  <a:pt x="598" y="239"/>
                </a:cubicBezTo>
                <a:cubicBezTo>
                  <a:pt x="599" y="239"/>
                  <a:pt x="599" y="239"/>
                  <a:pt x="599" y="240"/>
                </a:cubicBezTo>
                <a:cubicBezTo>
                  <a:pt x="599" y="240"/>
                  <a:pt x="599" y="241"/>
                  <a:pt x="598" y="241"/>
                </a:cubicBezTo>
                <a:cubicBezTo>
                  <a:pt x="594" y="241"/>
                  <a:pt x="590" y="242"/>
                  <a:pt x="586" y="242"/>
                </a:cubicBezTo>
                <a:cubicBezTo>
                  <a:pt x="584" y="242"/>
                  <a:pt x="582" y="243"/>
                  <a:pt x="580" y="244"/>
                </a:cubicBezTo>
                <a:cubicBezTo>
                  <a:pt x="579" y="245"/>
                  <a:pt x="578" y="246"/>
                  <a:pt x="578" y="247"/>
                </a:cubicBezTo>
                <a:cubicBezTo>
                  <a:pt x="578" y="248"/>
                  <a:pt x="579" y="250"/>
                  <a:pt x="579" y="251"/>
                </a:cubicBezTo>
                <a:cubicBezTo>
                  <a:pt x="579" y="255"/>
                  <a:pt x="579" y="256"/>
                  <a:pt x="585" y="258"/>
                </a:cubicBezTo>
                <a:cubicBezTo>
                  <a:pt x="591" y="259"/>
                  <a:pt x="597" y="261"/>
                  <a:pt x="604" y="261"/>
                </a:cubicBezTo>
                <a:cubicBezTo>
                  <a:pt x="605" y="261"/>
                  <a:pt x="606" y="261"/>
                  <a:pt x="607" y="261"/>
                </a:cubicBezTo>
                <a:cubicBezTo>
                  <a:pt x="612" y="264"/>
                  <a:pt x="616" y="267"/>
                  <a:pt x="618" y="272"/>
                </a:cubicBezTo>
                <a:cubicBezTo>
                  <a:pt x="619" y="273"/>
                  <a:pt x="619" y="274"/>
                  <a:pt x="618" y="274"/>
                </a:cubicBezTo>
                <a:cubicBezTo>
                  <a:pt x="618" y="275"/>
                  <a:pt x="618" y="275"/>
                  <a:pt x="617" y="275"/>
                </a:cubicBezTo>
                <a:cubicBezTo>
                  <a:pt x="611" y="274"/>
                  <a:pt x="606" y="272"/>
                  <a:pt x="601" y="270"/>
                </a:cubicBezTo>
                <a:cubicBezTo>
                  <a:pt x="599" y="269"/>
                  <a:pt x="597" y="267"/>
                  <a:pt x="595" y="267"/>
                </a:cubicBezTo>
                <a:cubicBezTo>
                  <a:pt x="589" y="267"/>
                  <a:pt x="584" y="267"/>
                  <a:pt x="579" y="267"/>
                </a:cubicBezTo>
                <a:cubicBezTo>
                  <a:pt x="576" y="267"/>
                  <a:pt x="574" y="269"/>
                  <a:pt x="574" y="271"/>
                </a:cubicBezTo>
                <a:cubicBezTo>
                  <a:pt x="572" y="274"/>
                  <a:pt x="572" y="277"/>
                  <a:pt x="573" y="280"/>
                </a:cubicBezTo>
                <a:cubicBezTo>
                  <a:pt x="573" y="285"/>
                  <a:pt x="576" y="289"/>
                  <a:pt x="581" y="291"/>
                </a:cubicBezTo>
                <a:cubicBezTo>
                  <a:pt x="584" y="291"/>
                  <a:pt x="586" y="292"/>
                  <a:pt x="589" y="293"/>
                </a:cubicBezTo>
                <a:cubicBezTo>
                  <a:pt x="589" y="293"/>
                  <a:pt x="590" y="295"/>
                  <a:pt x="590" y="296"/>
                </a:cubicBezTo>
                <a:cubicBezTo>
                  <a:pt x="589" y="297"/>
                  <a:pt x="588" y="299"/>
                  <a:pt x="588" y="301"/>
                </a:cubicBezTo>
                <a:cubicBezTo>
                  <a:pt x="587" y="302"/>
                  <a:pt x="587" y="303"/>
                  <a:pt x="587" y="304"/>
                </a:cubicBezTo>
                <a:cubicBezTo>
                  <a:pt x="587" y="306"/>
                  <a:pt x="588" y="309"/>
                  <a:pt x="588" y="311"/>
                </a:cubicBezTo>
                <a:cubicBezTo>
                  <a:pt x="589" y="311"/>
                  <a:pt x="589" y="312"/>
                  <a:pt x="590" y="312"/>
                </a:cubicBezTo>
                <a:cubicBezTo>
                  <a:pt x="591" y="312"/>
                  <a:pt x="592" y="312"/>
                  <a:pt x="593" y="312"/>
                </a:cubicBezTo>
                <a:cubicBezTo>
                  <a:pt x="599" y="313"/>
                  <a:pt x="604" y="312"/>
                  <a:pt x="609" y="314"/>
                </a:cubicBezTo>
                <a:cubicBezTo>
                  <a:pt x="612" y="315"/>
                  <a:pt x="615" y="314"/>
                  <a:pt x="618" y="313"/>
                </a:cubicBezTo>
                <a:cubicBezTo>
                  <a:pt x="620" y="312"/>
                  <a:pt x="621" y="311"/>
                  <a:pt x="623" y="311"/>
                </a:cubicBezTo>
                <a:cubicBezTo>
                  <a:pt x="625" y="309"/>
                  <a:pt x="628" y="309"/>
                  <a:pt x="631" y="309"/>
                </a:cubicBezTo>
                <a:cubicBezTo>
                  <a:pt x="634" y="310"/>
                  <a:pt x="637" y="309"/>
                  <a:pt x="639" y="307"/>
                </a:cubicBezTo>
                <a:cubicBezTo>
                  <a:pt x="640" y="306"/>
                  <a:pt x="642" y="305"/>
                  <a:pt x="643" y="305"/>
                </a:cubicBezTo>
                <a:cubicBezTo>
                  <a:pt x="644" y="304"/>
                  <a:pt x="645" y="305"/>
                  <a:pt x="645" y="305"/>
                </a:cubicBezTo>
                <a:cubicBezTo>
                  <a:pt x="645" y="306"/>
                  <a:pt x="646" y="306"/>
                  <a:pt x="646" y="306"/>
                </a:cubicBezTo>
                <a:cubicBezTo>
                  <a:pt x="646" y="309"/>
                  <a:pt x="648" y="309"/>
                  <a:pt x="650" y="310"/>
                </a:cubicBezTo>
                <a:cubicBezTo>
                  <a:pt x="652" y="312"/>
                  <a:pt x="651" y="314"/>
                  <a:pt x="653" y="316"/>
                </a:cubicBezTo>
                <a:cubicBezTo>
                  <a:pt x="653" y="316"/>
                  <a:pt x="653" y="317"/>
                  <a:pt x="653" y="317"/>
                </a:cubicBezTo>
                <a:cubicBezTo>
                  <a:pt x="657" y="318"/>
                  <a:pt x="661" y="319"/>
                  <a:pt x="664" y="320"/>
                </a:cubicBezTo>
                <a:cubicBezTo>
                  <a:pt x="668" y="321"/>
                  <a:pt x="672" y="321"/>
                  <a:pt x="676" y="320"/>
                </a:cubicBezTo>
                <a:cubicBezTo>
                  <a:pt x="677" y="319"/>
                  <a:pt x="679" y="318"/>
                  <a:pt x="680" y="316"/>
                </a:cubicBezTo>
                <a:cubicBezTo>
                  <a:pt x="681" y="313"/>
                  <a:pt x="681" y="309"/>
                  <a:pt x="678" y="306"/>
                </a:cubicBezTo>
                <a:cubicBezTo>
                  <a:pt x="678" y="306"/>
                  <a:pt x="678" y="306"/>
                  <a:pt x="678" y="306"/>
                </a:cubicBezTo>
                <a:cubicBezTo>
                  <a:pt x="677" y="307"/>
                  <a:pt x="677" y="308"/>
                  <a:pt x="676" y="308"/>
                </a:cubicBezTo>
                <a:cubicBezTo>
                  <a:pt x="675" y="308"/>
                  <a:pt x="675" y="308"/>
                  <a:pt x="674" y="308"/>
                </a:cubicBezTo>
                <a:cubicBezTo>
                  <a:pt x="674" y="307"/>
                  <a:pt x="674" y="307"/>
                  <a:pt x="675" y="306"/>
                </a:cubicBezTo>
                <a:cubicBezTo>
                  <a:pt x="676" y="306"/>
                  <a:pt x="677" y="306"/>
                  <a:pt x="678" y="306"/>
                </a:cubicBezTo>
                <a:cubicBezTo>
                  <a:pt x="678" y="306"/>
                  <a:pt x="678" y="306"/>
                  <a:pt x="678" y="306"/>
                </a:cubicBezTo>
                <a:cubicBezTo>
                  <a:pt x="678" y="306"/>
                  <a:pt x="678" y="306"/>
                  <a:pt x="678" y="306"/>
                </a:cubicBezTo>
                <a:cubicBezTo>
                  <a:pt x="679" y="305"/>
                  <a:pt x="679" y="304"/>
                  <a:pt x="680" y="303"/>
                </a:cubicBezTo>
                <a:cubicBezTo>
                  <a:pt x="681" y="303"/>
                  <a:pt x="682" y="302"/>
                  <a:pt x="683" y="303"/>
                </a:cubicBezTo>
                <a:cubicBezTo>
                  <a:pt x="685" y="305"/>
                  <a:pt x="688" y="305"/>
                  <a:pt x="689" y="308"/>
                </a:cubicBezTo>
                <a:cubicBezTo>
                  <a:pt x="692" y="307"/>
                  <a:pt x="695" y="306"/>
                  <a:pt x="696" y="302"/>
                </a:cubicBezTo>
                <a:cubicBezTo>
                  <a:pt x="697" y="300"/>
                  <a:pt x="697" y="298"/>
                  <a:pt x="695" y="296"/>
                </a:cubicBezTo>
                <a:cubicBezTo>
                  <a:pt x="694" y="294"/>
                  <a:pt x="694" y="293"/>
                  <a:pt x="692" y="292"/>
                </a:cubicBezTo>
                <a:cubicBezTo>
                  <a:pt x="691" y="291"/>
                  <a:pt x="690" y="289"/>
                  <a:pt x="689" y="286"/>
                </a:cubicBezTo>
                <a:cubicBezTo>
                  <a:pt x="689" y="284"/>
                  <a:pt x="688" y="282"/>
                  <a:pt x="686" y="280"/>
                </a:cubicBezTo>
                <a:cubicBezTo>
                  <a:pt x="683" y="278"/>
                  <a:pt x="683" y="275"/>
                  <a:pt x="682" y="272"/>
                </a:cubicBezTo>
                <a:cubicBezTo>
                  <a:pt x="681" y="270"/>
                  <a:pt x="681" y="268"/>
                  <a:pt x="682" y="267"/>
                </a:cubicBezTo>
                <a:cubicBezTo>
                  <a:pt x="686" y="264"/>
                  <a:pt x="687" y="260"/>
                  <a:pt x="687" y="255"/>
                </a:cubicBezTo>
                <a:cubicBezTo>
                  <a:pt x="687" y="253"/>
                  <a:pt x="687" y="251"/>
                  <a:pt x="688" y="249"/>
                </a:cubicBezTo>
                <a:cubicBezTo>
                  <a:pt x="690" y="244"/>
                  <a:pt x="692" y="239"/>
                  <a:pt x="694" y="233"/>
                </a:cubicBezTo>
                <a:cubicBezTo>
                  <a:pt x="695" y="231"/>
                  <a:pt x="696" y="230"/>
                  <a:pt x="698" y="229"/>
                </a:cubicBezTo>
                <a:cubicBezTo>
                  <a:pt x="703" y="227"/>
                  <a:pt x="707" y="223"/>
                  <a:pt x="711" y="220"/>
                </a:cubicBezTo>
                <a:cubicBezTo>
                  <a:pt x="712" y="219"/>
                  <a:pt x="712" y="217"/>
                  <a:pt x="712" y="216"/>
                </a:cubicBezTo>
                <a:close/>
                <a:moveTo>
                  <a:pt x="633" y="200"/>
                </a:moveTo>
                <a:cubicBezTo>
                  <a:pt x="633" y="201"/>
                  <a:pt x="633" y="201"/>
                  <a:pt x="633" y="201"/>
                </a:cubicBezTo>
                <a:cubicBezTo>
                  <a:pt x="634" y="200"/>
                  <a:pt x="634" y="200"/>
                  <a:pt x="634" y="200"/>
                </a:cubicBezTo>
                <a:lnTo>
                  <a:pt x="633" y="200"/>
                </a:lnTo>
                <a:close/>
                <a:moveTo>
                  <a:pt x="2822" y="1274"/>
                </a:moveTo>
                <a:cubicBezTo>
                  <a:pt x="2821" y="1273"/>
                  <a:pt x="2821" y="1273"/>
                  <a:pt x="2821" y="1273"/>
                </a:cubicBezTo>
                <a:cubicBezTo>
                  <a:pt x="2819" y="1272"/>
                  <a:pt x="2817" y="1270"/>
                  <a:pt x="2816" y="1269"/>
                </a:cubicBezTo>
                <a:cubicBezTo>
                  <a:pt x="2814" y="1267"/>
                  <a:pt x="2813" y="1265"/>
                  <a:pt x="2812" y="1263"/>
                </a:cubicBezTo>
                <a:cubicBezTo>
                  <a:pt x="2811" y="1262"/>
                  <a:pt x="2809" y="1261"/>
                  <a:pt x="2808" y="1260"/>
                </a:cubicBezTo>
                <a:cubicBezTo>
                  <a:pt x="2807" y="1258"/>
                  <a:pt x="2805" y="1256"/>
                  <a:pt x="2804" y="1254"/>
                </a:cubicBezTo>
                <a:cubicBezTo>
                  <a:pt x="2803" y="1253"/>
                  <a:pt x="2803" y="1251"/>
                  <a:pt x="2805" y="1251"/>
                </a:cubicBezTo>
                <a:cubicBezTo>
                  <a:pt x="2805" y="1250"/>
                  <a:pt x="2807" y="1249"/>
                  <a:pt x="2807" y="1249"/>
                </a:cubicBezTo>
                <a:cubicBezTo>
                  <a:pt x="2809" y="1247"/>
                  <a:pt x="2809" y="1244"/>
                  <a:pt x="2807" y="1243"/>
                </a:cubicBezTo>
                <a:cubicBezTo>
                  <a:pt x="2806" y="1242"/>
                  <a:pt x="2805" y="1242"/>
                  <a:pt x="2804" y="1241"/>
                </a:cubicBezTo>
                <a:cubicBezTo>
                  <a:pt x="2801" y="1240"/>
                  <a:pt x="2799" y="1239"/>
                  <a:pt x="2796" y="1238"/>
                </a:cubicBezTo>
                <a:cubicBezTo>
                  <a:pt x="2793" y="1237"/>
                  <a:pt x="2791" y="1235"/>
                  <a:pt x="2790" y="1232"/>
                </a:cubicBezTo>
                <a:cubicBezTo>
                  <a:pt x="2790" y="1230"/>
                  <a:pt x="2789" y="1229"/>
                  <a:pt x="2788" y="1228"/>
                </a:cubicBezTo>
                <a:cubicBezTo>
                  <a:pt x="2781" y="1223"/>
                  <a:pt x="2772" y="1218"/>
                  <a:pt x="2764" y="1216"/>
                </a:cubicBezTo>
                <a:cubicBezTo>
                  <a:pt x="2760" y="1215"/>
                  <a:pt x="2756" y="1213"/>
                  <a:pt x="2752" y="1212"/>
                </a:cubicBezTo>
                <a:cubicBezTo>
                  <a:pt x="2748" y="1210"/>
                  <a:pt x="2744" y="1208"/>
                  <a:pt x="2739" y="1207"/>
                </a:cubicBezTo>
                <a:cubicBezTo>
                  <a:pt x="2733" y="1205"/>
                  <a:pt x="2727" y="1203"/>
                  <a:pt x="2721" y="1201"/>
                </a:cubicBezTo>
                <a:cubicBezTo>
                  <a:pt x="2716" y="1198"/>
                  <a:pt x="2711" y="1197"/>
                  <a:pt x="2708" y="1203"/>
                </a:cubicBezTo>
                <a:cubicBezTo>
                  <a:pt x="2707" y="1203"/>
                  <a:pt x="2707" y="1204"/>
                  <a:pt x="2707" y="1204"/>
                </a:cubicBezTo>
                <a:cubicBezTo>
                  <a:pt x="2701" y="1206"/>
                  <a:pt x="2697" y="1210"/>
                  <a:pt x="2694" y="1215"/>
                </a:cubicBezTo>
                <a:cubicBezTo>
                  <a:pt x="2693" y="1216"/>
                  <a:pt x="2691" y="1216"/>
                  <a:pt x="2690" y="1215"/>
                </a:cubicBezTo>
                <a:cubicBezTo>
                  <a:pt x="2688" y="1213"/>
                  <a:pt x="2686" y="1211"/>
                  <a:pt x="2683" y="1209"/>
                </a:cubicBezTo>
                <a:cubicBezTo>
                  <a:pt x="2682" y="1208"/>
                  <a:pt x="2682" y="1206"/>
                  <a:pt x="2682" y="1205"/>
                </a:cubicBezTo>
                <a:cubicBezTo>
                  <a:pt x="2682" y="1203"/>
                  <a:pt x="2682" y="1202"/>
                  <a:pt x="2682" y="1200"/>
                </a:cubicBezTo>
                <a:cubicBezTo>
                  <a:pt x="2683" y="1197"/>
                  <a:pt x="2682" y="1195"/>
                  <a:pt x="2680" y="1193"/>
                </a:cubicBezTo>
                <a:cubicBezTo>
                  <a:pt x="2679" y="1191"/>
                  <a:pt x="2677" y="1191"/>
                  <a:pt x="2675" y="1191"/>
                </a:cubicBezTo>
                <a:cubicBezTo>
                  <a:pt x="2673" y="1190"/>
                  <a:pt x="2671" y="1189"/>
                  <a:pt x="2669" y="1188"/>
                </a:cubicBezTo>
                <a:cubicBezTo>
                  <a:pt x="2667" y="1188"/>
                  <a:pt x="2665" y="1188"/>
                  <a:pt x="2662" y="1189"/>
                </a:cubicBezTo>
                <a:cubicBezTo>
                  <a:pt x="2658" y="1191"/>
                  <a:pt x="2655" y="1193"/>
                  <a:pt x="2650" y="1194"/>
                </a:cubicBezTo>
                <a:cubicBezTo>
                  <a:pt x="2650" y="1194"/>
                  <a:pt x="2649" y="1196"/>
                  <a:pt x="2649" y="1196"/>
                </a:cubicBezTo>
                <a:cubicBezTo>
                  <a:pt x="2649" y="1197"/>
                  <a:pt x="2650" y="1198"/>
                  <a:pt x="2650" y="1198"/>
                </a:cubicBezTo>
                <a:cubicBezTo>
                  <a:pt x="2652" y="1199"/>
                  <a:pt x="2653" y="1200"/>
                  <a:pt x="2654" y="1200"/>
                </a:cubicBezTo>
                <a:cubicBezTo>
                  <a:pt x="2656" y="1200"/>
                  <a:pt x="2658" y="1201"/>
                  <a:pt x="2659" y="1203"/>
                </a:cubicBezTo>
                <a:cubicBezTo>
                  <a:pt x="2661" y="1206"/>
                  <a:pt x="2664" y="1208"/>
                  <a:pt x="2667" y="1208"/>
                </a:cubicBezTo>
                <a:cubicBezTo>
                  <a:pt x="2670" y="1208"/>
                  <a:pt x="2672" y="1207"/>
                  <a:pt x="2674" y="1207"/>
                </a:cubicBezTo>
                <a:cubicBezTo>
                  <a:pt x="2675" y="1207"/>
                  <a:pt x="2675" y="1208"/>
                  <a:pt x="2676" y="1208"/>
                </a:cubicBezTo>
                <a:cubicBezTo>
                  <a:pt x="2675" y="1209"/>
                  <a:pt x="2675" y="1209"/>
                  <a:pt x="2675" y="1209"/>
                </a:cubicBezTo>
                <a:cubicBezTo>
                  <a:pt x="2671" y="1209"/>
                  <a:pt x="2667" y="1212"/>
                  <a:pt x="2663" y="1212"/>
                </a:cubicBezTo>
                <a:cubicBezTo>
                  <a:pt x="2662" y="1212"/>
                  <a:pt x="2661" y="1213"/>
                  <a:pt x="2662" y="1214"/>
                </a:cubicBezTo>
                <a:cubicBezTo>
                  <a:pt x="2664" y="1216"/>
                  <a:pt x="2666" y="1220"/>
                  <a:pt x="2667" y="1223"/>
                </a:cubicBezTo>
                <a:cubicBezTo>
                  <a:pt x="2668" y="1225"/>
                  <a:pt x="2670" y="1226"/>
                  <a:pt x="2672" y="1225"/>
                </a:cubicBezTo>
                <a:cubicBezTo>
                  <a:pt x="2673" y="1224"/>
                  <a:pt x="2673" y="1223"/>
                  <a:pt x="2674" y="1222"/>
                </a:cubicBezTo>
                <a:cubicBezTo>
                  <a:pt x="2675" y="1221"/>
                  <a:pt x="2676" y="1220"/>
                  <a:pt x="2677" y="1221"/>
                </a:cubicBezTo>
                <a:cubicBezTo>
                  <a:pt x="2680" y="1223"/>
                  <a:pt x="2683" y="1224"/>
                  <a:pt x="2686" y="1226"/>
                </a:cubicBezTo>
                <a:cubicBezTo>
                  <a:pt x="2687" y="1227"/>
                  <a:pt x="2689" y="1228"/>
                  <a:pt x="2692" y="1229"/>
                </a:cubicBezTo>
                <a:cubicBezTo>
                  <a:pt x="2695" y="1230"/>
                  <a:pt x="2699" y="1231"/>
                  <a:pt x="2702" y="1232"/>
                </a:cubicBezTo>
                <a:cubicBezTo>
                  <a:pt x="2705" y="1233"/>
                  <a:pt x="2707" y="1234"/>
                  <a:pt x="2709" y="1235"/>
                </a:cubicBezTo>
                <a:cubicBezTo>
                  <a:pt x="2713" y="1237"/>
                  <a:pt x="2716" y="1239"/>
                  <a:pt x="2718" y="1244"/>
                </a:cubicBezTo>
                <a:cubicBezTo>
                  <a:pt x="2718" y="1246"/>
                  <a:pt x="2719" y="1247"/>
                  <a:pt x="2720" y="1249"/>
                </a:cubicBezTo>
                <a:cubicBezTo>
                  <a:pt x="2721" y="1250"/>
                  <a:pt x="2722" y="1252"/>
                  <a:pt x="2722" y="1253"/>
                </a:cubicBezTo>
                <a:cubicBezTo>
                  <a:pt x="2723" y="1254"/>
                  <a:pt x="2722" y="1255"/>
                  <a:pt x="2721" y="1256"/>
                </a:cubicBezTo>
                <a:cubicBezTo>
                  <a:pt x="2717" y="1256"/>
                  <a:pt x="2716" y="1259"/>
                  <a:pt x="2714" y="1262"/>
                </a:cubicBezTo>
                <a:cubicBezTo>
                  <a:pt x="2713" y="1264"/>
                  <a:pt x="2714" y="1266"/>
                  <a:pt x="2716" y="1266"/>
                </a:cubicBezTo>
                <a:cubicBezTo>
                  <a:pt x="2719" y="1266"/>
                  <a:pt x="2722" y="1266"/>
                  <a:pt x="2726" y="1265"/>
                </a:cubicBezTo>
                <a:cubicBezTo>
                  <a:pt x="2730" y="1264"/>
                  <a:pt x="2733" y="1264"/>
                  <a:pt x="2736" y="1268"/>
                </a:cubicBezTo>
                <a:cubicBezTo>
                  <a:pt x="2736" y="1269"/>
                  <a:pt x="2737" y="1270"/>
                  <a:pt x="2738" y="1271"/>
                </a:cubicBezTo>
                <a:cubicBezTo>
                  <a:pt x="2739" y="1273"/>
                  <a:pt x="2741" y="1273"/>
                  <a:pt x="2744" y="1273"/>
                </a:cubicBezTo>
                <a:cubicBezTo>
                  <a:pt x="2748" y="1274"/>
                  <a:pt x="2753" y="1274"/>
                  <a:pt x="2757" y="1275"/>
                </a:cubicBezTo>
                <a:cubicBezTo>
                  <a:pt x="2759" y="1276"/>
                  <a:pt x="2761" y="1275"/>
                  <a:pt x="2763" y="1274"/>
                </a:cubicBezTo>
                <a:cubicBezTo>
                  <a:pt x="2765" y="1273"/>
                  <a:pt x="2766" y="1272"/>
                  <a:pt x="2765" y="1269"/>
                </a:cubicBezTo>
                <a:cubicBezTo>
                  <a:pt x="2765" y="1268"/>
                  <a:pt x="2764" y="1267"/>
                  <a:pt x="2765" y="1267"/>
                </a:cubicBezTo>
                <a:cubicBezTo>
                  <a:pt x="2767" y="1265"/>
                  <a:pt x="2770" y="1263"/>
                  <a:pt x="2773" y="1261"/>
                </a:cubicBezTo>
                <a:cubicBezTo>
                  <a:pt x="2775" y="1259"/>
                  <a:pt x="2778" y="1259"/>
                  <a:pt x="2780" y="1260"/>
                </a:cubicBezTo>
                <a:cubicBezTo>
                  <a:pt x="2783" y="1261"/>
                  <a:pt x="2785" y="1262"/>
                  <a:pt x="2788" y="1263"/>
                </a:cubicBezTo>
                <a:cubicBezTo>
                  <a:pt x="2790" y="1264"/>
                  <a:pt x="2791" y="1265"/>
                  <a:pt x="2793" y="1267"/>
                </a:cubicBezTo>
                <a:cubicBezTo>
                  <a:pt x="2796" y="1272"/>
                  <a:pt x="2799" y="1275"/>
                  <a:pt x="2803" y="1279"/>
                </a:cubicBezTo>
                <a:cubicBezTo>
                  <a:pt x="2805" y="1282"/>
                  <a:pt x="2808" y="1284"/>
                  <a:pt x="2812" y="1284"/>
                </a:cubicBezTo>
                <a:cubicBezTo>
                  <a:pt x="2818" y="1284"/>
                  <a:pt x="2824" y="1285"/>
                  <a:pt x="2829" y="1288"/>
                </a:cubicBezTo>
                <a:cubicBezTo>
                  <a:pt x="2829" y="1288"/>
                  <a:pt x="2830" y="1288"/>
                  <a:pt x="2830" y="1288"/>
                </a:cubicBezTo>
                <a:cubicBezTo>
                  <a:pt x="2831" y="1288"/>
                  <a:pt x="2832" y="1288"/>
                  <a:pt x="2832" y="1287"/>
                </a:cubicBezTo>
                <a:cubicBezTo>
                  <a:pt x="2832" y="1287"/>
                  <a:pt x="2833" y="1286"/>
                  <a:pt x="2832" y="1286"/>
                </a:cubicBezTo>
                <a:cubicBezTo>
                  <a:pt x="2832" y="1284"/>
                  <a:pt x="2832" y="1282"/>
                  <a:pt x="2830" y="1282"/>
                </a:cubicBezTo>
                <a:cubicBezTo>
                  <a:pt x="2827" y="1281"/>
                  <a:pt x="2827" y="1279"/>
                  <a:pt x="2828" y="1277"/>
                </a:cubicBezTo>
                <a:cubicBezTo>
                  <a:pt x="2828" y="1277"/>
                  <a:pt x="2828" y="1277"/>
                  <a:pt x="2828" y="1277"/>
                </a:cubicBezTo>
                <a:cubicBezTo>
                  <a:pt x="2828" y="1277"/>
                  <a:pt x="2828" y="1277"/>
                  <a:pt x="2828" y="1277"/>
                </a:cubicBezTo>
                <a:cubicBezTo>
                  <a:pt x="2828" y="1277"/>
                  <a:pt x="2828" y="1277"/>
                  <a:pt x="2828" y="1277"/>
                </a:cubicBezTo>
                <a:cubicBezTo>
                  <a:pt x="2828" y="1277"/>
                  <a:pt x="2828" y="1277"/>
                  <a:pt x="2828" y="1277"/>
                </a:cubicBezTo>
                <a:cubicBezTo>
                  <a:pt x="2828" y="1277"/>
                  <a:pt x="2828" y="1277"/>
                  <a:pt x="2828" y="1277"/>
                </a:cubicBezTo>
                <a:cubicBezTo>
                  <a:pt x="2826" y="1276"/>
                  <a:pt x="2823" y="1277"/>
                  <a:pt x="2822" y="1274"/>
                </a:cubicBezTo>
                <a:close/>
                <a:moveTo>
                  <a:pt x="2447" y="1181"/>
                </a:moveTo>
                <a:cubicBezTo>
                  <a:pt x="2448" y="1185"/>
                  <a:pt x="2449" y="1189"/>
                  <a:pt x="2450" y="1193"/>
                </a:cubicBezTo>
                <a:cubicBezTo>
                  <a:pt x="2450" y="1196"/>
                  <a:pt x="2452" y="1199"/>
                  <a:pt x="2455" y="1199"/>
                </a:cubicBezTo>
                <a:cubicBezTo>
                  <a:pt x="2455" y="1199"/>
                  <a:pt x="2456" y="1200"/>
                  <a:pt x="2456" y="1201"/>
                </a:cubicBezTo>
                <a:cubicBezTo>
                  <a:pt x="2455" y="1204"/>
                  <a:pt x="2457" y="1207"/>
                  <a:pt x="2458" y="1210"/>
                </a:cubicBezTo>
                <a:cubicBezTo>
                  <a:pt x="2458" y="1213"/>
                  <a:pt x="2460" y="1214"/>
                  <a:pt x="2463" y="1215"/>
                </a:cubicBezTo>
                <a:cubicBezTo>
                  <a:pt x="2465" y="1215"/>
                  <a:pt x="2466" y="1215"/>
                  <a:pt x="2468" y="1215"/>
                </a:cubicBezTo>
                <a:cubicBezTo>
                  <a:pt x="2470" y="1215"/>
                  <a:pt x="2472" y="1216"/>
                  <a:pt x="2472" y="1218"/>
                </a:cubicBezTo>
                <a:cubicBezTo>
                  <a:pt x="2474" y="1220"/>
                  <a:pt x="2475" y="1220"/>
                  <a:pt x="2477" y="1219"/>
                </a:cubicBezTo>
                <a:cubicBezTo>
                  <a:pt x="2479" y="1218"/>
                  <a:pt x="2481" y="1218"/>
                  <a:pt x="2484" y="1217"/>
                </a:cubicBezTo>
                <a:cubicBezTo>
                  <a:pt x="2484" y="1217"/>
                  <a:pt x="2485" y="1217"/>
                  <a:pt x="2486" y="1217"/>
                </a:cubicBezTo>
                <a:cubicBezTo>
                  <a:pt x="2489" y="1218"/>
                  <a:pt x="2492" y="1219"/>
                  <a:pt x="2495" y="1221"/>
                </a:cubicBezTo>
                <a:cubicBezTo>
                  <a:pt x="2496" y="1221"/>
                  <a:pt x="2496" y="1223"/>
                  <a:pt x="2497" y="1223"/>
                </a:cubicBezTo>
                <a:cubicBezTo>
                  <a:pt x="2498" y="1225"/>
                  <a:pt x="2499" y="1226"/>
                  <a:pt x="2501" y="1225"/>
                </a:cubicBezTo>
                <a:cubicBezTo>
                  <a:pt x="2503" y="1224"/>
                  <a:pt x="2505" y="1223"/>
                  <a:pt x="2507" y="1223"/>
                </a:cubicBezTo>
                <a:cubicBezTo>
                  <a:pt x="2508" y="1223"/>
                  <a:pt x="2509" y="1223"/>
                  <a:pt x="2510" y="1224"/>
                </a:cubicBezTo>
                <a:cubicBezTo>
                  <a:pt x="2512" y="1224"/>
                  <a:pt x="2513" y="1223"/>
                  <a:pt x="2513" y="1222"/>
                </a:cubicBezTo>
                <a:cubicBezTo>
                  <a:pt x="2513" y="1221"/>
                  <a:pt x="2514" y="1221"/>
                  <a:pt x="2513" y="1220"/>
                </a:cubicBezTo>
                <a:cubicBezTo>
                  <a:pt x="2512" y="1218"/>
                  <a:pt x="2512" y="1215"/>
                  <a:pt x="2514" y="1213"/>
                </a:cubicBezTo>
                <a:cubicBezTo>
                  <a:pt x="2515" y="1212"/>
                  <a:pt x="2515" y="1209"/>
                  <a:pt x="2515" y="1207"/>
                </a:cubicBezTo>
                <a:cubicBezTo>
                  <a:pt x="2515" y="1204"/>
                  <a:pt x="2516" y="1201"/>
                  <a:pt x="2518" y="1199"/>
                </a:cubicBezTo>
                <a:cubicBezTo>
                  <a:pt x="2521" y="1196"/>
                  <a:pt x="2522" y="1191"/>
                  <a:pt x="2524" y="1187"/>
                </a:cubicBezTo>
                <a:cubicBezTo>
                  <a:pt x="2525" y="1185"/>
                  <a:pt x="2526" y="1183"/>
                  <a:pt x="2527" y="1181"/>
                </a:cubicBezTo>
                <a:cubicBezTo>
                  <a:pt x="2527" y="1179"/>
                  <a:pt x="2529" y="1179"/>
                  <a:pt x="2530" y="1178"/>
                </a:cubicBezTo>
                <a:cubicBezTo>
                  <a:pt x="2531" y="1178"/>
                  <a:pt x="2532" y="1178"/>
                  <a:pt x="2534" y="1178"/>
                </a:cubicBezTo>
                <a:cubicBezTo>
                  <a:pt x="2534" y="1178"/>
                  <a:pt x="2535" y="1178"/>
                  <a:pt x="2536" y="1177"/>
                </a:cubicBezTo>
                <a:cubicBezTo>
                  <a:pt x="2537" y="1177"/>
                  <a:pt x="2537" y="1175"/>
                  <a:pt x="2537" y="1174"/>
                </a:cubicBezTo>
                <a:cubicBezTo>
                  <a:pt x="2535" y="1172"/>
                  <a:pt x="2532" y="1170"/>
                  <a:pt x="2530" y="1168"/>
                </a:cubicBezTo>
                <a:cubicBezTo>
                  <a:pt x="2529" y="1167"/>
                  <a:pt x="2529" y="1165"/>
                  <a:pt x="2529" y="1164"/>
                </a:cubicBezTo>
                <a:cubicBezTo>
                  <a:pt x="2530" y="1162"/>
                  <a:pt x="2530" y="1161"/>
                  <a:pt x="2529" y="1160"/>
                </a:cubicBezTo>
                <a:cubicBezTo>
                  <a:pt x="2525" y="1156"/>
                  <a:pt x="2526" y="1151"/>
                  <a:pt x="2528" y="1147"/>
                </a:cubicBezTo>
                <a:cubicBezTo>
                  <a:pt x="2528" y="1146"/>
                  <a:pt x="2529" y="1144"/>
                  <a:pt x="2531" y="1144"/>
                </a:cubicBezTo>
                <a:cubicBezTo>
                  <a:pt x="2532" y="1143"/>
                  <a:pt x="2533" y="1141"/>
                  <a:pt x="2533" y="1140"/>
                </a:cubicBezTo>
                <a:cubicBezTo>
                  <a:pt x="2533" y="1138"/>
                  <a:pt x="2534" y="1137"/>
                  <a:pt x="2535" y="1137"/>
                </a:cubicBezTo>
                <a:cubicBezTo>
                  <a:pt x="2537" y="1137"/>
                  <a:pt x="2538" y="1136"/>
                  <a:pt x="2539" y="1135"/>
                </a:cubicBezTo>
                <a:cubicBezTo>
                  <a:pt x="2540" y="1135"/>
                  <a:pt x="2540" y="1134"/>
                  <a:pt x="2540" y="1134"/>
                </a:cubicBezTo>
                <a:cubicBezTo>
                  <a:pt x="2540" y="1134"/>
                  <a:pt x="2540" y="1133"/>
                  <a:pt x="2539" y="1133"/>
                </a:cubicBezTo>
                <a:cubicBezTo>
                  <a:pt x="2537" y="1132"/>
                  <a:pt x="2534" y="1130"/>
                  <a:pt x="2531" y="1129"/>
                </a:cubicBezTo>
                <a:cubicBezTo>
                  <a:pt x="2529" y="1127"/>
                  <a:pt x="2526" y="1126"/>
                  <a:pt x="2526" y="1122"/>
                </a:cubicBezTo>
                <a:cubicBezTo>
                  <a:pt x="2524" y="1121"/>
                  <a:pt x="2523" y="1119"/>
                  <a:pt x="2521" y="1117"/>
                </a:cubicBezTo>
                <a:cubicBezTo>
                  <a:pt x="2521" y="1117"/>
                  <a:pt x="2519" y="1117"/>
                  <a:pt x="2518" y="1117"/>
                </a:cubicBezTo>
                <a:cubicBezTo>
                  <a:pt x="2516" y="1118"/>
                  <a:pt x="2515" y="1119"/>
                  <a:pt x="2514" y="1120"/>
                </a:cubicBezTo>
                <a:cubicBezTo>
                  <a:pt x="2513" y="1122"/>
                  <a:pt x="2512" y="1125"/>
                  <a:pt x="2511" y="1127"/>
                </a:cubicBezTo>
                <a:cubicBezTo>
                  <a:pt x="2510" y="1128"/>
                  <a:pt x="2509" y="1129"/>
                  <a:pt x="2508" y="1130"/>
                </a:cubicBezTo>
                <a:cubicBezTo>
                  <a:pt x="2505" y="1132"/>
                  <a:pt x="2503" y="1135"/>
                  <a:pt x="2500" y="1136"/>
                </a:cubicBezTo>
                <a:cubicBezTo>
                  <a:pt x="2496" y="1138"/>
                  <a:pt x="2492" y="1140"/>
                  <a:pt x="2490" y="1144"/>
                </a:cubicBezTo>
                <a:cubicBezTo>
                  <a:pt x="2489" y="1146"/>
                  <a:pt x="2487" y="1148"/>
                  <a:pt x="2486" y="1150"/>
                </a:cubicBezTo>
                <a:cubicBezTo>
                  <a:pt x="2484" y="1154"/>
                  <a:pt x="2481" y="1156"/>
                  <a:pt x="2476" y="1157"/>
                </a:cubicBezTo>
                <a:cubicBezTo>
                  <a:pt x="2472" y="1158"/>
                  <a:pt x="2470" y="1161"/>
                  <a:pt x="2468" y="1164"/>
                </a:cubicBezTo>
                <a:cubicBezTo>
                  <a:pt x="2468" y="1165"/>
                  <a:pt x="2467" y="1167"/>
                  <a:pt x="2467" y="1168"/>
                </a:cubicBezTo>
                <a:cubicBezTo>
                  <a:pt x="2466" y="1170"/>
                  <a:pt x="2464" y="1170"/>
                  <a:pt x="2463" y="1170"/>
                </a:cubicBezTo>
                <a:cubicBezTo>
                  <a:pt x="2461" y="1169"/>
                  <a:pt x="2458" y="1168"/>
                  <a:pt x="2456" y="1167"/>
                </a:cubicBezTo>
                <a:cubicBezTo>
                  <a:pt x="2453" y="1166"/>
                  <a:pt x="2452" y="1167"/>
                  <a:pt x="2450" y="1169"/>
                </a:cubicBezTo>
                <a:cubicBezTo>
                  <a:pt x="2449" y="1170"/>
                  <a:pt x="2449" y="1171"/>
                  <a:pt x="2448" y="1172"/>
                </a:cubicBezTo>
                <a:cubicBezTo>
                  <a:pt x="2447" y="1175"/>
                  <a:pt x="2445" y="1178"/>
                  <a:pt x="2447" y="1181"/>
                </a:cubicBezTo>
                <a:close/>
                <a:moveTo>
                  <a:pt x="1885" y="1296"/>
                </a:moveTo>
                <a:cubicBezTo>
                  <a:pt x="1885" y="1295"/>
                  <a:pt x="1884" y="1295"/>
                  <a:pt x="1883" y="1296"/>
                </a:cubicBezTo>
                <a:cubicBezTo>
                  <a:pt x="1882" y="1298"/>
                  <a:pt x="1881" y="1300"/>
                  <a:pt x="1880" y="1302"/>
                </a:cubicBezTo>
                <a:cubicBezTo>
                  <a:pt x="1880" y="1304"/>
                  <a:pt x="1879" y="1306"/>
                  <a:pt x="1877" y="1307"/>
                </a:cubicBezTo>
                <a:cubicBezTo>
                  <a:pt x="1877" y="1308"/>
                  <a:pt x="1876" y="1309"/>
                  <a:pt x="1876" y="1309"/>
                </a:cubicBezTo>
                <a:cubicBezTo>
                  <a:pt x="1874" y="1310"/>
                  <a:pt x="1871" y="1311"/>
                  <a:pt x="1871" y="1315"/>
                </a:cubicBezTo>
                <a:cubicBezTo>
                  <a:pt x="1871" y="1318"/>
                  <a:pt x="1868" y="1320"/>
                  <a:pt x="1865" y="1322"/>
                </a:cubicBezTo>
                <a:cubicBezTo>
                  <a:pt x="1862" y="1324"/>
                  <a:pt x="1860" y="1327"/>
                  <a:pt x="1857" y="1328"/>
                </a:cubicBezTo>
                <a:cubicBezTo>
                  <a:pt x="1854" y="1330"/>
                  <a:pt x="1850" y="1331"/>
                  <a:pt x="1847" y="1331"/>
                </a:cubicBezTo>
                <a:cubicBezTo>
                  <a:pt x="1847" y="1331"/>
                  <a:pt x="1846" y="1332"/>
                  <a:pt x="1846" y="1332"/>
                </a:cubicBezTo>
                <a:cubicBezTo>
                  <a:pt x="1843" y="1333"/>
                  <a:pt x="1840" y="1334"/>
                  <a:pt x="1837" y="1335"/>
                </a:cubicBezTo>
                <a:cubicBezTo>
                  <a:pt x="1836" y="1338"/>
                  <a:pt x="1835" y="1340"/>
                  <a:pt x="1833" y="1343"/>
                </a:cubicBezTo>
                <a:cubicBezTo>
                  <a:pt x="1831" y="1347"/>
                  <a:pt x="1831" y="1352"/>
                  <a:pt x="1832" y="1357"/>
                </a:cubicBezTo>
                <a:cubicBezTo>
                  <a:pt x="1833" y="1358"/>
                  <a:pt x="1833" y="1359"/>
                  <a:pt x="1834" y="1361"/>
                </a:cubicBezTo>
                <a:cubicBezTo>
                  <a:pt x="1836" y="1365"/>
                  <a:pt x="1835" y="1369"/>
                  <a:pt x="1832" y="1373"/>
                </a:cubicBezTo>
                <a:cubicBezTo>
                  <a:pt x="1830" y="1376"/>
                  <a:pt x="1828" y="1380"/>
                  <a:pt x="1825" y="1384"/>
                </a:cubicBezTo>
                <a:cubicBezTo>
                  <a:pt x="1822" y="1389"/>
                  <a:pt x="1820" y="1394"/>
                  <a:pt x="1823" y="1399"/>
                </a:cubicBezTo>
                <a:cubicBezTo>
                  <a:pt x="1824" y="1401"/>
                  <a:pt x="1824" y="1404"/>
                  <a:pt x="1824" y="1407"/>
                </a:cubicBezTo>
                <a:cubicBezTo>
                  <a:pt x="1824" y="1409"/>
                  <a:pt x="1824" y="1411"/>
                  <a:pt x="1824" y="1414"/>
                </a:cubicBezTo>
                <a:cubicBezTo>
                  <a:pt x="1825" y="1415"/>
                  <a:pt x="1825" y="1417"/>
                  <a:pt x="1826" y="1418"/>
                </a:cubicBezTo>
                <a:cubicBezTo>
                  <a:pt x="1829" y="1422"/>
                  <a:pt x="1833" y="1425"/>
                  <a:pt x="1837" y="1426"/>
                </a:cubicBezTo>
                <a:cubicBezTo>
                  <a:pt x="1840" y="1427"/>
                  <a:pt x="1842" y="1425"/>
                  <a:pt x="1845" y="1424"/>
                </a:cubicBezTo>
                <a:cubicBezTo>
                  <a:pt x="1846" y="1423"/>
                  <a:pt x="1848" y="1423"/>
                  <a:pt x="1850" y="1423"/>
                </a:cubicBezTo>
                <a:cubicBezTo>
                  <a:pt x="1854" y="1423"/>
                  <a:pt x="1857" y="1420"/>
                  <a:pt x="1859" y="1417"/>
                </a:cubicBezTo>
                <a:cubicBezTo>
                  <a:pt x="1860" y="1414"/>
                  <a:pt x="1861" y="1411"/>
                  <a:pt x="1862" y="1408"/>
                </a:cubicBezTo>
                <a:cubicBezTo>
                  <a:pt x="1865" y="1402"/>
                  <a:pt x="1867" y="1395"/>
                  <a:pt x="1870" y="1388"/>
                </a:cubicBezTo>
                <a:cubicBezTo>
                  <a:pt x="1874" y="1379"/>
                  <a:pt x="1877" y="1368"/>
                  <a:pt x="1881" y="1359"/>
                </a:cubicBezTo>
                <a:cubicBezTo>
                  <a:pt x="1882" y="1356"/>
                  <a:pt x="1883" y="1353"/>
                  <a:pt x="1884" y="1350"/>
                </a:cubicBezTo>
                <a:cubicBezTo>
                  <a:pt x="1884" y="1346"/>
                  <a:pt x="1885" y="1342"/>
                  <a:pt x="1887" y="1339"/>
                </a:cubicBezTo>
                <a:cubicBezTo>
                  <a:pt x="1888" y="1336"/>
                  <a:pt x="1887" y="1332"/>
                  <a:pt x="1891" y="1331"/>
                </a:cubicBezTo>
                <a:cubicBezTo>
                  <a:pt x="1893" y="1329"/>
                  <a:pt x="1893" y="1328"/>
                  <a:pt x="1893" y="1326"/>
                </a:cubicBezTo>
                <a:cubicBezTo>
                  <a:pt x="1893" y="1322"/>
                  <a:pt x="1892" y="1319"/>
                  <a:pt x="1892" y="1315"/>
                </a:cubicBezTo>
                <a:cubicBezTo>
                  <a:pt x="1893" y="1308"/>
                  <a:pt x="1890" y="1302"/>
                  <a:pt x="1885" y="1296"/>
                </a:cubicBezTo>
                <a:close/>
                <a:moveTo>
                  <a:pt x="1795" y="292"/>
                </a:moveTo>
                <a:cubicBezTo>
                  <a:pt x="1792" y="295"/>
                  <a:pt x="1793" y="300"/>
                  <a:pt x="1791" y="303"/>
                </a:cubicBezTo>
                <a:cubicBezTo>
                  <a:pt x="1790" y="305"/>
                  <a:pt x="1790" y="307"/>
                  <a:pt x="1792" y="308"/>
                </a:cubicBezTo>
                <a:cubicBezTo>
                  <a:pt x="1793" y="309"/>
                  <a:pt x="1793" y="310"/>
                  <a:pt x="1794" y="311"/>
                </a:cubicBezTo>
                <a:cubicBezTo>
                  <a:pt x="1795" y="313"/>
                  <a:pt x="1794" y="316"/>
                  <a:pt x="1792" y="318"/>
                </a:cubicBezTo>
                <a:cubicBezTo>
                  <a:pt x="1790" y="319"/>
                  <a:pt x="1788" y="319"/>
                  <a:pt x="1788" y="321"/>
                </a:cubicBezTo>
                <a:cubicBezTo>
                  <a:pt x="1788" y="324"/>
                  <a:pt x="1788" y="326"/>
                  <a:pt x="1789" y="328"/>
                </a:cubicBezTo>
                <a:cubicBezTo>
                  <a:pt x="1789" y="330"/>
                  <a:pt x="1791" y="332"/>
                  <a:pt x="1793" y="333"/>
                </a:cubicBezTo>
                <a:cubicBezTo>
                  <a:pt x="1794" y="334"/>
                  <a:pt x="1795" y="334"/>
                  <a:pt x="1796" y="334"/>
                </a:cubicBezTo>
                <a:cubicBezTo>
                  <a:pt x="1797" y="334"/>
                  <a:pt x="1799" y="333"/>
                  <a:pt x="1800" y="333"/>
                </a:cubicBezTo>
                <a:cubicBezTo>
                  <a:pt x="1802" y="332"/>
                  <a:pt x="1804" y="334"/>
                  <a:pt x="1806" y="335"/>
                </a:cubicBezTo>
                <a:cubicBezTo>
                  <a:pt x="1807" y="336"/>
                  <a:pt x="1808" y="338"/>
                  <a:pt x="1808" y="339"/>
                </a:cubicBezTo>
                <a:cubicBezTo>
                  <a:pt x="1808" y="343"/>
                  <a:pt x="1810" y="345"/>
                  <a:pt x="1813" y="345"/>
                </a:cubicBezTo>
                <a:cubicBezTo>
                  <a:pt x="1815" y="346"/>
                  <a:pt x="1817" y="346"/>
                  <a:pt x="1818" y="347"/>
                </a:cubicBezTo>
                <a:cubicBezTo>
                  <a:pt x="1820" y="348"/>
                  <a:pt x="1822" y="348"/>
                  <a:pt x="1824" y="348"/>
                </a:cubicBezTo>
                <a:cubicBezTo>
                  <a:pt x="1825" y="348"/>
                  <a:pt x="1827" y="348"/>
                  <a:pt x="1828" y="348"/>
                </a:cubicBezTo>
                <a:cubicBezTo>
                  <a:pt x="1828" y="348"/>
                  <a:pt x="1828" y="348"/>
                  <a:pt x="1828" y="348"/>
                </a:cubicBezTo>
                <a:cubicBezTo>
                  <a:pt x="1830" y="348"/>
                  <a:pt x="1833" y="348"/>
                  <a:pt x="1835" y="348"/>
                </a:cubicBezTo>
                <a:cubicBezTo>
                  <a:pt x="1835" y="348"/>
                  <a:pt x="1836" y="348"/>
                  <a:pt x="1836" y="347"/>
                </a:cubicBezTo>
                <a:cubicBezTo>
                  <a:pt x="1837" y="346"/>
                  <a:pt x="1837" y="345"/>
                  <a:pt x="1837" y="344"/>
                </a:cubicBezTo>
                <a:cubicBezTo>
                  <a:pt x="1838" y="342"/>
                  <a:pt x="1837" y="341"/>
                  <a:pt x="1836" y="340"/>
                </a:cubicBezTo>
                <a:cubicBezTo>
                  <a:pt x="1834" y="339"/>
                  <a:pt x="1831" y="337"/>
                  <a:pt x="1829" y="336"/>
                </a:cubicBezTo>
                <a:cubicBezTo>
                  <a:pt x="1823" y="332"/>
                  <a:pt x="1819" y="326"/>
                  <a:pt x="1817" y="319"/>
                </a:cubicBezTo>
                <a:cubicBezTo>
                  <a:pt x="1816" y="315"/>
                  <a:pt x="1816" y="312"/>
                  <a:pt x="1815" y="309"/>
                </a:cubicBezTo>
                <a:cubicBezTo>
                  <a:pt x="1814" y="304"/>
                  <a:pt x="1815" y="299"/>
                  <a:pt x="1815" y="294"/>
                </a:cubicBezTo>
                <a:cubicBezTo>
                  <a:pt x="1815" y="292"/>
                  <a:pt x="1816" y="290"/>
                  <a:pt x="1818" y="288"/>
                </a:cubicBezTo>
                <a:cubicBezTo>
                  <a:pt x="1818" y="287"/>
                  <a:pt x="1819" y="285"/>
                  <a:pt x="1819" y="284"/>
                </a:cubicBezTo>
                <a:cubicBezTo>
                  <a:pt x="1820" y="278"/>
                  <a:pt x="1821" y="271"/>
                  <a:pt x="1822" y="265"/>
                </a:cubicBezTo>
                <a:cubicBezTo>
                  <a:pt x="1822" y="262"/>
                  <a:pt x="1823" y="260"/>
                  <a:pt x="1825" y="258"/>
                </a:cubicBezTo>
                <a:cubicBezTo>
                  <a:pt x="1829" y="256"/>
                  <a:pt x="1830" y="253"/>
                  <a:pt x="1832" y="250"/>
                </a:cubicBezTo>
                <a:cubicBezTo>
                  <a:pt x="1833" y="245"/>
                  <a:pt x="1837" y="241"/>
                  <a:pt x="1839" y="237"/>
                </a:cubicBezTo>
                <a:cubicBezTo>
                  <a:pt x="1841" y="233"/>
                  <a:pt x="1844" y="230"/>
                  <a:pt x="1848" y="226"/>
                </a:cubicBezTo>
                <a:cubicBezTo>
                  <a:pt x="1852" y="223"/>
                  <a:pt x="1855" y="219"/>
                  <a:pt x="1860" y="217"/>
                </a:cubicBezTo>
                <a:cubicBezTo>
                  <a:pt x="1862" y="216"/>
                  <a:pt x="1863" y="214"/>
                  <a:pt x="1865" y="213"/>
                </a:cubicBezTo>
                <a:cubicBezTo>
                  <a:pt x="1869" y="210"/>
                  <a:pt x="1870" y="207"/>
                  <a:pt x="1869" y="202"/>
                </a:cubicBezTo>
                <a:cubicBezTo>
                  <a:pt x="1868" y="201"/>
                  <a:pt x="1868" y="200"/>
                  <a:pt x="1868" y="199"/>
                </a:cubicBezTo>
                <a:cubicBezTo>
                  <a:pt x="1868" y="197"/>
                  <a:pt x="1867" y="196"/>
                  <a:pt x="1865" y="195"/>
                </a:cubicBezTo>
                <a:cubicBezTo>
                  <a:pt x="1865" y="195"/>
                  <a:pt x="1864" y="194"/>
                  <a:pt x="1863" y="193"/>
                </a:cubicBezTo>
                <a:cubicBezTo>
                  <a:pt x="1860" y="191"/>
                  <a:pt x="1857" y="191"/>
                  <a:pt x="1854" y="192"/>
                </a:cubicBezTo>
                <a:cubicBezTo>
                  <a:pt x="1850" y="195"/>
                  <a:pt x="1847" y="197"/>
                  <a:pt x="1846" y="203"/>
                </a:cubicBezTo>
                <a:cubicBezTo>
                  <a:pt x="1846" y="206"/>
                  <a:pt x="1844" y="208"/>
                  <a:pt x="1841" y="210"/>
                </a:cubicBezTo>
                <a:cubicBezTo>
                  <a:pt x="1838" y="212"/>
                  <a:pt x="1834" y="214"/>
                  <a:pt x="1830" y="214"/>
                </a:cubicBezTo>
                <a:cubicBezTo>
                  <a:pt x="1824" y="214"/>
                  <a:pt x="1820" y="219"/>
                  <a:pt x="1816" y="223"/>
                </a:cubicBezTo>
                <a:cubicBezTo>
                  <a:pt x="1816" y="224"/>
                  <a:pt x="1816" y="224"/>
                  <a:pt x="1816" y="224"/>
                </a:cubicBezTo>
                <a:cubicBezTo>
                  <a:pt x="1815" y="226"/>
                  <a:pt x="1813" y="227"/>
                  <a:pt x="1812" y="228"/>
                </a:cubicBezTo>
                <a:cubicBezTo>
                  <a:pt x="1810" y="228"/>
                  <a:pt x="1809" y="229"/>
                  <a:pt x="1809" y="231"/>
                </a:cubicBezTo>
                <a:cubicBezTo>
                  <a:pt x="1808" y="233"/>
                  <a:pt x="1808" y="234"/>
                  <a:pt x="1807" y="236"/>
                </a:cubicBezTo>
                <a:cubicBezTo>
                  <a:pt x="1806" y="238"/>
                  <a:pt x="1806" y="239"/>
                  <a:pt x="1806" y="241"/>
                </a:cubicBezTo>
                <a:cubicBezTo>
                  <a:pt x="1806" y="242"/>
                  <a:pt x="1806" y="242"/>
                  <a:pt x="1805" y="243"/>
                </a:cubicBezTo>
                <a:cubicBezTo>
                  <a:pt x="1805" y="243"/>
                  <a:pt x="1805" y="244"/>
                  <a:pt x="1804" y="244"/>
                </a:cubicBezTo>
                <a:cubicBezTo>
                  <a:pt x="1802" y="244"/>
                  <a:pt x="1801" y="246"/>
                  <a:pt x="1800" y="247"/>
                </a:cubicBezTo>
                <a:cubicBezTo>
                  <a:pt x="1800" y="249"/>
                  <a:pt x="1798" y="249"/>
                  <a:pt x="1797" y="249"/>
                </a:cubicBezTo>
                <a:cubicBezTo>
                  <a:pt x="1796" y="249"/>
                  <a:pt x="1795" y="251"/>
                  <a:pt x="1795" y="252"/>
                </a:cubicBezTo>
                <a:cubicBezTo>
                  <a:pt x="1797" y="254"/>
                  <a:pt x="1799" y="256"/>
                  <a:pt x="1799" y="258"/>
                </a:cubicBezTo>
                <a:cubicBezTo>
                  <a:pt x="1800" y="261"/>
                  <a:pt x="1798" y="264"/>
                  <a:pt x="1798" y="267"/>
                </a:cubicBezTo>
                <a:cubicBezTo>
                  <a:pt x="1798" y="269"/>
                  <a:pt x="1798" y="271"/>
                  <a:pt x="1797" y="272"/>
                </a:cubicBezTo>
                <a:cubicBezTo>
                  <a:pt x="1796" y="275"/>
                  <a:pt x="1795" y="277"/>
                  <a:pt x="1793" y="279"/>
                </a:cubicBezTo>
                <a:cubicBezTo>
                  <a:pt x="1793" y="281"/>
                  <a:pt x="1793" y="283"/>
                  <a:pt x="1794" y="284"/>
                </a:cubicBezTo>
                <a:cubicBezTo>
                  <a:pt x="1797" y="288"/>
                  <a:pt x="1797" y="290"/>
                  <a:pt x="1795" y="292"/>
                </a:cubicBezTo>
                <a:close/>
                <a:moveTo>
                  <a:pt x="2611" y="844"/>
                </a:moveTo>
                <a:cubicBezTo>
                  <a:pt x="2611" y="844"/>
                  <a:pt x="2611" y="844"/>
                  <a:pt x="2611" y="844"/>
                </a:cubicBezTo>
                <a:cubicBezTo>
                  <a:pt x="2611" y="843"/>
                  <a:pt x="2611" y="843"/>
                  <a:pt x="2611" y="843"/>
                </a:cubicBezTo>
                <a:cubicBezTo>
                  <a:pt x="2611" y="844"/>
                  <a:pt x="2611" y="844"/>
                  <a:pt x="2611" y="844"/>
                </a:cubicBezTo>
                <a:close/>
                <a:moveTo>
                  <a:pt x="2615" y="855"/>
                </a:moveTo>
                <a:cubicBezTo>
                  <a:pt x="2614" y="851"/>
                  <a:pt x="2613" y="847"/>
                  <a:pt x="2611" y="844"/>
                </a:cubicBezTo>
                <a:cubicBezTo>
                  <a:pt x="2612" y="842"/>
                  <a:pt x="2613" y="841"/>
                  <a:pt x="2613" y="840"/>
                </a:cubicBezTo>
                <a:cubicBezTo>
                  <a:pt x="2613" y="838"/>
                  <a:pt x="2612" y="838"/>
                  <a:pt x="2610" y="838"/>
                </a:cubicBezTo>
                <a:cubicBezTo>
                  <a:pt x="2609" y="838"/>
                  <a:pt x="2609" y="838"/>
                  <a:pt x="2609" y="839"/>
                </a:cubicBezTo>
                <a:cubicBezTo>
                  <a:pt x="2609" y="839"/>
                  <a:pt x="2609" y="839"/>
                  <a:pt x="2609" y="839"/>
                </a:cubicBezTo>
                <a:cubicBezTo>
                  <a:pt x="2609" y="839"/>
                  <a:pt x="2609" y="839"/>
                  <a:pt x="2609" y="839"/>
                </a:cubicBezTo>
                <a:cubicBezTo>
                  <a:pt x="2609" y="839"/>
                  <a:pt x="2609" y="839"/>
                  <a:pt x="2609" y="839"/>
                </a:cubicBezTo>
                <a:cubicBezTo>
                  <a:pt x="2607" y="838"/>
                  <a:pt x="2606" y="836"/>
                  <a:pt x="2606" y="834"/>
                </a:cubicBezTo>
                <a:cubicBezTo>
                  <a:pt x="2606" y="832"/>
                  <a:pt x="2606" y="830"/>
                  <a:pt x="2608" y="829"/>
                </a:cubicBezTo>
                <a:cubicBezTo>
                  <a:pt x="2610" y="827"/>
                  <a:pt x="2611" y="825"/>
                  <a:pt x="2613" y="823"/>
                </a:cubicBezTo>
                <a:cubicBezTo>
                  <a:pt x="2614" y="822"/>
                  <a:pt x="2614" y="821"/>
                  <a:pt x="2614" y="820"/>
                </a:cubicBezTo>
                <a:cubicBezTo>
                  <a:pt x="2614" y="819"/>
                  <a:pt x="2615" y="818"/>
                  <a:pt x="2615" y="817"/>
                </a:cubicBezTo>
                <a:cubicBezTo>
                  <a:pt x="2620" y="813"/>
                  <a:pt x="2624" y="809"/>
                  <a:pt x="2627" y="804"/>
                </a:cubicBezTo>
                <a:cubicBezTo>
                  <a:pt x="2628" y="803"/>
                  <a:pt x="2630" y="801"/>
                  <a:pt x="2632" y="801"/>
                </a:cubicBezTo>
                <a:cubicBezTo>
                  <a:pt x="2636" y="801"/>
                  <a:pt x="2639" y="800"/>
                  <a:pt x="2643" y="799"/>
                </a:cubicBezTo>
                <a:cubicBezTo>
                  <a:pt x="2646" y="798"/>
                  <a:pt x="2649" y="798"/>
                  <a:pt x="2652" y="798"/>
                </a:cubicBezTo>
                <a:cubicBezTo>
                  <a:pt x="2652" y="799"/>
                  <a:pt x="2653" y="798"/>
                  <a:pt x="2653" y="797"/>
                </a:cubicBezTo>
                <a:cubicBezTo>
                  <a:pt x="2654" y="793"/>
                  <a:pt x="2655" y="789"/>
                  <a:pt x="2657" y="785"/>
                </a:cubicBezTo>
                <a:cubicBezTo>
                  <a:pt x="2657" y="784"/>
                  <a:pt x="2657" y="782"/>
                  <a:pt x="2657" y="781"/>
                </a:cubicBezTo>
                <a:cubicBezTo>
                  <a:pt x="2657" y="780"/>
                  <a:pt x="2656" y="778"/>
                  <a:pt x="2657" y="777"/>
                </a:cubicBezTo>
                <a:cubicBezTo>
                  <a:pt x="2658" y="776"/>
                  <a:pt x="2659" y="775"/>
                  <a:pt x="2659" y="775"/>
                </a:cubicBezTo>
                <a:cubicBezTo>
                  <a:pt x="2660" y="774"/>
                  <a:pt x="2661" y="775"/>
                  <a:pt x="2661" y="777"/>
                </a:cubicBezTo>
                <a:cubicBezTo>
                  <a:pt x="2661" y="778"/>
                  <a:pt x="2661" y="778"/>
                  <a:pt x="2662" y="779"/>
                </a:cubicBezTo>
                <a:cubicBezTo>
                  <a:pt x="2662" y="780"/>
                  <a:pt x="2664" y="781"/>
                  <a:pt x="2664" y="781"/>
                </a:cubicBezTo>
                <a:cubicBezTo>
                  <a:pt x="2669" y="780"/>
                  <a:pt x="2672" y="777"/>
                  <a:pt x="2674" y="772"/>
                </a:cubicBezTo>
                <a:cubicBezTo>
                  <a:pt x="2674" y="771"/>
                  <a:pt x="2674" y="769"/>
                  <a:pt x="2675" y="768"/>
                </a:cubicBezTo>
                <a:cubicBezTo>
                  <a:pt x="2680" y="760"/>
                  <a:pt x="2678" y="752"/>
                  <a:pt x="2678" y="744"/>
                </a:cubicBezTo>
                <a:cubicBezTo>
                  <a:pt x="2678" y="743"/>
                  <a:pt x="2678" y="742"/>
                  <a:pt x="2677" y="742"/>
                </a:cubicBezTo>
                <a:cubicBezTo>
                  <a:pt x="2674" y="740"/>
                  <a:pt x="2675" y="737"/>
                  <a:pt x="2675" y="734"/>
                </a:cubicBezTo>
                <a:cubicBezTo>
                  <a:pt x="2673" y="727"/>
                  <a:pt x="2676" y="722"/>
                  <a:pt x="2680" y="718"/>
                </a:cubicBezTo>
                <a:cubicBezTo>
                  <a:pt x="2681" y="717"/>
                  <a:pt x="2684" y="717"/>
                  <a:pt x="2684" y="718"/>
                </a:cubicBezTo>
                <a:cubicBezTo>
                  <a:pt x="2686" y="724"/>
                  <a:pt x="2691" y="729"/>
                  <a:pt x="2694" y="734"/>
                </a:cubicBezTo>
                <a:cubicBezTo>
                  <a:pt x="2697" y="740"/>
                  <a:pt x="2699" y="745"/>
                  <a:pt x="2698" y="750"/>
                </a:cubicBezTo>
                <a:cubicBezTo>
                  <a:pt x="2698" y="752"/>
                  <a:pt x="2698" y="754"/>
                  <a:pt x="2699" y="756"/>
                </a:cubicBezTo>
                <a:cubicBezTo>
                  <a:pt x="2699" y="758"/>
                  <a:pt x="2698" y="759"/>
                  <a:pt x="2696" y="761"/>
                </a:cubicBezTo>
                <a:cubicBezTo>
                  <a:pt x="2695" y="762"/>
                  <a:pt x="2694" y="763"/>
                  <a:pt x="2695" y="765"/>
                </a:cubicBezTo>
                <a:cubicBezTo>
                  <a:pt x="2697" y="771"/>
                  <a:pt x="2698" y="776"/>
                  <a:pt x="2697" y="782"/>
                </a:cubicBezTo>
                <a:cubicBezTo>
                  <a:pt x="2697" y="786"/>
                  <a:pt x="2698" y="789"/>
                  <a:pt x="2700" y="793"/>
                </a:cubicBezTo>
                <a:cubicBezTo>
                  <a:pt x="2702" y="797"/>
                  <a:pt x="2699" y="802"/>
                  <a:pt x="2695" y="804"/>
                </a:cubicBezTo>
                <a:cubicBezTo>
                  <a:pt x="2694" y="805"/>
                  <a:pt x="2692" y="804"/>
                  <a:pt x="2692" y="803"/>
                </a:cubicBezTo>
                <a:cubicBezTo>
                  <a:pt x="2692" y="802"/>
                  <a:pt x="2691" y="801"/>
                  <a:pt x="2691" y="800"/>
                </a:cubicBezTo>
                <a:cubicBezTo>
                  <a:pt x="2691" y="800"/>
                  <a:pt x="2691" y="800"/>
                  <a:pt x="2691" y="799"/>
                </a:cubicBezTo>
                <a:cubicBezTo>
                  <a:pt x="2690" y="800"/>
                  <a:pt x="2690" y="800"/>
                  <a:pt x="2690" y="800"/>
                </a:cubicBezTo>
                <a:cubicBezTo>
                  <a:pt x="2687" y="802"/>
                  <a:pt x="2687" y="805"/>
                  <a:pt x="2687" y="807"/>
                </a:cubicBezTo>
                <a:cubicBezTo>
                  <a:pt x="2686" y="808"/>
                  <a:pt x="2685" y="809"/>
                  <a:pt x="2684" y="808"/>
                </a:cubicBezTo>
                <a:cubicBezTo>
                  <a:pt x="2683" y="808"/>
                  <a:pt x="2682" y="807"/>
                  <a:pt x="2682" y="807"/>
                </a:cubicBezTo>
                <a:cubicBezTo>
                  <a:pt x="2680" y="809"/>
                  <a:pt x="2678" y="810"/>
                  <a:pt x="2676" y="810"/>
                </a:cubicBezTo>
                <a:cubicBezTo>
                  <a:pt x="2674" y="810"/>
                  <a:pt x="2672" y="811"/>
                  <a:pt x="2670" y="811"/>
                </a:cubicBezTo>
                <a:cubicBezTo>
                  <a:pt x="2669" y="811"/>
                  <a:pt x="2668" y="812"/>
                  <a:pt x="2668" y="813"/>
                </a:cubicBezTo>
                <a:cubicBezTo>
                  <a:pt x="2666" y="817"/>
                  <a:pt x="2663" y="821"/>
                  <a:pt x="2661" y="825"/>
                </a:cubicBezTo>
                <a:cubicBezTo>
                  <a:pt x="2660" y="826"/>
                  <a:pt x="2658" y="826"/>
                  <a:pt x="2657" y="826"/>
                </a:cubicBezTo>
                <a:cubicBezTo>
                  <a:pt x="2655" y="825"/>
                  <a:pt x="2654" y="823"/>
                  <a:pt x="2653" y="822"/>
                </a:cubicBezTo>
                <a:cubicBezTo>
                  <a:pt x="2651" y="820"/>
                  <a:pt x="2650" y="818"/>
                  <a:pt x="2649" y="816"/>
                </a:cubicBezTo>
                <a:cubicBezTo>
                  <a:pt x="2649" y="815"/>
                  <a:pt x="2650" y="814"/>
                  <a:pt x="2650" y="813"/>
                </a:cubicBezTo>
                <a:cubicBezTo>
                  <a:pt x="2650" y="812"/>
                  <a:pt x="2651" y="812"/>
                  <a:pt x="2650" y="811"/>
                </a:cubicBezTo>
                <a:cubicBezTo>
                  <a:pt x="2650" y="811"/>
                  <a:pt x="2649" y="811"/>
                  <a:pt x="2649" y="811"/>
                </a:cubicBezTo>
                <a:cubicBezTo>
                  <a:pt x="2648" y="812"/>
                  <a:pt x="2647" y="812"/>
                  <a:pt x="2646" y="813"/>
                </a:cubicBezTo>
                <a:cubicBezTo>
                  <a:pt x="2645" y="813"/>
                  <a:pt x="2644" y="815"/>
                  <a:pt x="2645" y="816"/>
                </a:cubicBezTo>
                <a:cubicBezTo>
                  <a:pt x="2646" y="817"/>
                  <a:pt x="2647" y="818"/>
                  <a:pt x="2649" y="820"/>
                </a:cubicBezTo>
                <a:cubicBezTo>
                  <a:pt x="2650" y="822"/>
                  <a:pt x="2648" y="827"/>
                  <a:pt x="2646" y="828"/>
                </a:cubicBezTo>
                <a:cubicBezTo>
                  <a:pt x="2646" y="828"/>
                  <a:pt x="2645" y="828"/>
                  <a:pt x="2645" y="828"/>
                </a:cubicBezTo>
                <a:cubicBezTo>
                  <a:pt x="2643" y="827"/>
                  <a:pt x="2641" y="826"/>
                  <a:pt x="2639" y="828"/>
                </a:cubicBezTo>
                <a:cubicBezTo>
                  <a:pt x="2638" y="829"/>
                  <a:pt x="2637" y="831"/>
                  <a:pt x="2637" y="833"/>
                </a:cubicBezTo>
                <a:cubicBezTo>
                  <a:pt x="2636" y="835"/>
                  <a:pt x="2633" y="835"/>
                  <a:pt x="2632" y="834"/>
                </a:cubicBezTo>
                <a:cubicBezTo>
                  <a:pt x="2631" y="833"/>
                  <a:pt x="2631" y="833"/>
                  <a:pt x="2631" y="833"/>
                </a:cubicBezTo>
                <a:cubicBezTo>
                  <a:pt x="2630" y="831"/>
                  <a:pt x="2629" y="829"/>
                  <a:pt x="2629" y="828"/>
                </a:cubicBezTo>
                <a:cubicBezTo>
                  <a:pt x="2628" y="825"/>
                  <a:pt x="2630" y="822"/>
                  <a:pt x="2632" y="821"/>
                </a:cubicBezTo>
                <a:cubicBezTo>
                  <a:pt x="2633" y="821"/>
                  <a:pt x="2634" y="821"/>
                  <a:pt x="2634" y="821"/>
                </a:cubicBezTo>
                <a:cubicBezTo>
                  <a:pt x="2637" y="821"/>
                  <a:pt x="2638" y="819"/>
                  <a:pt x="2640" y="818"/>
                </a:cubicBezTo>
                <a:cubicBezTo>
                  <a:pt x="2640" y="818"/>
                  <a:pt x="2640" y="818"/>
                  <a:pt x="2640" y="818"/>
                </a:cubicBezTo>
                <a:cubicBezTo>
                  <a:pt x="2640" y="817"/>
                  <a:pt x="2640" y="817"/>
                  <a:pt x="2640" y="817"/>
                </a:cubicBezTo>
                <a:cubicBezTo>
                  <a:pt x="2640" y="817"/>
                  <a:pt x="2640" y="817"/>
                  <a:pt x="2640" y="817"/>
                </a:cubicBezTo>
                <a:cubicBezTo>
                  <a:pt x="2640" y="817"/>
                  <a:pt x="2640" y="818"/>
                  <a:pt x="2640" y="818"/>
                </a:cubicBezTo>
                <a:cubicBezTo>
                  <a:pt x="2636" y="817"/>
                  <a:pt x="2633" y="817"/>
                  <a:pt x="2630" y="818"/>
                </a:cubicBezTo>
                <a:cubicBezTo>
                  <a:pt x="2629" y="818"/>
                  <a:pt x="2627" y="819"/>
                  <a:pt x="2627" y="820"/>
                </a:cubicBezTo>
                <a:cubicBezTo>
                  <a:pt x="2626" y="822"/>
                  <a:pt x="2624" y="822"/>
                  <a:pt x="2621" y="822"/>
                </a:cubicBezTo>
                <a:cubicBezTo>
                  <a:pt x="2621" y="822"/>
                  <a:pt x="2620" y="823"/>
                  <a:pt x="2620" y="823"/>
                </a:cubicBezTo>
                <a:cubicBezTo>
                  <a:pt x="2619" y="823"/>
                  <a:pt x="2619" y="824"/>
                  <a:pt x="2619" y="824"/>
                </a:cubicBezTo>
                <a:cubicBezTo>
                  <a:pt x="2619" y="824"/>
                  <a:pt x="2619" y="825"/>
                  <a:pt x="2619" y="825"/>
                </a:cubicBezTo>
                <a:cubicBezTo>
                  <a:pt x="2625" y="826"/>
                  <a:pt x="2625" y="831"/>
                  <a:pt x="2627" y="835"/>
                </a:cubicBezTo>
                <a:cubicBezTo>
                  <a:pt x="2626" y="841"/>
                  <a:pt x="2626" y="846"/>
                  <a:pt x="2625" y="852"/>
                </a:cubicBezTo>
                <a:cubicBezTo>
                  <a:pt x="2625" y="854"/>
                  <a:pt x="2624" y="856"/>
                  <a:pt x="2623" y="857"/>
                </a:cubicBezTo>
                <a:cubicBezTo>
                  <a:pt x="2623" y="857"/>
                  <a:pt x="2622" y="857"/>
                  <a:pt x="2622" y="858"/>
                </a:cubicBezTo>
                <a:cubicBezTo>
                  <a:pt x="2620" y="858"/>
                  <a:pt x="2615" y="857"/>
                  <a:pt x="2615" y="855"/>
                </a:cubicBezTo>
                <a:close/>
                <a:moveTo>
                  <a:pt x="2680" y="723"/>
                </a:moveTo>
                <a:cubicBezTo>
                  <a:pt x="2680" y="723"/>
                  <a:pt x="2680" y="723"/>
                  <a:pt x="2680" y="723"/>
                </a:cubicBezTo>
                <a:cubicBezTo>
                  <a:pt x="2681" y="722"/>
                  <a:pt x="2681" y="722"/>
                  <a:pt x="2681" y="722"/>
                </a:cubicBezTo>
                <a:cubicBezTo>
                  <a:pt x="2680" y="723"/>
                  <a:pt x="2680" y="723"/>
                  <a:pt x="2680" y="723"/>
                </a:cubicBezTo>
                <a:close/>
                <a:moveTo>
                  <a:pt x="881" y="127"/>
                </a:moveTo>
                <a:cubicBezTo>
                  <a:pt x="881" y="126"/>
                  <a:pt x="881" y="126"/>
                  <a:pt x="881" y="126"/>
                </a:cubicBezTo>
                <a:cubicBezTo>
                  <a:pt x="880" y="126"/>
                  <a:pt x="880" y="126"/>
                  <a:pt x="880" y="126"/>
                </a:cubicBezTo>
                <a:lnTo>
                  <a:pt x="881" y="127"/>
                </a:lnTo>
                <a:close/>
                <a:moveTo>
                  <a:pt x="862" y="127"/>
                </a:moveTo>
                <a:cubicBezTo>
                  <a:pt x="863" y="127"/>
                  <a:pt x="865" y="128"/>
                  <a:pt x="866" y="128"/>
                </a:cubicBezTo>
                <a:cubicBezTo>
                  <a:pt x="868" y="127"/>
                  <a:pt x="871" y="128"/>
                  <a:pt x="873" y="129"/>
                </a:cubicBezTo>
                <a:cubicBezTo>
                  <a:pt x="875" y="130"/>
                  <a:pt x="876" y="130"/>
                  <a:pt x="877" y="129"/>
                </a:cubicBezTo>
                <a:cubicBezTo>
                  <a:pt x="878" y="128"/>
                  <a:pt x="879" y="127"/>
                  <a:pt x="881" y="126"/>
                </a:cubicBezTo>
                <a:cubicBezTo>
                  <a:pt x="883" y="125"/>
                  <a:pt x="886" y="124"/>
                  <a:pt x="888" y="121"/>
                </a:cubicBezTo>
                <a:cubicBezTo>
                  <a:pt x="889" y="119"/>
                  <a:pt x="892" y="118"/>
                  <a:pt x="894" y="117"/>
                </a:cubicBezTo>
                <a:cubicBezTo>
                  <a:pt x="894" y="116"/>
                  <a:pt x="895" y="115"/>
                  <a:pt x="895" y="114"/>
                </a:cubicBezTo>
                <a:cubicBezTo>
                  <a:pt x="896" y="111"/>
                  <a:pt x="898" y="111"/>
                  <a:pt x="900" y="111"/>
                </a:cubicBezTo>
                <a:cubicBezTo>
                  <a:pt x="900" y="111"/>
                  <a:pt x="900" y="111"/>
                  <a:pt x="900" y="110"/>
                </a:cubicBezTo>
                <a:cubicBezTo>
                  <a:pt x="900" y="110"/>
                  <a:pt x="900" y="109"/>
                  <a:pt x="901" y="110"/>
                </a:cubicBezTo>
                <a:cubicBezTo>
                  <a:pt x="901" y="110"/>
                  <a:pt x="900" y="110"/>
                  <a:pt x="900" y="111"/>
                </a:cubicBezTo>
                <a:cubicBezTo>
                  <a:pt x="900" y="114"/>
                  <a:pt x="900" y="114"/>
                  <a:pt x="903" y="114"/>
                </a:cubicBezTo>
                <a:cubicBezTo>
                  <a:pt x="904" y="114"/>
                  <a:pt x="904" y="115"/>
                  <a:pt x="905" y="115"/>
                </a:cubicBezTo>
                <a:cubicBezTo>
                  <a:pt x="906" y="113"/>
                  <a:pt x="907" y="110"/>
                  <a:pt x="909" y="108"/>
                </a:cubicBezTo>
                <a:cubicBezTo>
                  <a:pt x="911" y="106"/>
                  <a:pt x="914" y="105"/>
                  <a:pt x="914" y="102"/>
                </a:cubicBezTo>
                <a:cubicBezTo>
                  <a:pt x="914" y="98"/>
                  <a:pt x="914" y="94"/>
                  <a:pt x="911" y="91"/>
                </a:cubicBezTo>
                <a:cubicBezTo>
                  <a:pt x="911" y="91"/>
                  <a:pt x="910" y="90"/>
                  <a:pt x="910" y="89"/>
                </a:cubicBezTo>
                <a:cubicBezTo>
                  <a:pt x="910" y="88"/>
                  <a:pt x="910" y="87"/>
                  <a:pt x="910" y="86"/>
                </a:cubicBezTo>
                <a:cubicBezTo>
                  <a:pt x="912" y="84"/>
                  <a:pt x="913" y="82"/>
                  <a:pt x="915" y="81"/>
                </a:cubicBezTo>
                <a:cubicBezTo>
                  <a:pt x="915" y="78"/>
                  <a:pt x="914" y="76"/>
                  <a:pt x="915" y="73"/>
                </a:cubicBezTo>
                <a:cubicBezTo>
                  <a:pt x="916" y="71"/>
                  <a:pt x="916" y="69"/>
                  <a:pt x="916" y="68"/>
                </a:cubicBezTo>
                <a:cubicBezTo>
                  <a:pt x="916" y="65"/>
                  <a:pt x="913" y="65"/>
                  <a:pt x="912" y="63"/>
                </a:cubicBezTo>
                <a:cubicBezTo>
                  <a:pt x="910" y="61"/>
                  <a:pt x="908" y="61"/>
                  <a:pt x="906" y="59"/>
                </a:cubicBezTo>
                <a:cubicBezTo>
                  <a:pt x="906" y="59"/>
                  <a:pt x="905" y="57"/>
                  <a:pt x="905" y="57"/>
                </a:cubicBezTo>
                <a:cubicBezTo>
                  <a:pt x="905" y="54"/>
                  <a:pt x="905" y="51"/>
                  <a:pt x="905" y="48"/>
                </a:cubicBezTo>
                <a:cubicBezTo>
                  <a:pt x="905" y="45"/>
                  <a:pt x="906" y="42"/>
                  <a:pt x="906" y="40"/>
                </a:cubicBezTo>
                <a:cubicBezTo>
                  <a:pt x="907" y="36"/>
                  <a:pt x="905" y="33"/>
                  <a:pt x="902" y="30"/>
                </a:cubicBezTo>
                <a:cubicBezTo>
                  <a:pt x="900" y="28"/>
                  <a:pt x="897" y="28"/>
                  <a:pt x="895" y="28"/>
                </a:cubicBezTo>
                <a:cubicBezTo>
                  <a:pt x="893" y="28"/>
                  <a:pt x="892" y="30"/>
                  <a:pt x="892" y="31"/>
                </a:cubicBezTo>
                <a:cubicBezTo>
                  <a:pt x="892" y="32"/>
                  <a:pt x="892" y="33"/>
                  <a:pt x="894" y="34"/>
                </a:cubicBezTo>
                <a:cubicBezTo>
                  <a:pt x="895" y="34"/>
                  <a:pt x="896" y="35"/>
                  <a:pt x="898" y="35"/>
                </a:cubicBezTo>
                <a:cubicBezTo>
                  <a:pt x="899" y="36"/>
                  <a:pt x="899" y="37"/>
                  <a:pt x="898" y="37"/>
                </a:cubicBezTo>
                <a:cubicBezTo>
                  <a:pt x="898" y="38"/>
                  <a:pt x="897" y="38"/>
                  <a:pt x="897" y="38"/>
                </a:cubicBezTo>
                <a:cubicBezTo>
                  <a:pt x="895" y="38"/>
                  <a:pt x="893" y="38"/>
                  <a:pt x="892" y="38"/>
                </a:cubicBezTo>
                <a:cubicBezTo>
                  <a:pt x="890" y="39"/>
                  <a:pt x="888" y="39"/>
                  <a:pt x="887" y="40"/>
                </a:cubicBezTo>
                <a:cubicBezTo>
                  <a:pt x="885" y="40"/>
                  <a:pt x="883" y="43"/>
                  <a:pt x="883" y="45"/>
                </a:cubicBezTo>
                <a:cubicBezTo>
                  <a:pt x="884" y="47"/>
                  <a:pt x="884" y="48"/>
                  <a:pt x="885" y="49"/>
                </a:cubicBezTo>
                <a:cubicBezTo>
                  <a:pt x="885" y="50"/>
                  <a:pt x="885" y="51"/>
                  <a:pt x="884" y="51"/>
                </a:cubicBezTo>
                <a:cubicBezTo>
                  <a:pt x="884" y="52"/>
                  <a:pt x="883" y="52"/>
                  <a:pt x="883" y="51"/>
                </a:cubicBezTo>
                <a:cubicBezTo>
                  <a:pt x="882" y="50"/>
                  <a:pt x="880" y="49"/>
                  <a:pt x="878" y="51"/>
                </a:cubicBezTo>
                <a:cubicBezTo>
                  <a:pt x="876" y="52"/>
                  <a:pt x="874" y="53"/>
                  <a:pt x="872" y="53"/>
                </a:cubicBezTo>
                <a:cubicBezTo>
                  <a:pt x="870" y="52"/>
                  <a:pt x="869" y="55"/>
                  <a:pt x="870" y="57"/>
                </a:cubicBezTo>
                <a:cubicBezTo>
                  <a:pt x="870" y="59"/>
                  <a:pt x="871" y="60"/>
                  <a:pt x="872" y="62"/>
                </a:cubicBezTo>
                <a:cubicBezTo>
                  <a:pt x="874" y="63"/>
                  <a:pt x="875" y="65"/>
                  <a:pt x="875" y="67"/>
                </a:cubicBezTo>
                <a:cubicBezTo>
                  <a:pt x="875" y="67"/>
                  <a:pt x="875" y="67"/>
                  <a:pt x="875" y="67"/>
                </a:cubicBezTo>
                <a:cubicBezTo>
                  <a:pt x="875" y="67"/>
                  <a:pt x="876" y="68"/>
                  <a:pt x="876" y="68"/>
                </a:cubicBezTo>
                <a:cubicBezTo>
                  <a:pt x="876" y="68"/>
                  <a:pt x="877" y="68"/>
                  <a:pt x="878" y="68"/>
                </a:cubicBezTo>
                <a:cubicBezTo>
                  <a:pt x="877" y="69"/>
                  <a:pt x="876" y="68"/>
                  <a:pt x="876" y="68"/>
                </a:cubicBezTo>
                <a:cubicBezTo>
                  <a:pt x="876" y="68"/>
                  <a:pt x="875" y="68"/>
                  <a:pt x="875" y="68"/>
                </a:cubicBezTo>
                <a:cubicBezTo>
                  <a:pt x="875" y="67"/>
                  <a:pt x="875" y="67"/>
                  <a:pt x="875" y="67"/>
                </a:cubicBezTo>
                <a:cubicBezTo>
                  <a:pt x="873" y="67"/>
                  <a:pt x="871" y="66"/>
                  <a:pt x="869" y="65"/>
                </a:cubicBezTo>
                <a:cubicBezTo>
                  <a:pt x="868" y="64"/>
                  <a:pt x="867" y="65"/>
                  <a:pt x="866" y="65"/>
                </a:cubicBezTo>
                <a:cubicBezTo>
                  <a:pt x="863" y="71"/>
                  <a:pt x="862" y="78"/>
                  <a:pt x="859" y="84"/>
                </a:cubicBezTo>
                <a:cubicBezTo>
                  <a:pt x="858" y="86"/>
                  <a:pt x="859" y="88"/>
                  <a:pt x="861" y="90"/>
                </a:cubicBezTo>
                <a:cubicBezTo>
                  <a:pt x="863" y="91"/>
                  <a:pt x="865" y="92"/>
                  <a:pt x="867" y="93"/>
                </a:cubicBezTo>
                <a:cubicBezTo>
                  <a:pt x="868" y="93"/>
                  <a:pt x="869" y="93"/>
                  <a:pt x="870" y="94"/>
                </a:cubicBezTo>
                <a:cubicBezTo>
                  <a:pt x="870" y="94"/>
                  <a:pt x="870" y="95"/>
                  <a:pt x="870" y="96"/>
                </a:cubicBezTo>
                <a:cubicBezTo>
                  <a:pt x="870" y="96"/>
                  <a:pt x="870" y="97"/>
                  <a:pt x="869" y="97"/>
                </a:cubicBezTo>
                <a:cubicBezTo>
                  <a:pt x="868" y="98"/>
                  <a:pt x="868" y="97"/>
                  <a:pt x="867" y="97"/>
                </a:cubicBezTo>
                <a:cubicBezTo>
                  <a:pt x="862" y="97"/>
                  <a:pt x="859" y="98"/>
                  <a:pt x="858" y="103"/>
                </a:cubicBezTo>
                <a:cubicBezTo>
                  <a:pt x="856" y="106"/>
                  <a:pt x="856" y="110"/>
                  <a:pt x="855" y="114"/>
                </a:cubicBezTo>
                <a:cubicBezTo>
                  <a:pt x="855" y="120"/>
                  <a:pt x="858" y="124"/>
                  <a:pt x="862" y="127"/>
                </a:cubicBezTo>
                <a:close/>
                <a:moveTo>
                  <a:pt x="2418" y="1228"/>
                </a:moveTo>
                <a:cubicBezTo>
                  <a:pt x="2418" y="1223"/>
                  <a:pt x="2420" y="1219"/>
                  <a:pt x="2421" y="1214"/>
                </a:cubicBezTo>
                <a:cubicBezTo>
                  <a:pt x="2420" y="1214"/>
                  <a:pt x="2420" y="1214"/>
                  <a:pt x="2420" y="1214"/>
                </a:cubicBezTo>
                <a:cubicBezTo>
                  <a:pt x="2420" y="1213"/>
                  <a:pt x="2418" y="1213"/>
                  <a:pt x="2418" y="1212"/>
                </a:cubicBezTo>
                <a:cubicBezTo>
                  <a:pt x="2418" y="1211"/>
                  <a:pt x="2418" y="1211"/>
                  <a:pt x="2417" y="1211"/>
                </a:cubicBezTo>
                <a:cubicBezTo>
                  <a:pt x="2417" y="1211"/>
                  <a:pt x="2417" y="1210"/>
                  <a:pt x="2417" y="1210"/>
                </a:cubicBezTo>
                <a:cubicBezTo>
                  <a:pt x="2417" y="1210"/>
                  <a:pt x="2417" y="1210"/>
                  <a:pt x="2417" y="1210"/>
                </a:cubicBezTo>
                <a:cubicBezTo>
                  <a:pt x="2417" y="1210"/>
                  <a:pt x="2417" y="1210"/>
                  <a:pt x="2417" y="1211"/>
                </a:cubicBezTo>
                <a:cubicBezTo>
                  <a:pt x="2418" y="1211"/>
                  <a:pt x="2418" y="1211"/>
                  <a:pt x="2418" y="1211"/>
                </a:cubicBezTo>
                <a:cubicBezTo>
                  <a:pt x="2419" y="1212"/>
                  <a:pt x="2420" y="1213"/>
                  <a:pt x="2421" y="1214"/>
                </a:cubicBezTo>
                <a:cubicBezTo>
                  <a:pt x="2421" y="1214"/>
                  <a:pt x="2421" y="1214"/>
                  <a:pt x="2421" y="1214"/>
                </a:cubicBezTo>
                <a:cubicBezTo>
                  <a:pt x="2422" y="1215"/>
                  <a:pt x="2423" y="1215"/>
                  <a:pt x="2424" y="1215"/>
                </a:cubicBezTo>
                <a:cubicBezTo>
                  <a:pt x="2424" y="1215"/>
                  <a:pt x="2425" y="1215"/>
                  <a:pt x="2425" y="1215"/>
                </a:cubicBezTo>
                <a:cubicBezTo>
                  <a:pt x="2426" y="1214"/>
                  <a:pt x="2426" y="1213"/>
                  <a:pt x="2426" y="1212"/>
                </a:cubicBezTo>
                <a:cubicBezTo>
                  <a:pt x="2424" y="1208"/>
                  <a:pt x="2422" y="1205"/>
                  <a:pt x="2420" y="1201"/>
                </a:cubicBezTo>
                <a:cubicBezTo>
                  <a:pt x="2419" y="1201"/>
                  <a:pt x="2418" y="1201"/>
                  <a:pt x="2418" y="1201"/>
                </a:cubicBezTo>
                <a:cubicBezTo>
                  <a:pt x="2416" y="1201"/>
                  <a:pt x="2415" y="1202"/>
                  <a:pt x="2414" y="1203"/>
                </a:cubicBezTo>
                <a:cubicBezTo>
                  <a:pt x="2413" y="1204"/>
                  <a:pt x="2413" y="1205"/>
                  <a:pt x="2413" y="1205"/>
                </a:cubicBezTo>
                <a:cubicBezTo>
                  <a:pt x="2412" y="1206"/>
                  <a:pt x="2410" y="1206"/>
                  <a:pt x="2409" y="1205"/>
                </a:cubicBezTo>
                <a:cubicBezTo>
                  <a:pt x="2408" y="1203"/>
                  <a:pt x="2407" y="1201"/>
                  <a:pt x="2407" y="1198"/>
                </a:cubicBezTo>
                <a:cubicBezTo>
                  <a:pt x="2406" y="1197"/>
                  <a:pt x="2405" y="1196"/>
                  <a:pt x="2404" y="1195"/>
                </a:cubicBezTo>
                <a:cubicBezTo>
                  <a:pt x="2402" y="1195"/>
                  <a:pt x="2401" y="1195"/>
                  <a:pt x="2399" y="1194"/>
                </a:cubicBezTo>
                <a:cubicBezTo>
                  <a:pt x="2399" y="1194"/>
                  <a:pt x="2398" y="1193"/>
                  <a:pt x="2398" y="1193"/>
                </a:cubicBezTo>
                <a:cubicBezTo>
                  <a:pt x="2399" y="1191"/>
                  <a:pt x="2397" y="1188"/>
                  <a:pt x="2399" y="1187"/>
                </a:cubicBezTo>
                <a:cubicBezTo>
                  <a:pt x="2399" y="1185"/>
                  <a:pt x="2399" y="1184"/>
                  <a:pt x="2399" y="1183"/>
                </a:cubicBezTo>
                <a:cubicBezTo>
                  <a:pt x="2397" y="1181"/>
                  <a:pt x="2393" y="1179"/>
                  <a:pt x="2393" y="1176"/>
                </a:cubicBezTo>
                <a:cubicBezTo>
                  <a:pt x="2392" y="1175"/>
                  <a:pt x="2391" y="1174"/>
                  <a:pt x="2390" y="1174"/>
                </a:cubicBezTo>
                <a:cubicBezTo>
                  <a:pt x="2388" y="1172"/>
                  <a:pt x="2386" y="1172"/>
                  <a:pt x="2384" y="1171"/>
                </a:cubicBezTo>
                <a:cubicBezTo>
                  <a:pt x="2383" y="1170"/>
                  <a:pt x="2381" y="1170"/>
                  <a:pt x="2381" y="1169"/>
                </a:cubicBezTo>
                <a:cubicBezTo>
                  <a:pt x="2380" y="1166"/>
                  <a:pt x="2377" y="1166"/>
                  <a:pt x="2375" y="1164"/>
                </a:cubicBezTo>
                <a:cubicBezTo>
                  <a:pt x="2373" y="1162"/>
                  <a:pt x="2370" y="1161"/>
                  <a:pt x="2367" y="1159"/>
                </a:cubicBezTo>
                <a:cubicBezTo>
                  <a:pt x="2365" y="1159"/>
                  <a:pt x="2364" y="1157"/>
                  <a:pt x="2363" y="1156"/>
                </a:cubicBezTo>
                <a:cubicBezTo>
                  <a:pt x="2362" y="1153"/>
                  <a:pt x="2360" y="1152"/>
                  <a:pt x="2357" y="1150"/>
                </a:cubicBezTo>
                <a:cubicBezTo>
                  <a:pt x="2351" y="1147"/>
                  <a:pt x="2346" y="1142"/>
                  <a:pt x="2342" y="1136"/>
                </a:cubicBezTo>
                <a:cubicBezTo>
                  <a:pt x="2340" y="1134"/>
                  <a:pt x="2338" y="1133"/>
                  <a:pt x="2336" y="1133"/>
                </a:cubicBezTo>
                <a:cubicBezTo>
                  <a:pt x="2331" y="1132"/>
                  <a:pt x="2326" y="1131"/>
                  <a:pt x="2322" y="1130"/>
                </a:cubicBezTo>
                <a:cubicBezTo>
                  <a:pt x="2321" y="1129"/>
                  <a:pt x="2319" y="1130"/>
                  <a:pt x="2318" y="1130"/>
                </a:cubicBezTo>
                <a:cubicBezTo>
                  <a:pt x="2317" y="1130"/>
                  <a:pt x="2317" y="1133"/>
                  <a:pt x="2317" y="1134"/>
                </a:cubicBezTo>
                <a:cubicBezTo>
                  <a:pt x="2318" y="1136"/>
                  <a:pt x="2319" y="1138"/>
                  <a:pt x="2320" y="1139"/>
                </a:cubicBezTo>
                <a:cubicBezTo>
                  <a:pt x="2323" y="1143"/>
                  <a:pt x="2326" y="1146"/>
                  <a:pt x="2330" y="1148"/>
                </a:cubicBezTo>
                <a:cubicBezTo>
                  <a:pt x="2333" y="1149"/>
                  <a:pt x="2335" y="1151"/>
                  <a:pt x="2336" y="1153"/>
                </a:cubicBezTo>
                <a:cubicBezTo>
                  <a:pt x="2337" y="1155"/>
                  <a:pt x="2339" y="1157"/>
                  <a:pt x="2340" y="1159"/>
                </a:cubicBezTo>
                <a:cubicBezTo>
                  <a:pt x="2342" y="1163"/>
                  <a:pt x="2345" y="1166"/>
                  <a:pt x="2349" y="1169"/>
                </a:cubicBezTo>
                <a:cubicBezTo>
                  <a:pt x="2350" y="1170"/>
                  <a:pt x="2351" y="1171"/>
                  <a:pt x="2351" y="1172"/>
                </a:cubicBezTo>
                <a:cubicBezTo>
                  <a:pt x="2352" y="1175"/>
                  <a:pt x="2353" y="1177"/>
                  <a:pt x="2354" y="1180"/>
                </a:cubicBezTo>
                <a:cubicBezTo>
                  <a:pt x="2355" y="1181"/>
                  <a:pt x="2356" y="1183"/>
                  <a:pt x="2357" y="1183"/>
                </a:cubicBezTo>
                <a:cubicBezTo>
                  <a:pt x="2361" y="1187"/>
                  <a:pt x="2364" y="1192"/>
                  <a:pt x="2365" y="1198"/>
                </a:cubicBezTo>
                <a:cubicBezTo>
                  <a:pt x="2366" y="1200"/>
                  <a:pt x="2367" y="1203"/>
                  <a:pt x="2368" y="1205"/>
                </a:cubicBezTo>
                <a:cubicBezTo>
                  <a:pt x="2369" y="1208"/>
                  <a:pt x="2371" y="1210"/>
                  <a:pt x="2372" y="1212"/>
                </a:cubicBezTo>
                <a:cubicBezTo>
                  <a:pt x="2375" y="1216"/>
                  <a:pt x="2380" y="1218"/>
                  <a:pt x="2383" y="1222"/>
                </a:cubicBezTo>
                <a:cubicBezTo>
                  <a:pt x="2386" y="1226"/>
                  <a:pt x="2389" y="1229"/>
                  <a:pt x="2393" y="1232"/>
                </a:cubicBezTo>
                <a:cubicBezTo>
                  <a:pt x="2396" y="1235"/>
                  <a:pt x="2399" y="1237"/>
                  <a:pt x="2402" y="1240"/>
                </a:cubicBezTo>
                <a:cubicBezTo>
                  <a:pt x="2403" y="1241"/>
                  <a:pt x="2404" y="1241"/>
                  <a:pt x="2406" y="1241"/>
                </a:cubicBezTo>
                <a:cubicBezTo>
                  <a:pt x="2410" y="1241"/>
                  <a:pt x="2414" y="1241"/>
                  <a:pt x="2418" y="1241"/>
                </a:cubicBezTo>
                <a:cubicBezTo>
                  <a:pt x="2418" y="1237"/>
                  <a:pt x="2418" y="1232"/>
                  <a:pt x="2418" y="1228"/>
                </a:cubicBezTo>
                <a:close/>
                <a:moveTo>
                  <a:pt x="2418" y="1240"/>
                </a:moveTo>
                <a:cubicBezTo>
                  <a:pt x="2419" y="1240"/>
                  <a:pt x="2419" y="1240"/>
                  <a:pt x="2419" y="1240"/>
                </a:cubicBezTo>
                <a:cubicBezTo>
                  <a:pt x="2419" y="1240"/>
                  <a:pt x="2419" y="1240"/>
                  <a:pt x="2419" y="1240"/>
                </a:cubicBezTo>
                <a:cubicBezTo>
                  <a:pt x="2418" y="1240"/>
                  <a:pt x="2418" y="1240"/>
                  <a:pt x="2418" y="1240"/>
                </a:cubicBezTo>
                <a:close/>
                <a:moveTo>
                  <a:pt x="616" y="203"/>
                </a:moveTo>
                <a:cubicBezTo>
                  <a:pt x="616" y="203"/>
                  <a:pt x="616" y="203"/>
                  <a:pt x="616" y="203"/>
                </a:cubicBezTo>
                <a:cubicBezTo>
                  <a:pt x="616" y="203"/>
                  <a:pt x="616" y="203"/>
                  <a:pt x="616" y="203"/>
                </a:cubicBezTo>
                <a:cubicBezTo>
                  <a:pt x="616" y="203"/>
                  <a:pt x="616" y="203"/>
                  <a:pt x="616" y="203"/>
                </a:cubicBezTo>
                <a:close/>
                <a:moveTo>
                  <a:pt x="549" y="220"/>
                </a:moveTo>
                <a:cubicBezTo>
                  <a:pt x="549" y="223"/>
                  <a:pt x="549" y="226"/>
                  <a:pt x="549" y="229"/>
                </a:cubicBezTo>
                <a:cubicBezTo>
                  <a:pt x="549" y="230"/>
                  <a:pt x="550" y="231"/>
                  <a:pt x="551" y="231"/>
                </a:cubicBezTo>
                <a:cubicBezTo>
                  <a:pt x="555" y="231"/>
                  <a:pt x="559" y="230"/>
                  <a:pt x="562" y="228"/>
                </a:cubicBezTo>
                <a:cubicBezTo>
                  <a:pt x="562" y="228"/>
                  <a:pt x="562" y="228"/>
                  <a:pt x="562" y="228"/>
                </a:cubicBezTo>
                <a:cubicBezTo>
                  <a:pt x="563" y="227"/>
                  <a:pt x="563" y="227"/>
                  <a:pt x="563" y="227"/>
                </a:cubicBezTo>
                <a:cubicBezTo>
                  <a:pt x="562" y="228"/>
                  <a:pt x="562" y="228"/>
                  <a:pt x="562" y="228"/>
                </a:cubicBezTo>
                <a:cubicBezTo>
                  <a:pt x="564" y="229"/>
                  <a:pt x="565" y="231"/>
                  <a:pt x="567" y="230"/>
                </a:cubicBezTo>
                <a:cubicBezTo>
                  <a:pt x="569" y="230"/>
                  <a:pt x="571" y="230"/>
                  <a:pt x="572" y="229"/>
                </a:cubicBezTo>
                <a:cubicBezTo>
                  <a:pt x="573" y="228"/>
                  <a:pt x="574" y="227"/>
                  <a:pt x="575" y="225"/>
                </a:cubicBezTo>
                <a:cubicBezTo>
                  <a:pt x="576" y="224"/>
                  <a:pt x="577" y="222"/>
                  <a:pt x="579" y="220"/>
                </a:cubicBezTo>
                <a:cubicBezTo>
                  <a:pt x="581" y="218"/>
                  <a:pt x="583" y="215"/>
                  <a:pt x="587" y="215"/>
                </a:cubicBezTo>
                <a:cubicBezTo>
                  <a:pt x="588" y="215"/>
                  <a:pt x="590" y="214"/>
                  <a:pt x="592" y="213"/>
                </a:cubicBezTo>
                <a:cubicBezTo>
                  <a:pt x="593" y="211"/>
                  <a:pt x="595" y="209"/>
                  <a:pt x="596" y="208"/>
                </a:cubicBezTo>
                <a:cubicBezTo>
                  <a:pt x="597" y="207"/>
                  <a:pt x="599" y="206"/>
                  <a:pt x="600" y="206"/>
                </a:cubicBezTo>
                <a:cubicBezTo>
                  <a:pt x="604" y="206"/>
                  <a:pt x="608" y="204"/>
                  <a:pt x="612" y="203"/>
                </a:cubicBezTo>
                <a:cubicBezTo>
                  <a:pt x="613" y="203"/>
                  <a:pt x="615" y="203"/>
                  <a:pt x="616" y="203"/>
                </a:cubicBezTo>
                <a:cubicBezTo>
                  <a:pt x="618" y="201"/>
                  <a:pt x="620" y="201"/>
                  <a:pt x="622" y="201"/>
                </a:cubicBezTo>
                <a:cubicBezTo>
                  <a:pt x="624" y="201"/>
                  <a:pt x="625" y="201"/>
                  <a:pt x="627" y="201"/>
                </a:cubicBezTo>
                <a:cubicBezTo>
                  <a:pt x="629" y="199"/>
                  <a:pt x="631" y="199"/>
                  <a:pt x="634" y="199"/>
                </a:cubicBezTo>
                <a:cubicBezTo>
                  <a:pt x="635" y="193"/>
                  <a:pt x="634" y="187"/>
                  <a:pt x="634" y="181"/>
                </a:cubicBezTo>
                <a:cubicBezTo>
                  <a:pt x="633" y="178"/>
                  <a:pt x="631" y="175"/>
                  <a:pt x="630" y="173"/>
                </a:cubicBezTo>
                <a:cubicBezTo>
                  <a:pt x="628" y="172"/>
                  <a:pt x="626" y="172"/>
                  <a:pt x="624" y="172"/>
                </a:cubicBezTo>
                <a:cubicBezTo>
                  <a:pt x="621" y="172"/>
                  <a:pt x="619" y="170"/>
                  <a:pt x="616" y="169"/>
                </a:cubicBezTo>
                <a:cubicBezTo>
                  <a:pt x="615" y="167"/>
                  <a:pt x="613" y="166"/>
                  <a:pt x="612" y="165"/>
                </a:cubicBezTo>
                <a:cubicBezTo>
                  <a:pt x="610" y="161"/>
                  <a:pt x="606" y="160"/>
                  <a:pt x="602" y="161"/>
                </a:cubicBezTo>
                <a:cubicBezTo>
                  <a:pt x="598" y="161"/>
                  <a:pt x="595" y="161"/>
                  <a:pt x="592" y="161"/>
                </a:cubicBezTo>
                <a:cubicBezTo>
                  <a:pt x="590" y="161"/>
                  <a:pt x="588" y="161"/>
                  <a:pt x="586" y="162"/>
                </a:cubicBezTo>
                <a:cubicBezTo>
                  <a:pt x="585" y="162"/>
                  <a:pt x="584" y="163"/>
                  <a:pt x="583" y="165"/>
                </a:cubicBezTo>
                <a:cubicBezTo>
                  <a:pt x="583" y="167"/>
                  <a:pt x="582" y="169"/>
                  <a:pt x="582" y="171"/>
                </a:cubicBezTo>
                <a:cubicBezTo>
                  <a:pt x="582" y="174"/>
                  <a:pt x="581" y="175"/>
                  <a:pt x="579" y="177"/>
                </a:cubicBezTo>
                <a:cubicBezTo>
                  <a:pt x="576" y="180"/>
                  <a:pt x="572" y="183"/>
                  <a:pt x="569" y="186"/>
                </a:cubicBezTo>
                <a:cubicBezTo>
                  <a:pt x="567" y="187"/>
                  <a:pt x="566" y="189"/>
                  <a:pt x="566" y="191"/>
                </a:cubicBezTo>
                <a:cubicBezTo>
                  <a:pt x="566" y="192"/>
                  <a:pt x="565" y="193"/>
                  <a:pt x="565" y="193"/>
                </a:cubicBezTo>
                <a:cubicBezTo>
                  <a:pt x="558" y="197"/>
                  <a:pt x="554" y="202"/>
                  <a:pt x="548" y="206"/>
                </a:cubicBezTo>
                <a:cubicBezTo>
                  <a:pt x="547" y="207"/>
                  <a:pt x="545" y="208"/>
                  <a:pt x="545" y="209"/>
                </a:cubicBezTo>
                <a:cubicBezTo>
                  <a:pt x="544" y="211"/>
                  <a:pt x="546" y="212"/>
                  <a:pt x="547" y="214"/>
                </a:cubicBezTo>
                <a:cubicBezTo>
                  <a:pt x="548" y="215"/>
                  <a:pt x="549" y="218"/>
                  <a:pt x="549" y="220"/>
                </a:cubicBezTo>
                <a:close/>
                <a:moveTo>
                  <a:pt x="1377" y="580"/>
                </a:moveTo>
                <a:cubicBezTo>
                  <a:pt x="1379" y="583"/>
                  <a:pt x="1380" y="585"/>
                  <a:pt x="1379" y="589"/>
                </a:cubicBezTo>
                <a:cubicBezTo>
                  <a:pt x="1378" y="590"/>
                  <a:pt x="1379" y="591"/>
                  <a:pt x="1380" y="592"/>
                </a:cubicBezTo>
                <a:cubicBezTo>
                  <a:pt x="1382" y="593"/>
                  <a:pt x="1381" y="594"/>
                  <a:pt x="1381" y="595"/>
                </a:cubicBezTo>
                <a:cubicBezTo>
                  <a:pt x="1380" y="596"/>
                  <a:pt x="1380" y="597"/>
                  <a:pt x="1379" y="598"/>
                </a:cubicBezTo>
                <a:cubicBezTo>
                  <a:pt x="1380" y="599"/>
                  <a:pt x="1380" y="599"/>
                  <a:pt x="1380" y="600"/>
                </a:cubicBezTo>
                <a:cubicBezTo>
                  <a:pt x="1381" y="600"/>
                  <a:pt x="1381" y="601"/>
                  <a:pt x="1381" y="602"/>
                </a:cubicBezTo>
                <a:cubicBezTo>
                  <a:pt x="1382" y="604"/>
                  <a:pt x="1383" y="604"/>
                  <a:pt x="1386" y="602"/>
                </a:cubicBezTo>
                <a:cubicBezTo>
                  <a:pt x="1386" y="602"/>
                  <a:pt x="1386" y="601"/>
                  <a:pt x="1387" y="601"/>
                </a:cubicBezTo>
                <a:cubicBezTo>
                  <a:pt x="1387" y="602"/>
                  <a:pt x="1387" y="602"/>
                  <a:pt x="1387" y="603"/>
                </a:cubicBezTo>
                <a:cubicBezTo>
                  <a:pt x="1387" y="605"/>
                  <a:pt x="1387" y="607"/>
                  <a:pt x="1386" y="609"/>
                </a:cubicBezTo>
                <a:cubicBezTo>
                  <a:pt x="1386" y="611"/>
                  <a:pt x="1387" y="612"/>
                  <a:pt x="1389" y="612"/>
                </a:cubicBezTo>
                <a:cubicBezTo>
                  <a:pt x="1389" y="612"/>
                  <a:pt x="1390" y="613"/>
                  <a:pt x="1390" y="613"/>
                </a:cubicBezTo>
                <a:cubicBezTo>
                  <a:pt x="1392" y="613"/>
                  <a:pt x="1394" y="612"/>
                  <a:pt x="1396" y="613"/>
                </a:cubicBezTo>
                <a:cubicBezTo>
                  <a:pt x="1398" y="613"/>
                  <a:pt x="1397" y="616"/>
                  <a:pt x="1398" y="617"/>
                </a:cubicBezTo>
                <a:cubicBezTo>
                  <a:pt x="1398" y="618"/>
                  <a:pt x="1399" y="619"/>
                  <a:pt x="1400" y="620"/>
                </a:cubicBezTo>
                <a:cubicBezTo>
                  <a:pt x="1401" y="622"/>
                  <a:pt x="1402" y="623"/>
                  <a:pt x="1401" y="625"/>
                </a:cubicBezTo>
                <a:cubicBezTo>
                  <a:pt x="1400" y="631"/>
                  <a:pt x="1399" y="631"/>
                  <a:pt x="1393" y="631"/>
                </a:cubicBezTo>
                <a:cubicBezTo>
                  <a:pt x="1393" y="631"/>
                  <a:pt x="1392" y="630"/>
                  <a:pt x="1392" y="630"/>
                </a:cubicBezTo>
                <a:cubicBezTo>
                  <a:pt x="1391" y="630"/>
                  <a:pt x="1391" y="631"/>
                  <a:pt x="1391" y="631"/>
                </a:cubicBezTo>
                <a:cubicBezTo>
                  <a:pt x="1391" y="634"/>
                  <a:pt x="1390" y="637"/>
                  <a:pt x="1393" y="640"/>
                </a:cubicBezTo>
                <a:cubicBezTo>
                  <a:pt x="1394" y="641"/>
                  <a:pt x="1393" y="643"/>
                  <a:pt x="1392" y="644"/>
                </a:cubicBezTo>
                <a:cubicBezTo>
                  <a:pt x="1391" y="645"/>
                  <a:pt x="1390" y="646"/>
                  <a:pt x="1389" y="647"/>
                </a:cubicBezTo>
                <a:cubicBezTo>
                  <a:pt x="1388" y="647"/>
                  <a:pt x="1387" y="648"/>
                  <a:pt x="1386" y="649"/>
                </a:cubicBezTo>
                <a:cubicBezTo>
                  <a:pt x="1386" y="649"/>
                  <a:pt x="1386" y="650"/>
                  <a:pt x="1386" y="651"/>
                </a:cubicBezTo>
                <a:cubicBezTo>
                  <a:pt x="1386" y="651"/>
                  <a:pt x="1387" y="652"/>
                  <a:pt x="1387" y="652"/>
                </a:cubicBezTo>
                <a:cubicBezTo>
                  <a:pt x="1391" y="653"/>
                  <a:pt x="1396" y="654"/>
                  <a:pt x="1399" y="657"/>
                </a:cubicBezTo>
                <a:cubicBezTo>
                  <a:pt x="1400" y="657"/>
                  <a:pt x="1400" y="657"/>
                  <a:pt x="1400" y="658"/>
                </a:cubicBezTo>
                <a:cubicBezTo>
                  <a:pt x="1400" y="658"/>
                  <a:pt x="1399" y="658"/>
                  <a:pt x="1399" y="658"/>
                </a:cubicBezTo>
                <a:cubicBezTo>
                  <a:pt x="1395" y="658"/>
                  <a:pt x="1392" y="659"/>
                  <a:pt x="1390" y="662"/>
                </a:cubicBezTo>
                <a:cubicBezTo>
                  <a:pt x="1388" y="666"/>
                  <a:pt x="1385" y="668"/>
                  <a:pt x="1382" y="671"/>
                </a:cubicBezTo>
                <a:cubicBezTo>
                  <a:pt x="1382" y="672"/>
                  <a:pt x="1382" y="672"/>
                  <a:pt x="1382" y="672"/>
                </a:cubicBezTo>
                <a:cubicBezTo>
                  <a:pt x="1382" y="673"/>
                  <a:pt x="1383" y="673"/>
                  <a:pt x="1383" y="673"/>
                </a:cubicBezTo>
                <a:cubicBezTo>
                  <a:pt x="1384" y="673"/>
                  <a:pt x="1385" y="673"/>
                  <a:pt x="1386" y="673"/>
                </a:cubicBezTo>
                <a:cubicBezTo>
                  <a:pt x="1388" y="672"/>
                  <a:pt x="1390" y="670"/>
                  <a:pt x="1392" y="671"/>
                </a:cubicBezTo>
                <a:cubicBezTo>
                  <a:pt x="1396" y="672"/>
                  <a:pt x="1399" y="671"/>
                  <a:pt x="1401" y="668"/>
                </a:cubicBezTo>
                <a:cubicBezTo>
                  <a:pt x="1402" y="667"/>
                  <a:pt x="1404" y="666"/>
                  <a:pt x="1405" y="666"/>
                </a:cubicBezTo>
                <a:cubicBezTo>
                  <a:pt x="1409" y="666"/>
                  <a:pt x="1413" y="666"/>
                  <a:pt x="1416" y="666"/>
                </a:cubicBezTo>
                <a:cubicBezTo>
                  <a:pt x="1420" y="665"/>
                  <a:pt x="1425" y="664"/>
                  <a:pt x="1429" y="664"/>
                </a:cubicBezTo>
                <a:cubicBezTo>
                  <a:pt x="1434" y="664"/>
                  <a:pt x="1437" y="662"/>
                  <a:pt x="1440" y="658"/>
                </a:cubicBezTo>
                <a:cubicBezTo>
                  <a:pt x="1440" y="658"/>
                  <a:pt x="1440" y="656"/>
                  <a:pt x="1440" y="655"/>
                </a:cubicBezTo>
                <a:cubicBezTo>
                  <a:pt x="1439" y="655"/>
                  <a:pt x="1438" y="655"/>
                  <a:pt x="1438" y="654"/>
                </a:cubicBezTo>
                <a:cubicBezTo>
                  <a:pt x="1436" y="654"/>
                  <a:pt x="1436" y="653"/>
                  <a:pt x="1437" y="652"/>
                </a:cubicBezTo>
                <a:cubicBezTo>
                  <a:pt x="1438" y="650"/>
                  <a:pt x="1440" y="648"/>
                  <a:pt x="1441" y="645"/>
                </a:cubicBezTo>
                <a:cubicBezTo>
                  <a:pt x="1444" y="640"/>
                  <a:pt x="1441" y="635"/>
                  <a:pt x="1436" y="634"/>
                </a:cubicBezTo>
                <a:cubicBezTo>
                  <a:pt x="1434" y="634"/>
                  <a:pt x="1432" y="634"/>
                  <a:pt x="1430" y="634"/>
                </a:cubicBezTo>
                <a:cubicBezTo>
                  <a:pt x="1430" y="634"/>
                  <a:pt x="1430" y="634"/>
                  <a:pt x="1430" y="634"/>
                </a:cubicBezTo>
                <a:cubicBezTo>
                  <a:pt x="1430" y="635"/>
                  <a:pt x="1430" y="635"/>
                  <a:pt x="1430" y="635"/>
                </a:cubicBezTo>
                <a:cubicBezTo>
                  <a:pt x="1430" y="634"/>
                  <a:pt x="1430" y="634"/>
                  <a:pt x="1430" y="634"/>
                </a:cubicBezTo>
                <a:cubicBezTo>
                  <a:pt x="1430" y="633"/>
                  <a:pt x="1430" y="632"/>
                  <a:pt x="1430" y="631"/>
                </a:cubicBezTo>
                <a:cubicBezTo>
                  <a:pt x="1428" y="628"/>
                  <a:pt x="1426" y="625"/>
                  <a:pt x="1425" y="621"/>
                </a:cubicBezTo>
                <a:cubicBezTo>
                  <a:pt x="1424" y="619"/>
                  <a:pt x="1423" y="617"/>
                  <a:pt x="1421" y="616"/>
                </a:cubicBezTo>
                <a:cubicBezTo>
                  <a:pt x="1417" y="614"/>
                  <a:pt x="1416" y="611"/>
                  <a:pt x="1415" y="607"/>
                </a:cubicBezTo>
                <a:cubicBezTo>
                  <a:pt x="1413" y="602"/>
                  <a:pt x="1410" y="598"/>
                  <a:pt x="1405" y="596"/>
                </a:cubicBezTo>
                <a:cubicBezTo>
                  <a:pt x="1404" y="596"/>
                  <a:pt x="1403" y="595"/>
                  <a:pt x="1404" y="595"/>
                </a:cubicBezTo>
                <a:cubicBezTo>
                  <a:pt x="1405" y="593"/>
                  <a:pt x="1405" y="591"/>
                  <a:pt x="1406" y="590"/>
                </a:cubicBezTo>
                <a:cubicBezTo>
                  <a:pt x="1408" y="586"/>
                  <a:pt x="1409" y="583"/>
                  <a:pt x="1410" y="579"/>
                </a:cubicBezTo>
                <a:cubicBezTo>
                  <a:pt x="1411" y="578"/>
                  <a:pt x="1409" y="576"/>
                  <a:pt x="1408" y="575"/>
                </a:cubicBezTo>
                <a:cubicBezTo>
                  <a:pt x="1407" y="575"/>
                  <a:pt x="1406" y="575"/>
                  <a:pt x="1405" y="575"/>
                </a:cubicBezTo>
                <a:cubicBezTo>
                  <a:pt x="1403" y="575"/>
                  <a:pt x="1400" y="575"/>
                  <a:pt x="1398" y="575"/>
                </a:cubicBezTo>
                <a:cubicBezTo>
                  <a:pt x="1397" y="575"/>
                  <a:pt x="1396" y="574"/>
                  <a:pt x="1396" y="574"/>
                </a:cubicBezTo>
                <a:cubicBezTo>
                  <a:pt x="1396" y="574"/>
                  <a:pt x="1396" y="573"/>
                  <a:pt x="1396" y="573"/>
                </a:cubicBezTo>
                <a:cubicBezTo>
                  <a:pt x="1398" y="571"/>
                  <a:pt x="1399" y="569"/>
                  <a:pt x="1401" y="567"/>
                </a:cubicBezTo>
                <a:cubicBezTo>
                  <a:pt x="1401" y="567"/>
                  <a:pt x="1401" y="566"/>
                  <a:pt x="1401" y="565"/>
                </a:cubicBezTo>
                <a:cubicBezTo>
                  <a:pt x="1401" y="564"/>
                  <a:pt x="1399" y="563"/>
                  <a:pt x="1398" y="563"/>
                </a:cubicBezTo>
                <a:cubicBezTo>
                  <a:pt x="1395" y="564"/>
                  <a:pt x="1392" y="564"/>
                  <a:pt x="1389" y="564"/>
                </a:cubicBezTo>
                <a:cubicBezTo>
                  <a:pt x="1388" y="564"/>
                  <a:pt x="1387" y="565"/>
                  <a:pt x="1386" y="566"/>
                </a:cubicBezTo>
                <a:cubicBezTo>
                  <a:pt x="1384" y="570"/>
                  <a:pt x="1382" y="573"/>
                  <a:pt x="1381" y="576"/>
                </a:cubicBezTo>
                <a:cubicBezTo>
                  <a:pt x="1380" y="577"/>
                  <a:pt x="1380" y="577"/>
                  <a:pt x="1379" y="577"/>
                </a:cubicBezTo>
                <a:cubicBezTo>
                  <a:pt x="1375" y="576"/>
                  <a:pt x="1374" y="578"/>
                  <a:pt x="1377" y="580"/>
                </a:cubicBezTo>
                <a:close/>
                <a:moveTo>
                  <a:pt x="1493" y="179"/>
                </a:moveTo>
                <a:cubicBezTo>
                  <a:pt x="1489" y="176"/>
                  <a:pt x="1488" y="173"/>
                  <a:pt x="1490" y="168"/>
                </a:cubicBezTo>
                <a:cubicBezTo>
                  <a:pt x="1490" y="167"/>
                  <a:pt x="1491" y="166"/>
                  <a:pt x="1491" y="165"/>
                </a:cubicBezTo>
                <a:cubicBezTo>
                  <a:pt x="1492" y="163"/>
                  <a:pt x="1493" y="162"/>
                  <a:pt x="1495" y="162"/>
                </a:cubicBezTo>
                <a:cubicBezTo>
                  <a:pt x="1498" y="162"/>
                  <a:pt x="1501" y="161"/>
                  <a:pt x="1504" y="160"/>
                </a:cubicBezTo>
                <a:cubicBezTo>
                  <a:pt x="1506" y="159"/>
                  <a:pt x="1507" y="160"/>
                  <a:pt x="1508" y="163"/>
                </a:cubicBezTo>
                <a:cubicBezTo>
                  <a:pt x="1508" y="164"/>
                  <a:pt x="1508" y="164"/>
                  <a:pt x="1508" y="164"/>
                </a:cubicBezTo>
                <a:cubicBezTo>
                  <a:pt x="1508" y="164"/>
                  <a:pt x="1508" y="164"/>
                  <a:pt x="1508" y="164"/>
                </a:cubicBezTo>
                <a:cubicBezTo>
                  <a:pt x="1508" y="164"/>
                  <a:pt x="1508" y="164"/>
                  <a:pt x="1508" y="164"/>
                </a:cubicBezTo>
                <a:cubicBezTo>
                  <a:pt x="1507" y="165"/>
                  <a:pt x="1507" y="165"/>
                  <a:pt x="1506" y="165"/>
                </a:cubicBezTo>
                <a:cubicBezTo>
                  <a:pt x="1506" y="165"/>
                  <a:pt x="1505" y="166"/>
                  <a:pt x="1506" y="166"/>
                </a:cubicBezTo>
                <a:cubicBezTo>
                  <a:pt x="1506" y="167"/>
                  <a:pt x="1506" y="167"/>
                  <a:pt x="1507" y="167"/>
                </a:cubicBezTo>
                <a:cubicBezTo>
                  <a:pt x="1507" y="167"/>
                  <a:pt x="1508" y="167"/>
                  <a:pt x="1508" y="166"/>
                </a:cubicBezTo>
                <a:cubicBezTo>
                  <a:pt x="1508" y="166"/>
                  <a:pt x="1508" y="165"/>
                  <a:pt x="1508" y="165"/>
                </a:cubicBezTo>
                <a:cubicBezTo>
                  <a:pt x="1509" y="165"/>
                  <a:pt x="1509" y="165"/>
                  <a:pt x="1509" y="165"/>
                </a:cubicBezTo>
                <a:cubicBezTo>
                  <a:pt x="1509" y="164"/>
                  <a:pt x="1509" y="164"/>
                  <a:pt x="1509" y="164"/>
                </a:cubicBezTo>
                <a:cubicBezTo>
                  <a:pt x="1511" y="163"/>
                  <a:pt x="1513" y="162"/>
                  <a:pt x="1516" y="164"/>
                </a:cubicBezTo>
                <a:cubicBezTo>
                  <a:pt x="1516" y="164"/>
                  <a:pt x="1517" y="164"/>
                  <a:pt x="1517" y="164"/>
                </a:cubicBezTo>
                <a:cubicBezTo>
                  <a:pt x="1517" y="164"/>
                  <a:pt x="1517" y="164"/>
                  <a:pt x="1517" y="164"/>
                </a:cubicBezTo>
                <a:cubicBezTo>
                  <a:pt x="1518" y="165"/>
                  <a:pt x="1518" y="165"/>
                  <a:pt x="1518" y="165"/>
                </a:cubicBezTo>
                <a:cubicBezTo>
                  <a:pt x="1518" y="166"/>
                  <a:pt x="1518" y="168"/>
                  <a:pt x="1518" y="169"/>
                </a:cubicBezTo>
                <a:cubicBezTo>
                  <a:pt x="1518" y="170"/>
                  <a:pt x="1518" y="171"/>
                  <a:pt x="1519" y="170"/>
                </a:cubicBezTo>
                <a:cubicBezTo>
                  <a:pt x="1519" y="170"/>
                  <a:pt x="1519" y="169"/>
                  <a:pt x="1519" y="169"/>
                </a:cubicBezTo>
                <a:cubicBezTo>
                  <a:pt x="1519" y="167"/>
                  <a:pt x="1519" y="166"/>
                  <a:pt x="1518" y="164"/>
                </a:cubicBezTo>
                <a:cubicBezTo>
                  <a:pt x="1518" y="164"/>
                  <a:pt x="1518" y="164"/>
                  <a:pt x="1518" y="164"/>
                </a:cubicBezTo>
                <a:cubicBezTo>
                  <a:pt x="1517" y="164"/>
                  <a:pt x="1517" y="164"/>
                  <a:pt x="1517" y="164"/>
                </a:cubicBezTo>
                <a:cubicBezTo>
                  <a:pt x="1518" y="161"/>
                  <a:pt x="1518" y="159"/>
                  <a:pt x="1519" y="156"/>
                </a:cubicBezTo>
                <a:cubicBezTo>
                  <a:pt x="1519" y="155"/>
                  <a:pt x="1521" y="154"/>
                  <a:pt x="1522" y="155"/>
                </a:cubicBezTo>
                <a:cubicBezTo>
                  <a:pt x="1523" y="155"/>
                  <a:pt x="1525" y="156"/>
                  <a:pt x="1526" y="157"/>
                </a:cubicBezTo>
                <a:cubicBezTo>
                  <a:pt x="1528" y="158"/>
                  <a:pt x="1530" y="159"/>
                  <a:pt x="1531" y="161"/>
                </a:cubicBezTo>
                <a:cubicBezTo>
                  <a:pt x="1531" y="162"/>
                  <a:pt x="1532" y="163"/>
                  <a:pt x="1533" y="164"/>
                </a:cubicBezTo>
                <a:cubicBezTo>
                  <a:pt x="1536" y="165"/>
                  <a:pt x="1537" y="168"/>
                  <a:pt x="1538" y="171"/>
                </a:cubicBezTo>
                <a:cubicBezTo>
                  <a:pt x="1539" y="174"/>
                  <a:pt x="1541" y="176"/>
                  <a:pt x="1544" y="177"/>
                </a:cubicBezTo>
                <a:cubicBezTo>
                  <a:pt x="1545" y="177"/>
                  <a:pt x="1547" y="177"/>
                  <a:pt x="1548" y="178"/>
                </a:cubicBezTo>
                <a:cubicBezTo>
                  <a:pt x="1549" y="178"/>
                  <a:pt x="1550" y="178"/>
                  <a:pt x="1550" y="179"/>
                </a:cubicBezTo>
                <a:cubicBezTo>
                  <a:pt x="1551" y="182"/>
                  <a:pt x="1553" y="184"/>
                  <a:pt x="1555" y="186"/>
                </a:cubicBezTo>
                <a:cubicBezTo>
                  <a:pt x="1556" y="188"/>
                  <a:pt x="1558" y="188"/>
                  <a:pt x="1560" y="189"/>
                </a:cubicBezTo>
                <a:cubicBezTo>
                  <a:pt x="1562" y="190"/>
                  <a:pt x="1563" y="191"/>
                  <a:pt x="1562" y="194"/>
                </a:cubicBezTo>
                <a:cubicBezTo>
                  <a:pt x="1562" y="195"/>
                  <a:pt x="1562" y="196"/>
                  <a:pt x="1562" y="197"/>
                </a:cubicBezTo>
                <a:cubicBezTo>
                  <a:pt x="1561" y="199"/>
                  <a:pt x="1561" y="199"/>
                  <a:pt x="1563" y="198"/>
                </a:cubicBezTo>
                <a:cubicBezTo>
                  <a:pt x="1567" y="197"/>
                  <a:pt x="1568" y="198"/>
                  <a:pt x="1569" y="201"/>
                </a:cubicBezTo>
                <a:cubicBezTo>
                  <a:pt x="1569" y="205"/>
                  <a:pt x="1570" y="206"/>
                  <a:pt x="1574" y="206"/>
                </a:cubicBezTo>
                <a:cubicBezTo>
                  <a:pt x="1574" y="206"/>
                  <a:pt x="1575" y="207"/>
                  <a:pt x="1576" y="207"/>
                </a:cubicBezTo>
                <a:cubicBezTo>
                  <a:pt x="1576" y="208"/>
                  <a:pt x="1577" y="208"/>
                  <a:pt x="1577" y="209"/>
                </a:cubicBezTo>
                <a:cubicBezTo>
                  <a:pt x="1576" y="214"/>
                  <a:pt x="1574" y="219"/>
                  <a:pt x="1569" y="222"/>
                </a:cubicBezTo>
                <a:cubicBezTo>
                  <a:pt x="1568" y="223"/>
                  <a:pt x="1567" y="223"/>
                  <a:pt x="1566" y="221"/>
                </a:cubicBezTo>
                <a:cubicBezTo>
                  <a:pt x="1566" y="221"/>
                  <a:pt x="1566" y="220"/>
                  <a:pt x="1566" y="220"/>
                </a:cubicBezTo>
                <a:cubicBezTo>
                  <a:pt x="1565" y="217"/>
                  <a:pt x="1565" y="217"/>
                  <a:pt x="1563" y="218"/>
                </a:cubicBezTo>
                <a:cubicBezTo>
                  <a:pt x="1562" y="219"/>
                  <a:pt x="1560" y="220"/>
                  <a:pt x="1558" y="220"/>
                </a:cubicBezTo>
                <a:cubicBezTo>
                  <a:pt x="1557" y="221"/>
                  <a:pt x="1555" y="219"/>
                  <a:pt x="1555" y="218"/>
                </a:cubicBezTo>
                <a:cubicBezTo>
                  <a:pt x="1556" y="216"/>
                  <a:pt x="1556" y="214"/>
                  <a:pt x="1557" y="212"/>
                </a:cubicBezTo>
                <a:cubicBezTo>
                  <a:pt x="1557" y="210"/>
                  <a:pt x="1557" y="208"/>
                  <a:pt x="1556" y="207"/>
                </a:cubicBezTo>
                <a:cubicBezTo>
                  <a:pt x="1554" y="203"/>
                  <a:pt x="1553" y="198"/>
                  <a:pt x="1551" y="195"/>
                </a:cubicBezTo>
                <a:cubicBezTo>
                  <a:pt x="1550" y="194"/>
                  <a:pt x="1551" y="192"/>
                  <a:pt x="1551" y="190"/>
                </a:cubicBezTo>
                <a:cubicBezTo>
                  <a:pt x="1551" y="189"/>
                  <a:pt x="1550" y="189"/>
                  <a:pt x="1549" y="189"/>
                </a:cubicBezTo>
                <a:cubicBezTo>
                  <a:pt x="1546" y="191"/>
                  <a:pt x="1545" y="193"/>
                  <a:pt x="1544" y="195"/>
                </a:cubicBezTo>
                <a:cubicBezTo>
                  <a:pt x="1544" y="196"/>
                  <a:pt x="1544" y="196"/>
                  <a:pt x="1544" y="197"/>
                </a:cubicBezTo>
                <a:cubicBezTo>
                  <a:pt x="1544" y="204"/>
                  <a:pt x="1541" y="209"/>
                  <a:pt x="1541" y="215"/>
                </a:cubicBezTo>
                <a:cubicBezTo>
                  <a:pt x="1541" y="216"/>
                  <a:pt x="1540" y="218"/>
                  <a:pt x="1539" y="219"/>
                </a:cubicBezTo>
                <a:cubicBezTo>
                  <a:pt x="1538" y="221"/>
                  <a:pt x="1537" y="224"/>
                  <a:pt x="1537" y="226"/>
                </a:cubicBezTo>
                <a:cubicBezTo>
                  <a:pt x="1537" y="231"/>
                  <a:pt x="1535" y="236"/>
                  <a:pt x="1535" y="241"/>
                </a:cubicBezTo>
                <a:cubicBezTo>
                  <a:pt x="1536" y="241"/>
                  <a:pt x="1535" y="242"/>
                  <a:pt x="1535" y="242"/>
                </a:cubicBezTo>
                <a:cubicBezTo>
                  <a:pt x="1534" y="244"/>
                  <a:pt x="1531" y="244"/>
                  <a:pt x="1531" y="243"/>
                </a:cubicBezTo>
                <a:cubicBezTo>
                  <a:pt x="1528" y="241"/>
                  <a:pt x="1527" y="239"/>
                  <a:pt x="1526" y="236"/>
                </a:cubicBezTo>
                <a:cubicBezTo>
                  <a:pt x="1526" y="235"/>
                  <a:pt x="1526" y="235"/>
                  <a:pt x="1526" y="234"/>
                </a:cubicBezTo>
                <a:cubicBezTo>
                  <a:pt x="1526" y="233"/>
                  <a:pt x="1526" y="233"/>
                  <a:pt x="1526" y="233"/>
                </a:cubicBezTo>
                <a:cubicBezTo>
                  <a:pt x="1526" y="234"/>
                  <a:pt x="1526" y="234"/>
                  <a:pt x="1526" y="234"/>
                </a:cubicBezTo>
                <a:cubicBezTo>
                  <a:pt x="1526" y="234"/>
                  <a:pt x="1526" y="234"/>
                  <a:pt x="1526" y="234"/>
                </a:cubicBezTo>
                <a:cubicBezTo>
                  <a:pt x="1520" y="232"/>
                  <a:pt x="1516" y="228"/>
                  <a:pt x="1513" y="223"/>
                </a:cubicBezTo>
                <a:cubicBezTo>
                  <a:pt x="1512" y="221"/>
                  <a:pt x="1512" y="219"/>
                  <a:pt x="1513" y="218"/>
                </a:cubicBezTo>
                <a:cubicBezTo>
                  <a:pt x="1514" y="216"/>
                  <a:pt x="1515" y="216"/>
                  <a:pt x="1516" y="216"/>
                </a:cubicBezTo>
                <a:cubicBezTo>
                  <a:pt x="1516" y="216"/>
                  <a:pt x="1517" y="216"/>
                  <a:pt x="1517" y="216"/>
                </a:cubicBezTo>
                <a:cubicBezTo>
                  <a:pt x="1517" y="216"/>
                  <a:pt x="1517" y="216"/>
                  <a:pt x="1517" y="216"/>
                </a:cubicBezTo>
                <a:cubicBezTo>
                  <a:pt x="1517" y="216"/>
                  <a:pt x="1517" y="216"/>
                  <a:pt x="1516" y="216"/>
                </a:cubicBezTo>
                <a:cubicBezTo>
                  <a:pt x="1516" y="214"/>
                  <a:pt x="1514" y="214"/>
                  <a:pt x="1513" y="214"/>
                </a:cubicBezTo>
                <a:cubicBezTo>
                  <a:pt x="1511" y="214"/>
                  <a:pt x="1510" y="212"/>
                  <a:pt x="1510" y="211"/>
                </a:cubicBezTo>
                <a:cubicBezTo>
                  <a:pt x="1510" y="209"/>
                  <a:pt x="1510" y="207"/>
                  <a:pt x="1510" y="205"/>
                </a:cubicBezTo>
                <a:cubicBezTo>
                  <a:pt x="1510" y="205"/>
                  <a:pt x="1510" y="205"/>
                  <a:pt x="1510" y="205"/>
                </a:cubicBezTo>
                <a:cubicBezTo>
                  <a:pt x="1510" y="205"/>
                  <a:pt x="1510" y="205"/>
                  <a:pt x="1510" y="205"/>
                </a:cubicBezTo>
                <a:cubicBezTo>
                  <a:pt x="1510" y="205"/>
                  <a:pt x="1510" y="205"/>
                  <a:pt x="1510" y="205"/>
                </a:cubicBezTo>
                <a:cubicBezTo>
                  <a:pt x="1507" y="203"/>
                  <a:pt x="1504" y="199"/>
                  <a:pt x="1502" y="197"/>
                </a:cubicBezTo>
                <a:cubicBezTo>
                  <a:pt x="1501" y="194"/>
                  <a:pt x="1499" y="192"/>
                  <a:pt x="1497" y="190"/>
                </a:cubicBezTo>
                <a:cubicBezTo>
                  <a:pt x="1496" y="188"/>
                  <a:pt x="1494" y="185"/>
                  <a:pt x="1494" y="182"/>
                </a:cubicBezTo>
                <a:cubicBezTo>
                  <a:pt x="1495" y="181"/>
                  <a:pt x="1493" y="180"/>
                  <a:pt x="1493" y="179"/>
                </a:cubicBezTo>
                <a:close/>
                <a:moveTo>
                  <a:pt x="1520" y="216"/>
                </a:moveTo>
                <a:cubicBezTo>
                  <a:pt x="1519" y="216"/>
                  <a:pt x="1518" y="216"/>
                  <a:pt x="1517" y="216"/>
                </a:cubicBezTo>
                <a:cubicBezTo>
                  <a:pt x="1517" y="216"/>
                  <a:pt x="1517" y="216"/>
                  <a:pt x="1517" y="216"/>
                </a:cubicBezTo>
                <a:cubicBezTo>
                  <a:pt x="1517" y="216"/>
                  <a:pt x="1517" y="216"/>
                  <a:pt x="1517" y="216"/>
                </a:cubicBezTo>
                <a:cubicBezTo>
                  <a:pt x="1517" y="216"/>
                  <a:pt x="1517" y="216"/>
                  <a:pt x="1517" y="216"/>
                </a:cubicBezTo>
                <a:cubicBezTo>
                  <a:pt x="1517" y="216"/>
                  <a:pt x="1517" y="216"/>
                  <a:pt x="1517" y="216"/>
                </a:cubicBezTo>
                <a:cubicBezTo>
                  <a:pt x="1518" y="217"/>
                  <a:pt x="1519" y="217"/>
                  <a:pt x="1520" y="217"/>
                </a:cubicBezTo>
                <a:cubicBezTo>
                  <a:pt x="1520" y="217"/>
                  <a:pt x="1520" y="218"/>
                  <a:pt x="1521" y="217"/>
                </a:cubicBezTo>
                <a:cubicBezTo>
                  <a:pt x="1521" y="217"/>
                  <a:pt x="1521" y="216"/>
                  <a:pt x="1520" y="216"/>
                </a:cubicBezTo>
                <a:close/>
                <a:moveTo>
                  <a:pt x="1522" y="212"/>
                </a:moveTo>
                <a:cubicBezTo>
                  <a:pt x="1521" y="212"/>
                  <a:pt x="1521" y="212"/>
                  <a:pt x="1521" y="212"/>
                </a:cubicBezTo>
                <a:cubicBezTo>
                  <a:pt x="1522" y="213"/>
                  <a:pt x="1522" y="213"/>
                  <a:pt x="1522" y="213"/>
                </a:cubicBezTo>
                <a:lnTo>
                  <a:pt x="1522" y="212"/>
                </a:lnTo>
                <a:close/>
                <a:moveTo>
                  <a:pt x="1510" y="205"/>
                </a:moveTo>
                <a:cubicBezTo>
                  <a:pt x="1511" y="205"/>
                  <a:pt x="1511" y="205"/>
                  <a:pt x="1511" y="205"/>
                </a:cubicBezTo>
                <a:cubicBezTo>
                  <a:pt x="1513" y="205"/>
                  <a:pt x="1516" y="205"/>
                  <a:pt x="1518" y="202"/>
                </a:cubicBezTo>
                <a:cubicBezTo>
                  <a:pt x="1520" y="201"/>
                  <a:pt x="1522" y="198"/>
                  <a:pt x="1525" y="197"/>
                </a:cubicBezTo>
                <a:cubicBezTo>
                  <a:pt x="1525" y="197"/>
                  <a:pt x="1525" y="196"/>
                  <a:pt x="1525" y="196"/>
                </a:cubicBezTo>
                <a:cubicBezTo>
                  <a:pt x="1525" y="196"/>
                  <a:pt x="1524" y="196"/>
                  <a:pt x="1524" y="196"/>
                </a:cubicBezTo>
                <a:cubicBezTo>
                  <a:pt x="1522" y="196"/>
                  <a:pt x="1520" y="196"/>
                  <a:pt x="1519" y="194"/>
                </a:cubicBezTo>
                <a:cubicBezTo>
                  <a:pt x="1518" y="193"/>
                  <a:pt x="1518" y="192"/>
                  <a:pt x="1517" y="193"/>
                </a:cubicBezTo>
                <a:cubicBezTo>
                  <a:pt x="1517" y="193"/>
                  <a:pt x="1516" y="194"/>
                  <a:pt x="1516" y="195"/>
                </a:cubicBezTo>
                <a:cubicBezTo>
                  <a:pt x="1516" y="196"/>
                  <a:pt x="1516" y="198"/>
                  <a:pt x="1515" y="200"/>
                </a:cubicBezTo>
                <a:cubicBezTo>
                  <a:pt x="1514" y="201"/>
                  <a:pt x="1512" y="203"/>
                  <a:pt x="1511" y="205"/>
                </a:cubicBezTo>
                <a:cubicBezTo>
                  <a:pt x="1511" y="205"/>
                  <a:pt x="1511" y="205"/>
                  <a:pt x="1511" y="205"/>
                </a:cubicBezTo>
                <a:cubicBezTo>
                  <a:pt x="1511" y="205"/>
                  <a:pt x="1511" y="205"/>
                  <a:pt x="1510" y="205"/>
                </a:cubicBezTo>
                <a:cubicBezTo>
                  <a:pt x="1510" y="205"/>
                  <a:pt x="1510" y="205"/>
                  <a:pt x="1510" y="205"/>
                </a:cubicBezTo>
                <a:close/>
                <a:moveTo>
                  <a:pt x="894" y="206"/>
                </a:moveTo>
                <a:cubicBezTo>
                  <a:pt x="893" y="205"/>
                  <a:pt x="892" y="204"/>
                  <a:pt x="892" y="203"/>
                </a:cubicBezTo>
                <a:cubicBezTo>
                  <a:pt x="890" y="201"/>
                  <a:pt x="889" y="199"/>
                  <a:pt x="886" y="199"/>
                </a:cubicBezTo>
                <a:cubicBezTo>
                  <a:pt x="883" y="200"/>
                  <a:pt x="879" y="200"/>
                  <a:pt x="876" y="198"/>
                </a:cubicBezTo>
                <a:cubicBezTo>
                  <a:pt x="876" y="197"/>
                  <a:pt x="874" y="197"/>
                  <a:pt x="873" y="197"/>
                </a:cubicBezTo>
                <a:cubicBezTo>
                  <a:pt x="868" y="198"/>
                  <a:pt x="863" y="198"/>
                  <a:pt x="859" y="199"/>
                </a:cubicBezTo>
                <a:cubicBezTo>
                  <a:pt x="856" y="200"/>
                  <a:pt x="853" y="201"/>
                  <a:pt x="851" y="197"/>
                </a:cubicBezTo>
                <a:cubicBezTo>
                  <a:pt x="850" y="196"/>
                  <a:pt x="849" y="196"/>
                  <a:pt x="847" y="195"/>
                </a:cubicBezTo>
                <a:cubicBezTo>
                  <a:pt x="843" y="194"/>
                  <a:pt x="839" y="191"/>
                  <a:pt x="838" y="186"/>
                </a:cubicBezTo>
                <a:cubicBezTo>
                  <a:pt x="838" y="184"/>
                  <a:pt x="836" y="183"/>
                  <a:pt x="834" y="183"/>
                </a:cubicBezTo>
                <a:cubicBezTo>
                  <a:pt x="833" y="183"/>
                  <a:pt x="833" y="182"/>
                  <a:pt x="834" y="182"/>
                </a:cubicBezTo>
                <a:cubicBezTo>
                  <a:pt x="836" y="181"/>
                  <a:pt x="837" y="180"/>
                  <a:pt x="838" y="179"/>
                </a:cubicBezTo>
                <a:cubicBezTo>
                  <a:pt x="837" y="179"/>
                  <a:pt x="837" y="179"/>
                  <a:pt x="837" y="179"/>
                </a:cubicBezTo>
                <a:cubicBezTo>
                  <a:pt x="838" y="179"/>
                  <a:pt x="838" y="179"/>
                  <a:pt x="838" y="179"/>
                </a:cubicBezTo>
                <a:cubicBezTo>
                  <a:pt x="838" y="179"/>
                  <a:pt x="838" y="179"/>
                  <a:pt x="838" y="179"/>
                </a:cubicBezTo>
                <a:cubicBezTo>
                  <a:pt x="840" y="179"/>
                  <a:pt x="842" y="180"/>
                  <a:pt x="844" y="179"/>
                </a:cubicBezTo>
                <a:cubicBezTo>
                  <a:pt x="845" y="179"/>
                  <a:pt x="846" y="177"/>
                  <a:pt x="845" y="177"/>
                </a:cubicBezTo>
                <a:cubicBezTo>
                  <a:pt x="845" y="176"/>
                  <a:pt x="845" y="175"/>
                  <a:pt x="844" y="175"/>
                </a:cubicBezTo>
                <a:cubicBezTo>
                  <a:pt x="842" y="173"/>
                  <a:pt x="841" y="171"/>
                  <a:pt x="842" y="168"/>
                </a:cubicBezTo>
                <a:cubicBezTo>
                  <a:pt x="842" y="166"/>
                  <a:pt x="840" y="163"/>
                  <a:pt x="838" y="163"/>
                </a:cubicBezTo>
                <a:cubicBezTo>
                  <a:pt x="836" y="163"/>
                  <a:pt x="834" y="163"/>
                  <a:pt x="832" y="163"/>
                </a:cubicBezTo>
                <a:cubicBezTo>
                  <a:pt x="830" y="162"/>
                  <a:pt x="829" y="162"/>
                  <a:pt x="829" y="160"/>
                </a:cubicBezTo>
                <a:cubicBezTo>
                  <a:pt x="828" y="159"/>
                  <a:pt x="828" y="157"/>
                  <a:pt x="827" y="156"/>
                </a:cubicBezTo>
                <a:cubicBezTo>
                  <a:pt x="827" y="155"/>
                  <a:pt x="827" y="153"/>
                  <a:pt x="826" y="153"/>
                </a:cubicBezTo>
                <a:cubicBezTo>
                  <a:pt x="823" y="151"/>
                  <a:pt x="821" y="147"/>
                  <a:pt x="817" y="146"/>
                </a:cubicBezTo>
                <a:cubicBezTo>
                  <a:pt x="814" y="144"/>
                  <a:pt x="811" y="145"/>
                  <a:pt x="809" y="147"/>
                </a:cubicBezTo>
                <a:cubicBezTo>
                  <a:pt x="807" y="148"/>
                  <a:pt x="806" y="150"/>
                  <a:pt x="806" y="152"/>
                </a:cubicBezTo>
                <a:cubicBezTo>
                  <a:pt x="808" y="156"/>
                  <a:pt x="809" y="161"/>
                  <a:pt x="809" y="165"/>
                </a:cubicBezTo>
                <a:cubicBezTo>
                  <a:pt x="809" y="166"/>
                  <a:pt x="810" y="167"/>
                  <a:pt x="810" y="167"/>
                </a:cubicBezTo>
                <a:cubicBezTo>
                  <a:pt x="813" y="168"/>
                  <a:pt x="817" y="169"/>
                  <a:pt x="820" y="171"/>
                </a:cubicBezTo>
                <a:cubicBezTo>
                  <a:pt x="823" y="172"/>
                  <a:pt x="823" y="172"/>
                  <a:pt x="823" y="174"/>
                </a:cubicBezTo>
                <a:cubicBezTo>
                  <a:pt x="823" y="177"/>
                  <a:pt x="822" y="179"/>
                  <a:pt x="823" y="181"/>
                </a:cubicBezTo>
                <a:cubicBezTo>
                  <a:pt x="823" y="184"/>
                  <a:pt x="822" y="187"/>
                  <a:pt x="819" y="188"/>
                </a:cubicBezTo>
                <a:cubicBezTo>
                  <a:pt x="817" y="190"/>
                  <a:pt x="816" y="192"/>
                  <a:pt x="815" y="193"/>
                </a:cubicBezTo>
                <a:cubicBezTo>
                  <a:pt x="812" y="198"/>
                  <a:pt x="812" y="203"/>
                  <a:pt x="812" y="209"/>
                </a:cubicBezTo>
                <a:cubicBezTo>
                  <a:pt x="812" y="212"/>
                  <a:pt x="816" y="212"/>
                  <a:pt x="818" y="214"/>
                </a:cubicBezTo>
                <a:cubicBezTo>
                  <a:pt x="818" y="215"/>
                  <a:pt x="819" y="215"/>
                  <a:pt x="819" y="215"/>
                </a:cubicBezTo>
                <a:cubicBezTo>
                  <a:pt x="821" y="218"/>
                  <a:pt x="824" y="218"/>
                  <a:pt x="827" y="216"/>
                </a:cubicBezTo>
                <a:cubicBezTo>
                  <a:pt x="827" y="216"/>
                  <a:pt x="828" y="215"/>
                  <a:pt x="829" y="215"/>
                </a:cubicBezTo>
                <a:cubicBezTo>
                  <a:pt x="830" y="215"/>
                  <a:pt x="830" y="216"/>
                  <a:pt x="830" y="217"/>
                </a:cubicBezTo>
                <a:cubicBezTo>
                  <a:pt x="830" y="218"/>
                  <a:pt x="829" y="219"/>
                  <a:pt x="829" y="220"/>
                </a:cubicBezTo>
                <a:cubicBezTo>
                  <a:pt x="830" y="222"/>
                  <a:pt x="831" y="223"/>
                  <a:pt x="833" y="223"/>
                </a:cubicBezTo>
                <a:cubicBezTo>
                  <a:pt x="836" y="224"/>
                  <a:pt x="840" y="225"/>
                  <a:pt x="843" y="225"/>
                </a:cubicBezTo>
                <a:cubicBezTo>
                  <a:pt x="850" y="225"/>
                  <a:pt x="857" y="229"/>
                  <a:pt x="864" y="229"/>
                </a:cubicBezTo>
                <a:cubicBezTo>
                  <a:pt x="866" y="229"/>
                  <a:pt x="867" y="230"/>
                  <a:pt x="868" y="231"/>
                </a:cubicBezTo>
                <a:cubicBezTo>
                  <a:pt x="871" y="232"/>
                  <a:pt x="874" y="233"/>
                  <a:pt x="877" y="233"/>
                </a:cubicBezTo>
                <a:cubicBezTo>
                  <a:pt x="879" y="232"/>
                  <a:pt x="881" y="233"/>
                  <a:pt x="884" y="232"/>
                </a:cubicBezTo>
                <a:cubicBezTo>
                  <a:pt x="885" y="232"/>
                  <a:pt x="886" y="232"/>
                  <a:pt x="887" y="231"/>
                </a:cubicBezTo>
                <a:cubicBezTo>
                  <a:pt x="889" y="229"/>
                  <a:pt x="891" y="228"/>
                  <a:pt x="893" y="226"/>
                </a:cubicBezTo>
                <a:cubicBezTo>
                  <a:pt x="895" y="226"/>
                  <a:pt x="895" y="224"/>
                  <a:pt x="895" y="223"/>
                </a:cubicBezTo>
                <a:cubicBezTo>
                  <a:pt x="895" y="221"/>
                  <a:pt x="895" y="220"/>
                  <a:pt x="896" y="218"/>
                </a:cubicBezTo>
                <a:cubicBezTo>
                  <a:pt x="899" y="213"/>
                  <a:pt x="898" y="209"/>
                  <a:pt x="894" y="206"/>
                </a:cubicBezTo>
                <a:close/>
                <a:moveTo>
                  <a:pt x="705" y="156"/>
                </a:moveTo>
                <a:cubicBezTo>
                  <a:pt x="701" y="155"/>
                  <a:pt x="698" y="154"/>
                  <a:pt x="695" y="153"/>
                </a:cubicBezTo>
                <a:cubicBezTo>
                  <a:pt x="695" y="154"/>
                  <a:pt x="694" y="152"/>
                  <a:pt x="694" y="152"/>
                </a:cubicBezTo>
                <a:cubicBezTo>
                  <a:pt x="696" y="149"/>
                  <a:pt x="694" y="146"/>
                  <a:pt x="694" y="142"/>
                </a:cubicBezTo>
                <a:cubicBezTo>
                  <a:pt x="694" y="139"/>
                  <a:pt x="694" y="137"/>
                  <a:pt x="694" y="134"/>
                </a:cubicBezTo>
                <a:cubicBezTo>
                  <a:pt x="694" y="132"/>
                  <a:pt x="692" y="130"/>
                  <a:pt x="689" y="130"/>
                </a:cubicBezTo>
                <a:cubicBezTo>
                  <a:pt x="687" y="129"/>
                  <a:pt x="687" y="129"/>
                  <a:pt x="687" y="127"/>
                </a:cubicBezTo>
                <a:cubicBezTo>
                  <a:pt x="687" y="123"/>
                  <a:pt x="686" y="121"/>
                  <a:pt x="683" y="121"/>
                </a:cubicBezTo>
                <a:cubicBezTo>
                  <a:pt x="681" y="120"/>
                  <a:pt x="678" y="120"/>
                  <a:pt x="677" y="122"/>
                </a:cubicBezTo>
                <a:cubicBezTo>
                  <a:pt x="674" y="124"/>
                  <a:pt x="670" y="125"/>
                  <a:pt x="667" y="127"/>
                </a:cubicBezTo>
                <a:cubicBezTo>
                  <a:pt x="666" y="128"/>
                  <a:pt x="665" y="129"/>
                  <a:pt x="664" y="130"/>
                </a:cubicBezTo>
                <a:cubicBezTo>
                  <a:pt x="664" y="133"/>
                  <a:pt x="663" y="134"/>
                  <a:pt x="660" y="135"/>
                </a:cubicBezTo>
                <a:cubicBezTo>
                  <a:pt x="659" y="136"/>
                  <a:pt x="658" y="138"/>
                  <a:pt x="656" y="139"/>
                </a:cubicBezTo>
                <a:cubicBezTo>
                  <a:pt x="656" y="139"/>
                  <a:pt x="656" y="141"/>
                  <a:pt x="656" y="141"/>
                </a:cubicBezTo>
                <a:cubicBezTo>
                  <a:pt x="657" y="142"/>
                  <a:pt x="659" y="142"/>
                  <a:pt x="660" y="143"/>
                </a:cubicBezTo>
                <a:cubicBezTo>
                  <a:pt x="661" y="144"/>
                  <a:pt x="661" y="144"/>
                  <a:pt x="661" y="145"/>
                </a:cubicBezTo>
                <a:cubicBezTo>
                  <a:pt x="660" y="145"/>
                  <a:pt x="660" y="145"/>
                  <a:pt x="660" y="145"/>
                </a:cubicBezTo>
                <a:cubicBezTo>
                  <a:pt x="657" y="145"/>
                  <a:pt x="654" y="144"/>
                  <a:pt x="652" y="144"/>
                </a:cubicBezTo>
                <a:cubicBezTo>
                  <a:pt x="650" y="144"/>
                  <a:pt x="648" y="146"/>
                  <a:pt x="647" y="149"/>
                </a:cubicBezTo>
                <a:cubicBezTo>
                  <a:pt x="646" y="151"/>
                  <a:pt x="647" y="153"/>
                  <a:pt x="648" y="154"/>
                </a:cubicBezTo>
                <a:cubicBezTo>
                  <a:pt x="650" y="155"/>
                  <a:pt x="651" y="157"/>
                  <a:pt x="653" y="158"/>
                </a:cubicBezTo>
                <a:cubicBezTo>
                  <a:pt x="656" y="161"/>
                  <a:pt x="660" y="163"/>
                  <a:pt x="665" y="161"/>
                </a:cubicBezTo>
                <a:cubicBezTo>
                  <a:pt x="665" y="161"/>
                  <a:pt x="666" y="161"/>
                  <a:pt x="667" y="161"/>
                </a:cubicBezTo>
                <a:cubicBezTo>
                  <a:pt x="670" y="163"/>
                  <a:pt x="673" y="163"/>
                  <a:pt x="675" y="163"/>
                </a:cubicBezTo>
                <a:cubicBezTo>
                  <a:pt x="676" y="163"/>
                  <a:pt x="676" y="163"/>
                  <a:pt x="676" y="163"/>
                </a:cubicBezTo>
                <a:cubicBezTo>
                  <a:pt x="676" y="164"/>
                  <a:pt x="676" y="164"/>
                  <a:pt x="675" y="164"/>
                </a:cubicBezTo>
                <a:cubicBezTo>
                  <a:pt x="670" y="165"/>
                  <a:pt x="666" y="166"/>
                  <a:pt x="661" y="166"/>
                </a:cubicBezTo>
                <a:cubicBezTo>
                  <a:pt x="660" y="167"/>
                  <a:pt x="658" y="168"/>
                  <a:pt x="658" y="170"/>
                </a:cubicBezTo>
                <a:cubicBezTo>
                  <a:pt x="658" y="173"/>
                  <a:pt x="659" y="176"/>
                  <a:pt x="662" y="177"/>
                </a:cubicBezTo>
                <a:cubicBezTo>
                  <a:pt x="663" y="178"/>
                  <a:pt x="664" y="178"/>
                  <a:pt x="666" y="179"/>
                </a:cubicBezTo>
                <a:cubicBezTo>
                  <a:pt x="668" y="179"/>
                  <a:pt x="670" y="179"/>
                  <a:pt x="673" y="179"/>
                </a:cubicBezTo>
                <a:cubicBezTo>
                  <a:pt x="677" y="179"/>
                  <a:pt x="681" y="179"/>
                  <a:pt x="684" y="176"/>
                </a:cubicBezTo>
                <a:cubicBezTo>
                  <a:pt x="686" y="175"/>
                  <a:pt x="687" y="174"/>
                  <a:pt x="688" y="174"/>
                </a:cubicBezTo>
                <a:cubicBezTo>
                  <a:pt x="691" y="174"/>
                  <a:pt x="695" y="174"/>
                  <a:pt x="698" y="173"/>
                </a:cubicBezTo>
                <a:cubicBezTo>
                  <a:pt x="699" y="173"/>
                  <a:pt x="700" y="173"/>
                  <a:pt x="700" y="173"/>
                </a:cubicBezTo>
                <a:cubicBezTo>
                  <a:pt x="703" y="174"/>
                  <a:pt x="705" y="175"/>
                  <a:pt x="708" y="176"/>
                </a:cubicBezTo>
                <a:cubicBezTo>
                  <a:pt x="710" y="177"/>
                  <a:pt x="711" y="177"/>
                  <a:pt x="713" y="177"/>
                </a:cubicBezTo>
                <a:cubicBezTo>
                  <a:pt x="714" y="177"/>
                  <a:pt x="716" y="176"/>
                  <a:pt x="717" y="176"/>
                </a:cubicBezTo>
                <a:cubicBezTo>
                  <a:pt x="720" y="176"/>
                  <a:pt x="721" y="175"/>
                  <a:pt x="723" y="173"/>
                </a:cubicBezTo>
                <a:cubicBezTo>
                  <a:pt x="727" y="170"/>
                  <a:pt x="730" y="166"/>
                  <a:pt x="733" y="163"/>
                </a:cubicBezTo>
                <a:cubicBezTo>
                  <a:pt x="734" y="162"/>
                  <a:pt x="735" y="160"/>
                  <a:pt x="736" y="159"/>
                </a:cubicBezTo>
                <a:cubicBezTo>
                  <a:pt x="737" y="156"/>
                  <a:pt x="736" y="152"/>
                  <a:pt x="733" y="150"/>
                </a:cubicBezTo>
                <a:cubicBezTo>
                  <a:pt x="733" y="149"/>
                  <a:pt x="732" y="149"/>
                  <a:pt x="731" y="149"/>
                </a:cubicBezTo>
                <a:cubicBezTo>
                  <a:pt x="729" y="150"/>
                  <a:pt x="728" y="151"/>
                  <a:pt x="727" y="152"/>
                </a:cubicBezTo>
                <a:cubicBezTo>
                  <a:pt x="727" y="153"/>
                  <a:pt x="726" y="154"/>
                  <a:pt x="726" y="153"/>
                </a:cubicBezTo>
                <a:cubicBezTo>
                  <a:pt x="724" y="151"/>
                  <a:pt x="721" y="151"/>
                  <a:pt x="723" y="147"/>
                </a:cubicBezTo>
                <a:cubicBezTo>
                  <a:pt x="721" y="146"/>
                  <a:pt x="720" y="144"/>
                  <a:pt x="722" y="142"/>
                </a:cubicBezTo>
                <a:cubicBezTo>
                  <a:pt x="723" y="141"/>
                  <a:pt x="724" y="140"/>
                  <a:pt x="724" y="138"/>
                </a:cubicBezTo>
                <a:cubicBezTo>
                  <a:pt x="723" y="135"/>
                  <a:pt x="724" y="132"/>
                  <a:pt x="726" y="128"/>
                </a:cubicBezTo>
                <a:cubicBezTo>
                  <a:pt x="726" y="127"/>
                  <a:pt x="726" y="126"/>
                  <a:pt x="725" y="125"/>
                </a:cubicBezTo>
                <a:cubicBezTo>
                  <a:pt x="724" y="124"/>
                  <a:pt x="722" y="124"/>
                  <a:pt x="721" y="125"/>
                </a:cubicBezTo>
                <a:cubicBezTo>
                  <a:pt x="718" y="127"/>
                  <a:pt x="715" y="129"/>
                  <a:pt x="712" y="132"/>
                </a:cubicBezTo>
                <a:cubicBezTo>
                  <a:pt x="710" y="133"/>
                  <a:pt x="710" y="135"/>
                  <a:pt x="710" y="137"/>
                </a:cubicBezTo>
                <a:cubicBezTo>
                  <a:pt x="710" y="138"/>
                  <a:pt x="710" y="139"/>
                  <a:pt x="711" y="140"/>
                </a:cubicBezTo>
                <a:cubicBezTo>
                  <a:pt x="711" y="142"/>
                  <a:pt x="710" y="144"/>
                  <a:pt x="708" y="145"/>
                </a:cubicBezTo>
                <a:cubicBezTo>
                  <a:pt x="708" y="145"/>
                  <a:pt x="708" y="145"/>
                  <a:pt x="708" y="145"/>
                </a:cubicBezTo>
                <a:cubicBezTo>
                  <a:pt x="706" y="146"/>
                  <a:pt x="706" y="148"/>
                  <a:pt x="706" y="150"/>
                </a:cubicBezTo>
                <a:cubicBezTo>
                  <a:pt x="707" y="151"/>
                  <a:pt x="707" y="152"/>
                  <a:pt x="707" y="152"/>
                </a:cubicBezTo>
                <a:cubicBezTo>
                  <a:pt x="707" y="154"/>
                  <a:pt x="706" y="156"/>
                  <a:pt x="705" y="156"/>
                </a:cubicBezTo>
                <a:close/>
                <a:moveTo>
                  <a:pt x="2979" y="1674"/>
                </a:moveTo>
                <a:cubicBezTo>
                  <a:pt x="2978" y="1674"/>
                  <a:pt x="2976" y="1675"/>
                  <a:pt x="2975" y="1675"/>
                </a:cubicBezTo>
                <a:cubicBezTo>
                  <a:pt x="2972" y="1675"/>
                  <a:pt x="2973" y="1672"/>
                  <a:pt x="2972" y="1671"/>
                </a:cubicBezTo>
                <a:cubicBezTo>
                  <a:pt x="2972" y="1670"/>
                  <a:pt x="2971" y="1669"/>
                  <a:pt x="2971" y="1669"/>
                </a:cubicBezTo>
                <a:cubicBezTo>
                  <a:pt x="2970" y="1668"/>
                  <a:pt x="2968" y="1667"/>
                  <a:pt x="2967" y="1668"/>
                </a:cubicBezTo>
                <a:cubicBezTo>
                  <a:pt x="2966" y="1669"/>
                  <a:pt x="2964" y="1670"/>
                  <a:pt x="2964" y="1670"/>
                </a:cubicBezTo>
                <a:cubicBezTo>
                  <a:pt x="2962" y="1676"/>
                  <a:pt x="2959" y="1681"/>
                  <a:pt x="2953" y="1684"/>
                </a:cubicBezTo>
                <a:cubicBezTo>
                  <a:pt x="2952" y="1685"/>
                  <a:pt x="2951" y="1686"/>
                  <a:pt x="2950" y="1687"/>
                </a:cubicBezTo>
                <a:cubicBezTo>
                  <a:pt x="2949" y="1689"/>
                  <a:pt x="2948" y="1691"/>
                  <a:pt x="2947" y="1692"/>
                </a:cubicBezTo>
                <a:cubicBezTo>
                  <a:pt x="2946" y="1696"/>
                  <a:pt x="2943" y="1699"/>
                  <a:pt x="2939" y="1701"/>
                </a:cubicBezTo>
                <a:cubicBezTo>
                  <a:pt x="2935" y="1703"/>
                  <a:pt x="2930" y="1706"/>
                  <a:pt x="2926" y="1708"/>
                </a:cubicBezTo>
                <a:cubicBezTo>
                  <a:pt x="2923" y="1710"/>
                  <a:pt x="2920" y="1714"/>
                  <a:pt x="2915" y="1714"/>
                </a:cubicBezTo>
                <a:cubicBezTo>
                  <a:pt x="2914" y="1714"/>
                  <a:pt x="2913" y="1715"/>
                  <a:pt x="2912" y="1716"/>
                </a:cubicBezTo>
                <a:cubicBezTo>
                  <a:pt x="2907" y="1720"/>
                  <a:pt x="2901" y="1725"/>
                  <a:pt x="2896" y="1730"/>
                </a:cubicBezTo>
                <a:cubicBezTo>
                  <a:pt x="2892" y="1734"/>
                  <a:pt x="2889" y="1738"/>
                  <a:pt x="2886" y="1743"/>
                </a:cubicBezTo>
                <a:cubicBezTo>
                  <a:pt x="2886" y="1745"/>
                  <a:pt x="2887" y="1747"/>
                  <a:pt x="2888" y="1748"/>
                </a:cubicBezTo>
                <a:cubicBezTo>
                  <a:pt x="2892" y="1750"/>
                  <a:pt x="2896" y="1751"/>
                  <a:pt x="2898" y="1754"/>
                </a:cubicBezTo>
                <a:cubicBezTo>
                  <a:pt x="2898" y="1755"/>
                  <a:pt x="2899" y="1755"/>
                  <a:pt x="2899" y="1756"/>
                </a:cubicBezTo>
                <a:cubicBezTo>
                  <a:pt x="2902" y="1758"/>
                  <a:pt x="2905" y="1759"/>
                  <a:pt x="2909" y="1757"/>
                </a:cubicBezTo>
                <a:cubicBezTo>
                  <a:pt x="2914" y="1755"/>
                  <a:pt x="2918" y="1750"/>
                  <a:pt x="2924" y="1747"/>
                </a:cubicBezTo>
                <a:cubicBezTo>
                  <a:pt x="2926" y="1744"/>
                  <a:pt x="2927" y="1742"/>
                  <a:pt x="2929" y="1739"/>
                </a:cubicBezTo>
                <a:cubicBezTo>
                  <a:pt x="2930" y="1738"/>
                  <a:pt x="2931" y="1736"/>
                  <a:pt x="2932" y="1735"/>
                </a:cubicBezTo>
                <a:cubicBezTo>
                  <a:pt x="2934" y="1733"/>
                  <a:pt x="2935" y="1731"/>
                  <a:pt x="2936" y="1728"/>
                </a:cubicBezTo>
                <a:cubicBezTo>
                  <a:pt x="2941" y="1720"/>
                  <a:pt x="2940" y="1722"/>
                  <a:pt x="2948" y="1718"/>
                </a:cubicBezTo>
                <a:cubicBezTo>
                  <a:pt x="2950" y="1717"/>
                  <a:pt x="2952" y="1717"/>
                  <a:pt x="2954" y="1717"/>
                </a:cubicBezTo>
                <a:cubicBezTo>
                  <a:pt x="2957" y="1717"/>
                  <a:pt x="2959" y="1716"/>
                  <a:pt x="2958" y="1714"/>
                </a:cubicBezTo>
                <a:cubicBezTo>
                  <a:pt x="2957" y="1710"/>
                  <a:pt x="2958" y="1707"/>
                  <a:pt x="2962" y="1705"/>
                </a:cubicBezTo>
                <a:cubicBezTo>
                  <a:pt x="2963" y="1705"/>
                  <a:pt x="2964" y="1704"/>
                  <a:pt x="2965" y="1703"/>
                </a:cubicBezTo>
                <a:cubicBezTo>
                  <a:pt x="2969" y="1697"/>
                  <a:pt x="2974" y="1693"/>
                  <a:pt x="2978" y="1688"/>
                </a:cubicBezTo>
                <a:cubicBezTo>
                  <a:pt x="2979" y="1687"/>
                  <a:pt x="2980" y="1686"/>
                  <a:pt x="2980" y="1684"/>
                </a:cubicBezTo>
                <a:cubicBezTo>
                  <a:pt x="2980" y="1683"/>
                  <a:pt x="2980" y="1681"/>
                  <a:pt x="2980" y="1681"/>
                </a:cubicBezTo>
                <a:cubicBezTo>
                  <a:pt x="2980" y="1680"/>
                  <a:pt x="2980" y="1679"/>
                  <a:pt x="2980" y="1679"/>
                </a:cubicBezTo>
                <a:cubicBezTo>
                  <a:pt x="2981" y="1678"/>
                  <a:pt x="2981" y="1678"/>
                  <a:pt x="2981" y="1677"/>
                </a:cubicBezTo>
                <a:cubicBezTo>
                  <a:pt x="2981" y="1677"/>
                  <a:pt x="2981" y="1676"/>
                  <a:pt x="2981" y="1676"/>
                </a:cubicBezTo>
                <a:cubicBezTo>
                  <a:pt x="2982" y="1675"/>
                  <a:pt x="2980" y="1674"/>
                  <a:pt x="2979" y="1674"/>
                </a:cubicBezTo>
                <a:close/>
                <a:moveTo>
                  <a:pt x="1281" y="487"/>
                </a:moveTo>
                <a:cubicBezTo>
                  <a:pt x="1282" y="487"/>
                  <a:pt x="1284" y="487"/>
                  <a:pt x="1285" y="486"/>
                </a:cubicBezTo>
                <a:cubicBezTo>
                  <a:pt x="1290" y="484"/>
                  <a:pt x="1295" y="481"/>
                  <a:pt x="1301" y="479"/>
                </a:cubicBezTo>
                <a:cubicBezTo>
                  <a:pt x="1302" y="479"/>
                  <a:pt x="1302" y="478"/>
                  <a:pt x="1303" y="477"/>
                </a:cubicBezTo>
                <a:cubicBezTo>
                  <a:pt x="1306" y="475"/>
                  <a:pt x="1309" y="473"/>
                  <a:pt x="1313" y="472"/>
                </a:cubicBezTo>
                <a:cubicBezTo>
                  <a:pt x="1314" y="472"/>
                  <a:pt x="1315" y="471"/>
                  <a:pt x="1316" y="470"/>
                </a:cubicBezTo>
                <a:cubicBezTo>
                  <a:pt x="1317" y="468"/>
                  <a:pt x="1319" y="467"/>
                  <a:pt x="1320" y="466"/>
                </a:cubicBezTo>
                <a:cubicBezTo>
                  <a:pt x="1320" y="465"/>
                  <a:pt x="1321" y="464"/>
                  <a:pt x="1320" y="464"/>
                </a:cubicBezTo>
                <a:cubicBezTo>
                  <a:pt x="1319" y="460"/>
                  <a:pt x="1320" y="458"/>
                  <a:pt x="1322" y="455"/>
                </a:cubicBezTo>
                <a:cubicBezTo>
                  <a:pt x="1322" y="455"/>
                  <a:pt x="1322" y="454"/>
                  <a:pt x="1322" y="454"/>
                </a:cubicBezTo>
                <a:cubicBezTo>
                  <a:pt x="1322" y="454"/>
                  <a:pt x="1322" y="453"/>
                  <a:pt x="1322" y="453"/>
                </a:cubicBezTo>
                <a:cubicBezTo>
                  <a:pt x="1320" y="452"/>
                  <a:pt x="1319" y="452"/>
                  <a:pt x="1318" y="451"/>
                </a:cubicBezTo>
                <a:cubicBezTo>
                  <a:pt x="1316" y="449"/>
                  <a:pt x="1317" y="447"/>
                  <a:pt x="1317" y="446"/>
                </a:cubicBezTo>
                <a:cubicBezTo>
                  <a:pt x="1316" y="444"/>
                  <a:pt x="1315" y="442"/>
                  <a:pt x="1314" y="441"/>
                </a:cubicBezTo>
                <a:cubicBezTo>
                  <a:pt x="1314" y="440"/>
                  <a:pt x="1313" y="440"/>
                  <a:pt x="1313" y="440"/>
                </a:cubicBezTo>
                <a:cubicBezTo>
                  <a:pt x="1311" y="441"/>
                  <a:pt x="1310" y="440"/>
                  <a:pt x="1309" y="439"/>
                </a:cubicBezTo>
                <a:cubicBezTo>
                  <a:pt x="1307" y="437"/>
                  <a:pt x="1305" y="437"/>
                  <a:pt x="1303" y="439"/>
                </a:cubicBezTo>
                <a:cubicBezTo>
                  <a:pt x="1300" y="442"/>
                  <a:pt x="1296" y="444"/>
                  <a:pt x="1292" y="442"/>
                </a:cubicBezTo>
                <a:cubicBezTo>
                  <a:pt x="1291" y="441"/>
                  <a:pt x="1289" y="443"/>
                  <a:pt x="1288" y="442"/>
                </a:cubicBezTo>
                <a:cubicBezTo>
                  <a:pt x="1284" y="441"/>
                  <a:pt x="1282" y="442"/>
                  <a:pt x="1281" y="445"/>
                </a:cubicBezTo>
                <a:cubicBezTo>
                  <a:pt x="1281" y="446"/>
                  <a:pt x="1280" y="446"/>
                  <a:pt x="1279" y="445"/>
                </a:cubicBezTo>
                <a:cubicBezTo>
                  <a:pt x="1278" y="444"/>
                  <a:pt x="1278" y="444"/>
                  <a:pt x="1277" y="443"/>
                </a:cubicBezTo>
                <a:cubicBezTo>
                  <a:pt x="1277" y="442"/>
                  <a:pt x="1275" y="442"/>
                  <a:pt x="1275" y="443"/>
                </a:cubicBezTo>
                <a:cubicBezTo>
                  <a:pt x="1274" y="444"/>
                  <a:pt x="1274" y="446"/>
                  <a:pt x="1274" y="447"/>
                </a:cubicBezTo>
                <a:cubicBezTo>
                  <a:pt x="1275" y="450"/>
                  <a:pt x="1273" y="451"/>
                  <a:pt x="1271" y="452"/>
                </a:cubicBezTo>
                <a:cubicBezTo>
                  <a:pt x="1271" y="452"/>
                  <a:pt x="1270" y="452"/>
                  <a:pt x="1270" y="453"/>
                </a:cubicBezTo>
                <a:cubicBezTo>
                  <a:pt x="1270" y="453"/>
                  <a:pt x="1270" y="453"/>
                  <a:pt x="1270" y="453"/>
                </a:cubicBezTo>
                <a:cubicBezTo>
                  <a:pt x="1270" y="453"/>
                  <a:pt x="1269" y="453"/>
                  <a:pt x="1269" y="453"/>
                </a:cubicBezTo>
                <a:cubicBezTo>
                  <a:pt x="1269" y="453"/>
                  <a:pt x="1269" y="453"/>
                  <a:pt x="1270" y="453"/>
                </a:cubicBezTo>
                <a:cubicBezTo>
                  <a:pt x="1268" y="451"/>
                  <a:pt x="1268" y="449"/>
                  <a:pt x="1268" y="447"/>
                </a:cubicBezTo>
                <a:cubicBezTo>
                  <a:pt x="1268" y="445"/>
                  <a:pt x="1268" y="443"/>
                  <a:pt x="1266" y="441"/>
                </a:cubicBezTo>
                <a:cubicBezTo>
                  <a:pt x="1265" y="441"/>
                  <a:pt x="1264" y="440"/>
                  <a:pt x="1263" y="439"/>
                </a:cubicBezTo>
                <a:cubicBezTo>
                  <a:pt x="1261" y="437"/>
                  <a:pt x="1260" y="437"/>
                  <a:pt x="1257" y="439"/>
                </a:cubicBezTo>
                <a:cubicBezTo>
                  <a:pt x="1257" y="440"/>
                  <a:pt x="1257" y="440"/>
                  <a:pt x="1257" y="440"/>
                </a:cubicBezTo>
                <a:cubicBezTo>
                  <a:pt x="1256" y="440"/>
                  <a:pt x="1256" y="440"/>
                  <a:pt x="1256" y="440"/>
                </a:cubicBezTo>
                <a:cubicBezTo>
                  <a:pt x="1256" y="440"/>
                  <a:pt x="1257" y="440"/>
                  <a:pt x="1257" y="439"/>
                </a:cubicBezTo>
                <a:cubicBezTo>
                  <a:pt x="1255" y="440"/>
                  <a:pt x="1253" y="440"/>
                  <a:pt x="1252" y="441"/>
                </a:cubicBezTo>
                <a:cubicBezTo>
                  <a:pt x="1250" y="444"/>
                  <a:pt x="1248" y="447"/>
                  <a:pt x="1246" y="450"/>
                </a:cubicBezTo>
                <a:cubicBezTo>
                  <a:pt x="1246" y="450"/>
                  <a:pt x="1247" y="453"/>
                  <a:pt x="1248" y="453"/>
                </a:cubicBezTo>
                <a:cubicBezTo>
                  <a:pt x="1249" y="453"/>
                  <a:pt x="1251" y="453"/>
                  <a:pt x="1252" y="452"/>
                </a:cubicBezTo>
                <a:cubicBezTo>
                  <a:pt x="1254" y="451"/>
                  <a:pt x="1257" y="452"/>
                  <a:pt x="1259" y="453"/>
                </a:cubicBezTo>
                <a:cubicBezTo>
                  <a:pt x="1260" y="453"/>
                  <a:pt x="1260" y="454"/>
                  <a:pt x="1259" y="455"/>
                </a:cubicBezTo>
                <a:cubicBezTo>
                  <a:pt x="1258" y="456"/>
                  <a:pt x="1258" y="458"/>
                  <a:pt x="1256" y="459"/>
                </a:cubicBezTo>
                <a:cubicBezTo>
                  <a:pt x="1253" y="459"/>
                  <a:pt x="1251" y="459"/>
                  <a:pt x="1248" y="460"/>
                </a:cubicBezTo>
                <a:cubicBezTo>
                  <a:pt x="1248" y="460"/>
                  <a:pt x="1247" y="461"/>
                  <a:pt x="1247" y="462"/>
                </a:cubicBezTo>
                <a:cubicBezTo>
                  <a:pt x="1247" y="462"/>
                  <a:pt x="1248" y="463"/>
                  <a:pt x="1248" y="464"/>
                </a:cubicBezTo>
                <a:cubicBezTo>
                  <a:pt x="1250" y="464"/>
                  <a:pt x="1252" y="464"/>
                  <a:pt x="1254" y="465"/>
                </a:cubicBezTo>
                <a:cubicBezTo>
                  <a:pt x="1255" y="465"/>
                  <a:pt x="1256" y="466"/>
                  <a:pt x="1257" y="466"/>
                </a:cubicBezTo>
                <a:cubicBezTo>
                  <a:pt x="1258" y="468"/>
                  <a:pt x="1258" y="469"/>
                  <a:pt x="1259" y="471"/>
                </a:cubicBezTo>
                <a:cubicBezTo>
                  <a:pt x="1260" y="472"/>
                  <a:pt x="1259" y="473"/>
                  <a:pt x="1259" y="473"/>
                </a:cubicBezTo>
                <a:cubicBezTo>
                  <a:pt x="1258" y="474"/>
                  <a:pt x="1258" y="474"/>
                  <a:pt x="1257" y="474"/>
                </a:cubicBezTo>
                <a:cubicBezTo>
                  <a:pt x="1255" y="475"/>
                  <a:pt x="1254" y="475"/>
                  <a:pt x="1254" y="477"/>
                </a:cubicBezTo>
                <a:cubicBezTo>
                  <a:pt x="1254" y="479"/>
                  <a:pt x="1256" y="481"/>
                  <a:pt x="1258" y="481"/>
                </a:cubicBezTo>
                <a:cubicBezTo>
                  <a:pt x="1259" y="481"/>
                  <a:pt x="1260" y="481"/>
                  <a:pt x="1261" y="481"/>
                </a:cubicBezTo>
                <a:cubicBezTo>
                  <a:pt x="1265" y="481"/>
                  <a:pt x="1268" y="481"/>
                  <a:pt x="1271" y="484"/>
                </a:cubicBezTo>
                <a:cubicBezTo>
                  <a:pt x="1275" y="485"/>
                  <a:pt x="1278" y="486"/>
                  <a:pt x="1281" y="487"/>
                </a:cubicBezTo>
                <a:close/>
                <a:moveTo>
                  <a:pt x="1953" y="68"/>
                </a:moveTo>
                <a:cubicBezTo>
                  <a:pt x="1952" y="69"/>
                  <a:pt x="1953" y="70"/>
                  <a:pt x="1955" y="70"/>
                </a:cubicBezTo>
                <a:cubicBezTo>
                  <a:pt x="1956" y="71"/>
                  <a:pt x="1957" y="70"/>
                  <a:pt x="1958" y="71"/>
                </a:cubicBezTo>
                <a:cubicBezTo>
                  <a:pt x="1960" y="72"/>
                  <a:pt x="1962" y="73"/>
                  <a:pt x="1965" y="74"/>
                </a:cubicBezTo>
                <a:cubicBezTo>
                  <a:pt x="1965" y="74"/>
                  <a:pt x="1966" y="74"/>
                  <a:pt x="1966" y="74"/>
                </a:cubicBezTo>
                <a:cubicBezTo>
                  <a:pt x="1967" y="75"/>
                  <a:pt x="1966" y="75"/>
                  <a:pt x="1965" y="75"/>
                </a:cubicBezTo>
                <a:cubicBezTo>
                  <a:pt x="1964" y="75"/>
                  <a:pt x="1962" y="76"/>
                  <a:pt x="1961" y="76"/>
                </a:cubicBezTo>
                <a:cubicBezTo>
                  <a:pt x="1959" y="76"/>
                  <a:pt x="1958" y="77"/>
                  <a:pt x="1957" y="78"/>
                </a:cubicBezTo>
                <a:cubicBezTo>
                  <a:pt x="1957" y="79"/>
                  <a:pt x="1957" y="80"/>
                  <a:pt x="1959" y="82"/>
                </a:cubicBezTo>
                <a:cubicBezTo>
                  <a:pt x="1961" y="84"/>
                  <a:pt x="1963" y="86"/>
                  <a:pt x="1965" y="88"/>
                </a:cubicBezTo>
                <a:cubicBezTo>
                  <a:pt x="1966" y="88"/>
                  <a:pt x="1967" y="89"/>
                  <a:pt x="1967" y="88"/>
                </a:cubicBezTo>
                <a:cubicBezTo>
                  <a:pt x="1972" y="88"/>
                  <a:pt x="1975" y="83"/>
                  <a:pt x="1974" y="78"/>
                </a:cubicBezTo>
                <a:cubicBezTo>
                  <a:pt x="1973" y="77"/>
                  <a:pt x="1973" y="76"/>
                  <a:pt x="1973" y="75"/>
                </a:cubicBezTo>
                <a:cubicBezTo>
                  <a:pt x="1973" y="75"/>
                  <a:pt x="1974" y="75"/>
                  <a:pt x="1974" y="75"/>
                </a:cubicBezTo>
                <a:cubicBezTo>
                  <a:pt x="1974" y="75"/>
                  <a:pt x="1975" y="74"/>
                  <a:pt x="1975" y="75"/>
                </a:cubicBezTo>
                <a:cubicBezTo>
                  <a:pt x="1977" y="77"/>
                  <a:pt x="1978" y="79"/>
                  <a:pt x="1978" y="82"/>
                </a:cubicBezTo>
                <a:cubicBezTo>
                  <a:pt x="1978" y="83"/>
                  <a:pt x="1978" y="85"/>
                  <a:pt x="1977" y="86"/>
                </a:cubicBezTo>
                <a:cubicBezTo>
                  <a:pt x="1977" y="90"/>
                  <a:pt x="1977" y="90"/>
                  <a:pt x="1980" y="90"/>
                </a:cubicBezTo>
                <a:cubicBezTo>
                  <a:pt x="1983" y="90"/>
                  <a:pt x="1985" y="91"/>
                  <a:pt x="1987" y="93"/>
                </a:cubicBezTo>
                <a:cubicBezTo>
                  <a:pt x="1989" y="97"/>
                  <a:pt x="1992" y="98"/>
                  <a:pt x="1996" y="98"/>
                </a:cubicBezTo>
                <a:cubicBezTo>
                  <a:pt x="2002" y="98"/>
                  <a:pt x="2009" y="98"/>
                  <a:pt x="2015" y="100"/>
                </a:cubicBezTo>
                <a:cubicBezTo>
                  <a:pt x="2016" y="100"/>
                  <a:pt x="2017" y="100"/>
                  <a:pt x="2018" y="100"/>
                </a:cubicBezTo>
                <a:cubicBezTo>
                  <a:pt x="2021" y="99"/>
                  <a:pt x="2023" y="97"/>
                  <a:pt x="2026" y="95"/>
                </a:cubicBezTo>
                <a:cubicBezTo>
                  <a:pt x="2026" y="94"/>
                  <a:pt x="2026" y="92"/>
                  <a:pt x="2026" y="91"/>
                </a:cubicBezTo>
                <a:cubicBezTo>
                  <a:pt x="2025" y="90"/>
                  <a:pt x="2025" y="89"/>
                  <a:pt x="2025" y="89"/>
                </a:cubicBezTo>
                <a:cubicBezTo>
                  <a:pt x="2023" y="88"/>
                  <a:pt x="2022" y="87"/>
                  <a:pt x="2021" y="86"/>
                </a:cubicBezTo>
                <a:cubicBezTo>
                  <a:pt x="2019" y="86"/>
                  <a:pt x="2019" y="84"/>
                  <a:pt x="2019" y="83"/>
                </a:cubicBezTo>
                <a:cubicBezTo>
                  <a:pt x="2020" y="79"/>
                  <a:pt x="2017" y="78"/>
                  <a:pt x="2016" y="75"/>
                </a:cubicBezTo>
                <a:cubicBezTo>
                  <a:pt x="2015" y="69"/>
                  <a:pt x="2011" y="66"/>
                  <a:pt x="2006" y="63"/>
                </a:cubicBezTo>
                <a:cubicBezTo>
                  <a:pt x="2004" y="62"/>
                  <a:pt x="2002" y="61"/>
                  <a:pt x="2000" y="63"/>
                </a:cubicBezTo>
                <a:cubicBezTo>
                  <a:pt x="1998" y="64"/>
                  <a:pt x="1997" y="64"/>
                  <a:pt x="1995" y="62"/>
                </a:cubicBezTo>
                <a:cubicBezTo>
                  <a:pt x="1993" y="61"/>
                  <a:pt x="1990" y="61"/>
                  <a:pt x="1988" y="63"/>
                </a:cubicBezTo>
                <a:cubicBezTo>
                  <a:pt x="1987" y="63"/>
                  <a:pt x="1987" y="63"/>
                  <a:pt x="1986" y="64"/>
                </a:cubicBezTo>
                <a:cubicBezTo>
                  <a:pt x="1986" y="64"/>
                  <a:pt x="1986" y="64"/>
                  <a:pt x="1986" y="64"/>
                </a:cubicBezTo>
                <a:cubicBezTo>
                  <a:pt x="1986" y="64"/>
                  <a:pt x="1986" y="64"/>
                  <a:pt x="1985" y="64"/>
                </a:cubicBezTo>
                <a:cubicBezTo>
                  <a:pt x="1984" y="66"/>
                  <a:pt x="1982" y="67"/>
                  <a:pt x="1981" y="69"/>
                </a:cubicBezTo>
                <a:cubicBezTo>
                  <a:pt x="1980" y="69"/>
                  <a:pt x="1979" y="69"/>
                  <a:pt x="1979" y="69"/>
                </a:cubicBezTo>
                <a:cubicBezTo>
                  <a:pt x="1979" y="68"/>
                  <a:pt x="1979" y="68"/>
                  <a:pt x="1979" y="68"/>
                </a:cubicBezTo>
                <a:cubicBezTo>
                  <a:pt x="1981" y="65"/>
                  <a:pt x="1982" y="64"/>
                  <a:pt x="1985" y="64"/>
                </a:cubicBezTo>
                <a:cubicBezTo>
                  <a:pt x="1986" y="64"/>
                  <a:pt x="1986" y="64"/>
                  <a:pt x="1986" y="64"/>
                </a:cubicBezTo>
                <a:cubicBezTo>
                  <a:pt x="1986" y="64"/>
                  <a:pt x="1986" y="64"/>
                  <a:pt x="1986" y="63"/>
                </a:cubicBezTo>
                <a:cubicBezTo>
                  <a:pt x="1986" y="60"/>
                  <a:pt x="1986" y="57"/>
                  <a:pt x="1983" y="55"/>
                </a:cubicBezTo>
                <a:cubicBezTo>
                  <a:pt x="1980" y="53"/>
                  <a:pt x="1979" y="50"/>
                  <a:pt x="1979" y="47"/>
                </a:cubicBezTo>
                <a:cubicBezTo>
                  <a:pt x="1979" y="46"/>
                  <a:pt x="1978" y="44"/>
                  <a:pt x="1976" y="44"/>
                </a:cubicBezTo>
                <a:cubicBezTo>
                  <a:pt x="1971" y="44"/>
                  <a:pt x="1968" y="41"/>
                  <a:pt x="1965" y="37"/>
                </a:cubicBezTo>
                <a:cubicBezTo>
                  <a:pt x="1964" y="36"/>
                  <a:pt x="1962" y="35"/>
                  <a:pt x="1960" y="34"/>
                </a:cubicBezTo>
                <a:cubicBezTo>
                  <a:pt x="1959" y="34"/>
                  <a:pt x="1957" y="35"/>
                  <a:pt x="1956" y="36"/>
                </a:cubicBezTo>
                <a:cubicBezTo>
                  <a:pt x="1956" y="39"/>
                  <a:pt x="1955" y="41"/>
                  <a:pt x="1953" y="44"/>
                </a:cubicBezTo>
                <a:cubicBezTo>
                  <a:pt x="1950" y="48"/>
                  <a:pt x="1950" y="53"/>
                  <a:pt x="1952" y="57"/>
                </a:cubicBezTo>
                <a:cubicBezTo>
                  <a:pt x="1953" y="61"/>
                  <a:pt x="1953" y="64"/>
                  <a:pt x="1953" y="68"/>
                </a:cubicBezTo>
                <a:close/>
                <a:moveTo>
                  <a:pt x="3034" y="1626"/>
                </a:moveTo>
                <a:cubicBezTo>
                  <a:pt x="3033" y="1626"/>
                  <a:pt x="3032" y="1626"/>
                  <a:pt x="3030" y="1626"/>
                </a:cubicBezTo>
                <a:cubicBezTo>
                  <a:pt x="3030" y="1627"/>
                  <a:pt x="3029" y="1627"/>
                  <a:pt x="3029" y="1628"/>
                </a:cubicBezTo>
                <a:cubicBezTo>
                  <a:pt x="3024" y="1630"/>
                  <a:pt x="3023" y="1630"/>
                  <a:pt x="3019" y="1627"/>
                </a:cubicBezTo>
                <a:cubicBezTo>
                  <a:pt x="3018" y="1626"/>
                  <a:pt x="3016" y="1624"/>
                  <a:pt x="3016" y="1622"/>
                </a:cubicBezTo>
                <a:cubicBezTo>
                  <a:pt x="3016" y="1619"/>
                  <a:pt x="3015" y="1617"/>
                  <a:pt x="3015" y="1614"/>
                </a:cubicBezTo>
                <a:cubicBezTo>
                  <a:pt x="3015" y="1613"/>
                  <a:pt x="3015" y="1612"/>
                  <a:pt x="3014" y="1611"/>
                </a:cubicBezTo>
                <a:cubicBezTo>
                  <a:pt x="3014" y="1611"/>
                  <a:pt x="3013" y="1610"/>
                  <a:pt x="3012" y="1610"/>
                </a:cubicBezTo>
                <a:cubicBezTo>
                  <a:pt x="3012" y="1610"/>
                  <a:pt x="3012" y="1611"/>
                  <a:pt x="3012" y="1611"/>
                </a:cubicBezTo>
                <a:cubicBezTo>
                  <a:pt x="3011" y="1612"/>
                  <a:pt x="3011" y="1613"/>
                  <a:pt x="3011" y="1613"/>
                </a:cubicBezTo>
                <a:cubicBezTo>
                  <a:pt x="3010" y="1614"/>
                  <a:pt x="3010" y="1614"/>
                  <a:pt x="3009" y="1615"/>
                </a:cubicBezTo>
                <a:cubicBezTo>
                  <a:pt x="3009" y="1615"/>
                  <a:pt x="3007" y="1613"/>
                  <a:pt x="3007" y="1613"/>
                </a:cubicBezTo>
                <a:cubicBezTo>
                  <a:pt x="3008" y="1607"/>
                  <a:pt x="3008" y="1602"/>
                  <a:pt x="3009" y="1597"/>
                </a:cubicBezTo>
                <a:cubicBezTo>
                  <a:pt x="3010" y="1594"/>
                  <a:pt x="3009" y="1592"/>
                  <a:pt x="3007" y="1589"/>
                </a:cubicBezTo>
                <a:cubicBezTo>
                  <a:pt x="3005" y="1586"/>
                  <a:pt x="3003" y="1582"/>
                  <a:pt x="3000" y="1580"/>
                </a:cubicBezTo>
                <a:cubicBezTo>
                  <a:pt x="2999" y="1579"/>
                  <a:pt x="2998" y="1578"/>
                  <a:pt x="2998" y="1577"/>
                </a:cubicBezTo>
                <a:cubicBezTo>
                  <a:pt x="2998" y="1576"/>
                  <a:pt x="2998" y="1576"/>
                  <a:pt x="2997" y="1576"/>
                </a:cubicBezTo>
                <a:cubicBezTo>
                  <a:pt x="2997" y="1575"/>
                  <a:pt x="2996" y="1575"/>
                  <a:pt x="2995" y="1576"/>
                </a:cubicBezTo>
                <a:cubicBezTo>
                  <a:pt x="2995" y="1576"/>
                  <a:pt x="2995" y="1576"/>
                  <a:pt x="2995" y="1577"/>
                </a:cubicBezTo>
                <a:cubicBezTo>
                  <a:pt x="2995" y="1580"/>
                  <a:pt x="2998" y="1582"/>
                  <a:pt x="2996" y="1585"/>
                </a:cubicBezTo>
                <a:cubicBezTo>
                  <a:pt x="2995" y="1587"/>
                  <a:pt x="2996" y="1590"/>
                  <a:pt x="2997" y="1592"/>
                </a:cubicBezTo>
                <a:cubicBezTo>
                  <a:pt x="2998" y="1595"/>
                  <a:pt x="2998" y="1598"/>
                  <a:pt x="2999" y="1601"/>
                </a:cubicBezTo>
                <a:cubicBezTo>
                  <a:pt x="3000" y="1605"/>
                  <a:pt x="3002" y="1607"/>
                  <a:pt x="3000" y="1611"/>
                </a:cubicBezTo>
                <a:cubicBezTo>
                  <a:pt x="3000" y="1612"/>
                  <a:pt x="3001" y="1613"/>
                  <a:pt x="3001" y="1614"/>
                </a:cubicBezTo>
                <a:cubicBezTo>
                  <a:pt x="3002" y="1616"/>
                  <a:pt x="3002" y="1617"/>
                  <a:pt x="3003" y="1618"/>
                </a:cubicBezTo>
                <a:cubicBezTo>
                  <a:pt x="3002" y="1622"/>
                  <a:pt x="3002" y="1625"/>
                  <a:pt x="3000" y="1628"/>
                </a:cubicBezTo>
                <a:cubicBezTo>
                  <a:pt x="2999" y="1632"/>
                  <a:pt x="2998" y="1635"/>
                  <a:pt x="2996" y="1638"/>
                </a:cubicBezTo>
                <a:cubicBezTo>
                  <a:pt x="2995" y="1640"/>
                  <a:pt x="2994" y="1641"/>
                  <a:pt x="2992" y="1642"/>
                </a:cubicBezTo>
                <a:cubicBezTo>
                  <a:pt x="2991" y="1643"/>
                  <a:pt x="2989" y="1643"/>
                  <a:pt x="2987" y="1644"/>
                </a:cubicBezTo>
                <a:cubicBezTo>
                  <a:pt x="2984" y="1646"/>
                  <a:pt x="2984" y="1650"/>
                  <a:pt x="2986" y="1652"/>
                </a:cubicBezTo>
                <a:cubicBezTo>
                  <a:pt x="2988" y="1654"/>
                  <a:pt x="2990" y="1656"/>
                  <a:pt x="2991" y="1657"/>
                </a:cubicBezTo>
                <a:cubicBezTo>
                  <a:pt x="2993" y="1659"/>
                  <a:pt x="2994" y="1661"/>
                  <a:pt x="2993" y="1664"/>
                </a:cubicBezTo>
                <a:cubicBezTo>
                  <a:pt x="2993" y="1665"/>
                  <a:pt x="2992" y="1667"/>
                  <a:pt x="2991" y="1669"/>
                </a:cubicBezTo>
                <a:cubicBezTo>
                  <a:pt x="2989" y="1671"/>
                  <a:pt x="2987" y="1674"/>
                  <a:pt x="2985" y="1676"/>
                </a:cubicBezTo>
                <a:cubicBezTo>
                  <a:pt x="2985" y="1677"/>
                  <a:pt x="2985" y="1678"/>
                  <a:pt x="2985" y="1679"/>
                </a:cubicBezTo>
                <a:cubicBezTo>
                  <a:pt x="2986" y="1680"/>
                  <a:pt x="2987" y="1681"/>
                  <a:pt x="2989" y="1682"/>
                </a:cubicBezTo>
                <a:cubicBezTo>
                  <a:pt x="2989" y="1683"/>
                  <a:pt x="2990" y="1683"/>
                  <a:pt x="2991" y="1683"/>
                </a:cubicBezTo>
                <a:cubicBezTo>
                  <a:pt x="2994" y="1682"/>
                  <a:pt x="2996" y="1680"/>
                  <a:pt x="2998" y="1677"/>
                </a:cubicBezTo>
                <a:cubicBezTo>
                  <a:pt x="3002" y="1674"/>
                  <a:pt x="3006" y="1670"/>
                  <a:pt x="3009" y="1666"/>
                </a:cubicBezTo>
                <a:cubicBezTo>
                  <a:pt x="3013" y="1662"/>
                  <a:pt x="3015" y="1659"/>
                  <a:pt x="3015" y="1654"/>
                </a:cubicBezTo>
                <a:cubicBezTo>
                  <a:pt x="3015" y="1651"/>
                  <a:pt x="3018" y="1649"/>
                  <a:pt x="3021" y="1649"/>
                </a:cubicBezTo>
                <a:cubicBezTo>
                  <a:pt x="3022" y="1649"/>
                  <a:pt x="3022" y="1649"/>
                  <a:pt x="3023" y="1649"/>
                </a:cubicBezTo>
                <a:cubicBezTo>
                  <a:pt x="3024" y="1649"/>
                  <a:pt x="3025" y="1648"/>
                  <a:pt x="3025" y="1648"/>
                </a:cubicBezTo>
                <a:cubicBezTo>
                  <a:pt x="3026" y="1644"/>
                  <a:pt x="3029" y="1643"/>
                  <a:pt x="3031" y="1640"/>
                </a:cubicBezTo>
                <a:cubicBezTo>
                  <a:pt x="3032" y="1639"/>
                  <a:pt x="3033" y="1638"/>
                  <a:pt x="3033" y="1637"/>
                </a:cubicBezTo>
                <a:cubicBezTo>
                  <a:pt x="3034" y="1635"/>
                  <a:pt x="3035" y="1632"/>
                  <a:pt x="3036" y="1631"/>
                </a:cubicBezTo>
                <a:cubicBezTo>
                  <a:pt x="3036" y="1629"/>
                  <a:pt x="3035" y="1627"/>
                  <a:pt x="3034" y="1626"/>
                </a:cubicBezTo>
                <a:close/>
                <a:moveTo>
                  <a:pt x="2314" y="87"/>
                </a:moveTo>
                <a:cubicBezTo>
                  <a:pt x="2314" y="85"/>
                  <a:pt x="2314" y="84"/>
                  <a:pt x="2314" y="83"/>
                </a:cubicBezTo>
                <a:cubicBezTo>
                  <a:pt x="2315" y="80"/>
                  <a:pt x="2316" y="77"/>
                  <a:pt x="2317" y="74"/>
                </a:cubicBezTo>
                <a:cubicBezTo>
                  <a:pt x="2317" y="72"/>
                  <a:pt x="2319" y="72"/>
                  <a:pt x="2320" y="72"/>
                </a:cubicBezTo>
                <a:cubicBezTo>
                  <a:pt x="2323" y="73"/>
                  <a:pt x="2326" y="74"/>
                  <a:pt x="2328" y="76"/>
                </a:cubicBezTo>
                <a:cubicBezTo>
                  <a:pt x="2330" y="79"/>
                  <a:pt x="2333" y="79"/>
                  <a:pt x="2336" y="80"/>
                </a:cubicBezTo>
                <a:cubicBezTo>
                  <a:pt x="2336" y="81"/>
                  <a:pt x="2336" y="81"/>
                  <a:pt x="2336" y="81"/>
                </a:cubicBezTo>
                <a:cubicBezTo>
                  <a:pt x="2337" y="81"/>
                  <a:pt x="2337" y="81"/>
                  <a:pt x="2338" y="82"/>
                </a:cubicBezTo>
                <a:cubicBezTo>
                  <a:pt x="2337" y="81"/>
                  <a:pt x="2337" y="81"/>
                  <a:pt x="2337" y="80"/>
                </a:cubicBezTo>
                <a:cubicBezTo>
                  <a:pt x="2336" y="80"/>
                  <a:pt x="2336" y="80"/>
                  <a:pt x="2336" y="80"/>
                </a:cubicBezTo>
                <a:cubicBezTo>
                  <a:pt x="2336" y="78"/>
                  <a:pt x="2336" y="76"/>
                  <a:pt x="2336" y="74"/>
                </a:cubicBezTo>
                <a:cubicBezTo>
                  <a:pt x="2337" y="72"/>
                  <a:pt x="2337" y="71"/>
                  <a:pt x="2338" y="69"/>
                </a:cubicBezTo>
                <a:cubicBezTo>
                  <a:pt x="2338" y="69"/>
                  <a:pt x="2339" y="68"/>
                  <a:pt x="2340" y="68"/>
                </a:cubicBezTo>
                <a:cubicBezTo>
                  <a:pt x="2342" y="68"/>
                  <a:pt x="2344" y="69"/>
                  <a:pt x="2346" y="70"/>
                </a:cubicBezTo>
                <a:cubicBezTo>
                  <a:pt x="2349" y="70"/>
                  <a:pt x="2350" y="71"/>
                  <a:pt x="2351" y="74"/>
                </a:cubicBezTo>
                <a:cubicBezTo>
                  <a:pt x="2351" y="79"/>
                  <a:pt x="2353" y="82"/>
                  <a:pt x="2355" y="86"/>
                </a:cubicBezTo>
                <a:cubicBezTo>
                  <a:pt x="2356" y="87"/>
                  <a:pt x="2356" y="87"/>
                  <a:pt x="2357" y="87"/>
                </a:cubicBezTo>
                <a:cubicBezTo>
                  <a:pt x="2357" y="87"/>
                  <a:pt x="2357" y="87"/>
                  <a:pt x="2357" y="88"/>
                </a:cubicBezTo>
                <a:cubicBezTo>
                  <a:pt x="2357" y="88"/>
                  <a:pt x="2357" y="88"/>
                  <a:pt x="2357" y="88"/>
                </a:cubicBezTo>
                <a:cubicBezTo>
                  <a:pt x="2357" y="88"/>
                  <a:pt x="2357" y="88"/>
                  <a:pt x="2357" y="87"/>
                </a:cubicBezTo>
                <a:cubicBezTo>
                  <a:pt x="2357" y="87"/>
                  <a:pt x="2357" y="87"/>
                  <a:pt x="2357" y="87"/>
                </a:cubicBezTo>
                <a:cubicBezTo>
                  <a:pt x="2356" y="86"/>
                  <a:pt x="2356" y="85"/>
                  <a:pt x="2356" y="84"/>
                </a:cubicBezTo>
                <a:cubicBezTo>
                  <a:pt x="2356" y="80"/>
                  <a:pt x="2355" y="77"/>
                  <a:pt x="2353" y="73"/>
                </a:cubicBezTo>
                <a:cubicBezTo>
                  <a:pt x="2353" y="73"/>
                  <a:pt x="2353" y="71"/>
                  <a:pt x="2353" y="71"/>
                </a:cubicBezTo>
                <a:cubicBezTo>
                  <a:pt x="2354" y="70"/>
                  <a:pt x="2355" y="70"/>
                  <a:pt x="2356" y="69"/>
                </a:cubicBezTo>
                <a:cubicBezTo>
                  <a:pt x="2356" y="69"/>
                  <a:pt x="2357" y="69"/>
                  <a:pt x="2357" y="69"/>
                </a:cubicBezTo>
                <a:cubicBezTo>
                  <a:pt x="2362" y="70"/>
                  <a:pt x="2366" y="71"/>
                  <a:pt x="2371" y="72"/>
                </a:cubicBezTo>
                <a:cubicBezTo>
                  <a:pt x="2374" y="73"/>
                  <a:pt x="2376" y="74"/>
                  <a:pt x="2375" y="78"/>
                </a:cubicBezTo>
                <a:cubicBezTo>
                  <a:pt x="2375" y="80"/>
                  <a:pt x="2376" y="82"/>
                  <a:pt x="2376" y="83"/>
                </a:cubicBezTo>
                <a:cubicBezTo>
                  <a:pt x="2377" y="85"/>
                  <a:pt x="2377" y="87"/>
                  <a:pt x="2376" y="88"/>
                </a:cubicBezTo>
                <a:cubicBezTo>
                  <a:pt x="2376" y="89"/>
                  <a:pt x="2376" y="90"/>
                  <a:pt x="2375" y="91"/>
                </a:cubicBezTo>
                <a:cubicBezTo>
                  <a:pt x="2375" y="92"/>
                  <a:pt x="2374" y="92"/>
                  <a:pt x="2374" y="93"/>
                </a:cubicBezTo>
                <a:cubicBezTo>
                  <a:pt x="2373" y="94"/>
                  <a:pt x="2372" y="94"/>
                  <a:pt x="2372" y="96"/>
                </a:cubicBezTo>
                <a:cubicBezTo>
                  <a:pt x="2372" y="96"/>
                  <a:pt x="2372" y="97"/>
                  <a:pt x="2371" y="98"/>
                </a:cubicBezTo>
                <a:cubicBezTo>
                  <a:pt x="2370" y="98"/>
                  <a:pt x="2370" y="99"/>
                  <a:pt x="2369" y="100"/>
                </a:cubicBezTo>
                <a:cubicBezTo>
                  <a:pt x="2368" y="100"/>
                  <a:pt x="2367" y="101"/>
                  <a:pt x="2366" y="101"/>
                </a:cubicBezTo>
                <a:cubicBezTo>
                  <a:pt x="2362" y="100"/>
                  <a:pt x="2360" y="101"/>
                  <a:pt x="2357" y="104"/>
                </a:cubicBezTo>
                <a:cubicBezTo>
                  <a:pt x="2356" y="106"/>
                  <a:pt x="2355" y="108"/>
                  <a:pt x="2354" y="109"/>
                </a:cubicBezTo>
                <a:cubicBezTo>
                  <a:pt x="2352" y="111"/>
                  <a:pt x="2352" y="112"/>
                  <a:pt x="2351" y="114"/>
                </a:cubicBezTo>
                <a:cubicBezTo>
                  <a:pt x="2351" y="115"/>
                  <a:pt x="2350" y="116"/>
                  <a:pt x="2349" y="116"/>
                </a:cubicBezTo>
                <a:cubicBezTo>
                  <a:pt x="2347" y="116"/>
                  <a:pt x="2345" y="116"/>
                  <a:pt x="2344" y="116"/>
                </a:cubicBezTo>
                <a:cubicBezTo>
                  <a:pt x="2341" y="117"/>
                  <a:pt x="2339" y="116"/>
                  <a:pt x="2338" y="114"/>
                </a:cubicBezTo>
                <a:cubicBezTo>
                  <a:pt x="2336" y="112"/>
                  <a:pt x="2334" y="111"/>
                  <a:pt x="2331" y="110"/>
                </a:cubicBezTo>
                <a:cubicBezTo>
                  <a:pt x="2329" y="109"/>
                  <a:pt x="2327" y="108"/>
                  <a:pt x="2325" y="107"/>
                </a:cubicBezTo>
                <a:cubicBezTo>
                  <a:pt x="2324" y="106"/>
                  <a:pt x="2323" y="105"/>
                  <a:pt x="2323" y="104"/>
                </a:cubicBezTo>
                <a:cubicBezTo>
                  <a:pt x="2323" y="101"/>
                  <a:pt x="2321" y="99"/>
                  <a:pt x="2320" y="96"/>
                </a:cubicBezTo>
                <a:cubicBezTo>
                  <a:pt x="2318" y="93"/>
                  <a:pt x="2317" y="90"/>
                  <a:pt x="2314" y="87"/>
                </a:cubicBezTo>
                <a:close/>
                <a:moveTo>
                  <a:pt x="2338" y="82"/>
                </a:moveTo>
                <a:cubicBezTo>
                  <a:pt x="2339" y="83"/>
                  <a:pt x="2339" y="83"/>
                  <a:pt x="2340" y="83"/>
                </a:cubicBezTo>
                <a:cubicBezTo>
                  <a:pt x="2339" y="83"/>
                  <a:pt x="2339" y="83"/>
                  <a:pt x="2338" y="82"/>
                </a:cubicBezTo>
                <a:close/>
                <a:moveTo>
                  <a:pt x="762" y="225"/>
                </a:moveTo>
                <a:cubicBezTo>
                  <a:pt x="763" y="224"/>
                  <a:pt x="764" y="223"/>
                  <a:pt x="763" y="221"/>
                </a:cubicBezTo>
                <a:cubicBezTo>
                  <a:pt x="763" y="219"/>
                  <a:pt x="762" y="219"/>
                  <a:pt x="760" y="218"/>
                </a:cubicBezTo>
                <a:cubicBezTo>
                  <a:pt x="760" y="218"/>
                  <a:pt x="760" y="218"/>
                  <a:pt x="760" y="218"/>
                </a:cubicBezTo>
                <a:cubicBezTo>
                  <a:pt x="761" y="218"/>
                  <a:pt x="762" y="217"/>
                  <a:pt x="763" y="216"/>
                </a:cubicBezTo>
                <a:cubicBezTo>
                  <a:pt x="763" y="216"/>
                  <a:pt x="763" y="215"/>
                  <a:pt x="763" y="214"/>
                </a:cubicBezTo>
                <a:cubicBezTo>
                  <a:pt x="763" y="214"/>
                  <a:pt x="763" y="213"/>
                  <a:pt x="763" y="213"/>
                </a:cubicBezTo>
                <a:cubicBezTo>
                  <a:pt x="760" y="212"/>
                  <a:pt x="758" y="213"/>
                  <a:pt x="755" y="213"/>
                </a:cubicBezTo>
                <a:cubicBezTo>
                  <a:pt x="753" y="213"/>
                  <a:pt x="752" y="215"/>
                  <a:pt x="751" y="217"/>
                </a:cubicBezTo>
                <a:cubicBezTo>
                  <a:pt x="750" y="217"/>
                  <a:pt x="750" y="216"/>
                  <a:pt x="749" y="216"/>
                </a:cubicBezTo>
                <a:cubicBezTo>
                  <a:pt x="749" y="216"/>
                  <a:pt x="749" y="216"/>
                  <a:pt x="749" y="216"/>
                </a:cubicBezTo>
                <a:cubicBezTo>
                  <a:pt x="749" y="216"/>
                  <a:pt x="749" y="216"/>
                  <a:pt x="749" y="216"/>
                </a:cubicBezTo>
                <a:cubicBezTo>
                  <a:pt x="749" y="216"/>
                  <a:pt x="749" y="216"/>
                  <a:pt x="749" y="216"/>
                </a:cubicBezTo>
                <a:cubicBezTo>
                  <a:pt x="749" y="216"/>
                  <a:pt x="749" y="216"/>
                  <a:pt x="749" y="216"/>
                </a:cubicBezTo>
                <a:cubicBezTo>
                  <a:pt x="748" y="215"/>
                  <a:pt x="748" y="215"/>
                  <a:pt x="747" y="214"/>
                </a:cubicBezTo>
                <a:cubicBezTo>
                  <a:pt x="746" y="213"/>
                  <a:pt x="745" y="213"/>
                  <a:pt x="744" y="213"/>
                </a:cubicBezTo>
                <a:cubicBezTo>
                  <a:pt x="742" y="213"/>
                  <a:pt x="741" y="213"/>
                  <a:pt x="739" y="214"/>
                </a:cubicBezTo>
                <a:cubicBezTo>
                  <a:pt x="738" y="214"/>
                  <a:pt x="737" y="215"/>
                  <a:pt x="736" y="216"/>
                </a:cubicBezTo>
                <a:cubicBezTo>
                  <a:pt x="735" y="219"/>
                  <a:pt x="734" y="220"/>
                  <a:pt x="732" y="222"/>
                </a:cubicBezTo>
                <a:cubicBezTo>
                  <a:pt x="731" y="223"/>
                  <a:pt x="731" y="224"/>
                  <a:pt x="731" y="225"/>
                </a:cubicBezTo>
                <a:cubicBezTo>
                  <a:pt x="731" y="226"/>
                  <a:pt x="731" y="227"/>
                  <a:pt x="732" y="228"/>
                </a:cubicBezTo>
                <a:cubicBezTo>
                  <a:pt x="734" y="232"/>
                  <a:pt x="733" y="236"/>
                  <a:pt x="731" y="239"/>
                </a:cubicBezTo>
                <a:cubicBezTo>
                  <a:pt x="731" y="240"/>
                  <a:pt x="729" y="241"/>
                  <a:pt x="728" y="240"/>
                </a:cubicBezTo>
                <a:cubicBezTo>
                  <a:pt x="726" y="238"/>
                  <a:pt x="726" y="235"/>
                  <a:pt x="725" y="233"/>
                </a:cubicBezTo>
                <a:cubicBezTo>
                  <a:pt x="724" y="231"/>
                  <a:pt x="723" y="230"/>
                  <a:pt x="721" y="230"/>
                </a:cubicBezTo>
                <a:cubicBezTo>
                  <a:pt x="717" y="230"/>
                  <a:pt x="715" y="233"/>
                  <a:pt x="714" y="237"/>
                </a:cubicBezTo>
                <a:cubicBezTo>
                  <a:pt x="714" y="241"/>
                  <a:pt x="714" y="244"/>
                  <a:pt x="714" y="247"/>
                </a:cubicBezTo>
                <a:cubicBezTo>
                  <a:pt x="714" y="248"/>
                  <a:pt x="714" y="249"/>
                  <a:pt x="715" y="250"/>
                </a:cubicBezTo>
                <a:cubicBezTo>
                  <a:pt x="718" y="251"/>
                  <a:pt x="719" y="253"/>
                  <a:pt x="720" y="255"/>
                </a:cubicBezTo>
                <a:cubicBezTo>
                  <a:pt x="721" y="260"/>
                  <a:pt x="724" y="265"/>
                  <a:pt x="723" y="270"/>
                </a:cubicBezTo>
                <a:cubicBezTo>
                  <a:pt x="723" y="273"/>
                  <a:pt x="725" y="275"/>
                  <a:pt x="726" y="277"/>
                </a:cubicBezTo>
                <a:cubicBezTo>
                  <a:pt x="727" y="278"/>
                  <a:pt x="729" y="279"/>
                  <a:pt x="730" y="278"/>
                </a:cubicBezTo>
                <a:cubicBezTo>
                  <a:pt x="732" y="276"/>
                  <a:pt x="733" y="275"/>
                  <a:pt x="735" y="273"/>
                </a:cubicBezTo>
                <a:cubicBezTo>
                  <a:pt x="737" y="272"/>
                  <a:pt x="739" y="272"/>
                  <a:pt x="741" y="271"/>
                </a:cubicBezTo>
                <a:cubicBezTo>
                  <a:pt x="743" y="270"/>
                  <a:pt x="745" y="269"/>
                  <a:pt x="747" y="268"/>
                </a:cubicBezTo>
                <a:cubicBezTo>
                  <a:pt x="747" y="267"/>
                  <a:pt x="748" y="266"/>
                  <a:pt x="749" y="266"/>
                </a:cubicBezTo>
                <a:cubicBezTo>
                  <a:pt x="750" y="262"/>
                  <a:pt x="752" y="259"/>
                  <a:pt x="754" y="256"/>
                </a:cubicBezTo>
                <a:cubicBezTo>
                  <a:pt x="756" y="254"/>
                  <a:pt x="756" y="251"/>
                  <a:pt x="756" y="248"/>
                </a:cubicBezTo>
                <a:cubicBezTo>
                  <a:pt x="755" y="246"/>
                  <a:pt x="755" y="244"/>
                  <a:pt x="754" y="242"/>
                </a:cubicBezTo>
                <a:cubicBezTo>
                  <a:pt x="754" y="240"/>
                  <a:pt x="752" y="239"/>
                  <a:pt x="750" y="237"/>
                </a:cubicBezTo>
                <a:cubicBezTo>
                  <a:pt x="749" y="237"/>
                  <a:pt x="749" y="236"/>
                  <a:pt x="750" y="236"/>
                </a:cubicBezTo>
                <a:cubicBezTo>
                  <a:pt x="752" y="235"/>
                  <a:pt x="754" y="234"/>
                  <a:pt x="756" y="233"/>
                </a:cubicBezTo>
                <a:cubicBezTo>
                  <a:pt x="757" y="233"/>
                  <a:pt x="759" y="232"/>
                  <a:pt x="759" y="230"/>
                </a:cubicBezTo>
                <a:cubicBezTo>
                  <a:pt x="759" y="227"/>
                  <a:pt x="761" y="226"/>
                  <a:pt x="762" y="225"/>
                </a:cubicBezTo>
                <a:close/>
                <a:moveTo>
                  <a:pt x="2579" y="1235"/>
                </a:moveTo>
                <a:cubicBezTo>
                  <a:pt x="2578" y="1236"/>
                  <a:pt x="2576" y="1237"/>
                  <a:pt x="2574" y="1236"/>
                </a:cubicBezTo>
                <a:cubicBezTo>
                  <a:pt x="2574" y="1236"/>
                  <a:pt x="2573" y="1236"/>
                  <a:pt x="2573" y="1236"/>
                </a:cubicBezTo>
                <a:cubicBezTo>
                  <a:pt x="2571" y="1235"/>
                  <a:pt x="2570" y="1233"/>
                  <a:pt x="2570" y="1231"/>
                </a:cubicBezTo>
                <a:cubicBezTo>
                  <a:pt x="2570" y="1231"/>
                  <a:pt x="2570" y="1231"/>
                  <a:pt x="2570" y="1231"/>
                </a:cubicBezTo>
                <a:cubicBezTo>
                  <a:pt x="2570" y="1231"/>
                  <a:pt x="2570" y="1231"/>
                  <a:pt x="2570" y="1230"/>
                </a:cubicBezTo>
                <a:cubicBezTo>
                  <a:pt x="2570" y="1230"/>
                  <a:pt x="2570" y="1231"/>
                  <a:pt x="2570" y="1231"/>
                </a:cubicBezTo>
                <a:cubicBezTo>
                  <a:pt x="2570" y="1231"/>
                  <a:pt x="2570" y="1231"/>
                  <a:pt x="2570" y="1231"/>
                </a:cubicBezTo>
                <a:cubicBezTo>
                  <a:pt x="2569" y="1231"/>
                  <a:pt x="2568" y="1231"/>
                  <a:pt x="2568" y="1231"/>
                </a:cubicBezTo>
                <a:cubicBezTo>
                  <a:pt x="2564" y="1231"/>
                  <a:pt x="2563" y="1230"/>
                  <a:pt x="2563" y="1228"/>
                </a:cubicBezTo>
                <a:cubicBezTo>
                  <a:pt x="2562" y="1226"/>
                  <a:pt x="2562" y="1224"/>
                  <a:pt x="2561" y="1224"/>
                </a:cubicBezTo>
                <a:cubicBezTo>
                  <a:pt x="2558" y="1221"/>
                  <a:pt x="2558" y="1217"/>
                  <a:pt x="2558" y="1214"/>
                </a:cubicBezTo>
                <a:cubicBezTo>
                  <a:pt x="2558" y="1213"/>
                  <a:pt x="2557" y="1212"/>
                  <a:pt x="2557" y="1212"/>
                </a:cubicBezTo>
                <a:cubicBezTo>
                  <a:pt x="2556" y="1212"/>
                  <a:pt x="2555" y="1213"/>
                  <a:pt x="2555" y="1214"/>
                </a:cubicBezTo>
                <a:cubicBezTo>
                  <a:pt x="2555" y="1220"/>
                  <a:pt x="2553" y="1227"/>
                  <a:pt x="2553" y="1233"/>
                </a:cubicBezTo>
                <a:cubicBezTo>
                  <a:pt x="2553" y="1235"/>
                  <a:pt x="2554" y="1236"/>
                  <a:pt x="2552" y="1237"/>
                </a:cubicBezTo>
                <a:cubicBezTo>
                  <a:pt x="2550" y="1238"/>
                  <a:pt x="2547" y="1239"/>
                  <a:pt x="2545" y="1237"/>
                </a:cubicBezTo>
                <a:cubicBezTo>
                  <a:pt x="2544" y="1236"/>
                  <a:pt x="2544" y="1235"/>
                  <a:pt x="2543" y="1234"/>
                </a:cubicBezTo>
                <a:cubicBezTo>
                  <a:pt x="2543" y="1231"/>
                  <a:pt x="2544" y="1229"/>
                  <a:pt x="2545" y="1226"/>
                </a:cubicBezTo>
                <a:cubicBezTo>
                  <a:pt x="2545" y="1224"/>
                  <a:pt x="2545" y="1222"/>
                  <a:pt x="2543" y="1220"/>
                </a:cubicBezTo>
                <a:cubicBezTo>
                  <a:pt x="2542" y="1220"/>
                  <a:pt x="2541" y="1219"/>
                  <a:pt x="2540" y="1218"/>
                </a:cubicBezTo>
                <a:cubicBezTo>
                  <a:pt x="2538" y="1217"/>
                  <a:pt x="2538" y="1214"/>
                  <a:pt x="2539" y="1212"/>
                </a:cubicBezTo>
                <a:cubicBezTo>
                  <a:pt x="2539" y="1210"/>
                  <a:pt x="2540" y="1209"/>
                  <a:pt x="2541" y="1207"/>
                </a:cubicBezTo>
                <a:cubicBezTo>
                  <a:pt x="2542" y="1205"/>
                  <a:pt x="2543" y="1202"/>
                  <a:pt x="2543" y="1199"/>
                </a:cubicBezTo>
                <a:cubicBezTo>
                  <a:pt x="2543" y="1196"/>
                  <a:pt x="2543" y="1194"/>
                  <a:pt x="2546" y="1191"/>
                </a:cubicBezTo>
                <a:cubicBezTo>
                  <a:pt x="2547" y="1190"/>
                  <a:pt x="2547" y="1189"/>
                  <a:pt x="2547" y="1187"/>
                </a:cubicBezTo>
                <a:cubicBezTo>
                  <a:pt x="2547" y="1186"/>
                  <a:pt x="2547" y="1184"/>
                  <a:pt x="2547" y="1183"/>
                </a:cubicBezTo>
                <a:cubicBezTo>
                  <a:pt x="2548" y="1181"/>
                  <a:pt x="2549" y="1179"/>
                  <a:pt x="2551" y="1178"/>
                </a:cubicBezTo>
                <a:cubicBezTo>
                  <a:pt x="2551" y="1177"/>
                  <a:pt x="2552" y="1177"/>
                  <a:pt x="2552" y="1177"/>
                </a:cubicBezTo>
                <a:cubicBezTo>
                  <a:pt x="2556" y="1177"/>
                  <a:pt x="2557" y="1172"/>
                  <a:pt x="2561" y="1172"/>
                </a:cubicBezTo>
                <a:cubicBezTo>
                  <a:pt x="2564" y="1173"/>
                  <a:pt x="2566" y="1174"/>
                  <a:pt x="2569" y="1174"/>
                </a:cubicBezTo>
                <a:cubicBezTo>
                  <a:pt x="2574" y="1175"/>
                  <a:pt x="2578" y="1175"/>
                  <a:pt x="2582" y="1176"/>
                </a:cubicBezTo>
                <a:cubicBezTo>
                  <a:pt x="2585" y="1177"/>
                  <a:pt x="2588" y="1175"/>
                  <a:pt x="2590" y="1173"/>
                </a:cubicBezTo>
                <a:cubicBezTo>
                  <a:pt x="2592" y="1172"/>
                  <a:pt x="2593" y="1171"/>
                  <a:pt x="2594" y="1170"/>
                </a:cubicBezTo>
                <a:cubicBezTo>
                  <a:pt x="2595" y="1169"/>
                  <a:pt x="2596" y="1169"/>
                  <a:pt x="2597" y="1170"/>
                </a:cubicBezTo>
                <a:cubicBezTo>
                  <a:pt x="2598" y="1171"/>
                  <a:pt x="2598" y="1172"/>
                  <a:pt x="2598" y="1173"/>
                </a:cubicBezTo>
                <a:cubicBezTo>
                  <a:pt x="2594" y="1180"/>
                  <a:pt x="2588" y="1183"/>
                  <a:pt x="2580" y="1182"/>
                </a:cubicBezTo>
                <a:cubicBezTo>
                  <a:pt x="2572" y="1181"/>
                  <a:pt x="2564" y="1181"/>
                  <a:pt x="2557" y="1182"/>
                </a:cubicBezTo>
                <a:cubicBezTo>
                  <a:pt x="2553" y="1182"/>
                  <a:pt x="2551" y="1186"/>
                  <a:pt x="2551" y="1189"/>
                </a:cubicBezTo>
                <a:cubicBezTo>
                  <a:pt x="2552" y="1192"/>
                  <a:pt x="2554" y="1195"/>
                  <a:pt x="2558" y="1196"/>
                </a:cubicBezTo>
                <a:cubicBezTo>
                  <a:pt x="2558" y="1196"/>
                  <a:pt x="2559" y="1196"/>
                  <a:pt x="2560" y="1196"/>
                </a:cubicBezTo>
                <a:cubicBezTo>
                  <a:pt x="2562" y="1193"/>
                  <a:pt x="2565" y="1192"/>
                  <a:pt x="2568" y="1192"/>
                </a:cubicBezTo>
                <a:cubicBezTo>
                  <a:pt x="2571" y="1192"/>
                  <a:pt x="2574" y="1191"/>
                  <a:pt x="2577" y="1190"/>
                </a:cubicBezTo>
                <a:cubicBezTo>
                  <a:pt x="2578" y="1190"/>
                  <a:pt x="2580" y="1190"/>
                  <a:pt x="2581" y="1190"/>
                </a:cubicBezTo>
                <a:cubicBezTo>
                  <a:pt x="2582" y="1191"/>
                  <a:pt x="2583" y="1191"/>
                  <a:pt x="2583" y="1192"/>
                </a:cubicBezTo>
                <a:cubicBezTo>
                  <a:pt x="2583" y="1194"/>
                  <a:pt x="2583" y="1196"/>
                  <a:pt x="2582" y="1198"/>
                </a:cubicBezTo>
                <a:cubicBezTo>
                  <a:pt x="2582" y="1199"/>
                  <a:pt x="2581" y="1199"/>
                  <a:pt x="2581" y="1199"/>
                </a:cubicBezTo>
                <a:cubicBezTo>
                  <a:pt x="2580" y="1199"/>
                  <a:pt x="2579" y="1199"/>
                  <a:pt x="2577" y="1199"/>
                </a:cubicBezTo>
                <a:cubicBezTo>
                  <a:pt x="2576" y="1199"/>
                  <a:pt x="2575" y="1199"/>
                  <a:pt x="2573" y="1199"/>
                </a:cubicBezTo>
                <a:cubicBezTo>
                  <a:pt x="2571" y="1201"/>
                  <a:pt x="2570" y="1202"/>
                  <a:pt x="2568" y="1203"/>
                </a:cubicBezTo>
                <a:cubicBezTo>
                  <a:pt x="2567" y="1204"/>
                  <a:pt x="2566" y="1205"/>
                  <a:pt x="2567" y="1206"/>
                </a:cubicBezTo>
                <a:cubicBezTo>
                  <a:pt x="2568" y="1208"/>
                  <a:pt x="2570" y="1210"/>
                  <a:pt x="2571" y="1212"/>
                </a:cubicBezTo>
                <a:cubicBezTo>
                  <a:pt x="2572" y="1213"/>
                  <a:pt x="2573" y="1215"/>
                  <a:pt x="2572" y="1217"/>
                </a:cubicBezTo>
                <a:cubicBezTo>
                  <a:pt x="2572" y="1218"/>
                  <a:pt x="2573" y="1219"/>
                  <a:pt x="2574" y="1221"/>
                </a:cubicBezTo>
                <a:cubicBezTo>
                  <a:pt x="2575" y="1221"/>
                  <a:pt x="2576" y="1222"/>
                  <a:pt x="2577" y="1222"/>
                </a:cubicBezTo>
                <a:cubicBezTo>
                  <a:pt x="2578" y="1223"/>
                  <a:pt x="2579" y="1224"/>
                  <a:pt x="2579" y="1226"/>
                </a:cubicBezTo>
                <a:cubicBezTo>
                  <a:pt x="2579" y="1229"/>
                  <a:pt x="2579" y="1232"/>
                  <a:pt x="2579" y="1235"/>
                </a:cubicBezTo>
                <a:close/>
                <a:moveTo>
                  <a:pt x="2575" y="1228"/>
                </a:moveTo>
                <a:cubicBezTo>
                  <a:pt x="2575" y="1228"/>
                  <a:pt x="2575" y="1227"/>
                  <a:pt x="2574" y="1227"/>
                </a:cubicBezTo>
                <a:cubicBezTo>
                  <a:pt x="2573" y="1227"/>
                  <a:pt x="2573" y="1227"/>
                  <a:pt x="2572" y="1228"/>
                </a:cubicBezTo>
                <a:cubicBezTo>
                  <a:pt x="2572" y="1228"/>
                  <a:pt x="2572" y="1228"/>
                  <a:pt x="2572" y="1228"/>
                </a:cubicBezTo>
                <a:cubicBezTo>
                  <a:pt x="2572" y="1228"/>
                  <a:pt x="2572" y="1228"/>
                  <a:pt x="2572" y="1228"/>
                </a:cubicBezTo>
                <a:cubicBezTo>
                  <a:pt x="2572" y="1228"/>
                  <a:pt x="2572" y="1228"/>
                  <a:pt x="2572" y="1228"/>
                </a:cubicBezTo>
                <a:cubicBezTo>
                  <a:pt x="2572" y="1228"/>
                  <a:pt x="2572" y="1228"/>
                  <a:pt x="2572" y="1229"/>
                </a:cubicBezTo>
                <a:cubicBezTo>
                  <a:pt x="2572" y="1229"/>
                  <a:pt x="2572" y="1228"/>
                  <a:pt x="2572" y="1228"/>
                </a:cubicBezTo>
                <a:cubicBezTo>
                  <a:pt x="2572" y="1228"/>
                  <a:pt x="2572" y="1228"/>
                  <a:pt x="2572" y="1228"/>
                </a:cubicBezTo>
                <a:cubicBezTo>
                  <a:pt x="2572" y="1228"/>
                  <a:pt x="2572" y="1228"/>
                  <a:pt x="2572" y="1228"/>
                </a:cubicBezTo>
                <a:cubicBezTo>
                  <a:pt x="2572" y="1228"/>
                  <a:pt x="2572" y="1228"/>
                  <a:pt x="2572" y="1228"/>
                </a:cubicBezTo>
                <a:cubicBezTo>
                  <a:pt x="2573" y="1228"/>
                  <a:pt x="2574" y="1228"/>
                  <a:pt x="2575" y="1229"/>
                </a:cubicBezTo>
                <a:cubicBezTo>
                  <a:pt x="2575" y="1229"/>
                  <a:pt x="2575" y="1228"/>
                  <a:pt x="2575" y="1228"/>
                </a:cubicBezTo>
                <a:close/>
                <a:moveTo>
                  <a:pt x="974" y="671"/>
                </a:moveTo>
                <a:cubicBezTo>
                  <a:pt x="975" y="671"/>
                  <a:pt x="974" y="669"/>
                  <a:pt x="974" y="668"/>
                </a:cubicBezTo>
                <a:cubicBezTo>
                  <a:pt x="973" y="667"/>
                  <a:pt x="972" y="667"/>
                  <a:pt x="971" y="666"/>
                </a:cubicBezTo>
                <a:cubicBezTo>
                  <a:pt x="970" y="665"/>
                  <a:pt x="970" y="664"/>
                  <a:pt x="968" y="665"/>
                </a:cubicBezTo>
                <a:cubicBezTo>
                  <a:pt x="967" y="666"/>
                  <a:pt x="966" y="666"/>
                  <a:pt x="965" y="667"/>
                </a:cubicBezTo>
                <a:cubicBezTo>
                  <a:pt x="963" y="668"/>
                  <a:pt x="960" y="668"/>
                  <a:pt x="957" y="667"/>
                </a:cubicBezTo>
                <a:cubicBezTo>
                  <a:pt x="956" y="667"/>
                  <a:pt x="955" y="666"/>
                  <a:pt x="956" y="664"/>
                </a:cubicBezTo>
                <a:cubicBezTo>
                  <a:pt x="956" y="664"/>
                  <a:pt x="956" y="663"/>
                  <a:pt x="956" y="663"/>
                </a:cubicBezTo>
                <a:cubicBezTo>
                  <a:pt x="956" y="661"/>
                  <a:pt x="955" y="659"/>
                  <a:pt x="953" y="659"/>
                </a:cubicBezTo>
                <a:cubicBezTo>
                  <a:pt x="952" y="659"/>
                  <a:pt x="951" y="659"/>
                  <a:pt x="950" y="659"/>
                </a:cubicBezTo>
                <a:cubicBezTo>
                  <a:pt x="950" y="659"/>
                  <a:pt x="950" y="659"/>
                  <a:pt x="950" y="659"/>
                </a:cubicBezTo>
                <a:cubicBezTo>
                  <a:pt x="950" y="659"/>
                  <a:pt x="950" y="659"/>
                  <a:pt x="950" y="659"/>
                </a:cubicBezTo>
                <a:cubicBezTo>
                  <a:pt x="950" y="659"/>
                  <a:pt x="950" y="659"/>
                  <a:pt x="950" y="659"/>
                </a:cubicBezTo>
                <a:cubicBezTo>
                  <a:pt x="950" y="659"/>
                  <a:pt x="950" y="659"/>
                  <a:pt x="950" y="659"/>
                </a:cubicBezTo>
                <a:cubicBezTo>
                  <a:pt x="951" y="655"/>
                  <a:pt x="953" y="653"/>
                  <a:pt x="956" y="651"/>
                </a:cubicBezTo>
                <a:cubicBezTo>
                  <a:pt x="958" y="649"/>
                  <a:pt x="959" y="646"/>
                  <a:pt x="961" y="643"/>
                </a:cubicBezTo>
                <a:cubicBezTo>
                  <a:pt x="961" y="643"/>
                  <a:pt x="961" y="642"/>
                  <a:pt x="961" y="641"/>
                </a:cubicBezTo>
                <a:cubicBezTo>
                  <a:pt x="961" y="641"/>
                  <a:pt x="959" y="640"/>
                  <a:pt x="958" y="640"/>
                </a:cubicBezTo>
                <a:cubicBezTo>
                  <a:pt x="954" y="641"/>
                  <a:pt x="951" y="643"/>
                  <a:pt x="948" y="646"/>
                </a:cubicBezTo>
                <a:cubicBezTo>
                  <a:pt x="943" y="652"/>
                  <a:pt x="938" y="659"/>
                  <a:pt x="934" y="667"/>
                </a:cubicBezTo>
                <a:cubicBezTo>
                  <a:pt x="932" y="671"/>
                  <a:pt x="929" y="674"/>
                  <a:pt x="925" y="675"/>
                </a:cubicBezTo>
                <a:cubicBezTo>
                  <a:pt x="924" y="676"/>
                  <a:pt x="924" y="677"/>
                  <a:pt x="924" y="678"/>
                </a:cubicBezTo>
                <a:cubicBezTo>
                  <a:pt x="926" y="680"/>
                  <a:pt x="925" y="681"/>
                  <a:pt x="924" y="682"/>
                </a:cubicBezTo>
                <a:cubicBezTo>
                  <a:pt x="923" y="683"/>
                  <a:pt x="921" y="685"/>
                  <a:pt x="920" y="686"/>
                </a:cubicBezTo>
                <a:cubicBezTo>
                  <a:pt x="920" y="687"/>
                  <a:pt x="920" y="689"/>
                  <a:pt x="921" y="689"/>
                </a:cubicBezTo>
                <a:cubicBezTo>
                  <a:pt x="923" y="689"/>
                  <a:pt x="924" y="690"/>
                  <a:pt x="925" y="690"/>
                </a:cubicBezTo>
                <a:cubicBezTo>
                  <a:pt x="929" y="690"/>
                  <a:pt x="933" y="689"/>
                  <a:pt x="936" y="690"/>
                </a:cubicBezTo>
                <a:cubicBezTo>
                  <a:pt x="939" y="691"/>
                  <a:pt x="942" y="691"/>
                  <a:pt x="945" y="690"/>
                </a:cubicBezTo>
                <a:cubicBezTo>
                  <a:pt x="948" y="690"/>
                  <a:pt x="951" y="692"/>
                  <a:pt x="954" y="693"/>
                </a:cubicBezTo>
                <a:cubicBezTo>
                  <a:pt x="954" y="694"/>
                  <a:pt x="954" y="694"/>
                  <a:pt x="954" y="694"/>
                </a:cubicBezTo>
                <a:cubicBezTo>
                  <a:pt x="953" y="695"/>
                  <a:pt x="951" y="696"/>
                  <a:pt x="951" y="697"/>
                </a:cubicBezTo>
                <a:cubicBezTo>
                  <a:pt x="950" y="698"/>
                  <a:pt x="950" y="699"/>
                  <a:pt x="951" y="699"/>
                </a:cubicBezTo>
                <a:cubicBezTo>
                  <a:pt x="951" y="700"/>
                  <a:pt x="952" y="700"/>
                  <a:pt x="953" y="700"/>
                </a:cubicBezTo>
                <a:cubicBezTo>
                  <a:pt x="954" y="700"/>
                  <a:pt x="956" y="699"/>
                  <a:pt x="956" y="698"/>
                </a:cubicBezTo>
                <a:cubicBezTo>
                  <a:pt x="958" y="695"/>
                  <a:pt x="962" y="694"/>
                  <a:pt x="965" y="692"/>
                </a:cubicBezTo>
                <a:cubicBezTo>
                  <a:pt x="965" y="692"/>
                  <a:pt x="965" y="692"/>
                  <a:pt x="965" y="692"/>
                </a:cubicBezTo>
                <a:cubicBezTo>
                  <a:pt x="965" y="694"/>
                  <a:pt x="965" y="696"/>
                  <a:pt x="965" y="698"/>
                </a:cubicBezTo>
                <a:cubicBezTo>
                  <a:pt x="965" y="698"/>
                  <a:pt x="965" y="699"/>
                  <a:pt x="965" y="700"/>
                </a:cubicBezTo>
                <a:cubicBezTo>
                  <a:pt x="967" y="701"/>
                  <a:pt x="969" y="703"/>
                  <a:pt x="972" y="703"/>
                </a:cubicBezTo>
                <a:cubicBezTo>
                  <a:pt x="973" y="703"/>
                  <a:pt x="975" y="702"/>
                  <a:pt x="976" y="701"/>
                </a:cubicBezTo>
                <a:cubicBezTo>
                  <a:pt x="977" y="699"/>
                  <a:pt x="978" y="696"/>
                  <a:pt x="979" y="694"/>
                </a:cubicBezTo>
                <a:cubicBezTo>
                  <a:pt x="980" y="692"/>
                  <a:pt x="978" y="690"/>
                  <a:pt x="977" y="689"/>
                </a:cubicBezTo>
                <a:cubicBezTo>
                  <a:pt x="977" y="689"/>
                  <a:pt x="977" y="689"/>
                  <a:pt x="977" y="689"/>
                </a:cubicBezTo>
                <a:cubicBezTo>
                  <a:pt x="977" y="689"/>
                  <a:pt x="977" y="689"/>
                  <a:pt x="976" y="689"/>
                </a:cubicBezTo>
                <a:cubicBezTo>
                  <a:pt x="976" y="689"/>
                  <a:pt x="976" y="689"/>
                  <a:pt x="977" y="689"/>
                </a:cubicBezTo>
                <a:cubicBezTo>
                  <a:pt x="977" y="689"/>
                  <a:pt x="977" y="689"/>
                  <a:pt x="977" y="689"/>
                </a:cubicBezTo>
                <a:cubicBezTo>
                  <a:pt x="977" y="688"/>
                  <a:pt x="977" y="688"/>
                  <a:pt x="977" y="688"/>
                </a:cubicBezTo>
                <a:cubicBezTo>
                  <a:pt x="976" y="687"/>
                  <a:pt x="974" y="687"/>
                  <a:pt x="972" y="687"/>
                </a:cubicBezTo>
                <a:cubicBezTo>
                  <a:pt x="972" y="687"/>
                  <a:pt x="971" y="687"/>
                  <a:pt x="972" y="686"/>
                </a:cubicBezTo>
                <a:cubicBezTo>
                  <a:pt x="972" y="685"/>
                  <a:pt x="972" y="683"/>
                  <a:pt x="973" y="683"/>
                </a:cubicBezTo>
                <a:cubicBezTo>
                  <a:pt x="974" y="681"/>
                  <a:pt x="975" y="680"/>
                  <a:pt x="976" y="680"/>
                </a:cubicBezTo>
                <a:cubicBezTo>
                  <a:pt x="977" y="679"/>
                  <a:pt x="977" y="679"/>
                  <a:pt x="976" y="678"/>
                </a:cubicBezTo>
                <a:cubicBezTo>
                  <a:pt x="976" y="678"/>
                  <a:pt x="975" y="677"/>
                  <a:pt x="975" y="677"/>
                </a:cubicBezTo>
                <a:cubicBezTo>
                  <a:pt x="973" y="677"/>
                  <a:pt x="972" y="678"/>
                  <a:pt x="972" y="677"/>
                </a:cubicBezTo>
                <a:cubicBezTo>
                  <a:pt x="971" y="676"/>
                  <a:pt x="972" y="675"/>
                  <a:pt x="972" y="674"/>
                </a:cubicBezTo>
                <a:cubicBezTo>
                  <a:pt x="973" y="673"/>
                  <a:pt x="974" y="672"/>
                  <a:pt x="974" y="671"/>
                </a:cubicBezTo>
                <a:close/>
                <a:moveTo>
                  <a:pt x="629" y="119"/>
                </a:moveTo>
                <a:cubicBezTo>
                  <a:pt x="633" y="120"/>
                  <a:pt x="635" y="121"/>
                  <a:pt x="637" y="122"/>
                </a:cubicBezTo>
                <a:cubicBezTo>
                  <a:pt x="638" y="123"/>
                  <a:pt x="639" y="124"/>
                  <a:pt x="641" y="125"/>
                </a:cubicBezTo>
                <a:cubicBezTo>
                  <a:pt x="642" y="127"/>
                  <a:pt x="645" y="127"/>
                  <a:pt x="646" y="126"/>
                </a:cubicBezTo>
                <a:cubicBezTo>
                  <a:pt x="648" y="125"/>
                  <a:pt x="650" y="123"/>
                  <a:pt x="651" y="122"/>
                </a:cubicBezTo>
                <a:cubicBezTo>
                  <a:pt x="652" y="122"/>
                  <a:pt x="652" y="122"/>
                  <a:pt x="653" y="122"/>
                </a:cubicBezTo>
                <a:cubicBezTo>
                  <a:pt x="654" y="123"/>
                  <a:pt x="655" y="123"/>
                  <a:pt x="656" y="122"/>
                </a:cubicBezTo>
                <a:cubicBezTo>
                  <a:pt x="658" y="119"/>
                  <a:pt x="659" y="117"/>
                  <a:pt x="661" y="114"/>
                </a:cubicBezTo>
                <a:cubicBezTo>
                  <a:pt x="663" y="112"/>
                  <a:pt x="665" y="110"/>
                  <a:pt x="667" y="108"/>
                </a:cubicBezTo>
                <a:cubicBezTo>
                  <a:pt x="668" y="108"/>
                  <a:pt x="668" y="108"/>
                  <a:pt x="669" y="108"/>
                </a:cubicBezTo>
                <a:cubicBezTo>
                  <a:pt x="670" y="108"/>
                  <a:pt x="670" y="109"/>
                  <a:pt x="669" y="111"/>
                </a:cubicBezTo>
                <a:cubicBezTo>
                  <a:pt x="668" y="113"/>
                  <a:pt x="666" y="115"/>
                  <a:pt x="665" y="118"/>
                </a:cubicBezTo>
                <a:cubicBezTo>
                  <a:pt x="664" y="119"/>
                  <a:pt x="664" y="121"/>
                  <a:pt x="665" y="122"/>
                </a:cubicBezTo>
                <a:cubicBezTo>
                  <a:pt x="665" y="124"/>
                  <a:pt x="667" y="124"/>
                  <a:pt x="668" y="124"/>
                </a:cubicBezTo>
                <a:cubicBezTo>
                  <a:pt x="669" y="123"/>
                  <a:pt x="670" y="123"/>
                  <a:pt x="671" y="122"/>
                </a:cubicBezTo>
                <a:cubicBezTo>
                  <a:pt x="672" y="119"/>
                  <a:pt x="674" y="118"/>
                  <a:pt x="677" y="118"/>
                </a:cubicBezTo>
                <a:cubicBezTo>
                  <a:pt x="678" y="118"/>
                  <a:pt x="679" y="117"/>
                  <a:pt x="680" y="117"/>
                </a:cubicBezTo>
                <a:cubicBezTo>
                  <a:pt x="681" y="116"/>
                  <a:pt x="683" y="115"/>
                  <a:pt x="683" y="115"/>
                </a:cubicBezTo>
                <a:cubicBezTo>
                  <a:pt x="685" y="111"/>
                  <a:pt x="690" y="109"/>
                  <a:pt x="690" y="104"/>
                </a:cubicBezTo>
                <a:cubicBezTo>
                  <a:pt x="690" y="103"/>
                  <a:pt x="691" y="102"/>
                  <a:pt x="692" y="102"/>
                </a:cubicBezTo>
                <a:cubicBezTo>
                  <a:pt x="693" y="101"/>
                  <a:pt x="694" y="101"/>
                  <a:pt x="695" y="100"/>
                </a:cubicBezTo>
                <a:cubicBezTo>
                  <a:pt x="696" y="100"/>
                  <a:pt x="697" y="99"/>
                  <a:pt x="697" y="98"/>
                </a:cubicBezTo>
                <a:cubicBezTo>
                  <a:pt x="697" y="96"/>
                  <a:pt x="697" y="95"/>
                  <a:pt x="697" y="94"/>
                </a:cubicBezTo>
                <a:cubicBezTo>
                  <a:pt x="697" y="92"/>
                  <a:pt x="696" y="90"/>
                  <a:pt x="695" y="90"/>
                </a:cubicBezTo>
                <a:cubicBezTo>
                  <a:pt x="694" y="90"/>
                  <a:pt x="693" y="91"/>
                  <a:pt x="692" y="91"/>
                </a:cubicBezTo>
                <a:cubicBezTo>
                  <a:pt x="690" y="93"/>
                  <a:pt x="689" y="94"/>
                  <a:pt x="688" y="93"/>
                </a:cubicBezTo>
                <a:cubicBezTo>
                  <a:pt x="685" y="90"/>
                  <a:pt x="681" y="91"/>
                  <a:pt x="679" y="90"/>
                </a:cubicBezTo>
                <a:cubicBezTo>
                  <a:pt x="677" y="89"/>
                  <a:pt x="674" y="90"/>
                  <a:pt x="673" y="91"/>
                </a:cubicBezTo>
                <a:cubicBezTo>
                  <a:pt x="665" y="96"/>
                  <a:pt x="657" y="101"/>
                  <a:pt x="648" y="104"/>
                </a:cubicBezTo>
                <a:cubicBezTo>
                  <a:pt x="646" y="104"/>
                  <a:pt x="644" y="106"/>
                  <a:pt x="642" y="106"/>
                </a:cubicBezTo>
                <a:cubicBezTo>
                  <a:pt x="638" y="106"/>
                  <a:pt x="635" y="108"/>
                  <a:pt x="632" y="110"/>
                </a:cubicBezTo>
                <a:cubicBezTo>
                  <a:pt x="629" y="112"/>
                  <a:pt x="628" y="115"/>
                  <a:pt x="628" y="118"/>
                </a:cubicBezTo>
                <a:cubicBezTo>
                  <a:pt x="628" y="118"/>
                  <a:pt x="628" y="119"/>
                  <a:pt x="629" y="119"/>
                </a:cubicBezTo>
                <a:close/>
                <a:moveTo>
                  <a:pt x="1540" y="163"/>
                </a:moveTo>
                <a:cubicBezTo>
                  <a:pt x="1541" y="163"/>
                  <a:pt x="1543" y="162"/>
                  <a:pt x="1545" y="162"/>
                </a:cubicBezTo>
                <a:cubicBezTo>
                  <a:pt x="1545" y="162"/>
                  <a:pt x="1545" y="162"/>
                  <a:pt x="1545" y="162"/>
                </a:cubicBezTo>
                <a:cubicBezTo>
                  <a:pt x="1545" y="162"/>
                  <a:pt x="1545" y="162"/>
                  <a:pt x="1546" y="162"/>
                </a:cubicBezTo>
                <a:cubicBezTo>
                  <a:pt x="1546" y="162"/>
                  <a:pt x="1547" y="161"/>
                  <a:pt x="1548" y="161"/>
                </a:cubicBezTo>
                <a:cubicBezTo>
                  <a:pt x="1548" y="161"/>
                  <a:pt x="1549" y="161"/>
                  <a:pt x="1549" y="161"/>
                </a:cubicBezTo>
                <a:cubicBezTo>
                  <a:pt x="1550" y="162"/>
                  <a:pt x="1549" y="162"/>
                  <a:pt x="1548" y="162"/>
                </a:cubicBezTo>
                <a:cubicBezTo>
                  <a:pt x="1547" y="162"/>
                  <a:pt x="1546" y="162"/>
                  <a:pt x="1546" y="162"/>
                </a:cubicBezTo>
                <a:cubicBezTo>
                  <a:pt x="1545" y="162"/>
                  <a:pt x="1545" y="162"/>
                  <a:pt x="1545" y="162"/>
                </a:cubicBezTo>
                <a:cubicBezTo>
                  <a:pt x="1545" y="162"/>
                  <a:pt x="1545" y="162"/>
                  <a:pt x="1545" y="162"/>
                </a:cubicBezTo>
                <a:cubicBezTo>
                  <a:pt x="1544" y="163"/>
                  <a:pt x="1543" y="164"/>
                  <a:pt x="1543" y="164"/>
                </a:cubicBezTo>
                <a:cubicBezTo>
                  <a:pt x="1541" y="165"/>
                  <a:pt x="1541" y="167"/>
                  <a:pt x="1543" y="168"/>
                </a:cubicBezTo>
                <a:cubicBezTo>
                  <a:pt x="1545" y="169"/>
                  <a:pt x="1546" y="170"/>
                  <a:pt x="1548" y="171"/>
                </a:cubicBezTo>
                <a:cubicBezTo>
                  <a:pt x="1550" y="173"/>
                  <a:pt x="1553" y="173"/>
                  <a:pt x="1555" y="173"/>
                </a:cubicBezTo>
                <a:cubicBezTo>
                  <a:pt x="1558" y="172"/>
                  <a:pt x="1560" y="172"/>
                  <a:pt x="1562" y="175"/>
                </a:cubicBezTo>
                <a:cubicBezTo>
                  <a:pt x="1564" y="178"/>
                  <a:pt x="1566" y="177"/>
                  <a:pt x="1569" y="175"/>
                </a:cubicBezTo>
                <a:cubicBezTo>
                  <a:pt x="1571" y="173"/>
                  <a:pt x="1572" y="172"/>
                  <a:pt x="1573" y="172"/>
                </a:cubicBezTo>
                <a:cubicBezTo>
                  <a:pt x="1577" y="172"/>
                  <a:pt x="1579" y="171"/>
                  <a:pt x="1580" y="166"/>
                </a:cubicBezTo>
                <a:cubicBezTo>
                  <a:pt x="1580" y="164"/>
                  <a:pt x="1582" y="162"/>
                  <a:pt x="1583" y="160"/>
                </a:cubicBezTo>
                <a:cubicBezTo>
                  <a:pt x="1586" y="156"/>
                  <a:pt x="1586" y="152"/>
                  <a:pt x="1586" y="148"/>
                </a:cubicBezTo>
                <a:cubicBezTo>
                  <a:pt x="1584" y="147"/>
                  <a:pt x="1582" y="146"/>
                  <a:pt x="1580" y="146"/>
                </a:cubicBezTo>
                <a:cubicBezTo>
                  <a:pt x="1576" y="145"/>
                  <a:pt x="1572" y="144"/>
                  <a:pt x="1568" y="142"/>
                </a:cubicBezTo>
                <a:cubicBezTo>
                  <a:pt x="1566" y="141"/>
                  <a:pt x="1564" y="142"/>
                  <a:pt x="1563" y="144"/>
                </a:cubicBezTo>
                <a:cubicBezTo>
                  <a:pt x="1561" y="145"/>
                  <a:pt x="1561" y="145"/>
                  <a:pt x="1560" y="143"/>
                </a:cubicBezTo>
                <a:cubicBezTo>
                  <a:pt x="1560" y="142"/>
                  <a:pt x="1560" y="141"/>
                  <a:pt x="1559" y="140"/>
                </a:cubicBezTo>
                <a:cubicBezTo>
                  <a:pt x="1559" y="139"/>
                  <a:pt x="1557" y="139"/>
                  <a:pt x="1556" y="139"/>
                </a:cubicBezTo>
                <a:cubicBezTo>
                  <a:pt x="1556" y="139"/>
                  <a:pt x="1555" y="140"/>
                  <a:pt x="1555" y="141"/>
                </a:cubicBezTo>
                <a:cubicBezTo>
                  <a:pt x="1555" y="142"/>
                  <a:pt x="1555" y="143"/>
                  <a:pt x="1554" y="144"/>
                </a:cubicBezTo>
                <a:cubicBezTo>
                  <a:pt x="1554" y="145"/>
                  <a:pt x="1554" y="146"/>
                  <a:pt x="1553" y="147"/>
                </a:cubicBezTo>
                <a:cubicBezTo>
                  <a:pt x="1552" y="148"/>
                  <a:pt x="1552" y="146"/>
                  <a:pt x="1551" y="146"/>
                </a:cubicBezTo>
                <a:cubicBezTo>
                  <a:pt x="1551" y="146"/>
                  <a:pt x="1550" y="145"/>
                  <a:pt x="1550" y="146"/>
                </a:cubicBezTo>
                <a:cubicBezTo>
                  <a:pt x="1546" y="146"/>
                  <a:pt x="1543" y="144"/>
                  <a:pt x="1541" y="141"/>
                </a:cubicBezTo>
                <a:cubicBezTo>
                  <a:pt x="1541" y="141"/>
                  <a:pt x="1540" y="140"/>
                  <a:pt x="1539" y="140"/>
                </a:cubicBezTo>
                <a:cubicBezTo>
                  <a:pt x="1538" y="139"/>
                  <a:pt x="1536" y="140"/>
                  <a:pt x="1536" y="142"/>
                </a:cubicBezTo>
                <a:cubicBezTo>
                  <a:pt x="1536" y="143"/>
                  <a:pt x="1537" y="143"/>
                  <a:pt x="1536" y="144"/>
                </a:cubicBezTo>
                <a:cubicBezTo>
                  <a:pt x="1536" y="145"/>
                  <a:pt x="1536" y="146"/>
                  <a:pt x="1535" y="146"/>
                </a:cubicBezTo>
                <a:cubicBezTo>
                  <a:pt x="1535" y="146"/>
                  <a:pt x="1534" y="145"/>
                  <a:pt x="1533" y="145"/>
                </a:cubicBezTo>
                <a:cubicBezTo>
                  <a:pt x="1533" y="145"/>
                  <a:pt x="1532" y="145"/>
                  <a:pt x="1531" y="145"/>
                </a:cubicBezTo>
                <a:cubicBezTo>
                  <a:pt x="1530" y="146"/>
                  <a:pt x="1529" y="148"/>
                  <a:pt x="1529" y="150"/>
                </a:cubicBezTo>
                <a:cubicBezTo>
                  <a:pt x="1530" y="152"/>
                  <a:pt x="1531" y="154"/>
                  <a:pt x="1531" y="155"/>
                </a:cubicBezTo>
                <a:cubicBezTo>
                  <a:pt x="1533" y="161"/>
                  <a:pt x="1534" y="163"/>
                  <a:pt x="1540" y="163"/>
                </a:cubicBezTo>
                <a:close/>
                <a:moveTo>
                  <a:pt x="768" y="153"/>
                </a:moveTo>
                <a:cubicBezTo>
                  <a:pt x="766" y="157"/>
                  <a:pt x="765" y="160"/>
                  <a:pt x="764" y="163"/>
                </a:cubicBezTo>
                <a:cubicBezTo>
                  <a:pt x="764" y="163"/>
                  <a:pt x="764" y="164"/>
                  <a:pt x="764" y="164"/>
                </a:cubicBezTo>
                <a:cubicBezTo>
                  <a:pt x="763" y="164"/>
                  <a:pt x="763" y="164"/>
                  <a:pt x="763" y="164"/>
                </a:cubicBezTo>
                <a:cubicBezTo>
                  <a:pt x="764" y="163"/>
                  <a:pt x="764" y="163"/>
                  <a:pt x="764" y="163"/>
                </a:cubicBezTo>
                <a:cubicBezTo>
                  <a:pt x="763" y="161"/>
                  <a:pt x="761" y="160"/>
                  <a:pt x="763" y="157"/>
                </a:cubicBezTo>
                <a:cubicBezTo>
                  <a:pt x="763" y="156"/>
                  <a:pt x="764" y="155"/>
                  <a:pt x="763" y="154"/>
                </a:cubicBezTo>
                <a:cubicBezTo>
                  <a:pt x="762" y="151"/>
                  <a:pt x="762" y="148"/>
                  <a:pt x="762" y="145"/>
                </a:cubicBezTo>
                <a:cubicBezTo>
                  <a:pt x="762" y="144"/>
                  <a:pt x="762" y="144"/>
                  <a:pt x="762" y="143"/>
                </a:cubicBezTo>
                <a:cubicBezTo>
                  <a:pt x="761" y="142"/>
                  <a:pt x="761" y="141"/>
                  <a:pt x="760" y="140"/>
                </a:cubicBezTo>
                <a:cubicBezTo>
                  <a:pt x="759" y="139"/>
                  <a:pt x="756" y="139"/>
                  <a:pt x="756" y="140"/>
                </a:cubicBezTo>
                <a:cubicBezTo>
                  <a:pt x="755" y="141"/>
                  <a:pt x="754" y="142"/>
                  <a:pt x="754" y="144"/>
                </a:cubicBezTo>
                <a:cubicBezTo>
                  <a:pt x="753" y="146"/>
                  <a:pt x="753" y="149"/>
                  <a:pt x="751" y="151"/>
                </a:cubicBezTo>
                <a:cubicBezTo>
                  <a:pt x="751" y="152"/>
                  <a:pt x="751" y="153"/>
                  <a:pt x="751" y="153"/>
                </a:cubicBezTo>
                <a:cubicBezTo>
                  <a:pt x="751" y="157"/>
                  <a:pt x="753" y="161"/>
                  <a:pt x="751" y="164"/>
                </a:cubicBezTo>
                <a:cubicBezTo>
                  <a:pt x="751" y="165"/>
                  <a:pt x="752" y="165"/>
                  <a:pt x="753" y="166"/>
                </a:cubicBezTo>
                <a:cubicBezTo>
                  <a:pt x="753" y="166"/>
                  <a:pt x="754" y="167"/>
                  <a:pt x="754" y="167"/>
                </a:cubicBezTo>
                <a:cubicBezTo>
                  <a:pt x="753" y="171"/>
                  <a:pt x="756" y="172"/>
                  <a:pt x="758" y="172"/>
                </a:cubicBezTo>
                <a:cubicBezTo>
                  <a:pt x="762" y="173"/>
                  <a:pt x="765" y="173"/>
                  <a:pt x="769" y="173"/>
                </a:cubicBezTo>
                <a:cubicBezTo>
                  <a:pt x="769" y="173"/>
                  <a:pt x="769" y="174"/>
                  <a:pt x="769" y="174"/>
                </a:cubicBezTo>
                <a:cubicBezTo>
                  <a:pt x="769" y="174"/>
                  <a:pt x="769" y="175"/>
                  <a:pt x="768" y="176"/>
                </a:cubicBezTo>
                <a:cubicBezTo>
                  <a:pt x="767" y="176"/>
                  <a:pt x="766" y="177"/>
                  <a:pt x="764" y="177"/>
                </a:cubicBezTo>
                <a:cubicBezTo>
                  <a:pt x="762" y="178"/>
                  <a:pt x="761" y="179"/>
                  <a:pt x="761" y="181"/>
                </a:cubicBezTo>
                <a:cubicBezTo>
                  <a:pt x="761" y="183"/>
                  <a:pt x="761" y="184"/>
                  <a:pt x="760" y="186"/>
                </a:cubicBezTo>
                <a:cubicBezTo>
                  <a:pt x="760" y="187"/>
                  <a:pt x="761" y="189"/>
                  <a:pt x="763" y="189"/>
                </a:cubicBezTo>
                <a:cubicBezTo>
                  <a:pt x="765" y="190"/>
                  <a:pt x="768" y="191"/>
                  <a:pt x="771" y="192"/>
                </a:cubicBezTo>
                <a:cubicBezTo>
                  <a:pt x="774" y="192"/>
                  <a:pt x="777" y="191"/>
                  <a:pt x="779" y="188"/>
                </a:cubicBezTo>
                <a:cubicBezTo>
                  <a:pt x="779" y="187"/>
                  <a:pt x="779" y="186"/>
                  <a:pt x="779" y="186"/>
                </a:cubicBezTo>
                <a:cubicBezTo>
                  <a:pt x="780" y="183"/>
                  <a:pt x="782" y="182"/>
                  <a:pt x="785" y="182"/>
                </a:cubicBezTo>
                <a:cubicBezTo>
                  <a:pt x="786" y="179"/>
                  <a:pt x="786" y="177"/>
                  <a:pt x="788" y="175"/>
                </a:cubicBezTo>
                <a:cubicBezTo>
                  <a:pt x="789" y="173"/>
                  <a:pt x="791" y="171"/>
                  <a:pt x="792" y="169"/>
                </a:cubicBezTo>
                <a:cubicBezTo>
                  <a:pt x="793" y="168"/>
                  <a:pt x="793" y="168"/>
                  <a:pt x="793" y="168"/>
                </a:cubicBezTo>
                <a:cubicBezTo>
                  <a:pt x="795" y="164"/>
                  <a:pt x="797" y="161"/>
                  <a:pt x="798" y="158"/>
                </a:cubicBezTo>
                <a:cubicBezTo>
                  <a:pt x="799" y="157"/>
                  <a:pt x="799" y="156"/>
                  <a:pt x="798" y="156"/>
                </a:cubicBezTo>
                <a:cubicBezTo>
                  <a:pt x="798" y="154"/>
                  <a:pt x="797" y="153"/>
                  <a:pt x="797" y="152"/>
                </a:cubicBezTo>
                <a:cubicBezTo>
                  <a:pt x="796" y="150"/>
                  <a:pt x="795" y="150"/>
                  <a:pt x="794" y="150"/>
                </a:cubicBezTo>
                <a:cubicBezTo>
                  <a:pt x="791" y="151"/>
                  <a:pt x="789" y="149"/>
                  <a:pt x="788" y="147"/>
                </a:cubicBezTo>
                <a:cubicBezTo>
                  <a:pt x="785" y="147"/>
                  <a:pt x="782" y="147"/>
                  <a:pt x="779" y="147"/>
                </a:cubicBezTo>
                <a:cubicBezTo>
                  <a:pt x="778" y="149"/>
                  <a:pt x="776" y="151"/>
                  <a:pt x="776" y="153"/>
                </a:cubicBezTo>
                <a:cubicBezTo>
                  <a:pt x="776" y="156"/>
                  <a:pt x="776" y="159"/>
                  <a:pt x="776" y="161"/>
                </a:cubicBezTo>
                <a:cubicBezTo>
                  <a:pt x="776" y="162"/>
                  <a:pt x="776" y="162"/>
                  <a:pt x="776" y="163"/>
                </a:cubicBezTo>
                <a:cubicBezTo>
                  <a:pt x="776" y="163"/>
                  <a:pt x="775" y="163"/>
                  <a:pt x="775" y="162"/>
                </a:cubicBezTo>
                <a:cubicBezTo>
                  <a:pt x="774" y="159"/>
                  <a:pt x="773" y="156"/>
                  <a:pt x="772" y="153"/>
                </a:cubicBezTo>
                <a:cubicBezTo>
                  <a:pt x="771" y="153"/>
                  <a:pt x="771" y="153"/>
                  <a:pt x="770" y="153"/>
                </a:cubicBezTo>
                <a:cubicBezTo>
                  <a:pt x="769" y="153"/>
                  <a:pt x="768" y="153"/>
                  <a:pt x="768" y="153"/>
                </a:cubicBezTo>
                <a:close/>
                <a:moveTo>
                  <a:pt x="1359" y="608"/>
                </a:moveTo>
                <a:cubicBezTo>
                  <a:pt x="1358" y="610"/>
                  <a:pt x="1358" y="612"/>
                  <a:pt x="1357" y="613"/>
                </a:cubicBezTo>
                <a:cubicBezTo>
                  <a:pt x="1357" y="614"/>
                  <a:pt x="1356" y="614"/>
                  <a:pt x="1355" y="614"/>
                </a:cubicBezTo>
                <a:cubicBezTo>
                  <a:pt x="1353" y="615"/>
                  <a:pt x="1351" y="615"/>
                  <a:pt x="1348" y="615"/>
                </a:cubicBezTo>
                <a:cubicBezTo>
                  <a:pt x="1347" y="615"/>
                  <a:pt x="1346" y="616"/>
                  <a:pt x="1346" y="616"/>
                </a:cubicBezTo>
                <a:cubicBezTo>
                  <a:pt x="1346" y="619"/>
                  <a:pt x="1346" y="621"/>
                  <a:pt x="1346" y="623"/>
                </a:cubicBezTo>
                <a:cubicBezTo>
                  <a:pt x="1345" y="625"/>
                  <a:pt x="1346" y="626"/>
                  <a:pt x="1347" y="628"/>
                </a:cubicBezTo>
                <a:cubicBezTo>
                  <a:pt x="1349" y="630"/>
                  <a:pt x="1349" y="632"/>
                  <a:pt x="1348" y="634"/>
                </a:cubicBezTo>
                <a:cubicBezTo>
                  <a:pt x="1347" y="636"/>
                  <a:pt x="1346" y="638"/>
                  <a:pt x="1345" y="640"/>
                </a:cubicBezTo>
                <a:cubicBezTo>
                  <a:pt x="1344" y="640"/>
                  <a:pt x="1343" y="641"/>
                  <a:pt x="1343" y="641"/>
                </a:cubicBezTo>
                <a:cubicBezTo>
                  <a:pt x="1341" y="643"/>
                  <a:pt x="1341" y="647"/>
                  <a:pt x="1344" y="649"/>
                </a:cubicBezTo>
                <a:cubicBezTo>
                  <a:pt x="1348" y="651"/>
                  <a:pt x="1351" y="652"/>
                  <a:pt x="1355" y="651"/>
                </a:cubicBezTo>
                <a:cubicBezTo>
                  <a:pt x="1358" y="650"/>
                  <a:pt x="1360" y="649"/>
                  <a:pt x="1362" y="648"/>
                </a:cubicBezTo>
                <a:cubicBezTo>
                  <a:pt x="1365" y="646"/>
                  <a:pt x="1369" y="644"/>
                  <a:pt x="1373" y="644"/>
                </a:cubicBezTo>
                <a:cubicBezTo>
                  <a:pt x="1374" y="644"/>
                  <a:pt x="1375" y="642"/>
                  <a:pt x="1376" y="641"/>
                </a:cubicBezTo>
                <a:cubicBezTo>
                  <a:pt x="1379" y="637"/>
                  <a:pt x="1380" y="633"/>
                  <a:pt x="1379" y="628"/>
                </a:cubicBezTo>
                <a:cubicBezTo>
                  <a:pt x="1379" y="626"/>
                  <a:pt x="1379" y="625"/>
                  <a:pt x="1379" y="624"/>
                </a:cubicBezTo>
                <a:cubicBezTo>
                  <a:pt x="1378" y="623"/>
                  <a:pt x="1379" y="621"/>
                  <a:pt x="1380" y="620"/>
                </a:cubicBezTo>
                <a:cubicBezTo>
                  <a:pt x="1381" y="620"/>
                  <a:pt x="1381" y="619"/>
                  <a:pt x="1382" y="619"/>
                </a:cubicBezTo>
                <a:cubicBezTo>
                  <a:pt x="1384" y="616"/>
                  <a:pt x="1384" y="613"/>
                  <a:pt x="1383" y="610"/>
                </a:cubicBezTo>
                <a:cubicBezTo>
                  <a:pt x="1382" y="609"/>
                  <a:pt x="1381" y="608"/>
                  <a:pt x="1380" y="607"/>
                </a:cubicBezTo>
                <a:cubicBezTo>
                  <a:pt x="1379" y="606"/>
                  <a:pt x="1378" y="605"/>
                  <a:pt x="1377" y="605"/>
                </a:cubicBezTo>
                <a:cubicBezTo>
                  <a:pt x="1374" y="604"/>
                  <a:pt x="1371" y="604"/>
                  <a:pt x="1368" y="603"/>
                </a:cubicBezTo>
                <a:cubicBezTo>
                  <a:pt x="1367" y="603"/>
                  <a:pt x="1366" y="604"/>
                  <a:pt x="1365" y="604"/>
                </a:cubicBezTo>
                <a:cubicBezTo>
                  <a:pt x="1363" y="604"/>
                  <a:pt x="1360" y="605"/>
                  <a:pt x="1359" y="608"/>
                </a:cubicBezTo>
                <a:close/>
                <a:moveTo>
                  <a:pt x="2665" y="701"/>
                </a:moveTo>
                <a:cubicBezTo>
                  <a:pt x="2664" y="705"/>
                  <a:pt x="2668" y="706"/>
                  <a:pt x="2669" y="709"/>
                </a:cubicBezTo>
                <a:cubicBezTo>
                  <a:pt x="2670" y="711"/>
                  <a:pt x="2671" y="713"/>
                  <a:pt x="2672" y="715"/>
                </a:cubicBezTo>
                <a:cubicBezTo>
                  <a:pt x="2672" y="715"/>
                  <a:pt x="2673" y="716"/>
                  <a:pt x="2674" y="715"/>
                </a:cubicBezTo>
                <a:cubicBezTo>
                  <a:pt x="2676" y="714"/>
                  <a:pt x="2678" y="712"/>
                  <a:pt x="2681" y="710"/>
                </a:cubicBezTo>
                <a:cubicBezTo>
                  <a:pt x="2681" y="710"/>
                  <a:pt x="2681" y="708"/>
                  <a:pt x="2681" y="708"/>
                </a:cubicBezTo>
                <a:cubicBezTo>
                  <a:pt x="2678" y="706"/>
                  <a:pt x="2675" y="705"/>
                  <a:pt x="2673" y="703"/>
                </a:cubicBezTo>
                <a:cubicBezTo>
                  <a:pt x="2673" y="703"/>
                  <a:pt x="2673" y="702"/>
                  <a:pt x="2673" y="702"/>
                </a:cubicBezTo>
                <a:cubicBezTo>
                  <a:pt x="2674" y="701"/>
                  <a:pt x="2676" y="701"/>
                  <a:pt x="2677" y="700"/>
                </a:cubicBezTo>
                <a:cubicBezTo>
                  <a:pt x="2681" y="698"/>
                  <a:pt x="2686" y="698"/>
                  <a:pt x="2689" y="701"/>
                </a:cubicBezTo>
                <a:cubicBezTo>
                  <a:pt x="2691" y="703"/>
                  <a:pt x="2694" y="704"/>
                  <a:pt x="2696" y="704"/>
                </a:cubicBezTo>
                <a:cubicBezTo>
                  <a:pt x="2697" y="704"/>
                  <a:pt x="2698" y="704"/>
                  <a:pt x="2698" y="703"/>
                </a:cubicBezTo>
                <a:cubicBezTo>
                  <a:pt x="2699" y="701"/>
                  <a:pt x="2699" y="699"/>
                  <a:pt x="2699" y="697"/>
                </a:cubicBezTo>
                <a:cubicBezTo>
                  <a:pt x="2700" y="694"/>
                  <a:pt x="2702" y="693"/>
                  <a:pt x="2704" y="692"/>
                </a:cubicBezTo>
                <a:cubicBezTo>
                  <a:pt x="2707" y="691"/>
                  <a:pt x="2709" y="690"/>
                  <a:pt x="2711" y="689"/>
                </a:cubicBezTo>
                <a:cubicBezTo>
                  <a:pt x="2713" y="688"/>
                  <a:pt x="2714" y="685"/>
                  <a:pt x="2713" y="683"/>
                </a:cubicBezTo>
                <a:cubicBezTo>
                  <a:pt x="2712" y="681"/>
                  <a:pt x="2711" y="680"/>
                  <a:pt x="2709" y="679"/>
                </a:cubicBezTo>
                <a:cubicBezTo>
                  <a:pt x="2708" y="678"/>
                  <a:pt x="2708" y="676"/>
                  <a:pt x="2707" y="675"/>
                </a:cubicBezTo>
                <a:cubicBezTo>
                  <a:pt x="2706" y="673"/>
                  <a:pt x="2706" y="673"/>
                  <a:pt x="2705" y="674"/>
                </a:cubicBezTo>
                <a:cubicBezTo>
                  <a:pt x="2701" y="676"/>
                  <a:pt x="2698" y="676"/>
                  <a:pt x="2694" y="674"/>
                </a:cubicBezTo>
                <a:cubicBezTo>
                  <a:pt x="2689" y="672"/>
                  <a:pt x="2685" y="669"/>
                  <a:pt x="2682" y="665"/>
                </a:cubicBezTo>
                <a:cubicBezTo>
                  <a:pt x="2679" y="663"/>
                  <a:pt x="2676" y="661"/>
                  <a:pt x="2673" y="659"/>
                </a:cubicBezTo>
                <a:cubicBezTo>
                  <a:pt x="2672" y="659"/>
                  <a:pt x="2671" y="659"/>
                  <a:pt x="2670" y="660"/>
                </a:cubicBezTo>
                <a:cubicBezTo>
                  <a:pt x="2669" y="660"/>
                  <a:pt x="2669" y="661"/>
                  <a:pt x="2669" y="662"/>
                </a:cubicBezTo>
                <a:cubicBezTo>
                  <a:pt x="2670" y="664"/>
                  <a:pt x="2670" y="666"/>
                  <a:pt x="2671" y="667"/>
                </a:cubicBezTo>
                <a:cubicBezTo>
                  <a:pt x="2672" y="669"/>
                  <a:pt x="2672" y="671"/>
                  <a:pt x="2673" y="672"/>
                </a:cubicBezTo>
                <a:cubicBezTo>
                  <a:pt x="2673" y="677"/>
                  <a:pt x="2673" y="682"/>
                  <a:pt x="2674" y="688"/>
                </a:cubicBezTo>
                <a:cubicBezTo>
                  <a:pt x="2674" y="688"/>
                  <a:pt x="2672" y="689"/>
                  <a:pt x="2672" y="689"/>
                </a:cubicBezTo>
                <a:cubicBezTo>
                  <a:pt x="2671" y="689"/>
                  <a:pt x="2671" y="689"/>
                  <a:pt x="2670" y="689"/>
                </a:cubicBezTo>
                <a:cubicBezTo>
                  <a:pt x="2668" y="689"/>
                  <a:pt x="2668" y="689"/>
                  <a:pt x="2668" y="692"/>
                </a:cubicBezTo>
                <a:cubicBezTo>
                  <a:pt x="2668" y="693"/>
                  <a:pt x="2668" y="693"/>
                  <a:pt x="2668" y="694"/>
                </a:cubicBezTo>
                <a:cubicBezTo>
                  <a:pt x="2667" y="697"/>
                  <a:pt x="2665" y="699"/>
                  <a:pt x="2665" y="701"/>
                </a:cubicBezTo>
                <a:close/>
                <a:moveTo>
                  <a:pt x="785" y="97"/>
                </a:moveTo>
                <a:cubicBezTo>
                  <a:pt x="788" y="97"/>
                  <a:pt x="790" y="98"/>
                  <a:pt x="792" y="99"/>
                </a:cubicBezTo>
                <a:cubicBezTo>
                  <a:pt x="792" y="99"/>
                  <a:pt x="792" y="99"/>
                  <a:pt x="792" y="99"/>
                </a:cubicBezTo>
                <a:cubicBezTo>
                  <a:pt x="792" y="99"/>
                  <a:pt x="792" y="99"/>
                  <a:pt x="792" y="99"/>
                </a:cubicBezTo>
                <a:cubicBezTo>
                  <a:pt x="793" y="100"/>
                  <a:pt x="794" y="101"/>
                  <a:pt x="795" y="102"/>
                </a:cubicBezTo>
                <a:cubicBezTo>
                  <a:pt x="800" y="105"/>
                  <a:pt x="803" y="109"/>
                  <a:pt x="799" y="115"/>
                </a:cubicBezTo>
                <a:cubicBezTo>
                  <a:pt x="799" y="117"/>
                  <a:pt x="799" y="119"/>
                  <a:pt x="801" y="120"/>
                </a:cubicBezTo>
                <a:cubicBezTo>
                  <a:pt x="803" y="122"/>
                  <a:pt x="806" y="122"/>
                  <a:pt x="808" y="121"/>
                </a:cubicBezTo>
                <a:cubicBezTo>
                  <a:pt x="811" y="119"/>
                  <a:pt x="813" y="116"/>
                  <a:pt x="813" y="113"/>
                </a:cubicBezTo>
                <a:cubicBezTo>
                  <a:pt x="814" y="108"/>
                  <a:pt x="816" y="104"/>
                  <a:pt x="820" y="101"/>
                </a:cubicBezTo>
                <a:cubicBezTo>
                  <a:pt x="821" y="100"/>
                  <a:pt x="821" y="98"/>
                  <a:pt x="822" y="97"/>
                </a:cubicBezTo>
                <a:cubicBezTo>
                  <a:pt x="823" y="94"/>
                  <a:pt x="823" y="91"/>
                  <a:pt x="821" y="89"/>
                </a:cubicBezTo>
                <a:cubicBezTo>
                  <a:pt x="820" y="87"/>
                  <a:pt x="819" y="86"/>
                  <a:pt x="820" y="85"/>
                </a:cubicBezTo>
                <a:cubicBezTo>
                  <a:pt x="820" y="84"/>
                  <a:pt x="820" y="83"/>
                  <a:pt x="820" y="83"/>
                </a:cubicBezTo>
                <a:cubicBezTo>
                  <a:pt x="820" y="77"/>
                  <a:pt x="818" y="75"/>
                  <a:pt x="813" y="77"/>
                </a:cubicBezTo>
                <a:cubicBezTo>
                  <a:pt x="812" y="78"/>
                  <a:pt x="811" y="78"/>
                  <a:pt x="811" y="78"/>
                </a:cubicBezTo>
                <a:cubicBezTo>
                  <a:pt x="811" y="78"/>
                  <a:pt x="811" y="78"/>
                  <a:pt x="811" y="78"/>
                </a:cubicBezTo>
                <a:cubicBezTo>
                  <a:pt x="811" y="79"/>
                  <a:pt x="811" y="79"/>
                  <a:pt x="810" y="79"/>
                </a:cubicBezTo>
                <a:cubicBezTo>
                  <a:pt x="810" y="78"/>
                  <a:pt x="811" y="78"/>
                  <a:pt x="811" y="78"/>
                </a:cubicBezTo>
                <a:cubicBezTo>
                  <a:pt x="811" y="76"/>
                  <a:pt x="811" y="74"/>
                  <a:pt x="811" y="71"/>
                </a:cubicBezTo>
                <a:cubicBezTo>
                  <a:pt x="811" y="68"/>
                  <a:pt x="808" y="65"/>
                  <a:pt x="804" y="65"/>
                </a:cubicBezTo>
                <a:cubicBezTo>
                  <a:pt x="802" y="65"/>
                  <a:pt x="800" y="66"/>
                  <a:pt x="797" y="65"/>
                </a:cubicBezTo>
                <a:cubicBezTo>
                  <a:pt x="797" y="65"/>
                  <a:pt x="796" y="66"/>
                  <a:pt x="795" y="66"/>
                </a:cubicBezTo>
                <a:cubicBezTo>
                  <a:pt x="793" y="68"/>
                  <a:pt x="791" y="70"/>
                  <a:pt x="792" y="74"/>
                </a:cubicBezTo>
                <a:cubicBezTo>
                  <a:pt x="792" y="75"/>
                  <a:pt x="792" y="76"/>
                  <a:pt x="791" y="77"/>
                </a:cubicBezTo>
                <a:cubicBezTo>
                  <a:pt x="791" y="79"/>
                  <a:pt x="791" y="79"/>
                  <a:pt x="794" y="81"/>
                </a:cubicBezTo>
                <a:cubicBezTo>
                  <a:pt x="794" y="81"/>
                  <a:pt x="794" y="81"/>
                  <a:pt x="794" y="81"/>
                </a:cubicBezTo>
                <a:cubicBezTo>
                  <a:pt x="794" y="81"/>
                  <a:pt x="794" y="81"/>
                  <a:pt x="794" y="80"/>
                </a:cubicBezTo>
                <a:cubicBezTo>
                  <a:pt x="794" y="80"/>
                  <a:pt x="794" y="80"/>
                  <a:pt x="794" y="80"/>
                </a:cubicBezTo>
                <a:cubicBezTo>
                  <a:pt x="795" y="80"/>
                  <a:pt x="795" y="80"/>
                  <a:pt x="794" y="80"/>
                </a:cubicBezTo>
                <a:cubicBezTo>
                  <a:pt x="794" y="81"/>
                  <a:pt x="794" y="81"/>
                  <a:pt x="794" y="81"/>
                </a:cubicBezTo>
                <a:cubicBezTo>
                  <a:pt x="794" y="81"/>
                  <a:pt x="794" y="81"/>
                  <a:pt x="794" y="81"/>
                </a:cubicBezTo>
                <a:cubicBezTo>
                  <a:pt x="794" y="82"/>
                  <a:pt x="794" y="84"/>
                  <a:pt x="794" y="85"/>
                </a:cubicBezTo>
                <a:cubicBezTo>
                  <a:pt x="794" y="86"/>
                  <a:pt x="794" y="87"/>
                  <a:pt x="793" y="89"/>
                </a:cubicBezTo>
                <a:cubicBezTo>
                  <a:pt x="793" y="90"/>
                  <a:pt x="792" y="91"/>
                  <a:pt x="791" y="90"/>
                </a:cubicBezTo>
                <a:cubicBezTo>
                  <a:pt x="789" y="89"/>
                  <a:pt x="788" y="89"/>
                  <a:pt x="787" y="88"/>
                </a:cubicBezTo>
                <a:cubicBezTo>
                  <a:pt x="786" y="87"/>
                  <a:pt x="785" y="88"/>
                  <a:pt x="784" y="89"/>
                </a:cubicBezTo>
                <a:cubicBezTo>
                  <a:pt x="783" y="89"/>
                  <a:pt x="782" y="90"/>
                  <a:pt x="782" y="91"/>
                </a:cubicBezTo>
                <a:cubicBezTo>
                  <a:pt x="781" y="94"/>
                  <a:pt x="783" y="97"/>
                  <a:pt x="785" y="97"/>
                </a:cubicBezTo>
                <a:close/>
                <a:moveTo>
                  <a:pt x="2478" y="1266"/>
                </a:moveTo>
                <a:cubicBezTo>
                  <a:pt x="2482" y="1265"/>
                  <a:pt x="2486" y="1266"/>
                  <a:pt x="2490" y="1268"/>
                </a:cubicBezTo>
                <a:cubicBezTo>
                  <a:pt x="2492" y="1269"/>
                  <a:pt x="2494" y="1269"/>
                  <a:pt x="2495" y="1268"/>
                </a:cubicBezTo>
                <a:cubicBezTo>
                  <a:pt x="2496" y="1267"/>
                  <a:pt x="2497" y="1267"/>
                  <a:pt x="2498" y="1267"/>
                </a:cubicBezTo>
                <a:cubicBezTo>
                  <a:pt x="2500" y="1267"/>
                  <a:pt x="2501" y="1268"/>
                  <a:pt x="2503" y="1268"/>
                </a:cubicBezTo>
                <a:cubicBezTo>
                  <a:pt x="2504" y="1268"/>
                  <a:pt x="2505" y="1266"/>
                  <a:pt x="2505" y="1265"/>
                </a:cubicBezTo>
                <a:cubicBezTo>
                  <a:pt x="2505" y="1264"/>
                  <a:pt x="2504" y="1262"/>
                  <a:pt x="2503" y="1262"/>
                </a:cubicBezTo>
                <a:cubicBezTo>
                  <a:pt x="2499" y="1262"/>
                  <a:pt x="2495" y="1262"/>
                  <a:pt x="2492" y="1259"/>
                </a:cubicBezTo>
                <a:cubicBezTo>
                  <a:pt x="2492" y="1258"/>
                  <a:pt x="2491" y="1258"/>
                  <a:pt x="2490" y="1258"/>
                </a:cubicBezTo>
                <a:cubicBezTo>
                  <a:pt x="2489" y="1258"/>
                  <a:pt x="2487" y="1258"/>
                  <a:pt x="2486" y="1258"/>
                </a:cubicBezTo>
                <a:cubicBezTo>
                  <a:pt x="2485" y="1258"/>
                  <a:pt x="2484" y="1258"/>
                  <a:pt x="2483" y="1256"/>
                </a:cubicBezTo>
                <a:cubicBezTo>
                  <a:pt x="2483" y="1256"/>
                  <a:pt x="2484" y="1255"/>
                  <a:pt x="2485" y="1255"/>
                </a:cubicBezTo>
                <a:cubicBezTo>
                  <a:pt x="2486" y="1254"/>
                  <a:pt x="2487" y="1254"/>
                  <a:pt x="2488" y="1254"/>
                </a:cubicBezTo>
                <a:cubicBezTo>
                  <a:pt x="2489" y="1254"/>
                  <a:pt x="2490" y="1254"/>
                  <a:pt x="2490" y="1253"/>
                </a:cubicBezTo>
                <a:cubicBezTo>
                  <a:pt x="2490" y="1252"/>
                  <a:pt x="2488" y="1251"/>
                  <a:pt x="2487" y="1251"/>
                </a:cubicBezTo>
                <a:cubicBezTo>
                  <a:pt x="2483" y="1251"/>
                  <a:pt x="2478" y="1251"/>
                  <a:pt x="2474" y="1249"/>
                </a:cubicBezTo>
                <a:cubicBezTo>
                  <a:pt x="2472" y="1248"/>
                  <a:pt x="2470" y="1248"/>
                  <a:pt x="2468" y="1247"/>
                </a:cubicBezTo>
                <a:cubicBezTo>
                  <a:pt x="2465" y="1245"/>
                  <a:pt x="2462" y="1245"/>
                  <a:pt x="2460" y="1248"/>
                </a:cubicBezTo>
                <a:cubicBezTo>
                  <a:pt x="2459" y="1250"/>
                  <a:pt x="2458" y="1250"/>
                  <a:pt x="2456" y="1250"/>
                </a:cubicBezTo>
                <a:cubicBezTo>
                  <a:pt x="2454" y="1250"/>
                  <a:pt x="2452" y="1250"/>
                  <a:pt x="2451" y="1250"/>
                </a:cubicBezTo>
                <a:cubicBezTo>
                  <a:pt x="2447" y="1249"/>
                  <a:pt x="2445" y="1249"/>
                  <a:pt x="2442" y="1246"/>
                </a:cubicBezTo>
                <a:cubicBezTo>
                  <a:pt x="2439" y="1242"/>
                  <a:pt x="2435" y="1242"/>
                  <a:pt x="2431" y="1242"/>
                </a:cubicBezTo>
                <a:cubicBezTo>
                  <a:pt x="2427" y="1242"/>
                  <a:pt x="2423" y="1240"/>
                  <a:pt x="2419" y="1240"/>
                </a:cubicBezTo>
                <a:cubicBezTo>
                  <a:pt x="2419" y="1243"/>
                  <a:pt x="2417" y="1246"/>
                  <a:pt x="2416" y="1248"/>
                </a:cubicBezTo>
                <a:cubicBezTo>
                  <a:pt x="2415" y="1249"/>
                  <a:pt x="2416" y="1251"/>
                  <a:pt x="2417" y="1251"/>
                </a:cubicBezTo>
                <a:cubicBezTo>
                  <a:pt x="2419" y="1252"/>
                  <a:pt x="2422" y="1252"/>
                  <a:pt x="2423" y="1255"/>
                </a:cubicBezTo>
                <a:cubicBezTo>
                  <a:pt x="2424" y="1256"/>
                  <a:pt x="2426" y="1257"/>
                  <a:pt x="2427" y="1257"/>
                </a:cubicBezTo>
                <a:cubicBezTo>
                  <a:pt x="2430" y="1257"/>
                  <a:pt x="2433" y="1258"/>
                  <a:pt x="2436" y="1259"/>
                </a:cubicBezTo>
                <a:cubicBezTo>
                  <a:pt x="2438" y="1260"/>
                  <a:pt x="2440" y="1260"/>
                  <a:pt x="2442" y="1260"/>
                </a:cubicBezTo>
                <a:cubicBezTo>
                  <a:pt x="2447" y="1259"/>
                  <a:pt x="2452" y="1260"/>
                  <a:pt x="2456" y="1262"/>
                </a:cubicBezTo>
                <a:cubicBezTo>
                  <a:pt x="2460" y="1265"/>
                  <a:pt x="2465" y="1265"/>
                  <a:pt x="2470" y="1265"/>
                </a:cubicBezTo>
                <a:cubicBezTo>
                  <a:pt x="2472" y="1266"/>
                  <a:pt x="2475" y="1266"/>
                  <a:pt x="2478" y="1266"/>
                </a:cubicBezTo>
                <a:close/>
                <a:moveTo>
                  <a:pt x="2561" y="1002"/>
                </a:moveTo>
                <a:cubicBezTo>
                  <a:pt x="2558" y="1002"/>
                  <a:pt x="2556" y="1002"/>
                  <a:pt x="2553" y="1001"/>
                </a:cubicBezTo>
                <a:cubicBezTo>
                  <a:pt x="2549" y="999"/>
                  <a:pt x="2547" y="1002"/>
                  <a:pt x="2546" y="1004"/>
                </a:cubicBezTo>
                <a:cubicBezTo>
                  <a:pt x="2546" y="1006"/>
                  <a:pt x="2546" y="1007"/>
                  <a:pt x="2545" y="1009"/>
                </a:cubicBezTo>
                <a:cubicBezTo>
                  <a:pt x="2545" y="1013"/>
                  <a:pt x="2544" y="1017"/>
                  <a:pt x="2544" y="1021"/>
                </a:cubicBezTo>
                <a:cubicBezTo>
                  <a:pt x="2544" y="1022"/>
                  <a:pt x="2543" y="1024"/>
                  <a:pt x="2542" y="1025"/>
                </a:cubicBezTo>
                <a:cubicBezTo>
                  <a:pt x="2542" y="1025"/>
                  <a:pt x="2542" y="1026"/>
                  <a:pt x="2542" y="1027"/>
                </a:cubicBezTo>
                <a:cubicBezTo>
                  <a:pt x="2542" y="1030"/>
                  <a:pt x="2543" y="1034"/>
                  <a:pt x="2544" y="1037"/>
                </a:cubicBezTo>
                <a:cubicBezTo>
                  <a:pt x="2546" y="1039"/>
                  <a:pt x="2547" y="1042"/>
                  <a:pt x="2550" y="1042"/>
                </a:cubicBezTo>
                <a:cubicBezTo>
                  <a:pt x="2550" y="1042"/>
                  <a:pt x="2550" y="1042"/>
                  <a:pt x="2550" y="1042"/>
                </a:cubicBezTo>
                <a:cubicBezTo>
                  <a:pt x="2550" y="1042"/>
                  <a:pt x="2550" y="1042"/>
                  <a:pt x="2550" y="1042"/>
                </a:cubicBezTo>
                <a:cubicBezTo>
                  <a:pt x="2550" y="1046"/>
                  <a:pt x="2551" y="1048"/>
                  <a:pt x="2554" y="1050"/>
                </a:cubicBezTo>
                <a:cubicBezTo>
                  <a:pt x="2553" y="1049"/>
                  <a:pt x="2552" y="1049"/>
                  <a:pt x="2552" y="1050"/>
                </a:cubicBezTo>
                <a:cubicBezTo>
                  <a:pt x="2551" y="1050"/>
                  <a:pt x="2551" y="1052"/>
                  <a:pt x="2551" y="1052"/>
                </a:cubicBezTo>
                <a:cubicBezTo>
                  <a:pt x="2552" y="1056"/>
                  <a:pt x="2553" y="1060"/>
                  <a:pt x="2554" y="1063"/>
                </a:cubicBezTo>
                <a:cubicBezTo>
                  <a:pt x="2555" y="1065"/>
                  <a:pt x="2557" y="1065"/>
                  <a:pt x="2558" y="1063"/>
                </a:cubicBezTo>
                <a:cubicBezTo>
                  <a:pt x="2559" y="1060"/>
                  <a:pt x="2559" y="1058"/>
                  <a:pt x="2558" y="1055"/>
                </a:cubicBezTo>
                <a:cubicBezTo>
                  <a:pt x="2557" y="1053"/>
                  <a:pt x="2556" y="1052"/>
                  <a:pt x="2555" y="1050"/>
                </a:cubicBezTo>
                <a:cubicBezTo>
                  <a:pt x="2556" y="1051"/>
                  <a:pt x="2556" y="1051"/>
                  <a:pt x="2557" y="1051"/>
                </a:cubicBezTo>
                <a:cubicBezTo>
                  <a:pt x="2558" y="1050"/>
                  <a:pt x="2560" y="1050"/>
                  <a:pt x="2561" y="1049"/>
                </a:cubicBezTo>
                <a:cubicBezTo>
                  <a:pt x="2562" y="1048"/>
                  <a:pt x="2563" y="1049"/>
                  <a:pt x="2564" y="1049"/>
                </a:cubicBezTo>
                <a:cubicBezTo>
                  <a:pt x="2564" y="1050"/>
                  <a:pt x="2565" y="1050"/>
                  <a:pt x="2565" y="1051"/>
                </a:cubicBezTo>
                <a:cubicBezTo>
                  <a:pt x="2568" y="1052"/>
                  <a:pt x="2570" y="1053"/>
                  <a:pt x="2572" y="1051"/>
                </a:cubicBezTo>
                <a:cubicBezTo>
                  <a:pt x="2572" y="1051"/>
                  <a:pt x="2572" y="1051"/>
                  <a:pt x="2572" y="1051"/>
                </a:cubicBezTo>
                <a:cubicBezTo>
                  <a:pt x="2573" y="1051"/>
                  <a:pt x="2573" y="1051"/>
                  <a:pt x="2573" y="1051"/>
                </a:cubicBezTo>
                <a:cubicBezTo>
                  <a:pt x="2572" y="1051"/>
                  <a:pt x="2572" y="1051"/>
                  <a:pt x="2572" y="1051"/>
                </a:cubicBezTo>
                <a:cubicBezTo>
                  <a:pt x="2573" y="1052"/>
                  <a:pt x="2575" y="1052"/>
                  <a:pt x="2575" y="1053"/>
                </a:cubicBezTo>
                <a:cubicBezTo>
                  <a:pt x="2575" y="1056"/>
                  <a:pt x="2577" y="1058"/>
                  <a:pt x="2579" y="1059"/>
                </a:cubicBezTo>
                <a:cubicBezTo>
                  <a:pt x="2580" y="1059"/>
                  <a:pt x="2580" y="1060"/>
                  <a:pt x="2579" y="1061"/>
                </a:cubicBezTo>
                <a:cubicBezTo>
                  <a:pt x="2576" y="1064"/>
                  <a:pt x="2576" y="1065"/>
                  <a:pt x="2579" y="1066"/>
                </a:cubicBezTo>
                <a:cubicBezTo>
                  <a:pt x="2581" y="1067"/>
                  <a:pt x="2582" y="1067"/>
                  <a:pt x="2583" y="1067"/>
                </a:cubicBezTo>
                <a:cubicBezTo>
                  <a:pt x="2583" y="1067"/>
                  <a:pt x="2585" y="1067"/>
                  <a:pt x="2585" y="1066"/>
                </a:cubicBezTo>
                <a:cubicBezTo>
                  <a:pt x="2584" y="1064"/>
                  <a:pt x="2585" y="1061"/>
                  <a:pt x="2585" y="1059"/>
                </a:cubicBezTo>
                <a:cubicBezTo>
                  <a:pt x="2585" y="1058"/>
                  <a:pt x="2585" y="1057"/>
                  <a:pt x="2584" y="1056"/>
                </a:cubicBezTo>
                <a:cubicBezTo>
                  <a:pt x="2583" y="1055"/>
                  <a:pt x="2581" y="1053"/>
                  <a:pt x="2581" y="1052"/>
                </a:cubicBezTo>
                <a:cubicBezTo>
                  <a:pt x="2581" y="1048"/>
                  <a:pt x="2578" y="1046"/>
                  <a:pt x="2575" y="1045"/>
                </a:cubicBezTo>
                <a:cubicBezTo>
                  <a:pt x="2574" y="1045"/>
                  <a:pt x="2573" y="1043"/>
                  <a:pt x="2572" y="1043"/>
                </a:cubicBezTo>
                <a:cubicBezTo>
                  <a:pt x="2571" y="1042"/>
                  <a:pt x="2569" y="1042"/>
                  <a:pt x="2568" y="1042"/>
                </a:cubicBezTo>
                <a:cubicBezTo>
                  <a:pt x="2567" y="1042"/>
                  <a:pt x="2566" y="1043"/>
                  <a:pt x="2565" y="1043"/>
                </a:cubicBezTo>
                <a:cubicBezTo>
                  <a:pt x="2565" y="1043"/>
                  <a:pt x="2565" y="1043"/>
                  <a:pt x="2564" y="1043"/>
                </a:cubicBezTo>
                <a:cubicBezTo>
                  <a:pt x="2564" y="1043"/>
                  <a:pt x="2563" y="1043"/>
                  <a:pt x="2562" y="1043"/>
                </a:cubicBezTo>
                <a:cubicBezTo>
                  <a:pt x="2561" y="1042"/>
                  <a:pt x="2561" y="1041"/>
                  <a:pt x="2562" y="1040"/>
                </a:cubicBezTo>
                <a:cubicBezTo>
                  <a:pt x="2564" y="1036"/>
                  <a:pt x="2564" y="1036"/>
                  <a:pt x="2561" y="1036"/>
                </a:cubicBezTo>
                <a:cubicBezTo>
                  <a:pt x="2560" y="1036"/>
                  <a:pt x="2559" y="1035"/>
                  <a:pt x="2559" y="1034"/>
                </a:cubicBezTo>
                <a:cubicBezTo>
                  <a:pt x="2559" y="1032"/>
                  <a:pt x="2559" y="1029"/>
                  <a:pt x="2560" y="1028"/>
                </a:cubicBezTo>
                <a:cubicBezTo>
                  <a:pt x="2561" y="1027"/>
                  <a:pt x="2562" y="1026"/>
                  <a:pt x="2563" y="1025"/>
                </a:cubicBezTo>
                <a:cubicBezTo>
                  <a:pt x="2565" y="1021"/>
                  <a:pt x="2567" y="1017"/>
                  <a:pt x="2564" y="1012"/>
                </a:cubicBezTo>
                <a:cubicBezTo>
                  <a:pt x="2563" y="1009"/>
                  <a:pt x="2562" y="1007"/>
                  <a:pt x="2563" y="1004"/>
                </a:cubicBezTo>
                <a:cubicBezTo>
                  <a:pt x="2563" y="1002"/>
                  <a:pt x="2562" y="1001"/>
                  <a:pt x="2561" y="1002"/>
                </a:cubicBezTo>
                <a:close/>
                <a:moveTo>
                  <a:pt x="2747" y="1648"/>
                </a:moveTo>
                <a:cubicBezTo>
                  <a:pt x="2743" y="1648"/>
                  <a:pt x="2739" y="1649"/>
                  <a:pt x="2735" y="1650"/>
                </a:cubicBezTo>
                <a:cubicBezTo>
                  <a:pt x="2732" y="1651"/>
                  <a:pt x="2729" y="1650"/>
                  <a:pt x="2727" y="1648"/>
                </a:cubicBezTo>
                <a:cubicBezTo>
                  <a:pt x="2725" y="1647"/>
                  <a:pt x="2723" y="1645"/>
                  <a:pt x="2721" y="1644"/>
                </a:cubicBezTo>
                <a:cubicBezTo>
                  <a:pt x="2721" y="1643"/>
                  <a:pt x="2719" y="1643"/>
                  <a:pt x="2718" y="1643"/>
                </a:cubicBezTo>
                <a:cubicBezTo>
                  <a:pt x="2717" y="1643"/>
                  <a:pt x="2716" y="1645"/>
                  <a:pt x="2716" y="1646"/>
                </a:cubicBezTo>
                <a:cubicBezTo>
                  <a:pt x="2716" y="1647"/>
                  <a:pt x="2716" y="1648"/>
                  <a:pt x="2716" y="1648"/>
                </a:cubicBezTo>
                <a:cubicBezTo>
                  <a:pt x="2715" y="1655"/>
                  <a:pt x="2717" y="1662"/>
                  <a:pt x="2714" y="1668"/>
                </a:cubicBezTo>
                <a:cubicBezTo>
                  <a:pt x="2714" y="1668"/>
                  <a:pt x="2714" y="1669"/>
                  <a:pt x="2714" y="1671"/>
                </a:cubicBezTo>
                <a:cubicBezTo>
                  <a:pt x="2714" y="1673"/>
                  <a:pt x="2715" y="1676"/>
                  <a:pt x="2716" y="1680"/>
                </a:cubicBezTo>
                <a:cubicBezTo>
                  <a:pt x="2716" y="1684"/>
                  <a:pt x="2719" y="1686"/>
                  <a:pt x="2723" y="1686"/>
                </a:cubicBezTo>
                <a:cubicBezTo>
                  <a:pt x="2723" y="1687"/>
                  <a:pt x="2724" y="1687"/>
                  <a:pt x="2725" y="1686"/>
                </a:cubicBezTo>
                <a:cubicBezTo>
                  <a:pt x="2727" y="1685"/>
                  <a:pt x="2728" y="1684"/>
                  <a:pt x="2729" y="1683"/>
                </a:cubicBezTo>
                <a:cubicBezTo>
                  <a:pt x="2731" y="1681"/>
                  <a:pt x="2733" y="1680"/>
                  <a:pt x="2736" y="1681"/>
                </a:cubicBezTo>
                <a:cubicBezTo>
                  <a:pt x="2737" y="1681"/>
                  <a:pt x="2739" y="1680"/>
                  <a:pt x="2739" y="1678"/>
                </a:cubicBezTo>
                <a:cubicBezTo>
                  <a:pt x="2741" y="1674"/>
                  <a:pt x="2742" y="1669"/>
                  <a:pt x="2746" y="1666"/>
                </a:cubicBezTo>
                <a:cubicBezTo>
                  <a:pt x="2747" y="1665"/>
                  <a:pt x="2747" y="1664"/>
                  <a:pt x="2747" y="1664"/>
                </a:cubicBezTo>
                <a:cubicBezTo>
                  <a:pt x="2748" y="1660"/>
                  <a:pt x="2749" y="1657"/>
                  <a:pt x="2750" y="1653"/>
                </a:cubicBezTo>
                <a:cubicBezTo>
                  <a:pt x="2750" y="1652"/>
                  <a:pt x="2750" y="1651"/>
                  <a:pt x="2750" y="1651"/>
                </a:cubicBezTo>
                <a:cubicBezTo>
                  <a:pt x="2750" y="1649"/>
                  <a:pt x="2749" y="1647"/>
                  <a:pt x="2747" y="1648"/>
                </a:cubicBezTo>
                <a:close/>
                <a:moveTo>
                  <a:pt x="750" y="989"/>
                </a:moveTo>
                <a:cubicBezTo>
                  <a:pt x="752" y="989"/>
                  <a:pt x="752" y="987"/>
                  <a:pt x="751" y="985"/>
                </a:cubicBezTo>
                <a:cubicBezTo>
                  <a:pt x="750" y="984"/>
                  <a:pt x="749" y="983"/>
                  <a:pt x="748" y="982"/>
                </a:cubicBezTo>
                <a:cubicBezTo>
                  <a:pt x="740" y="979"/>
                  <a:pt x="733" y="975"/>
                  <a:pt x="725" y="973"/>
                </a:cubicBezTo>
                <a:cubicBezTo>
                  <a:pt x="723" y="972"/>
                  <a:pt x="720" y="971"/>
                  <a:pt x="718" y="970"/>
                </a:cubicBezTo>
                <a:cubicBezTo>
                  <a:pt x="716" y="968"/>
                  <a:pt x="713" y="967"/>
                  <a:pt x="710" y="966"/>
                </a:cubicBezTo>
                <a:cubicBezTo>
                  <a:pt x="709" y="966"/>
                  <a:pt x="707" y="965"/>
                  <a:pt x="706" y="964"/>
                </a:cubicBezTo>
                <a:cubicBezTo>
                  <a:pt x="703" y="961"/>
                  <a:pt x="699" y="960"/>
                  <a:pt x="695" y="960"/>
                </a:cubicBezTo>
                <a:cubicBezTo>
                  <a:pt x="692" y="960"/>
                  <a:pt x="689" y="959"/>
                  <a:pt x="686" y="958"/>
                </a:cubicBezTo>
                <a:cubicBezTo>
                  <a:pt x="685" y="957"/>
                  <a:pt x="682" y="957"/>
                  <a:pt x="681" y="957"/>
                </a:cubicBezTo>
                <a:cubicBezTo>
                  <a:pt x="676" y="959"/>
                  <a:pt x="670" y="959"/>
                  <a:pt x="666" y="961"/>
                </a:cubicBezTo>
                <a:cubicBezTo>
                  <a:pt x="661" y="963"/>
                  <a:pt x="658" y="967"/>
                  <a:pt x="655" y="971"/>
                </a:cubicBezTo>
                <a:cubicBezTo>
                  <a:pt x="655" y="971"/>
                  <a:pt x="656" y="971"/>
                  <a:pt x="656" y="971"/>
                </a:cubicBezTo>
                <a:cubicBezTo>
                  <a:pt x="658" y="971"/>
                  <a:pt x="660" y="971"/>
                  <a:pt x="661" y="971"/>
                </a:cubicBezTo>
                <a:cubicBezTo>
                  <a:pt x="666" y="968"/>
                  <a:pt x="672" y="968"/>
                  <a:pt x="677" y="964"/>
                </a:cubicBezTo>
                <a:cubicBezTo>
                  <a:pt x="678" y="963"/>
                  <a:pt x="680" y="964"/>
                  <a:pt x="681" y="965"/>
                </a:cubicBezTo>
                <a:cubicBezTo>
                  <a:pt x="682" y="967"/>
                  <a:pt x="683" y="968"/>
                  <a:pt x="685" y="968"/>
                </a:cubicBezTo>
                <a:cubicBezTo>
                  <a:pt x="687" y="969"/>
                  <a:pt x="690" y="969"/>
                  <a:pt x="693" y="970"/>
                </a:cubicBezTo>
                <a:cubicBezTo>
                  <a:pt x="694" y="970"/>
                  <a:pt x="696" y="971"/>
                  <a:pt x="698" y="971"/>
                </a:cubicBezTo>
                <a:cubicBezTo>
                  <a:pt x="701" y="973"/>
                  <a:pt x="705" y="974"/>
                  <a:pt x="709" y="975"/>
                </a:cubicBezTo>
                <a:cubicBezTo>
                  <a:pt x="711" y="975"/>
                  <a:pt x="712" y="976"/>
                  <a:pt x="713" y="978"/>
                </a:cubicBezTo>
                <a:cubicBezTo>
                  <a:pt x="715" y="981"/>
                  <a:pt x="718" y="983"/>
                  <a:pt x="722" y="984"/>
                </a:cubicBezTo>
                <a:cubicBezTo>
                  <a:pt x="722" y="984"/>
                  <a:pt x="722" y="984"/>
                  <a:pt x="723" y="984"/>
                </a:cubicBezTo>
                <a:cubicBezTo>
                  <a:pt x="724" y="985"/>
                  <a:pt x="724" y="985"/>
                  <a:pt x="724" y="987"/>
                </a:cubicBezTo>
                <a:cubicBezTo>
                  <a:pt x="723" y="987"/>
                  <a:pt x="723" y="988"/>
                  <a:pt x="723" y="989"/>
                </a:cubicBezTo>
                <a:cubicBezTo>
                  <a:pt x="722" y="990"/>
                  <a:pt x="722" y="992"/>
                  <a:pt x="724" y="992"/>
                </a:cubicBezTo>
                <a:cubicBezTo>
                  <a:pt x="727" y="992"/>
                  <a:pt x="729" y="992"/>
                  <a:pt x="734" y="992"/>
                </a:cubicBezTo>
                <a:cubicBezTo>
                  <a:pt x="738" y="993"/>
                  <a:pt x="744" y="990"/>
                  <a:pt x="750" y="989"/>
                </a:cubicBezTo>
                <a:close/>
                <a:moveTo>
                  <a:pt x="2035" y="93"/>
                </a:moveTo>
                <a:cubicBezTo>
                  <a:pt x="2035" y="94"/>
                  <a:pt x="2035" y="95"/>
                  <a:pt x="2035" y="94"/>
                </a:cubicBezTo>
                <a:cubicBezTo>
                  <a:pt x="2035" y="97"/>
                  <a:pt x="2035" y="98"/>
                  <a:pt x="2035" y="99"/>
                </a:cubicBezTo>
                <a:cubicBezTo>
                  <a:pt x="2036" y="103"/>
                  <a:pt x="2037" y="107"/>
                  <a:pt x="2038" y="111"/>
                </a:cubicBezTo>
                <a:cubicBezTo>
                  <a:pt x="2038" y="114"/>
                  <a:pt x="2040" y="117"/>
                  <a:pt x="2042" y="119"/>
                </a:cubicBezTo>
                <a:cubicBezTo>
                  <a:pt x="2042" y="119"/>
                  <a:pt x="2043" y="119"/>
                  <a:pt x="2044" y="119"/>
                </a:cubicBezTo>
                <a:cubicBezTo>
                  <a:pt x="2044" y="119"/>
                  <a:pt x="2045" y="118"/>
                  <a:pt x="2046" y="118"/>
                </a:cubicBezTo>
                <a:cubicBezTo>
                  <a:pt x="2050" y="112"/>
                  <a:pt x="2050" y="112"/>
                  <a:pt x="2057" y="107"/>
                </a:cubicBezTo>
                <a:cubicBezTo>
                  <a:pt x="2059" y="106"/>
                  <a:pt x="2061" y="104"/>
                  <a:pt x="2063" y="102"/>
                </a:cubicBezTo>
                <a:cubicBezTo>
                  <a:pt x="2064" y="101"/>
                  <a:pt x="2065" y="99"/>
                  <a:pt x="2066" y="97"/>
                </a:cubicBezTo>
                <a:cubicBezTo>
                  <a:pt x="2066" y="97"/>
                  <a:pt x="2066" y="95"/>
                  <a:pt x="2066" y="94"/>
                </a:cubicBezTo>
                <a:cubicBezTo>
                  <a:pt x="2066" y="93"/>
                  <a:pt x="2064" y="91"/>
                  <a:pt x="2063" y="89"/>
                </a:cubicBezTo>
                <a:cubicBezTo>
                  <a:pt x="2062" y="87"/>
                  <a:pt x="2061" y="85"/>
                  <a:pt x="2058" y="85"/>
                </a:cubicBezTo>
                <a:cubicBezTo>
                  <a:pt x="2054" y="84"/>
                  <a:pt x="2052" y="81"/>
                  <a:pt x="2048" y="80"/>
                </a:cubicBezTo>
                <a:cubicBezTo>
                  <a:pt x="2045" y="79"/>
                  <a:pt x="2042" y="78"/>
                  <a:pt x="2039" y="75"/>
                </a:cubicBezTo>
                <a:cubicBezTo>
                  <a:pt x="2038" y="75"/>
                  <a:pt x="2036" y="74"/>
                  <a:pt x="2035" y="74"/>
                </a:cubicBezTo>
                <a:cubicBezTo>
                  <a:pt x="2034" y="74"/>
                  <a:pt x="2033" y="75"/>
                  <a:pt x="2033" y="75"/>
                </a:cubicBezTo>
                <a:cubicBezTo>
                  <a:pt x="2031" y="78"/>
                  <a:pt x="2030" y="82"/>
                  <a:pt x="2032" y="86"/>
                </a:cubicBezTo>
                <a:cubicBezTo>
                  <a:pt x="2034" y="88"/>
                  <a:pt x="2034" y="90"/>
                  <a:pt x="2035" y="93"/>
                </a:cubicBezTo>
                <a:close/>
                <a:moveTo>
                  <a:pt x="2598" y="1086"/>
                </a:moveTo>
                <a:cubicBezTo>
                  <a:pt x="2598" y="1087"/>
                  <a:pt x="2598" y="1087"/>
                  <a:pt x="2598" y="1087"/>
                </a:cubicBezTo>
                <a:cubicBezTo>
                  <a:pt x="2597" y="1090"/>
                  <a:pt x="2597" y="1092"/>
                  <a:pt x="2596" y="1094"/>
                </a:cubicBezTo>
                <a:cubicBezTo>
                  <a:pt x="2595" y="1095"/>
                  <a:pt x="2593" y="1097"/>
                  <a:pt x="2591" y="1098"/>
                </a:cubicBezTo>
                <a:cubicBezTo>
                  <a:pt x="2590" y="1099"/>
                  <a:pt x="2590" y="1099"/>
                  <a:pt x="2589" y="1100"/>
                </a:cubicBezTo>
                <a:cubicBezTo>
                  <a:pt x="2588" y="1101"/>
                  <a:pt x="2587" y="1102"/>
                  <a:pt x="2586" y="1102"/>
                </a:cubicBezTo>
                <a:cubicBezTo>
                  <a:pt x="2585" y="1103"/>
                  <a:pt x="2584" y="1102"/>
                  <a:pt x="2584" y="1102"/>
                </a:cubicBezTo>
                <a:cubicBezTo>
                  <a:pt x="2581" y="1099"/>
                  <a:pt x="2580" y="1098"/>
                  <a:pt x="2576" y="1102"/>
                </a:cubicBezTo>
                <a:cubicBezTo>
                  <a:pt x="2574" y="1103"/>
                  <a:pt x="2572" y="1105"/>
                  <a:pt x="2570" y="1106"/>
                </a:cubicBezTo>
                <a:cubicBezTo>
                  <a:pt x="2567" y="1107"/>
                  <a:pt x="2566" y="1109"/>
                  <a:pt x="2566" y="1113"/>
                </a:cubicBezTo>
                <a:cubicBezTo>
                  <a:pt x="2566" y="1113"/>
                  <a:pt x="2566" y="1113"/>
                  <a:pt x="2566" y="1113"/>
                </a:cubicBezTo>
                <a:cubicBezTo>
                  <a:pt x="2566" y="1114"/>
                  <a:pt x="2566" y="1115"/>
                  <a:pt x="2567" y="1115"/>
                </a:cubicBezTo>
                <a:cubicBezTo>
                  <a:pt x="2567" y="1115"/>
                  <a:pt x="2568" y="1115"/>
                  <a:pt x="2569" y="1114"/>
                </a:cubicBezTo>
                <a:cubicBezTo>
                  <a:pt x="2570" y="1114"/>
                  <a:pt x="2571" y="1113"/>
                  <a:pt x="2572" y="1111"/>
                </a:cubicBezTo>
                <a:cubicBezTo>
                  <a:pt x="2575" y="1112"/>
                  <a:pt x="2579" y="1112"/>
                  <a:pt x="2582" y="1111"/>
                </a:cubicBezTo>
                <a:cubicBezTo>
                  <a:pt x="2583" y="1110"/>
                  <a:pt x="2585" y="1112"/>
                  <a:pt x="2585" y="1113"/>
                </a:cubicBezTo>
                <a:cubicBezTo>
                  <a:pt x="2585" y="1114"/>
                  <a:pt x="2585" y="1116"/>
                  <a:pt x="2585" y="1117"/>
                </a:cubicBezTo>
                <a:cubicBezTo>
                  <a:pt x="2585" y="1122"/>
                  <a:pt x="2588" y="1125"/>
                  <a:pt x="2593" y="1127"/>
                </a:cubicBezTo>
                <a:cubicBezTo>
                  <a:pt x="2595" y="1127"/>
                  <a:pt x="2596" y="1128"/>
                  <a:pt x="2598" y="1128"/>
                </a:cubicBezTo>
                <a:cubicBezTo>
                  <a:pt x="2599" y="1128"/>
                  <a:pt x="2600" y="1127"/>
                  <a:pt x="2601" y="1127"/>
                </a:cubicBezTo>
                <a:cubicBezTo>
                  <a:pt x="2602" y="1126"/>
                  <a:pt x="2602" y="1124"/>
                  <a:pt x="2602" y="1123"/>
                </a:cubicBezTo>
                <a:cubicBezTo>
                  <a:pt x="2602" y="1121"/>
                  <a:pt x="2600" y="1119"/>
                  <a:pt x="2601" y="1117"/>
                </a:cubicBezTo>
                <a:cubicBezTo>
                  <a:pt x="2601" y="1116"/>
                  <a:pt x="2602" y="1115"/>
                  <a:pt x="2602" y="1115"/>
                </a:cubicBezTo>
                <a:cubicBezTo>
                  <a:pt x="2603" y="1115"/>
                  <a:pt x="2603" y="1116"/>
                  <a:pt x="2604" y="1117"/>
                </a:cubicBezTo>
                <a:cubicBezTo>
                  <a:pt x="2605" y="1119"/>
                  <a:pt x="2605" y="1119"/>
                  <a:pt x="2607" y="1117"/>
                </a:cubicBezTo>
                <a:cubicBezTo>
                  <a:pt x="2609" y="1115"/>
                  <a:pt x="2610" y="1113"/>
                  <a:pt x="2609" y="1110"/>
                </a:cubicBezTo>
                <a:cubicBezTo>
                  <a:pt x="2608" y="1106"/>
                  <a:pt x="2607" y="1103"/>
                  <a:pt x="2607" y="1099"/>
                </a:cubicBezTo>
                <a:cubicBezTo>
                  <a:pt x="2606" y="1097"/>
                  <a:pt x="2605" y="1095"/>
                  <a:pt x="2604" y="1093"/>
                </a:cubicBezTo>
                <a:cubicBezTo>
                  <a:pt x="2602" y="1091"/>
                  <a:pt x="2600" y="1090"/>
                  <a:pt x="2600" y="1087"/>
                </a:cubicBezTo>
                <a:cubicBezTo>
                  <a:pt x="2599" y="1087"/>
                  <a:pt x="2599" y="1086"/>
                  <a:pt x="2598" y="1086"/>
                </a:cubicBezTo>
                <a:close/>
                <a:moveTo>
                  <a:pt x="754" y="1008"/>
                </a:moveTo>
                <a:cubicBezTo>
                  <a:pt x="757" y="1008"/>
                  <a:pt x="759" y="1007"/>
                  <a:pt x="761" y="1007"/>
                </a:cubicBezTo>
                <a:cubicBezTo>
                  <a:pt x="764" y="1007"/>
                  <a:pt x="766" y="1007"/>
                  <a:pt x="769" y="1008"/>
                </a:cubicBezTo>
                <a:cubicBezTo>
                  <a:pt x="772" y="1008"/>
                  <a:pt x="772" y="1011"/>
                  <a:pt x="774" y="1012"/>
                </a:cubicBezTo>
                <a:cubicBezTo>
                  <a:pt x="775" y="1012"/>
                  <a:pt x="776" y="1012"/>
                  <a:pt x="777" y="1012"/>
                </a:cubicBezTo>
                <a:cubicBezTo>
                  <a:pt x="777" y="1012"/>
                  <a:pt x="778" y="1011"/>
                  <a:pt x="778" y="1011"/>
                </a:cubicBezTo>
                <a:cubicBezTo>
                  <a:pt x="780" y="1008"/>
                  <a:pt x="782" y="1006"/>
                  <a:pt x="786" y="1007"/>
                </a:cubicBezTo>
                <a:cubicBezTo>
                  <a:pt x="787" y="1007"/>
                  <a:pt x="789" y="1007"/>
                  <a:pt x="789" y="1007"/>
                </a:cubicBezTo>
                <a:cubicBezTo>
                  <a:pt x="794" y="1004"/>
                  <a:pt x="798" y="1005"/>
                  <a:pt x="803" y="1006"/>
                </a:cubicBezTo>
                <a:cubicBezTo>
                  <a:pt x="803" y="1006"/>
                  <a:pt x="804" y="1006"/>
                  <a:pt x="805" y="1005"/>
                </a:cubicBezTo>
                <a:cubicBezTo>
                  <a:pt x="806" y="1005"/>
                  <a:pt x="807" y="1004"/>
                  <a:pt x="807" y="1003"/>
                </a:cubicBezTo>
                <a:cubicBezTo>
                  <a:pt x="807" y="1002"/>
                  <a:pt x="807" y="1001"/>
                  <a:pt x="806" y="1001"/>
                </a:cubicBezTo>
                <a:cubicBezTo>
                  <a:pt x="802" y="999"/>
                  <a:pt x="798" y="996"/>
                  <a:pt x="794" y="993"/>
                </a:cubicBezTo>
                <a:cubicBezTo>
                  <a:pt x="793" y="992"/>
                  <a:pt x="792" y="991"/>
                  <a:pt x="790" y="991"/>
                </a:cubicBezTo>
                <a:cubicBezTo>
                  <a:pt x="785" y="990"/>
                  <a:pt x="780" y="989"/>
                  <a:pt x="775" y="991"/>
                </a:cubicBezTo>
                <a:cubicBezTo>
                  <a:pt x="773" y="991"/>
                  <a:pt x="771" y="990"/>
                  <a:pt x="769" y="989"/>
                </a:cubicBezTo>
                <a:cubicBezTo>
                  <a:pt x="769" y="989"/>
                  <a:pt x="768" y="988"/>
                  <a:pt x="767" y="988"/>
                </a:cubicBezTo>
                <a:cubicBezTo>
                  <a:pt x="766" y="987"/>
                  <a:pt x="764" y="988"/>
                  <a:pt x="763" y="990"/>
                </a:cubicBezTo>
                <a:cubicBezTo>
                  <a:pt x="762" y="991"/>
                  <a:pt x="762" y="992"/>
                  <a:pt x="763" y="993"/>
                </a:cubicBezTo>
                <a:cubicBezTo>
                  <a:pt x="766" y="995"/>
                  <a:pt x="766" y="998"/>
                  <a:pt x="766" y="1000"/>
                </a:cubicBezTo>
                <a:cubicBezTo>
                  <a:pt x="767" y="1001"/>
                  <a:pt x="766" y="1002"/>
                  <a:pt x="764" y="1001"/>
                </a:cubicBezTo>
                <a:cubicBezTo>
                  <a:pt x="762" y="1000"/>
                  <a:pt x="762" y="1002"/>
                  <a:pt x="761" y="1002"/>
                </a:cubicBezTo>
                <a:cubicBezTo>
                  <a:pt x="758" y="1002"/>
                  <a:pt x="755" y="1003"/>
                  <a:pt x="752" y="1003"/>
                </a:cubicBezTo>
                <a:cubicBezTo>
                  <a:pt x="751" y="1003"/>
                  <a:pt x="751" y="1005"/>
                  <a:pt x="751" y="1005"/>
                </a:cubicBezTo>
                <a:cubicBezTo>
                  <a:pt x="751" y="1006"/>
                  <a:pt x="753" y="1008"/>
                  <a:pt x="754" y="1008"/>
                </a:cubicBezTo>
                <a:close/>
                <a:moveTo>
                  <a:pt x="2179" y="1091"/>
                </a:moveTo>
                <a:cubicBezTo>
                  <a:pt x="2178" y="1090"/>
                  <a:pt x="2177" y="1090"/>
                  <a:pt x="2176" y="1089"/>
                </a:cubicBezTo>
                <a:cubicBezTo>
                  <a:pt x="2175" y="1089"/>
                  <a:pt x="2174" y="1090"/>
                  <a:pt x="2175" y="1091"/>
                </a:cubicBezTo>
                <a:cubicBezTo>
                  <a:pt x="2175" y="1092"/>
                  <a:pt x="2176" y="1093"/>
                  <a:pt x="2175" y="1093"/>
                </a:cubicBezTo>
                <a:cubicBezTo>
                  <a:pt x="2173" y="1098"/>
                  <a:pt x="2173" y="1102"/>
                  <a:pt x="2172" y="1106"/>
                </a:cubicBezTo>
                <a:cubicBezTo>
                  <a:pt x="2172" y="1112"/>
                  <a:pt x="2173" y="1117"/>
                  <a:pt x="2176" y="1122"/>
                </a:cubicBezTo>
                <a:cubicBezTo>
                  <a:pt x="2177" y="1124"/>
                  <a:pt x="2179" y="1126"/>
                  <a:pt x="2182" y="1125"/>
                </a:cubicBezTo>
                <a:cubicBezTo>
                  <a:pt x="2189" y="1125"/>
                  <a:pt x="2195" y="1117"/>
                  <a:pt x="2192" y="1110"/>
                </a:cubicBezTo>
                <a:cubicBezTo>
                  <a:pt x="2189" y="1103"/>
                  <a:pt x="2184" y="1097"/>
                  <a:pt x="2179" y="1091"/>
                </a:cubicBezTo>
                <a:close/>
                <a:moveTo>
                  <a:pt x="842" y="116"/>
                </a:moveTo>
                <a:cubicBezTo>
                  <a:pt x="842" y="116"/>
                  <a:pt x="842" y="116"/>
                  <a:pt x="842" y="116"/>
                </a:cubicBezTo>
                <a:cubicBezTo>
                  <a:pt x="842" y="117"/>
                  <a:pt x="842" y="117"/>
                  <a:pt x="842" y="117"/>
                </a:cubicBezTo>
                <a:cubicBezTo>
                  <a:pt x="842" y="116"/>
                  <a:pt x="842" y="116"/>
                  <a:pt x="842" y="116"/>
                </a:cubicBezTo>
                <a:close/>
                <a:moveTo>
                  <a:pt x="822" y="121"/>
                </a:moveTo>
                <a:cubicBezTo>
                  <a:pt x="823" y="122"/>
                  <a:pt x="824" y="123"/>
                  <a:pt x="825" y="123"/>
                </a:cubicBezTo>
                <a:cubicBezTo>
                  <a:pt x="829" y="124"/>
                  <a:pt x="833" y="124"/>
                  <a:pt x="837" y="124"/>
                </a:cubicBezTo>
                <a:cubicBezTo>
                  <a:pt x="838" y="124"/>
                  <a:pt x="839" y="123"/>
                  <a:pt x="840" y="122"/>
                </a:cubicBezTo>
                <a:cubicBezTo>
                  <a:pt x="841" y="120"/>
                  <a:pt x="841" y="118"/>
                  <a:pt x="842" y="116"/>
                </a:cubicBezTo>
                <a:cubicBezTo>
                  <a:pt x="844" y="114"/>
                  <a:pt x="844" y="111"/>
                  <a:pt x="842" y="109"/>
                </a:cubicBezTo>
                <a:cubicBezTo>
                  <a:pt x="840" y="106"/>
                  <a:pt x="839" y="103"/>
                  <a:pt x="837" y="100"/>
                </a:cubicBezTo>
                <a:cubicBezTo>
                  <a:pt x="837" y="99"/>
                  <a:pt x="836" y="98"/>
                  <a:pt x="836" y="97"/>
                </a:cubicBezTo>
                <a:cubicBezTo>
                  <a:pt x="835" y="96"/>
                  <a:pt x="832" y="95"/>
                  <a:pt x="831" y="96"/>
                </a:cubicBezTo>
                <a:cubicBezTo>
                  <a:pt x="827" y="100"/>
                  <a:pt x="824" y="104"/>
                  <a:pt x="824" y="110"/>
                </a:cubicBezTo>
                <a:cubicBezTo>
                  <a:pt x="824" y="112"/>
                  <a:pt x="823" y="114"/>
                  <a:pt x="822" y="116"/>
                </a:cubicBezTo>
                <a:cubicBezTo>
                  <a:pt x="821" y="117"/>
                  <a:pt x="822" y="119"/>
                  <a:pt x="822" y="121"/>
                </a:cubicBezTo>
                <a:close/>
                <a:moveTo>
                  <a:pt x="1696" y="124"/>
                </a:moveTo>
                <a:cubicBezTo>
                  <a:pt x="1695" y="124"/>
                  <a:pt x="1696" y="124"/>
                  <a:pt x="1695" y="124"/>
                </a:cubicBezTo>
                <a:cubicBezTo>
                  <a:pt x="1696" y="124"/>
                  <a:pt x="1696" y="124"/>
                  <a:pt x="1696" y="124"/>
                </a:cubicBezTo>
                <a:cubicBezTo>
                  <a:pt x="1695" y="124"/>
                  <a:pt x="1695" y="124"/>
                  <a:pt x="1695" y="124"/>
                </a:cubicBezTo>
                <a:cubicBezTo>
                  <a:pt x="1698" y="125"/>
                  <a:pt x="1698" y="125"/>
                  <a:pt x="1698" y="127"/>
                </a:cubicBezTo>
                <a:cubicBezTo>
                  <a:pt x="1698" y="128"/>
                  <a:pt x="1698" y="130"/>
                  <a:pt x="1698" y="131"/>
                </a:cubicBezTo>
                <a:cubicBezTo>
                  <a:pt x="1698" y="134"/>
                  <a:pt x="1699" y="135"/>
                  <a:pt x="1702" y="136"/>
                </a:cubicBezTo>
                <a:cubicBezTo>
                  <a:pt x="1703" y="136"/>
                  <a:pt x="1704" y="136"/>
                  <a:pt x="1706" y="137"/>
                </a:cubicBezTo>
                <a:cubicBezTo>
                  <a:pt x="1707" y="137"/>
                  <a:pt x="1708" y="136"/>
                  <a:pt x="1709" y="135"/>
                </a:cubicBezTo>
                <a:cubicBezTo>
                  <a:pt x="1710" y="133"/>
                  <a:pt x="1712" y="132"/>
                  <a:pt x="1712" y="130"/>
                </a:cubicBezTo>
                <a:cubicBezTo>
                  <a:pt x="1712" y="128"/>
                  <a:pt x="1712" y="126"/>
                  <a:pt x="1713" y="125"/>
                </a:cubicBezTo>
                <a:cubicBezTo>
                  <a:pt x="1716" y="123"/>
                  <a:pt x="1716" y="119"/>
                  <a:pt x="1719" y="117"/>
                </a:cubicBezTo>
                <a:cubicBezTo>
                  <a:pt x="1721" y="116"/>
                  <a:pt x="1721" y="113"/>
                  <a:pt x="1719" y="112"/>
                </a:cubicBezTo>
                <a:cubicBezTo>
                  <a:pt x="1718" y="110"/>
                  <a:pt x="1716" y="108"/>
                  <a:pt x="1715" y="105"/>
                </a:cubicBezTo>
                <a:cubicBezTo>
                  <a:pt x="1714" y="105"/>
                  <a:pt x="1713" y="105"/>
                  <a:pt x="1713" y="105"/>
                </a:cubicBezTo>
                <a:cubicBezTo>
                  <a:pt x="1709" y="106"/>
                  <a:pt x="1708" y="107"/>
                  <a:pt x="1708" y="110"/>
                </a:cubicBezTo>
                <a:cubicBezTo>
                  <a:pt x="1708" y="114"/>
                  <a:pt x="1706" y="116"/>
                  <a:pt x="1704" y="117"/>
                </a:cubicBezTo>
                <a:cubicBezTo>
                  <a:pt x="1704" y="117"/>
                  <a:pt x="1704" y="117"/>
                  <a:pt x="1704" y="117"/>
                </a:cubicBezTo>
                <a:cubicBezTo>
                  <a:pt x="1704" y="117"/>
                  <a:pt x="1704" y="117"/>
                  <a:pt x="1704" y="117"/>
                </a:cubicBezTo>
                <a:cubicBezTo>
                  <a:pt x="1703" y="119"/>
                  <a:pt x="1701" y="119"/>
                  <a:pt x="1700" y="119"/>
                </a:cubicBezTo>
                <a:cubicBezTo>
                  <a:pt x="1697" y="119"/>
                  <a:pt x="1696" y="121"/>
                  <a:pt x="1696" y="124"/>
                </a:cubicBezTo>
                <a:close/>
                <a:moveTo>
                  <a:pt x="2546" y="927"/>
                </a:moveTo>
                <a:cubicBezTo>
                  <a:pt x="2546" y="926"/>
                  <a:pt x="2545" y="926"/>
                  <a:pt x="2544" y="927"/>
                </a:cubicBezTo>
                <a:cubicBezTo>
                  <a:pt x="2543" y="928"/>
                  <a:pt x="2541" y="930"/>
                  <a:pt x="2540" y="931"/>
                </a:cubicBezTo>
                <a:cubicBezTo>
                  <a:pt x="2539" y="934"/>
                  <a:pt x="2538" y="936"/>
                  <a:pt x="2537" y="938"/>
                </a:cubicBezTo>
                <a:cubicBezTo>
                  <a:pt x="2536" y="941"/>
                  <a:pt x="2535" y="944"/>
                  <a:pt x="2535" y="946"/>
                </a:cubicBezTo>
                <a:cubicBezTo>
                  <a:pt x="2535" y="951"/>
                  <a:pt x="2536" y="956"/>
                  <a:pt x="2540" y="959"/>
                </a:cubicBezTo>
                <a:cubicBezTo>
                  <a:pt x="2541" y="960"/>
                  <a:pt x="2542" y="961"/>
                  <a:pt x="2543" y="962"/>
                </a:cubicBezTo>
                <a:cubicBezTo>
                  <a:pt x="2543" y="963"/>
                  <a:pt x="2544" y="962"/>
                  <a:pt x="2544" y="962"/>
                </a:cubicBezTo>
                <a:cubicBezTo>
                  <a:pt x="2545" y="960"/>
                  <a:pt x="2545" y="958"/>
                  <a:pt x="2546" y="956"/>
                </a:cubicBezTo>
                <a:cubicBezTo>
                  <a:pt x="2548" y="952"/>
                  <a:pt x="2548" y="948"/>
                  <a:pt x="2548" y="943"/>
                </a:cubicBezTo>
                <a:cubicBezTo>
                  <a:pt x="2549" y="939"/>
                  <a:pt x="2549" y="936"/>
                  <a:pt x="2550" y="932"/>
                </a:cubicBezTo>
                <a:cubicBezTo>
                  <a:pt x="2550" y="930"/>
                  <a:pt x="2548" y="927"/>
                  <a:pt x="2546" y="927"/>
                </a:cubicBezTo>
                <a:close/>
                <a:moveTo>
                  <a:pt x="1752" y="97"/>
                </a:moveTo>
                <a:cubicBezTo>
                  <a:pt x="1752" y="97"/>
                  <a:pt x="1752" y="97"/>
                  <a:pt x="1752" y="97"/>
                </a:cubicBezTo>
                <a:cubicBezTo>
                  <a:pt x="1752" y="97"/>
                  <a:pt x="1752" y="97"/>
                  <a:pt x="1752" y="97"/>
                </a:cubicBezTo>
                <a:close/>
                <a:moveTo>
                  <a:pt x="1732" y="99"/>
                </a:moveTo>
                <a:cubicBezTo>
                  <a:pt x="1733" y="97"/>
                  <a:pt x="1735" y="97"/>
                  <a:pt x="1737" y="97"/>
                </a:cubicBezTo>
                <a:cubicBezTo>
                  <a:pt x="1738" y="97"/>
                  <a:pt x="1739" y="97"/>
                  <a:pt x="1738" y="96"/>
                </a:cubicBezTo>
                <a:cubicBezTo>
                  <a:pt x="1738" y="95"/>
                  <a:pt x="1738" y="95"/>
                  <a:pt x="1738" y="95"/>
                </a:cubicBezTo>
                <a:cubicBezTo>
                  <a:pt x="1736" y="94"/>
                  <a:pt x="1736" y="93"/>
                  <a:pt x="1736" y="92"/>
                </a:cubicBezTo>
                <a:cubicBezTo>
                  <a:pt x="1739" y="89"/>
                  <a:pt x="1739" y="85"/>
                  <a:pt x="1739" y="81"/>
                </a:cubicBezTo>
                <a:cubicBezTo>
                  <a:pt x="1739" y="78"/>
                  <a:pt x="1742" y="76"/>
                  <a:pt x="1745" y="78"/>
                </a:cubicBezTo>
                <a:cubicBezTo>
                  <a:pt x="1746" y="79"/>
                  <a:pt x="1747" y="80"/>
                  <a:pt x="1746" y="80"/>
                </a:cubicBezTo>
                <a:cubicBezTo>
                  <a:pt x="1744" y="84"/>
                  <a:pt x="1748" y="89"/>
                  <a:pt x="1747" y="93"/>
                </a:cubicBezTo>
                <a:cubicBezTo>
                  <a:pt x="1747" y="94"/>
                  <a:pt x="1747" y="95"/>
                  <a:pt x="1748" y="95"/>
                </a:cubicBezTo>
                <a:cubicBezTo>
                  <a:pt x="1749" y="96"/>
                  <a:pt x="1751" y="97"/>
                  <a:pt x="1752" y="97"/>
                </a:cubicBezTo>
                <a:cubicBezTo>
                  <a:pt x="1753" y="97"/>
                  <a:pt x="1753" y="98"/>
                  <a:pt x="1754" y="97"/>
                </a:cubicBezTo>
                <a:cubicBezTo>
                  <a:pt x="1753" y="97"/>
                  <a:pt x="1753" y="97"/>
                  <a:pt x="1753" y="97"/>
                </a:cubicBezTo>
                <a:cubicBezTo>
                  <a:pt x="1752" y="96"/>
                  <a:pt x="1752" y="96"/>
                  <a:pt x="1751" y="95"/>
                </a:cubicBezTo>
                <a:cubicBezTo>
                  <a:pt x="1750" y="94"/>
                  <a:pt x="1751" y="93"/>
                  <a:pt x="1752" y="93"/>
                </a:cubicBezTo>
                <a:cubicBezTo>
                  <a:pt x="1753" y="93"/>
                  <a:pt x="1754" y="93"/>
                  <a:pt x="1754" y="93"/>
                </a:cubicBezTo>
                <a:cubicBezTo>
                  <a:pt x="1756" y="94"/>
                  <a:pt x="1755" y="96"/>
                  <a:pt x="1755" y="97"/>
                </a:cubicBezTo>
                <a:cubicBezTo>
                  <a:pt x="1755" y="97"/>
                  <a:pt x="1755" y="97"/>
                  <a:pt x="1755" y="97"/>
                </a:cubicBezTo>
                <a:cubicBezTo>
                  <a:pt x="1755" y="97"/>
                  <a:pt x="1755" y="98"/>
                  <a:pt x="1755" y="98"/>
                </a:cubicBezTo>
                <a:cubicBezTo>
                  <a:pt x="1757" y="100"/>
                  <a:pt x="1757" y="101"/>
                  <a:pt x="1755" y="103"/>
                </a:cubicBezTo>
                <a:cubicBezTo>
                  <a:pt x="1753" y="105"/>
                  <a:pt x="1750" y="107"/>
                  <a:pt x="1749" y="110"/>
                </a:cubicBezTo>
                <a:cubicBezTo>
                  <a:pt x="1749" y="111"/>
                  <a:pt x="1748" y="111"/>
                  <a:pt x="1747" y="112"/>
                </a:cubicBezTo>
                <a:cubicBezTo>
                  <a:pt x="1746" y="112"/>
                  <a:pt x="1744" y="112"/>
                  <a:pt x="1744" y="112"/>
                </a:cubicBezTo>
                <a:cubicBezTo>
                  <a:pt x="1741" y="110"/>
                  <a:pt x="1737" y="111"/>
                  <a:pt x="1734" y="109"/>
                </a:cubicBezTo>
                <a:cubicBezTo>
                  <a:pt x="1734" y="108"/>
                  <a:pt x="1733" y="108"/>
                  <a:pt x="1733" y="107"/>
                </a:cubicBezTo>
                <a:cubicBezTo>
                  <a:pt x="1733" y="106"/>
                  <a:pt x="1734" y="106"/>
                  <a:pt x="1735" y="105"/>
                </a:cubicBezTo>
                <a:cubicBezTo>
                  <a:pt x="1736" y="105"/>
                  <a:pt x="1737" y="104"/>
                  <a:pt x="1738" y="104"/>
                </a:cubicBezTo>
                <a:cubicBezTo>
                  <a:pt x="1739" y="104"/>
                  <a:pt x="1739" y="104"/>
                  <a:pt x="1739" y="104"/>
                </a:cubicBezTo>
                <a:cubicBezTo>
                  <a:pt x="1739" y="104"/>
                  <a:pt x="1739" y="104"/>
                  <a:pt x="1739" y="104"/>
                </a:cubicBezTo>
                <a:cubicBezTo>
                  <a:pt x="1739" y="104"/>
                  <a:pt x="1739" y="104"/>
                  <a:pt x="1739" y="104"/>
                </a:cubicBezTo>
                <a:cubicBezTo>
                  <a:pt x="1739" y="104"/>
                  <a:pt x="1739" y="104"/>
                  <a:pt x="1738" y="104"/>
                </a:cubicBezTo>
                <a:cubicBezTo>
                  <a:pt x="1738" y="104"/>
                  <a:pt x="1737" y="103"/>
                  <a:pt x="1737" y="103"/>
                </a:cubicBezTo>
                <a:cubicBezTo>
                  <a:pt x="1735" y="102"/>
                  <a:pt x="1732" y="103"/>
                  <a:pt x="1732" y="99"/>
                </a:cubicBezTo>
                <a:close/>
                <a:moveTo>
                  <a:pt x="1745" y="99"/>
                </a:moveTo>
                <a:cubicBezTo>
                  <a:pt x="1745" y="100"/>
                  <a:pt x="1745" y="100"/>
                  <a:pt x="1745" y="100"/>
                </a:cubicBezTo>
                <a:cubicBezTo>
                  <a:pt x="1746" y="100"/>
                  <a:pt x="1746" y="100"/>
                  <a:pt x="1746" y="100"/>
                </a:cubicBezTo>
                <a:cubicBezTo>
                  <a:pt x="1745" y="100"/>
                  <a:pt x="1745" y="100"/>
                  <a:pt x="1745" y="100"/>
                </a:cubicBezTo>
                <a:lnTo>
                  <a:pt x="1745" y="99"/>
                </a:lnTo>
                <a:close/>
                <a:moveTo>
                  <a:pt x="794" y="205"/>
                </a:moveTo>
                <a:cubicBezTo>
                  <a:pt x="795" y="206"/>
                  <a:pt x="796" y="206"/>
                  <a:pt x="796" y="206"/>
                </a:cubicBezTo>
                <a:cubicBezTo>
                  <a:pt x="798" y="207"/>
                  <a:pt x="801" y="206"/>
                  <a:pt x="802" y="204"/>
                </a:cubicBezTo>
                <a:cubicBezTo>
                  <a:pt x="803" y="201"/>
                  <a:pt x="804" y="199"/>
                  <a:pt x="805" y="196"/>
                </a:cubicBezTo>
                <a:cubicBezTo>
                  <a:pt x="805" y="194"/>
                  <a:pt x="805" y="193"/>
                  <a:pt x="805" y="191"/>
                </a:cubicBezTo>
                <a:cubicBezTo>
                  <a:pt x="805" y="188"/>
                  <a:pt x="804" y="186"/>
                  <a:pt x="802" y="183"/>
                </a:cubicBezTo>
                <a:cubicBezTo>
                  <a:pt x="801" y="182"/>
                  <a:pt x="799" y="182"/>
                  <a:pt x="797" y="182"/>
                </a:cubicBezTo>
                <a:cubicBezTo>
                  <a:pt x="796" y="182"/>
                  <a:pt x="795" y="182"/>
                  <a:pt x="794" y="182"/>
                </a:cubicBezTo>
                <a:cubicBezTo>
                  <a:pt x="792" y="186"/>
                  <a:pt x="789" y="189"/>
                  <a:pt x="786" y="192"/>
                </a:cubicBezTo>
                <a:cubicBezTo>
                  <a:pt x="784" y="193"/>
                  <a:pt x="784" y="196"/>
                  <a:pt x="786" y="198"/>
                </a:cubicBezTo>
                <a:cubicBezTo>
                  <a:pt x="789" y="201"/>
                  <a:pt x="791" y="203"/>
                  <a:pt x="794" y="205"/>
                </a:cubicBezTo>
                <a:close/>
                <a:moveTo>
                  <a:pt x="794" y="182"/>
                </a:moveTo>
                <a:cubicBezTo>
                  <a:pt x="794" y="182"/>
                  <a:pt x="794" y="182"/>
                  <a:pt x="794" y="182"/>
                </a:cubicBezTo>
                <a:cubicBezTo>
                  <a:pt x="794" y="182"/>
                  <a:pt x="794" y="182"/>
                  <a:pt x="794" y="182"/>
                </a:cubicBezTo>
                <a:cubicBezTo>
                  <a:pt x="794" y="182"/>
                  <a:pt x="794" y="182"/>
                  <a:pt x="794" y="182"/>
                </a:cubicBezTo>
                <a:close/>
                <a:moveTo>
                  <a:pt x="2393" y="81"/>
                </a:moveTo>
                <a:cubicBezTo>
                  <a:pt x="2398" y="83"/>
                  <a:pt x="2404" y="84"/>
                  <a:pt x="2409" y="84"/>
                </a:cubicBezTo>
                <a:cubicBezTo>
                  <a:pt x="2410" y="84"/>
                  <a:pt x="2412" y="84"/>
                  <a:pt x="2413" y="84"/>
                </a:cubicBezTo>
                <a:cubicBezTo>
                  <a:pt x="2416" y="83"/>
                  <a:pt x="2418" y="81"/>
                  <a:pt x="2419" y="79"/>
                </a:cubicBezTo>
                <a:cubicBezTo>
                  <a:pt x="2419" y="78"/>
                  <a:pt x="2420" y="76"/>
                  <a:pt x="2419" y="76"/>
                </a:cubicBezTo>
                <a:cubicBezTo>
                  <a:pt x="2418" y="73"/>
                  <a:pt x="2415" y="71"/>
                  <a:pt x="2411" y="71"/>
                </a:cubicBezTo>
                <a:cubicBezTo>
                  <a:pt x="2409" y="71"/>
                  <a:pt x="2407" y="72"/>
                  <a:pt x="2404" y="73"/>
                </a:cubicBezTo>
                <a:cubicBezTo>
                  <a:pt x="2401" y="73"/>
                  <a:pt x="2399" y="72"/>
                  <a:pt x="2396" y="72"/>
                </a:cubicBezTo>
                <a:cubicBezTo>
                  <a:pt x="2395" y="72"/>
                  <a:pt x="2395" y="72"/>
                  <a:pt x="2394" y="73"/>
                </a:cubicBezTo>
                <a:cubicBezTo>
                  <a:pt x="2392" y="74"/>
                  <a:pt x="2391" y="73"/>
                  <a:pt x="2389" y="73"/>
                </a:cubicBezTo>
                <a:cubicBezTo>
                  <a:pt x="2388" y="73"/>
                  <a:pt x="2387" y="75"/>
                  <a:pt x="2388" y="76"/>
                </a:cubicBezTo>
                <a:cubicBezTo>
                  <a:pt x="2389" y="78"/>
                  <a:pt x="2390" y="80"/>
                  <a:pt x="2393" y="81"/>
                </a:cubicBezTo>
                <a:close/>
                <a:moveTo>
                  <a:pt x="2850" y="1225"/>
                </a:moveTo>
                <a:cubicBezTo>
                  <a:pt x="2847" y="1224"/>
                  <a:pt x="2845" y="1225"/>
                  <a:pt x="2844" y="1228"/>
                </a:cubicBezTo>
                <a:cubicBezTo>
                  <a:pt x="2843" y="1232"/>
                  <a:pt x="2841" y="1234"/>
                  <a:pt x="2837" y="1236"/>
                </a:cubicBezTo>
                <a:cubicBezTo>
                  <a:pt x="2835" y="1237"/>
                  <a:pt x="2833" y="1236"/>
                  <a:pt x="2832" y="1234"/>
                </a:cubicBezTo>
                <a:cubicBezTo>
                  <a:pt x="2828" y="1235"/>
                  <a:pt x="2825" y="1237"/>
                  <a:pt x="2821" y="1236"/>
                </a:cubicBezTo>
                <a:cubicBezTo>
                  <a:pt x="2820" y="1236"/>
                  <a:pt x="2820" y="1236"/>
                  <a:pt x="2819" y="1236"/>
                </a:cubicBezTo>
                <a:cubicBezTo>
                  <a:pt x="2818" y="1236"/>
                  <a:pt x="2817" y="1236"/>
                  <a:pt x="2817" y="1236"/>
                </a:cubicBezTo>
                <a:cubicBezTo>
                  <a:pt x="2816" y="1237"/>
                  <a:pt x="2815" y="1237"/>
                  <a:pt x="2815" y="1238"/>
                </a:cubicBezTo>
                <a:cubicBezTo>
                  <a:pt x="2815" y="1238"/>
                  <a:pt x="2815" y="1239"/>
                  <a:pt x="2816" y="1239"/>
                </a:cubicBezTo>
                <a:cubicBezTo>
                  <a:pt x="2823" y="1245"/>
                  <a:pt x="2830" y="1246"/>
                  <a:pt x="2838" y="1244"/>
                </a:cubicBezTo>
                <a:cubicBezTo>
                  <a:pt x="2839" y="1244"/>
                  <a:pt x="2840" y="1244"/>
                  <a:pt x="2840" y="1243"/>
                </a:cubicBezTo>
                <a:cubicBezTo>
                  <a:pt x="2843" y="1242"/>
                  <a:pt x="2846" y="1238"/>
                  <a:pt x="2849" y="1237"/>
                </a:cubicBezTo>
                <a:cubicBezTo>
                  <a:pt x="2849" y="1237"/>
                  <a:pt x="2850" y="1236"/>
                  <a:pt x="2850" y="1235"/>
                </a:cubicBezTo>
                <a:cubicBezTo>
                  <a:pt x="2850" y="1233"/>
                  <a:pt x="2852" y="1232"/>
                  <a:pt x="2853" y="1230"/>
                </a:cubicBezTo>
                <a:cubicBezTo>
                  <a:pt x="2854" y="1228"/>
                  <a:pt x="2852" y="1225"/>
                  <a:pt x="2850" y="1225"/>
                </a:cubicBezTo>
                <a:close/>
                <a:moveTo>
                  <a:pt x="2831" y="1234"/>
                </a:moveTo>
                <a:cubicBezTo>
                  <a:pt x="2832" y="1234"/>
                  <a:pt x="2832" y="1234"/>
                  <a:pt x="2832" y="1234"/>
                </a:cubicBezTo>
                <a:cubicBezTo>
                  <a:pt x="2832" y="1234"/>
                  <a:pt x="2832" y="1234"/>
                  <a:pt x="2832" y="1234"/>
                </a:cubicBezTo>
                <a:lnTo>
                  <a:pt x="2831" y="1234"/>
                </a:lnTo>
                <a:close/>
                <a:moveTo>
                  <a:pt x="741" y="82"/>
                </a:moveTo>
                <a:cubicBezTo>
                  <a:pt x="744" y="82"/>
                  <a:pt x="745" y="84"/>
                  <a:pt x="747" y="86"/>
                </a:cubicBezTo>
                <a:cubicBezTo>
                  <a:pt x="752" y="88"/>
                  <a:pt x="757" y="86"/>
                  <a:pt x="758" y="81"/>
                </a:cubicBezTo>
                <a:cubicBezTo>
                  <a:pt x="758" y="80"/>
                  <a:pt x="758" y="78"/>
                  <a:pt x="759" y="77"/>
                </a:cubicBezTo>
                <a:cubicBezTo>
                  <a:pt x="759" y="77"/>
                  <a:pt x="759" y="76"/>
                  <a:pt x="759" y="76"/>
                </a:cubicBezTo>
                <a:cubicBezTo>
                  <a:pt x="759" y="73"/>
                  <a:pt x="757" y="71"/>
                  <a:pt x="754" y="71"/>
                </a:cubicBezTo>
                <a:cubicBezTo>
                  <a:pt x="750" y="72"/>
                  <a:pt x="747" y="72"/>
                  <a:pt x="744" y="72"/>
                </a:cubicBezTo>
                <a:cubicBezTo>
                  <a:pt x="741" y="72"/>
                  <a:pt x="739" y="73"/>
                  <a:pt x="736" y="73"/>
                </a:cubicBezTo>
                <a:cubicBezTo>
                  <a:pt x="735" y="73"/>
                  <a:pt x="734" y="74"/>
                  <a:pt x="733" y="74"/>
                </a:cubicBezTo>
                <a:cubicBezTo>
                  <a:pt x="733" y="75"/>
                  <a:pt x="732" y="76"/>
                  <a:pt x="732" y="76"/>
                </a:cubicBezTo>
                <a:cubicBezTo>
                  <a:pt x="732" y="77"/>
                  <a:pt x="733" y="77"/>
                  <a:pt x="733" y="78"/>
                </a:cubicBezTo>
                <a:cubicBezTo>
                  <a:pt x="736" y="78"/>
                  <a:pt x="739" y="79"/>
                  <a:pt x="741" y="82"/>
                </a:cubicBezTo>
                <a:close/>
                <a:moveTo>
                  <a:pt x="2379" y="143"/>
                </a:moveTo>
                <a:cubicBezTo>
                  <a:pt x="2379" y="143"/>
                  <a:pt x="2380" y="143"/>
                  <a:pt x="2380" y="143"/>
                </a:cubicBezTo>
                <a:cubicBezTo>
                  <a:pt x="2383" y="141"/>
                  <a:pt x="2387" y="141"/>
                  <a:pt x="2391" y="141"/>
                </a:cubicBezTo>
                <a:cubicBezTo>
                  <a:pt x="2395" y="141"/>
                  <a:pt x="2399" y="140"/>
                  <a:pt x="2403" y="139"/>
                </a:cubicBezTo>
                <a:cubicBezTo>
                  <a:pt x="2405" y="139"/>
                  <a:pt x="2406" y="137"/>
                  <a:pt x="2405" y="135"/>
                </a:cubicBezTo>
                <a:cubicBezTo>
                  <a:pt x="2403" y="132"/>
                  <a:pt x="2400" y="130"/>
                  <a:pt x="2396" y="129"/>
                </a:cubicBezTo>
                <a:cubicBezTo>
                  <a:pt x="2394" y="128"/>
                  <a:pt x="2393" y="127"/>
                  <a:pt x="2391" y="127"/>
                </a:cubicBezTo>
                <a:cubicBezTo>
                  <a:pt x="2389" y="127"/>
                  <a:pt x="2387" y="127"/>
                  <a:pt x="2386" y="127"/>
                </a:cubicBezTo>
                <a:cubicBezTo>
                  <a:pt x="2384" y="127"/>
                  <a:pt x="2382" y="128"/>
                  <a:pt x="2381" y="130"/>
                </a:cubicBezTo>
                <a:cubicBezTo>
                  <a:pt x="2381" y="132"/>
                  <a:pt x="2381" y="134"/>
                  <a:pt x="2380" y="138"/>
                </a:cubicBezTo>
                <a:cubicBezTo>
                  <a:pt x="2380" y="138"/>
                  <a:pt x="2379" y="140"/>
                  <a:pt x="2379" y="142"/>
                </a:cubicBezTo>
                <a:cubicBezTo>
                  <a:pt x="2378" y="142"/>
                  <a:pt x="2379" y="143"/>
                  <a:pt x="2379" y="143"/>
                </a:cubicBezTo>
                <a:close/>
                <a:moveTo>
                  <a:pt x="2452" y="998"/>
                </a:moveTo>
                <a:cubicBezTo>
                  <a:pt x="2453" y="996"/>
                  <a:pt x="2455" y="992"/>
                  <a:pt x="2456" y="989"/>
                </a:cubicBezTo>
                <a:cubicBezTo>
                  <a:pt x="2456" y="988"/>
                  <a:pt x="2455" y="987"/>
                  <a:pt x="2454" y="986"/>
                </a:cubicBezTo>
                <a:cubicBezTo>
                  <a:pt x="2453" y="985"/>
                  <a:pt x="2451" y="985"/>
                  <a:pt x="2451" y="985"/>
                </a:cubicBezTo>
                <a:cubicBezTo>
                  <a:pt x="2449" y="985"/>
                  <a:pt x="2449" y="985"/>
                  <a:pt x="2449" y="985"/>
                </a:cubicBezTo>
                <a:cubicBezTo>
                  <a:pt x="2443" y="985"/>
                  <a:pt x="2439" y="987"/>
                  <a:pt x="2435" y="991"/>
                </a:cubicBezTo>
                <a:cubicBezTo>
                  <a:pt x="2435" y="992"/>
                  <a:pt x="2434" y="992"/>
                  <a:pt x="2434" y="993"/>
                </a:cubicBezTo>
                <a:cubicBezTo>
                  <a:pt x="2433" y="997"/>
                  <a:pt x="2436" y="1001"/>
                  <a:pt x="2439" y="1002"/>
                </a:cubicBezTo>
                <a:cubicBezTo>
                  <a:pt x="2444" y="1004"/>
                  <a:pt x="2449" y="1002"/>
                  <a:pt x="2452" y="998"/>
                </a:cubicBezTo>
                <a:close/>
                <a:moveTo>
                  <a:pt x="1499" y="779"/>
                </a:moveTo>
                <a:cubicBezTo>
                  <a:pt x="1500" y="784"/>
                  <a:pt x="1500" y="788"/>
                  <a:pt x="1500" y="792"/>
                </a:cubicBezTo>
                <a:cubicBezTo>
                  <a:pt x="1500" y="799"/>
                  <a:pt x="1503" y="800"/>
                  <a:pt x="1509" y="797"/>
                </a:cubicBezTo>
                <a:cubicBezTo>
                  <a:pt x="1510" y="796"/>
                  <a:pt x="1511" y="795"/>
                  <a:pt x="1511" y="793"/>
                </a:cubicBezTo>
                <a:cubicBezTo>
                  <a:pt x="1511" y="791"/>
                  <a:pt x="1511" y="789"/>
                  <a:pt x="1511" y="786"/>
                </a:cubicBezTo>
                <a:cubicBezTo>
                  <a:pt x="1511" y="786"/>
                  <a:pt x="1511" y="786"/>
                  <a:pt x="1511" y="786"/>
                </a:cubicBezTo>
                <a:cubicBezTo>
                  <a:pt x="1511" y="785"/>
                  <a:pt x="1511" y="783"/>
                  <a:pt x="1511" y="782"/>
                </a:cubicBezTo>
                <a:cubicBezTo>
                  <a:pt x="1511" y="781"/>
                  <a:pt x="1511" y="780"/>
                  <a:pt x="1511" y="779"/>
                </a:cubicBezTo>
                <a:cubicBezTo>
                  <a:pt x="1511" y="775"/>
                  <a:pt x="1507" y="770"/>
                  <a:pt x="1503" y="774"/>
                </a:cubicBezTo>
                <a:cubicBezTo>
                  <a:pt x="1502" y="775"/>
                  <a:pt x="1501" y="775"/>
                  <a:pt x="1500" y="776"/>
                </a:cubicBezTo>
                <a:cubicBezTo>
                  <a:pt x="1499" y="777"/>
                  <a:pt x="1498" y="778"/>
                  <a:pt x="1499" y="779"/>
                </a:cubicBezTo>
                <a:close/>
                <a:moveTo>
                  <a:pt x="853" y="377"/>
                </a:moveTo>
                <a:cubicBezTo>
                  <a:pt x="852" y="380"/>
                  <a:pt x="854" y="382"/>
                  <a:pt x="857" y="382"/>
                </a:cubicBezTo>
                <a:cubicBezTo>
                  <a:pt x="863" y="383"/>
                  <a:pt x="868" y="380"/>
                  <a:pt x="870" y="375"/>
                </a:cubicBezTo>
                <a:cubicBezTo>
                  <a:pt x="871" y="373"/>
                  <a:pt x="871" y="371"/>
                  <a:pt x="872" y="370"/>
                </a:cubicBezTo>
                <a:cubicBezTo>
                  <a:pt x="872" y="368"/>
                  <a:pt x="871" y="366"/>
                  <a:pt x="870" y="365"/>
                </a:cubicBezTo>
                <a:cubicBezTo>
                  <a:pt x="867" y="363"/>
                  <a:pt x="864" y="363"/>
                  <a:pt x="862" y="365"/>
                </a:cubicBezTo>
                <a:cubicBezTo>
                  <a:pt x="858" y="367"/>
                  <a:pt x="855" y="371"/>
                  <a:pt x="853" y="376"/>
                </a:cubicBezTo>
                <a:cubicBezTo>
                  <a:pt x="853" y="376"/>
                  <a:pt x="853" y="376"/>
                  <a:pt x="853" y="377"/>
                </a:cubicBezTo>
                <a:close/>
                <a:moveTo>
                  <a:pt x="316" y="536"/>
                </a:moveTo>
                <a:cubicBezTo>
                  <a:pt x="315" y="535"/>
                  <a:pt x="313" y="536"/>
                  <a:pt x="312" y="537"/>
                </a:cubicBezTo>
                <a:cubicBezTo>
                  <a:pt x="312" y="539"/>
                  <a:pt x="311" y="541"/>
                  <a:pt x="311" y="543"/>
                </a:cubicBezTo>
                <a:cubicBezTo>
                  <a:pt x="311" y="545"/>
                  <a:pt x="311" y="547"/>
                  <a:pt x="311" y="549"/>
                </a:cubicBezTo>
                <a:cubicBezTo>
                  <a:pt x="311" y="549"/>
                  <a:pt x="311" y="549"/>
                  <a:pt x="311" y="549"/>
                </a:cubicBezTo>
                <a:cubicBezTo>
                  <a:pt x="311" y="551"/>
                  <a:pt x="312" y="553"/>
                  <a:pt x="312" y="555"/>
                </a:cubicBezTo>
                <a:cubicBezTo>
                  <a:pt x="311" y="560"/>
                  <a:pt x="313" y="564"/>
                  <a:pt x="315" y="568"/>
                </a:cubicBezTo>
                <a:cubicBezTo>
                  <a:pt x="315" y="569"/>
                  <a:pt x="315" y="569"/>
                  <a:pt x="316" y="570"/>
                </a:cubicBezTo>
                <a:cubicBezTo>
                  <a:pt x="316" y="570"/>
                  <a:pt x="317" y="570"/>
                  <a:pt x="317" y="570"/>
                </a:cubicBezTo>
                <a:cubicBezTo>
                  <a:pt x="317" y="569"/>
                  <a:pt x="318" y="569"/>
                  <a:pt x="318" y="569"/>
                </a:cubicBezTo>
                <a:cubicBezTo>
                  <a:pt x="316" y="563"/>
                  <a:pt x="317" y="557"/>
                  <a:pt x="319" y="551"/>
                </a:cubicBezTo>
                <a:cubicBezTo>
                  <a:pt x="320" y="547"/>
                  <a:pt x="321" y="544"/>
                  <a:pt x="321" y="541"/>
                </a:cubicBezTo>
                <a:cubicBezTo>
                  <a:pt x="322" y="540"/>
                  <a:pt x="321" y="539"/>
                  <a:pt x="321" y="539"/>
                </a:cubicBezTo>
                <a:cubicBezTo>
                  <a:pt x="319" y="538"/>
                  <a:pt x="318" y="537"/>
                  <a:pt x="316" y="536"/>
                </a:cubicBezTo>
                <a:close/>
                <a:moveTo>
                  <a:pt x="2582" y="1285"/>
                </a:moveTo>
                <a:cubicBezTo>
                  <a:pt x="2586" y="1284"/>
                  <a:pt x="2590" y="1283"/>
                  <a:pt x="2593" y="1280"/>
                </a:cubicBezTo>
                <a:cubicBezTo>
                  <a:pt x="2596" y="1277"/>
                  <a:pt x="2600" y="1275"/>
                  <a:pt x="2605" y="1274"/>
                </a:cubicBezTo>
                <a:cubicBezTo>
                  <a:pt x="2607" y="1274"/>
                  <a:pt x="2609" y="1273"/>
                  <a:pt x="2610" y="1272"/>
                </a:cubicBezTo>
                <a:cubicBezTo>
                  <a:pt x="2612" y="1271"/>
                  <a:pt x="2613" y="1271"/>
                  <a:pt x="2613" y="1269"/>
                </a:cubicBezTo>
                <a:cubicBezTo>
                  <a:pt x="2613" y="1269"/>
                  <a:pt x="2612" y="1268"/>
                  <a:pt x="2610" y="1268"/>
                </a:cubicBezTo>
                <a:cubicBezTo>
                  <a:pt x="2604" y="1268"/>
                  <a:pt x="2597" y="1268"/>
                  <a:pt x="2592" y="1272"/>
                </a:cubicBezTo>
                <a:cubicBezTo>
                  <a:pt x="2591" y="1273"/>
                  <a:pt x="2588" y="1273"/>
                  <a:pt x="2587" y="1273"/>
                </a:cubicBezTo>
                <a:cubicBezTo>
                  <a:pt x="2585" y="1274"/>
                  <a:pt x="2583" y="1276"/>
                  <a:pt x="2582" y="1277"/>
                </a:cubicBezTo>
                <a:cubicBezTo>
                  <a:pt x="2580" y="1279"/>
                  <a:pt x="2578" y="1282"/>
                  <a:pt x="2578" y="1285"/>
                </a:cubicBezTo>
                <a:cubicBezTo>
                  <a:pt x="2579" y="1285"/>
                  <a:pt x="2580" y="1286"/>
                  <a:pt x="2582" y="1285"/>
                </a:cubicBezTo>
                <a:close/>
                <a:moveTo>
                  <a:pt x="84" y="293"/>
                </a:moveTo>
                <a:cubicBezTo>
                  <a:pt x="86" y="293"/>
                  <a:pt x="88" y="294"/>
                  <a:pt x="89" y="296"/>
                </a:cubicBezTo>
                <a:cubicBezTo>
                  <a:pt x="90" y="298"/>
                  <a:pt x="91" y="300"/>
                  <a:pt x="91" y="302"/>
                </a:cubicBezTo>
                <a:cubicBezTo>
                  <a:pt x="92" y="303"/>
                  <a:pt x="93" y="304"/>
                  <a:pt x="94" y="303"/>
                </a:cubicBezTo>
                <a:cubicBezTo>
                  <a:pt x="96" y="303"/>
                  <a:pt x="98" y="302"/>
                  <a:pt x="100" y="302"/>
                </a:cubicBezTo>
                <a:cubicBezTo>
                  <a:pt x="100" y="302"/>
                  <a:pt x="101" y="301"/>
                  <a:pt x="101" y="301"/>
                </a:cubicBezTo>
                <a:cubicBezTo>
                  <a:pt x="101" y="300"/>
                  <a:pt x="101" y="300"/>
                  <a:pt x="101" y="300"/>
                </a:cubicBezTo>
                <a:cubicBezTo>
                  <a:pt x="100" y="297"/>
                  <a:pt x="98" y="295"/>
                  <a:pt x="97" y="292"/>
                </a:cubicBezTo>
                <a:cubicBezTo>
                  <a:pt x="96" y="288"/>
                  <a:pt x="94" y="287"/>
                  <a:pt x="90" y="286"/>
                </a:cubicBezTo>
                <a:cubicBezTo>
                  <a:pt x="89" y="286"/>
                  <a:pt x="88" y="284"/>
                  <a:pt x="86" y="284"/>
                </a:cubicBezTo>
                <a:cubicBezTo>
                  <a:pt x="85" y="283"/>
                  <a:pt x="84" y="284"/>
                  <a:pt x="84" y="284"/>
                </a:cubicBezTo>
                <a:cubicBezTo>
                  <a:pt x="82" y="285"/>
                  <a:pt x="81" y="287"/>
                  <a:pt x="80" y="289"/>
                </a:cubicBezTo>
                <a:cubicBezTo>
                  <a:pt x="80" y="290"/>
                  <a:pt x="80" y="291"/>
                  <a:pt x="81" y="292"/>
                </a:cubicBezTo>
                <a:cubicBezTo>
                  <a:pt x="82" y="292"/>
                  <a:pt x="83" y="293"/>
                  <a:pt x="84" y="293"/>
                </a:cubicBezTo>
                <a:close/>
                <a:moveTo>
                  <a:pt x="828" y="130"/>
                </a:moveTo>
                <a:cubicBezTo>
                  <a:pt x="825" y="129"/>
                  <a:pt x="823" y="131"/>
                  <a:pt x="822" y="133"/>
                </a:cubicBezTo>
                <a:cubicBezTo>
                  <a:pt x="821" y="134"/>
                  <a:pt x="822" y="136"/>
                  <a:pt x="823" y="137"/>
                </a:cubicBezTo>
                <a:cubicBezTo>
                  <a:pt x="827" y="140"/>
                  <a:pt x="832" y="141"/>
                  <a:pt x="837" y="142"/>
                </a:cubicBezTo>
                <a:cubicBezTo>
                  <a:pt x="837" y="142"/>
                  <a:pt x="838" y="142"/>
                  <a:pt x="838" y="142"/>
                </a:cubicBezTo>
                <a:cubicBezTo>
                  <a:pt x="840" y="142"/>
                  <a:pt x="841" y="141"/>
                  <a:pt x="843" y="140"/>
                </a:cubicBezTo>
                <a:cubicBezTo>
                  <a:pt x="843" y="139"/>
                  <a:pt x="844" y="137"/>
                  <a:pt x="843" y="137"/>
                </a:cubicBezTo>
                <a:cubicBezTo>
                  <a:pt x="839" y="133"/>
                  <a:pt x="834" y="130"/>
                  <a:pt x="828" y="130"/>
                </a:cubicBezTo>
                <a:close/>
                <a:moveTo>
                  <a:pt x="2590" y="1059"/>
                </a:moveTo>
                <a:cubicBezTo>
                  <a:pt x="2588" y="1060"/>
                  <a:pt x="2588" y="1061"/>
                  <a:pt x="2588" y="1063"/>
                </a:cubicBezTo>
                <a:cubicBezTo>
                  <a:pt x="2589" y="1064"/>
                  <a:pt x="2589" y="1066"/>
                  <a:pt x="2590" y="1068"/>
                </a:cubicBezTo>
                <a:cubicBezTo>
                  <a:pt x="2590" y="1068"/>
                  <a:pt x="2590" y="1068"/>
                  <a:pt x="2590" y="1068"/>
                </a:cubicBezTo>
                <a:cubicBezTo>
                  <a:pt x="2590" y="1068"/>
                  <a:pt x="2590" y="1068"/>
                  <a:pt x="2590" y="1068"/>
                </a:cubicBezTo>
                <a:cubicBezTo>
                  <a:pt x="2591" y="1068"/>
                  <a:pt x="2591" y="1069"/>
                  <a:pt x="2591" y="1069"/>
                </a:cubicBezTo>
                <a:cubicBezTo>
                  <a:pt x="2591" y="1069"/>
                  <a:pt x="2591" y="1070"/>
                  <a:pt x="2591" y="1070"/>
                </a:cubicBezTo>
                <a:cubicBezTo>
                  <a:pt x="2591" y="1071"/>
                  <a:pt x="2590" y="1071"/>
                  <a:pt x="2590" y="1070"/>
                </a:cubicBezTo>
                <a:cubicBezTo>
                  <a:pt x="2590" y="1069"/>
                  <a:pt x="2590" y="1069"/>
                  <a:pt x="2590" y="1068"/>
                </a:cubicBezTo>
                <a:cubicBezTo>
                  <a:pt x="2590" y="1068"/>
                  <a:pt x="2590" y="1068"/>
                  <a:pt x="2590" y="1068"/>
                </a:cubicBezTo>
                <a:cubicBezTo>
                  <a:pt x="2589" y="1068"/>
                  <a:pt x="2589" y="1068"/>
                  <a:pt x="2589" y="1069"/>
                </a:cubicBezTo>
                <a:cubicBezTo>
                  <a:pt x="2588" y="1071"/>
                  <a:pt x="2587" y="1074"/>
                  <a:pt x="2589" y="1077"/>
                </a:cubicBezTo>
                <a:cubicBezTo>
                  <a:pt x="2590" y="1079"/>
                  <a:pt x="2591" y="1081"/>
                  <a:pt x="2592" y="1083"/>
                </a:cubicBezTo>
                <a:cubicBezTo>
                  <a:pt x="2592" y="1083"/>
                  <a:pt x="2593" y="1083"/>
                  <a:pt x="2594" y="1083"/>
                </a:cubicBezTo>
                <a:cubicBezTo>
                  <a:pt x="2594" y="1083"/>
                  <a:pt x="2595" y="1082"/>
                  <a:pt x="2595" y="1081"/>
                </a:cubicBezTo>
                <a:cubicBezTo>
                  <a:pt x="2595" y="1080"/>
                  <a:pt x="2594" y="1079"/>
                  <a:pt x="2594" y="1078"/>
                </a:cubicBezTo>
                <a:cubicBezTo>
                  <a:pt x="2594" y="1077"/>
                  <a:pt x="2595" y="1076"/>
                  <a:pt x="2595" y="1076"/>
                </a:cubicBezTo>
                <a:cubicBezTo>
                  <a:pt x="2598" y="1075"/>
                  <a:pt x="2598" y="1072"/>
                  <a:pt x="2597" y="1069"/>
                </a:cubicBezTo>
                <a:cubicBezTo>
                  <a:pt x="2597" y="1066"/>
                  <a:pt x="2597" y="1064"/>
                  <a:pt x="2596" y="1062"/>
                </a:cubicBezTo>
                <a:cubicBezTo>
                  <a:pt x="2595" y="1059"/>
                  <a:pt x="2592" y="1058"/>
                  <a:pt x="2590" y="1059"/>
                </a:cubicBezTo>
                <a:close/>
                <a:moveTo>
                  <a:pt x="1771" y="97"/>
                </a:moveTo>
                <a:cubicBezTo>
                  <a:pt x="1770" y="98"/>
                  <a:pt x="1769" y="98"/>
                  <a:pt x="1768" y="99"/>
                </a:cubicBezTo>
                <a:cubicBezTo>
                  <a:pt x="1767" y="100"/>
                  <a:pt x="1766" y="100"/>
                  <a:pt x="1766" y="101"/>
                </a:cubicBezTo>
                <a:cubicBezTo>
                  <a:pt x="1766" y="104"/>
                  <a:pt x="1766" y="107"/>
                  <a:pt x="1767" y="110"/>
                </a:cubicBezTo>
                <a:cubicBezTo>
                  <a:pt x="1768" y="111"/>
                  <a:pt x="1769" y="113"/>
                  <a:pt x="1770" y="113"/>
                </a:cubicBezTo>
                <a:cubicBezTo>
                  <a:pt x="1773" y="113"/>
                  <a:pt x="1776" y="113"/>
                  <a:pt x="1778" y="111"/>
                </a:cubicBezTo>
                <a:cubicBezTo>
                  <a:pt x="1779" y="110"/>
                  <a:pt x="1779" y="108"/>
                  <a:pt x="1779" y="108"/>
                </a:cubicBezTo>
                <a:cubicBezTo>
                  <a:pt x="1779" y="107"/>
                  <a:pt x="1779" y="107"/>
                  <a:pt x="1778" y="107"/>
                </a:cubicBezTo>
                <a:cubicBezTo>
                  <a:pt x="1778" y="106"/>
                  <a:pt x="1778" y="106"/>
                  <a:pt x="1777" y="105"/>
                </a:cubicBezTo>
                <a:cubicBezTo>
                  <a:pt x="1776" y="103"/>
                  <a:pt x="1776" y="103"/>
                  <a:pt x="1778" y="101"/>
                </a:cubicBezTo>
                <a:cubicBezTo>
                  <a:pt x="1779" y="99"/>
                  <a:pt x="1779" y="98"/>
                  <a:pt x="1778" y="97"/>
                </a:cubicBezTo>
                <a:cubicBezTo>
                  <a:pt x="1777" y="95"/>
                  <a:pt x="1775" y="96"/>
                  <a:pt x="1774" y="96"/>
                </a:cubicBezTo>
                <a:cubicBezTo>
                  <a:pt x="1773" y="97"/>
                  <a:pt x="1772" y="97"/>
                  <a:pt x="1771" y="97"/>
                </a:cubicBezTo>
                <a:close/>
                <a:moveTo>
                  <a:pt x="1683" y="124"/>
                </a:moveTo>
                <a:cubicBezTo>
                  <a:pt x="1686" y="125"/>
                  <a:pt x="1688" y="125"/>
                  <a:pt x="1691" y="126"/>
                </a:cubicBezTo>
                <a:cubicBezTo>
                  <a:pt x="1693" y="126"/>
                  <a:pt x="1693" y="124"/>
                  <a:pt x="1694" y="123"/>
                </a:cubicBezTo>
                <a:cubicBezTo>
                  <a:pt x="1693" y="123"/>
                  <a:pt x="1693" y="122"/>
                  <a:pt x="1693" y="122"/>
                </a:cubicBezTo>
                <a:cubicBezTo>
                  <a:pt x="1692" y="120"/>
                  <a:pt x="1692" y="118"/>
                  <a:pt x="1693" y="117"/>
                </a:cubicBezTo>
                <a:cubicBezTo>
                  <a:pt x="1694" y="116"/>
                  <a:pt x="1696" y="116"/>
                  <a:pt x="1698" y="117"/>
                </a:cubicBezTo>
                <a:cubicBezTo>
                  <a:pt x="1699" y="117"/>
                  <a:pt x="1701" y="118"/>
                  <a:pt x="1703" y="117"/>
                </a:cubicBezTo>
                <a:cubicBezTo>
                  <a:pt x="1703" y="117"/>
                  <a:pt x="1703" y="116"/>
                  <a:pt x="1702" y="115"/>
                </a:cubicBezTo>
                <a:cubicBezTo>
                  <a:pt x="1700" y="113"/>
                  <a:pt x="1697" y="112"/>
                  <a:pt x="1693" y="111"/>
                </a:cubicBezTo>
                <a:cubicBezTo>
                  <a:pt x="1692" y="111"/>
                  <a:pt x="1690" y="111"/>
                  <a:pt x="1689" y="112"/>
                </a:cubicBezTo>
                <a:cubicBezTo>
                  <a:pt x="1686" y="114"/>
                  <a:pt x="1683" y="116"/>
                  <a:pt x="1680" y="119"/>
                </a:cubicBezTo>
                <a:cubicBezTo>
                  <a:pt x="1679" y="121"/>
                  <a:pt x="1680" y="124"/>
                  <a:pt x="1683" y="124"/>
                </a:cubicBezTo>
                <a:close/>
                <a:moveTo>
                  <a:pt x="1756" y="115"/>
                </a:moveTo>
                <a:cubicBezTo>
                  <a:pt x="1755" y="117"/>
                  <a:pt x="1752" y="118"/>
                  <a:pt x="1749" y="119"/>
                </a:cubicBezTo>
                <a:cubicBezTo>
                  <a:pt x="1748" y="119"/>
                  <a:pt x="1748" y="120"/>
                  <a:pt x="1748" y="120"/>
                </a:cubicBezTo>
                <a:cubicBezTo>
                  <a:pt x="1748" y="123"/>
                  <a:pt x="1749" y="125"/>
                  <a:pt x="1751" y="127"/>
                </a:cubicBezTo>
                <a:cubicBezTo>
                  <a:pt x="1751" y="128"/>
                  <a:pt x="1753" y="128"/>
                  <a:pt x="1754" y="128"/>
                </a:cubicBezTo>
                <a:cubicBezTo>
                  <a:pt x="1756" y="127"/>
                  <a:pt x="1757" y="126"/>
                  <a:pt x="1758" y="126"/>
                </a:cubicBezTo>
                <a:cubicBezTo>
                  <a:pt x="1760" y="126"/>
                  <a:pt x="1761" y="125"/>
                  <a:pt x="1762" y="123"/>
                </a:cubicBezTo>
                <a:cubicBezTo>
                  <a:pt x="1762" y="122"/>
                  <a:pt x="1763" y="121"/>
                  <a:pt x="1763" y="120"/>
                </a:cubicBezTo>
                <a:cubicBezTo>
                  <a:pt x="1764" y="118"/>
                  <a:pt x="1764" y="117"/>
                  <a:pt x="1762" y="116"/>
                </a:cubicBezTo>
                <a:cubicBezTo>
                  <a:pt x="1761" y="115"/>
                  <a:pt x="1760" y="115"/>
                  <a:pt x="1758" y="114"/>
                </a:cubicBezTo>
                <a:cubicBezTo>
                  <a:pt x="1758" y="114"/>
                  <a:pt x="1757" y="114"/>
                  <a:pt x="1756" y="115"/>
                </a:cubicBezTo>
                <a:close/>
                <a:moveTo>
                  <a:pt x="1784" y="96"/>
                </a:moveTo>
                <a:cubicBezTo>
                  <a:pt x="1785" y="96"/>
                  <a:pt x="1786" y="96"/>
                  <a:pt x="1786" y="96"/>
                </a:cubicBezTo>
                <a:cubicBezTo>
                  <a:pt x="1788" y="94"/>
                  <a:pt x="1788" y="90"/>
                  <a:pt x="1790" y="89"/>
                </a:cubicBezTo>
                <a:cubicBezTo>
                  <a:pt x="1791" y="88"/>
                  <a:pt x="1791" y="87"/>
                  <a:pt x="1791" y="87"/>
                </a:cubicBezTo>
                <a:cubicBezTo>
                  <a:pt x="1789" y="84"/>
                  <a:pt x="1788" y="80"/>
                  <a:pt x="1786" y="78"/>
                </a:cubicBezTo>
                <a:cubicBezTo>
                  <a:pt x="1785" y="77"/>
                  <a:pt x="1783" y="77"/>
                  <a:pt x="1783" y="78"/>
                </a:cubicBezTo>
                <a:cubicBezTo>
                  <a:pt x="1782" y="79"/>
                  <a:pt x="1780" y="81"/>
                  <a:pt x="1779" y="83"/>
                </a:cubicBezTo>
                <a:cubicBezTo>
                  <a:pt x="1779" y="84"/>
                  <a:pt x="1779" y="85"/>
                  <a:pt x="1778" y="85"/>
                </a:cubicBezTo>
                <a:cubicBezTo>
                  <a:pt x="1778" y="91"/>
                  <a:pt x="1780" y="94"/>
                  <a:pt x="1784" y="96"/>
                </a:cubicBezTo>
                <a:close/>
                <a:moveTo>
                  <a:pt x="2652" y="1218"/>
                </a:moveTo>
                <a:cubicBezTo>
                  <a:pt x="2651" y="1218"/>
                  <a:pt x="2651" y="1217"/>
                  <a:pt x="2651" y="1217"/>
                </a:cubicBezTo>
                <a:cubicBezTo>
                  <a:pt x="2650" y="1216"/>
                  <a:pt x="2649" y="1215"/>
                  <a:pt x="2648" y="1215"/>
                </a:cubicBezTo>
                <a:cubicBezTo>
                  <a:pt x="2642" y="1212"/>
                  <a:pt x="2635" y="1212"/>
                  <a:pt x="2629" y="1213"/>
                </a:cubicBezTo>
                <a:cubicBezTo>
                  <a:pt x="2627" y="1213"/>
                  <a:pt x="2625" y="1214"/>
                  <a:pt x="2625" y="1216"/>
                </a:cubicBezTo>
                <a:cubicBezTo>
                  <a:pt x="2624" y="1217"/>
                  <a:pt x="2626" y="1219"/>
                  <a:pt x="2627" y="1218"/>
                </a:cubicBezTo>
                <a:cubicBezTo>
                  <a:pt x="2635" y="1217"/>
                  <a:pt x="2641" y="1217"/>
                  <a:pt x="2648" y="1220"/>
                </a:cubicBezTo>
                <a:cubicBezTo>
                  <a:pt x="2648" y="1220"/>
                  <a:pt x="2649" y="1220"/>
                  <a:pt x="2649" y="1220"/>
                </a:cubicBezTo>
                <a:cubicBezTo>
                  <a:pt x="2650" y="1220"/>
                  <a:pt x="2651" y="1220"/>
                  <a:pt x="2652" y="1218"/>
                </a:cubicBezTo>
                <a:close/>
                <a:moveTo>
                  <a:pt x="2969" y="1414"/>
                </a:moveTo>
                <a:cubicBezTo>
                  <a:pt x="2970" y="1414"/>
                  <a:pt x="2971" y="1414"/>
                  <a:pt x="2973" y="1414"/>
                </a:cubicBezTo>
                <a:cubicBezTo>
                  <a:pt x="2973" y="1414"/>
                  <a:pt x="2973" y="1413"/>
                  <a:pt x="2973" y="1413"/>
                </a:cubicBezTo>
                <a:cubicBezTo>
                  <a:pt x="2973" y="1412"/>
                  <a:pt x="2973" y="1412"/>
                  <a:pt x="2972" y="1411"/>
                </a:cubicBezTo>
                <a:cubicBezTo>
                  <a:pt x="2968" y="1406"/>
                  <a:pt x="2964" y="1402"/>
                  <a:pt x="2960" y="1397"/>
                </a:cubicBezTo>
                <a:cubicBezTo>
                  <a:pt x="2959" y="1395"/>
                  <a:pt x="2957" y="1394"/>
                  <a:pt x="2955" y="1392"/>
                </a:cubicBezTo>
                <a:cubicBezTo>
                  <a:pt x="2955" y="1392"/>
                  <a:pt x="2954" y="1391"/>
                  <a:pt x="2953" y="1391"/>
                </a:cubicBezTo>
                <a:cubicBezTo>
                  <a:pt x="2953" y="1391"/>
                  <a:pt x="2952" y="1391"/>
                  <a:pt x="2952" y="1391"/>
                </a:cubicBezTo>
                <a:cubicBezTo>
                  <a:pt x="2951" y="1392"/>
                  <a:pt x="2951" y="1393"/>
                  <a:pt x="2951" y="1393"/>
                </a:cubicBezTo>
                <a:cubicBezTo>
                  <a:pt x="2952" y="1398"/>
                  <a:pt x="2955" y="1401"/>
                  <a:pt x="2958" y="1405"/>
                </a:cubicBezTo>
                <a:cubicBezTo>
                  <a:pt x="2962" y="1408"/>
                  <a:pt x="2964" y="1412"/>
                  <a:pt x="2969" y="1414"/>
                </a:cubicBezTo>
                <a:close/>
                <a:moveTo>
                  <a:pt x="2512" y="1269"/>
                </a:moveTo>
                <a:cubicBezTo>
                  <a:pt x="2514" y="1270"/>
                  <a:pt x="2516" y="1271"/>
                  <a:pt x="2518" y="1272"/>
                </a:cubicBezTo>
                <a:cubicBezTo>
                  <a:pt x="2519" y="1272"/>
                  <a:pt x="2521" y="1272"/>
                  <a:pt x="2522" y="1273"/>
                </a:cubicBezTo>
                <a:cubicBezTo>
                  <a:pt x="2529" y="1272"/>
                  <a:pt x="2534" y="1270"/>
                  <a:pt x="2540" y="1269"/>
                </a:cubicBezTo>
                <a:cubicBezTo>
                  <a:pt x="2541" y="1268"/>
                  <a:pt x="2541" y="1267"/>
                  <a:pt x="2541" y="1267"/>
                </a:cubicBezTo>
                <a:cubicBezTo>
                  <a:pt x="2538" y="1263"/>
                  <a:pt x="2534" y="1261"/>
                  <a:pt x="2529" y="1262"/>
                </a:cubicBezTo>
                <a:cubicBezTo>
                  <a:pt x="2529" y="1262"/>
                  <a:pt x="2528" y="1263"/>
                  <a:pt x="2528" y="1263"/>
                </a:cubicBezTo>
                <a:cubicBezTo>
                  <a:pt x="2527" y="1264"/>
                  <a:pt x="2527" y="1265"/>
                  <a:pt x="2527" y="1265"/>
                </a:cubicBezTo>
                <a:cubicBezTo>
                  <a:pt x="2523" y="1263"/>
                  <a:pt x="2518" y="1265"/>
                  <a:pt x="2514" y="1264"/>
                </a:cubicBezTo>
                <a:cubicBezTo>
                  <a:pt x="2513" y="1263"/>
                  <a:pt x="2512" y="1265"/>
                  <a:pt x="2511" y="1266"/>
                </a:cubicBezTo>
                <a:cubicBezTo>
                  <a:pt x="2511" y="1267"/>
                  <a:pt x="2511" y="1269"/>
                  <a:pt x="2512" y="1269"/>
                </a:cubicBezTo>
                <a:close/>
                <a:moveTo>
                  <a:pt x="2574" y="1262"/>
                </a:moveTo>
                <a:cubicBezTo>
                  <a:pt x="2574" y="1262"/>
                  <a:pt x="2574" y="1262"/>
                  <a:pt x="2574" y="1262"/>
                </a:cubicBezTo>
                <a:cubicBezTo>
                  <a:pt x="2570" y="1263"/>
                  <a:pt x="2567" y="1265"/>
                  <a:pt x="2564" y="1264"/>
                </a:cubicBezTo>
                <a:cubicBezTo>
                  <a:pt x="2560" y="1263"/>
                  <a:pt x="2557" y="1263"/>
                  <a:pt x="2554" y="1262"/>
                </a:cubicBezTo>
                <a:cubicBezTo>
                  <a:pt x="2553" y="1262"/>
                  <a:pt x="2553" y="1262"/>
                  <a:pt x="2552" y="1262"/>
                </a:cubicBezTo>
                <a:cubicBezTo>
                  <a:pt x="2550" y="1261"/>
                  <a:pt x="2547" y="1262"/>
                  <a:pt x="2545" y="1265"/>
                </a:cubicBezTo>
                <a:cubicBezTo>
                  <a:pt x="2545" y="1265"/>
                  <a:pt x="2544" y="1266"/>
                  <a:pt x="2545" y="1267"/>
                </a:cubicBezTo>
                <a:cubicBezTo>
                  <a:pt x="2545" y="1267"/>
                  <a:pt x="2546" y="1268"/>
                  <a:pt x="2546" y="1269"/>
                </a:cubicBezTo>
                <a:cubicBezTo>
                  <a:pt x="2549" y="1269"/>
                  <a:pt x="2552" y="1270"/>
                  <a:pt x="2555" y="1270"/>
                </a:cubicBezTo>
                <a:cubicBezTo>
                  <a:pt x="2560" y="1270"/>
                  <a:pt x="2565" y="1269"/>
                  <a:pt x="2570" y="1268"/>
                </a:cubicBezTo>
                <a:cubicBezTo>
                  <a:pt x="2571" y="1268"/>
                  <a:pt x="2572" y="1267"/>
                  <a:pt x="2573" y="1266"/>
                </a:cubicBezTo>
                <a:cubicBezTo>
                  <a:pt x="2574" y="1266"/>
                  <a:pt x="2574" y="1265"/>
                  <a:pt x="2575" y="1265"/>
                </a:cubicBezTo>
                <a:cubicBezTo>
                  <a:pt x="2575" y="1264"/>
                  <a:pt x="2575" y="1263"/>
                  <a:pt x="2574" y="1262"/>
                </a:cubicBezTo>
                <a:close/>
                <a:moveTo>
                  <a:pt x="1779" y="376"/>
                </a:moveTo>
                <a:cubicBezTo>
                  <a:pt x="1779" y="377"/>
                  <a:pt x="1779" y="378"/>
                  <a:pt x="1778" y="379"/>
                </a:cubicBezTo>
                <a:cubicBezTo>
                  <a:pt x="1779" y="380"/>
                  <a:pt x="1779" y="382"/>
                  <a:pt x="1780" y="384"/>
                </a:cubicBezTo>
                <a:cubicBezTo>
                  <a:pt x="1780" y="386"/>
                  <a:pt x="1783" y="386"/>
                  <a:pt x="1785" y="386"/>
                </a:cubicBezTo>
                <a:cubicBezTo>
                  <a:pt x="1789" y="385"/>
                  <a:pt x="1790" y="381"/>
                  <a:pt x="1791" y="378"/>
                </a:cubicBezTo>
                <a:cubicBezTo>
                  <a:pt x="1792" y="377"/>
                  <a:pt x="1791" y="376"/>
                  <a:pt x="1791" y="376"/>
                </a:cubicBezTo>
                <a:cubicBezTo>
                  <a:pt x="1789" y="373"/>
                  <a:pt x="1786" y="372"/>
                  <a:pt x="1783" y="373"/>
                </a:cubicBezTo>
                <a:cubicBezTo>
                  <a:pt x="1781" y="372"/>
                  <a:pt x="1779" y="374"/>
                  <a:pt x="1779" y="376"/>
                </a:cubicBezTo>
                <a:close/>
                <a:moveTo>
                  <a:pt x="786" y="457"/>
                </a:moveTo>
                <a:cubicBezTo>
                  <a:pt x="786" y="456"/>
                  <a:pt x="786" y="455"/>
                  <a:pt x="786" y="455"/>
                </a:cubicBezTo>
                <a:cubicBezTo>
                  <a:pt x="786" y="454"/>
                  <a:pt x="785" y="453"/>
                  <a:pt x="785" y="453"/>
                </a:cubicBezTo>
                <a:cubicBezTo>
                  <a:pt x="784" y="453"/>
                  <a:pt x="783" y="453"/>
                  <a:pt x="782" y="453"/>
                </a:cubicBezTo>
                <a:cubicBezTo>
                  <a:pt x="780" y="453"/>
                  <a:pt x="779" y="453"/>
                  <a:pt x="777" y="453"/>
                </a:cubicBezTo>
                <a:cubicBezTo>
                  <a:pt x="776" y="453"/>
                  <a:pt x="775" y="454"/>
                  <a:pt x="775" y="454"/>
                </a:cubicBezTo>
                <a:cubicBezTo>
                  <a:pt x="773" y="456"/>
                  <a:pt x="771" y="458"/>
                  <a:pt x="770" y="459"/>
                </a:cubicBezTo>
                <a:cubicBezTo>
                  <a:pt x="769" y="460"/>
                  <a:pt x="769" y="462"/>
                  <a:pt x="770" y="463"/>
                </a:cubicBezTo>
                <a:cubicBezTo>
                  <a:pt x="770" y="464"/>
                  <a:pt x="771" y="466"/>
                  <a:pt x="772" y="466"/>
                </a:cubicBezTo>
                <a:cubicBezTo>
                  <a:pt x="773" y="466"/>
                  <a:pt x="775" y="466"/>
                  <a:pt x="776" y="466"/>
                </a:cubicBezTo>
                <a:cubicBezTo>
                  <a:pt x="780" y="464"/>
                  <a:pt x="784" y="461"/>
                  <a:pt x="786" y="457"/>
                </a:cubicBezTo>
                <a:close/>
                <a:moveTo>
                  <a:pt x="2179" y="182"/>
                </a:moveTo>
                <a:cubicBezTo>
                  <a:pt x="2178" y="184"/>
                  <a:pt x="2180" y="185"/>
                  <a:pt x="2182" y="186"/>
                </a:cubicBezTo>
                <a:cubicBezTo>
                  <a:pt x="2183" y="186"/>
                  <a:pt x="2184" y="186"/>
                  <a:pt x="2185" y="186"/>
                </a:cubicBezTo>
                <a:cubicBezTo>
                  <a:pt x="2185" y="186"/>
                  <a:pt x="2185" y="186"/>
                  <a:pt x="2186" y="186"/>
                </a:cubicBezTo>
                <a:cubicBezTo>
                  <a:pt x="2188" y="187"/>
                  <a:pt x="2190" y="185"/>
                  <a:pt x="2189" y="182"/>
                </a:cubicBezTo>
                <a:cubicBezTo>
                  <a:pt x="2189" y="180"/>
                  <a:pt x="2188" y="178"/>
                  <a:pt x="2187" y="177"/>
                </a:cubicBezTo>
                <a:cubicBezTo>
                  <a:pt x="2187" y="176"/>
                  <a:pt x="2185" y="175"/>
                  <a:pt x="2184" y="176"/>
                </a:cubicBezTo>
                <a:cubicBezTo>
                  <a:pt x="2183" y="176"/>
                  <a:pt x="2181" y="177"/>
                  <a:pt x="2180" y="178"/>
                </a:cubicBezTo>
                <a:cubicBezTo>
                  <a:pt x="2179" y="178"/>
                  <a:pt x="2178" y="180"/>
                  <a:pt x="2179" y="181"/>
                </a:cubicBezTo>
                <a:cubicBezTo>
                  <a:pt x="2179" y="181"/>
                  <a:pt x="2179" y="182"/>
                  <a:pt x="2179" y="182"/>
                </a:cubicBezTo>
                <a:close/>
                <a:moveTo>
                  <a:pt x="886" y="656"/>
                </a:moveTo>
                <a:cubicBezTo>
                  <a:pt x="885" y="656"/>
                  <a:pt x="884" y="656"/>
                  <a:pt x="884" y="656"/>
                </a:cubicBezTo>
                <a:cubicBezTo>
                  <a:pt x="883" y="657"/>
                  <a:pt x="883" y="658"/>
                  <a:pt x="884" y="659"/>
                </a:cubicBezTo>
                <a:cubicBezTo>
                  <a:pt x="885" y="660"/>
                  <a:pt x="885" y="661"/>
                  <a:pt x="886" y="661"/>
                </a:cubicBezTo>
                <a:cubicBezTo>
                  <a:pt x="888" y="664"/>
                  <a:pt x="890" y="666"/>
                  <a:pt x="894" y="667"/>
                </a:cubicBezTo>
                <a:cubicBezTo>
                  <a:pt x="897" y="669"/>
                  <a:pt x="900" y="669"/>
                  <a:pt x="903" y="670"/>
                </a:cubicBezTo>
                <a:cubicBezTo>
                  <a:pt x="903" y="670"/>
                  <a:pt x="904" y="670"/>
                  <a:pt x="904" y="670"/>
                </a:cubicBezTo>
                <a:cubicBezTo>
                  <a:pt x="905" y="670"/>
                  <a:pt x="906" y="669"/>
                  <a:pt x="906" y="668"/>
                </a:cubicBezTo>
                <a:cubicBezTo>
                  <a:pt x="906" y="668"/>
                  <a:pt x="906" y="667"/>
                  <a:pt x="906" y="667"/>
                </a:cubicBezTo>
                <a:cubicBezTo>
                  <a:pt x="901" y="661"/>
                  <a:pt x="894" y="657"/>
                  <a:pt x="886" y="656"/>
                </a:cubicBezTo>
                <a:close/>
                <a:moveTo>
                  <a:pt x="1724" y="846"/>
                </a:moveTo>
                <a:cubicBezTo>
                  <a:pt x="1727" y="845"/>
                  <a:pt x="1729" y="844"/>
                  <a:pt x="1731" y="843"/>
                </a:cubicBezTo>
                <a:cubicBezTo>
                  <a:pt x="1735" y="841"/>
                  <a:pt x="1736" y="838"/>
                  <a:pt x="1737" y="835"/>
                </a:cubicBezTo>
                <a:cubicBezTo>
                  <a:pt x="1737" y="835"/>
                  <a:pt x="1736" y="834"/>
                  <a:pt x="1736" y="834"/>
                </a:cubicBezTo>
                <a:cubicBezTo>
                  <a:pt x="1733" y="834"/>
                  <a:pt x="1729" y="835"/>
                  <a:pt x="1726" y="836"/>
                </a:cubicBezTo>
                <a:cubicBezTo>
                  <a:pt x="1723" y="836"/>
                  <a:pt x="1721" y="837"/>
                  <a:pt x="1718" y="839"/>
                </a:cubicBezTo>
                <a:cubicBezTo>
                  <a:pt x="1717" y="840"/>
                  <a:pt x="1717" y="843"/>
                  <a:pt x="1718" y="844"/>
                </a:cubicBezTo>
                <a:cubicBezTo>
                  <a:pt x="1719" y="845"/>
                  <a:pt x="1721" y="846"/>
                  <a:pt x="1724" y="846"/>
                </a:cubicBezTo>
                <a:close/>
                <a:moveTo>
                  <a:pt x="661" y="127"/>
                </a:moveTo>
                <a:cubicBezTo>
                  <a:pt x="660" y="127"/>
                  <a:pt x="659" y="126"/>
                  <a:pt x="659" y="127"/>
                </a:cubicBezTo>
                <a:cubicBezTo>
                  <a:pt x="653" y="128"/>
                  <a:pt x="648" y="131"/>
                  <a:pt x="644" y="135"/>
                </a:cubicBezTo>
                <a:cubicBezTo>
                  <a:pt x="643" y="136"/>
                  <a:pt x="643" y="139"/>
                  <a:pt x="645" y="140"/>
                </a:cubicBezTo>
                <a:cubicBezTo>
                  <a:pt x="646" y="141"/>
                  <a:pt x="648" y="142"/>
                  <a:pt x="649" y="141"/>
                </a:cubicBezTo>
                <a:cubicBezTo>
                  <a:pt x="653" y="137"/>
                  <a:pt x="657" y="133"/>
                  <a:pt x="661" y="129"/>
                </a:cubicBezTo>
                <a:cubicBezTo>
                  <a:pt x="661" y="129"/>
                  <a:pt x="661" y="129"/>
                  <a:pt x="661" y="128"/>
                </a:cubicBezTo>
                <a:cubicBezTo>
                  <a:pt x="661" y="128"/>
                  <a:pt x="661" y="127"/>
                  <a:pt x="661" y="127"/>
                </a:cubicBezTo>
                <a:close/>
                <a:moveTo>
                  <a:pt x="1507" y="771"/>
                </a:moveTo>
                <a:cubicBezTo>
                  <a:pt x="1507" y="770"/>
                  <a:pt x="1508" y="769"/>
                  <a:pt x="1508" y="768"/>
                </a:cubicBezTo>
                <a:cubicBezTo>
                  <a:pt x="1509" y="766"/>
                  <a:pt x="1509" y="763"/>
                  <a:pt x="1509" y="761"/>
                </a:cubicBezTo>
                <a:cubicBezTo>
                  <a:pt x="1509" y="760"/>
                  <a:pt x="1509" y="759"/>
                  <a:pt x="1509" y="758"/>
                </a:cubicBezTo>
                <a:cubicBezTo>
                  <a:pt x="1509" y="758"/>
                  <a:pt x="1508" y="757"/>
                  <a:pt x="1508" y="757"/>
                </a:cubicBezTo>
                <a:cubicBezTo>
                  <a:pt x="1508" y="755"/>
                  <a:pt x="1507" y="754"/>
                  <a:pt x="1506" y="754"/>
                </a:cubicBezTo>
                <a:cubicBezTo>
                  <a:pt x="1505" y="755"/>
                  <a:pt x="1504" y="756"/>
                  <a:pt x="1503" y="757"/>
                </a:cubicBezTo>
                <a:cubicBezTo>
                  <a:pt x="1502" y="758"/>
                  <a:pt x="1501" y="760"/>
                  <a:pt x="1502" y="762"/>
                </a:cubicBezTo>
                <a:cubicBezTo>
                  <a:pt x="1502" y="766"/>
                  <a:pt x="1503" y="769"/>
                  <a:pt x="1504" y="771"/>
                </a:cubicBezTo>
                <a:cubicBezTo>
                  <a:pt x="1505" y="772"/>
                  <a:pt x="1506" y="772"/>
                  <a:pt x="1507" y="771"/>
                </a:cubicBezTo>
                <a:close/>
                <a:moveTo>
                  <a:pt x="2523" y="1098"/>
                </a:moveTo>
                <a:cubicBezTo>
                  <a:pt x="2523" y="1098"/>
                  <a:pt x="2523" y="1098"/>
                  <a:pt x="2523" y="1098"/>
                </a:cubicBezTo>
                <a:cubicBezTo>
                  <a:pt x="2523" y="1099"/>
                  <a:pt x="2524" y="1099"/>
                  <a:pt x="2524" y="1099"/>
                </a:cubicBezTo>
                <a:cubicBezTo>
                  <a:pt x="2524" y="1099"/>
                  <a:pt x="2525" y="1099"/>
                  <a:pt x="2525" y="1099"/>
                </a:cubicBezTo>
                <a:cubicBezTo>
                  <a:pt x="2529" y="1097"/>
                  <a:pt x="2532" y="1094"/>
                  <a:pt x="2534" y="1091"/>
                </a:cubicBezTo>
                <a:cubicBezTo>
                  <a:pt x="2536" y="1087"/>
                  <a:pt x="2539" y="1084"/>
                  <a:pt x="2543" y="1082"/>
                </a:cubicBezTo>
                <a:cubicBezTo>
                  <a:pt x="2544" y="1081"/>
                  <a:pt x="2544" y="1081"/>
                  <a:pt x="2542" y="1079"/>
                </a:cubicBezTo>
                <a:cubicBezTo>
                  <a:pt x="2540" y="1076"/>
                  <a:pt x="2539" y="1077"/>
                  <a:pt x="2538" y="1079"/>
                </a:cubicBezTo>
                <a:cubicBezTo>
                  <a:pt x="2533" y="1085"/>
                  <a:pt x="2529" y="1091"/>
                  <a:pt x="2524" y="1096"/>
                </a:cubicBezTo>
                <a:cubicBezTo>
                  <a:pt x="2524" y="1096"/>
                  <a:pt x="2523" y="1097"/>
                  <a:pt x="2523" y="1098"/>
                </a:cubicBezTo>
                <a:close/>
                <a:moveTo>
                  <a:pt x="2576" y="1072"/>
                </a:moveTo>
                <a:cubicBezTo>
                  <a:pt x="2573" y="1070"/>
                  <a:pt x="2570" y="1069"/>
                  <a:pt x="2567" y="1068"/>
                </a:cubicBezTo>
                <a:cubicBezTo>
                  <a:pt x="2567" y="1068"/>
                  <a:pt x="2566" y="1068"/>
                  <a:pt x="2566" y="1068"/>
                </a:cubicBezTo>
                <a:cubicBezTo>
                  <a:pt x="2566" y="1072"/>
                  <a:pt x="2566" y="1076"/>
                  <a:pt x="2567" y="1079"/>
                </a:cubicBezTo>
                <a:cubicBezTo>
                  <a:pt x="2567" y="1081"/>
                  <a:pt x="2568" y="1081"/>
                  <a:pt x="2569" y="1081"/>
                </a:cubicBezTo>
                <a:cubicBezTo>
                  <a:pt x="2570" y="1082"/>
                  <a:pt x="2572" y="1082"/>
                  <a:pt x="2573" y="1081"/>
                </a:cubicBezTo>
                <a:cubicBezTo>
                  <a:pt x="2574" y="1080"/>
                  <a:pt x="2574" y="1079"/>
                  <a:pt x="2575" y="1078"/>
                </a:cubicBezTo>
                <a:cubicBezTo>
                  <a:pt x="2575" y="1079"/>
                  <a:pt x="2575" y="1079"/>
                  <a:pt x="2575" y="1079"/>
                </a:cubicBezTo>
                <a:cubicBezTo>
                  <a:pt x="2575" y="1079"/>
                  <a:pt x="2575" y="1079"/>
                  <a:pt x="2575" y="1078"/>
                </a:cubicBezTo>
                <a:cubicBezTo>
                  <a:pt x="2574" y="1081"/>
                  <a:pt x="2574" y="1084"/>
                  <a:pt x="2573" y="1086"/>
                </a:cubicBezTo>
                <a:cubicBezTo>
                  <a:pt x="2570" y="1089"/>
                  <a:pt x="2571" y="1090"/>
                  <a:pt x="2574" y="1092"/>
                </a:cubicBezTo>
                <a:cubicBezTo>
                  <a:pt x="2575" y="1093"/>
                  <a:pt x="2576" y="1094"/>
                  <a:pt x="2577" y="1094"/>
                </a:cubicBezTo>
                <a:cubicBezTo>
                  <a:pt x="2578" y="1095"/>
                  <a:pt x="2579" y="1094"/>
                  <a:pt x="2580" y="1093"/>
                </a:cubicBezTo>
                <a:cubicBezTo>
                  <a:pt x="2581" y="1091"/>
                  <a:pt x="2582" y="1089"/>
                  <a:pt x="2581" y="1087"/>
                </a:cubicBezTo>
                <a:cubicBezTo>
                  <a:pt x="2579" y="1085"/>
                  <a:pt x="2579" y="1083"/>
                  <a:pt x="2581" y="1081"/>
                </a:cubicBezTo>
                <a:cubicBezTo>
                  <a:pt x="2581" y="1078"/>
                  <a:pt x="2578" y="1077"/>
                  <a:pt x="2577" y="1076"/>
                </a:cubicBezTo>
                <a:cubicBezTo>
                  <a:pt x="2577" y="1075"/>
                  <a:pt x="2577" y="1075"/>
                  <a:pt x="2577" y="1074"/>
                </a:cubicBezTo>
                <a:cubicBezTo>
                  <a:pt x="2577" y="1073"/>
                  <a:pt x="2576" y="1072"/>
                  <a:pt x="2576" y="1072"/>
                </a:cubicBezTo>
                <a:close/>
                <a:moveTo>
                  <a:pt x="720" y="1003"/>
                </a:moveTo>
                <a:cubicBezTo>
                  <a:pt x="719" y="1004"/>
                  <a:pt x="717" y="1004"/>
                  <a:pt x="715" y="1005"/>
                </a:cubicBezTo>
                <a:cubicBezTo>
                  <a:pt x="714" y="1005"/>
                  <a:pt x="714" y="1006"/>
                  <a:pt x="714" y="1006"/>
                </a:cubicBezTo>
                <a:cubicBezTo>
                  <a:pt x="717" y="1012"/>
                  <a:pt x="721" y="1014"/>
                  <a:pt x="727" y="1012"/>
                </a:cubicBezTo>
                <a:cubicBezTo>
                  <a:pt x="728" y="1012"/>
                  <a:pt x="729" y="1011"/>
                  <a:pt x="729" y="1011"/>
                </a:cubicBezTo>
                <a:cubicBezTo>
                  <a:pt x="730" y="1010"/>
                  <a:pt x="731" y="1009"/>
                  <a:pt x="730" y="1008"/>
                </a:cubicBezTo>
                <a:cubicBezTo>
                  <a:pt x="728" y="1004"/>
                  <a:pt x="725" y="1003"/>
                  <a:pt x="720" y="1003"/>
                </a:cubicBezTo>
                <a:close/>
                <a:moveTo>
                  <a:pt x="89" y="376"/>
                </a:moveTo>
                <a:cubicBezTo>
                  <a:pt x="91" y="376"/>
                  <a:pt x="93" y="372"/>
                  <a:pt x="92" y="370"/>
                </a:cubicBezTo>
                <a:cubicBezTo>
                  <a:pt x="92" y="368"/>
                  <a:pt x="90" y="366"/>
                  <a:pt x="89" y="367"/>
                </a:cubicBezTo>
                <a:cubicBezTo>
                  <a:pt x="87" y="367"/>
                  <a:pt x="84" y="367"/>
                  <a:pt x="81" y="368"/>
                </a:cubicBezTo>
                <a:cubicBezTo>
                  <a:pt x="81" y="368"/>
                  <a:pt x="80" y="370"/>
                  <a:pt x="80" y="371"/>
                </a:cubicBezTo>
                <a:cubicBezTo>
                  <a:pt x="80" y="372"/>
                  <a:pt x="81" y="374"/>
                  <a:pt x="82" y="375"/>
                </a:cubicBezTo>
                <a:cubicBezTo>
                  <a:pt x="84" y="377"/>
                  <a:pt x="86" y="377"/>
                  <a:pt x="89" y="376"/>
                </a:cubicBezTo>
                <a:close/>
                <a:moveTo>
                  <a:pt x="1908" y="280"/>
                </a:moveTo>
                <a:cubicBezTo>
                  <a:pt x="1911" y="282"/>
                  <a:pt x="1917" y="280"/>
                  <a:pt x="1918" y="276"/>
                </a:cubicBezTo>
                <a:cubicBezTo>
                  <a:pt x="1918" y="276"/>
                  <a:pt x="1918" y="275"/>
                  <a:pt x="1918" y="275"/>
                </a:cubicBezTo>
                <a:cubicBezTo>
                  <a:pt x="1917" y="272"/>
                  <a:pt x="1915" y="270"/>
                  <a:pt x="1913" y="269"/>
                </a:cubicBezTo>
                <a:cubicBezTo>
                  <a:pt x="1912" y="268"/>
                  <a:pt x="1911" y="268"/>
                  <a:pt x="1910" y="268"/>
                </a:cubicBezTo>
                <a:cubicBezTo>
                  <a:pt x="1905" y="269"/>
                  <a:pt x="1904" y="273"/>
                  <a:pt x="1905" y="277"/>
                </a:cubicBezTo>
                <a:cubicBezTo>
                  <a:pt x="1906" y="278"/>
                  <a:pt x="1907" y="280"/>
                  <a:pt x="1908" y="280"/>
                </a:cubicBezTo>
                <a:close/>
                <a:moveTo>
                  <a:pt x="1641" y="835"/>
                </a:moveTo>
                <a:cubicBezTo>
                  <a:pt x="1641" y="835"/>
                  <a:pt x="1640" y="836"/>
                  <a:pt x="1640" y="837"/>
                </a:cubicBezTo>
                <a:cubicBezTo>
                  <a:pt x="1640" y="837"/>
                  <a:pt x="1640" y="839"/>
                  <a:pt x="1641" y="839"/>
                </a:cubicBezTo>
                <a:cubicBezTo>
                  <a:pt x="1644" y="840"/>
                  <a:pt x="1648" y="841"/>
                  <a:pt x="1651" y="842"/>
                </a:cubicBezTo>
                <a:cubicBezTo>
                  <a:pt x="1652" y="842"/>
                  <a:pt x="1652" y="842"/>
                  <a:pt x="1652" y="842"/>
                </a:cubicBezTo>
                <a:cubicBezTo>
                  <a:pt x="1655" y="841"/>
                  <a:pt x="1658" y="841"/>
                  <a:pt x="1661" y="841"/>
                </a:cubicBezTo>
                <a:cubicBezTo>
                  <a:pt x="1661" y="841"/>
                  <a:pt x="1662" y="840"/>
                  <a:pt x="1662" y="840"/>
                </a:cubicBezTo>
                <a:cubicBezTo>
                  <a:pt x="1662" y="839"/>
                  <a:pt x="1662" y="838"/>
                  <a:pt x="1661" y="838"/>
                </a:cubicBezTo>
                <a:cubicBezTo>
                  <a:pt x="1659" y="836"/>
                  <a:pt x="1656" y="834"/>
                  <a:pt x="1653" y="835"/>
                </a:cubicBezTo>
                <a:cubicBezTo>
                  <a:pt x="1650" y="835"/>
                  <a:pt x="1647" y="835"/>
                  <a:pt x="1643" y="834"/>
                </a:cubicBezTo>
                <a:cubicBezTo>
                  <a:pt x="1643" y="834"/>
                  <a:pt x="1642" y="834"/>
                  <a:pt x="1641" y="835"/>
                </a:cubicBezTo>
                <a:close/>
                <a:moveTo>
                  <a:pt x="827" y="1007"/>
                </a:moveTo>
                <a:cubicBezTo>
                  <a:pt x="826" y="1006"/>
                  <a:pt x="824" y="1007"/>
                  <a:pt x="823" y="1006"/>
                </a:cubicBezTo>
                <a:cubicBezTo>
                  <a:pt x="821" y="1007"/>
                  <a:pt x="819" y="1007"/>
                  <a:pt x="817" y="1007"/>
                </a:cubicBezTo>
                <a:cubicBezTo>
                  <a:pt x="817" y="1007"/>
                  <a:pt x="816" y="1008"/>
                  <a:pt x="816" y="1008"/>
                </a:cubicBezTo>
                <a:cubicBezTo>
                  <a:pt x="815" y="1009"/>
                  <a:pt x="816" y="1010"/>
                  <a:pt x="817" y="1010"/>
                </a:cubicBezTo>
                <a:cubicBezTo>
                  <a:pt x="817" y="1010"/>
                  <a:pt x="818" y="1010"/>
                  <a:pt x="818" y="1010"/>
                </a:cubicBezTo>
                <a:cubicBezTo>
                  <a:pt x="822" y="1011"/>
                  <a:pt x="826" y="1010"/>
                  <a:pt x="829" y="1009"/>
                </a:cubicBezTo>
                <a:cubicBezTo>
                  <a:pt x="830" y="1009"/>
                  <a:pt x="830" y="1008"/>
                  <a:pt x="829" y="1008"/>
                </a:cubicBezTo>
                <a:cubicBezTo>
                  <a:pt x="829" y="1007"/>
                  <a:pt x="828" y="1007"/>
                  <a:pt x="827" y="1007"/>
                </a:cubicBezTo>
                <a:close/>
                <a:moveTo>
                  <a:pt x="2539" y="1277"/>
                </a:moveTo>
                <a:cubicBezTo>
                  <a:pt x="2542" y="1278"/>
                  <a:pt x="2545" y="1280"/>
                  <a:pt x="2548" y="1281"/>
                </a:cubicBezTo>
                <a:cubicBezTo>
                  <a:pt x="2549" y="1282"/>
                  <a:pt x="2550" y="1281"/>
                  <a:pt x="2551" y="1281"/>
                </a:cubicBezTo>
                <a:cubicBezTo>
                  <a:pt x="2552" y="1281"/>
                  <a:pt x="2553" y="1280"/>
                  <a:pt x="2553" y="1278"/>
                </a:cubicBezTo>
                <a:cubicBezTo>
                  <a:pt x="2552" y="1278"/>
                  <a:pt x="2552" y="1277"/>
                  <a:pt x="2552" y="1277"/>
                </a:cubicBezTo>
                <a:cubicBezTo>
                  <a:pt x="2549" y="1275"/>
                  <a:pt x="2546" y="1274"/>
                  <a:pt x="2542" y="1274"/>
                </a:cubicBezTo>
                <a:cubicBezTo>
                  <a:pt x="2542" y="1274"/>
                  <a:pt x="2541" y="1274"/>
                  <a:pt x="2540" y="1274"/>
                </a:cubicBezTo>
                <a:cubicBezTo>
                  <a:pt x="2539" y="1275"/>
                  <a:pt x="2539" y="1275"/>
                  <a:pt x="2539" y="1276"/>
                </a:cubicBezTo>
                <a:cubicBezTo>
                  <a:pt x="2538" y="1276"/>
                  <a:pt x="2539" y="1277"/>
                  <a:pt x="2539" y="1277"/>
                </a:cubicBezTo>
                <a:close/>
                <a:moveTo>
                  <a:pt x="763" y="127"/>
                </a:moveTo>
                <a:cubicBezTo>
                  <a:pt x="764" y="128"/>
                  <a:pt x="766" y="127"/>
                  <a:pt x="766" y="127"/>
                </a:cubicBezTo>
                <a:cubicBezTo>
                  <a:pt x="769" y="123"/>
                  <a:pt x="769" y="119"/>
                  <a:pt x="769" y="115"/>
                </a:cubicBezTo>
                <a:cubicBezTo>
                  <a:pt x="769" y="115"/>
                  <a:pt x="769" y="114"/>
                  <a:pt x="769" y="112"/>
                </a:cubicBezTo>
                <a:cubicBezTo>
                  <a:pt x="769" y="112"/>
                  <a:pt x="768" y="111"/>
                  <a:pt x="767" y="111"/>
                </a:cubicBezTo>
                <a:cubicBezTo>
                  <a:pt x="767" y="111"/>
                  <a:pt x="766" y="111"/>
                  <a:pt x="765" y="112"/>
                </a:cubicBezTo>
                <a:cubicBezTo>
                  <a:pt x="764" y="115"/>
                  <a:pt x="762" y="118"/>
                  <a:pt x="761" y="120"/>
                </a:cubicBezTo>
                <a:cubicBezTo>
                  <a:pt x="760" y="122"/>
                  <a:pt x="760" y="123"/>
                  <a:pt x="760" y="125"/>
                </a:cubicBezTo>
                <a:cubicBezTo>
                  <a:pt x="761" y="126"/>
                  <a:pt x="762" y="126"/>
                  <a:pt x="763" y="127"/>
                </a:cubicBezTo>
                <a:close/>
                <a:moveTo>
                  <a:pt x="2886" y="1243"/>
                </a:moveTo>
                <a:cubicBezTo>
                  <a:pt x="2883" y="1240"/>
                  <a:pt x="2879" y="1239"/>
                  <a:pt x="2876" y="1237"/>
                </a:cubicBezTo>
                <a:cubicBezTo>
                  <a:pt x="2876" y="1237"/>
                  <a:pt x="2875" y="1237"/>
                  <a:pt x="2875" y="1237"/>
                </a:cubicBezTo>
                <a:cubicBezTo>
                  <a:pt x="2874" y="1238"/>
                  <a:pt x="2874" y="1239"/>
                  <a:pt x="2874" y="1240"/>
                </a:cubicBezTo>
                <a:cubicBezTo>
                  <a:pt x="2874" y="1243"/>
                  <a:pt x="2877" y="1245"/>
                  <a:pt x="2879" y="1247"/>
                </a:cubicBezTo>
                <a:cubicBezTo>
                  <a:pt x="2880" y="1248"/>
                  <a:pt x="2883" y="1248"/>
                  <a:pt x="2885" y="1247"/>
                </a:cubicBezTo>
                <a:cubicBezTo>
                  <a:pt x="2887" y="1246"/>
                  <a:pt x="2887" y="1244"/>
                  <a:pt x="2886" y="1243"/>
                </a:cubicBezTo>
                <a:close/>
                <a:moveTo>
                  <a:pt x="799" y="465"/>
                </a:moveTo>
                <a:cubicBezTo>
                  <a:pt x="795" y="467"/>
                  <a:pt x="793" y="471"/>
                  <a:pt x="794" y="474"/>
                </a:cubicBezTo>
                <a:cubicBezTo>
                  <a:pt x="795" y="475"/>
                  <a:pt x="796" y="475"/>
                  <a:pt x="797" y="476"/>
                </a:cubicBezTo>
                <a:cubicBezTo>
                  <a:pt x="798" y="476"/>
                  <a:pt x="799" y="476"/>
                  <a:pt x="799" y="475"/>
                </a:cubicBezTo>
                <a:cubicBezTo>
                  <a:pt x="801" y="474"/>
                  <a:pt x="802" y="472"/>
                  <a:pt x="804" y="471"/>
                </a:cubicBezTo>
                <a:cubicBezTo>
                  <a:pt x="804" y="470"/>
                  <a:pt x="804" y="470"/>
                  <a:pt x="805" y="469"/>
                </a:cubicBezTo>
                <a:cubicBezTo>
                  <a:pt x="805" y="468"/>
                  <a:pt x="805" y="467"/>
                  <a:pt x="804" y="466"/>
                </a:cubicBezTo>
                <a:cubicBezTo>
                  <a:pt x="802" y="465"/>
                  <a:pt x="800" y="465"/>
                  <a:pt x="799" y="465"/>
                </a:cubicBezTo>
                <a:close/>
                <a:moveTo>
                  <a:pt x="2765" y="394"/>
                </a:moveTo>
                <a:cubicBezTo>
                  <a:pt x="2764" y="395"/>
                  <a:pt x="2763" y="396"/>
                  <a:pt x="2762" y="396"/>
                </a:cubicBezTo>
                <a:cubicBezTo>
                  <a:pt x="2760" y="398"/>
                  <a:pt x="2759" y="399"/>
                  <a:pt x="2760" y="401"/>
                </a:cubicBezTo>
                <a:cubicBezTo>
                  <a:pt x="2761" y="403"/>
                  <a:pt x="2762" y="405"/>
                  <a:pt x="2763" y="408"/>
                </a:cubicBezTo>
                <a:cubicBezTo>
                  <a:pt x="2763" y="408"/>
                  <a:pt x="2763" y="408"/>
                  <a:pt x="2764" y="408"/>
                </a:cubicBezTo>
                <a:cubicBezTo>
                  <a:pt x="2764" y="408"/>
                  <a:pt x="2764" y="408"/>
                  <a:pt x="2765" y="407"/>
                </a:cubicBezTo>
                <a:cubicBezTo>
                  <a:pt x="2766" y="405"/>
                  <a:pt x="2768" y="403"/>
                  <a:pt x="2770" y="400"/>
                </a:cubicBezTo>
                <a:cubicBezTo>
                  <a:pt x="2771" y="399"/>
                  <a:pt x="2771" y="397"/>
                  <a:pt x="2768" y="395"/>
                </a:cubicBezTo>
                <a:cubicBezTo>
                  <a:pt x="2767" y="394"/>
                  <a:pt x="2766" y="394"/>
                  <a:pt x="2765" y="394"/>
                </a:cubicBezTo>
                <a:close/>
                <a:moveTo>
                  <a:pt x="2719" y="667"/>
                </a:moveTo>
                <a:cubicBezTo>
                  <a:pt x="2723" y="662"/>
                  <a:pt x="2727" y="657"/>
                  <a:pt x="2731" y="653"/>
                </a:cubicBezTo>
                <a:cubicBezTo>
                  <a:pt x="2732" y="652"/>
                  <a:pt x="2731" y="651"/>
                  <a:pt x="2731" y="650"/>
                </a:cubicBezTo>
                <a:cubicBezTo>
                  <a:pt x="2731" y="650"/>
                  <a:pt x="2731" y="650"/>
                  <a:pt x="2730" y="650"/>
                </a:cubicBezTo>
                <a:cubicBezTo>
                  <a:pt x="2729" y="649"/>
                  <a:pt x="2728" y="651"/>
                  <a:pt x="2726" y="652"/>
                </a:cubicBezTo>
                <a:cubicBezTo>
                  <a:pt x="2724" y="653"/>
                  <a:pt x="2722" y="653"/>
                  <a:pt x="2721" y="656"/>
                </a:cubicBezTo>
                <a:cubicBezTo>
                  <a:pt x="2720" y="658"/>
                  <a:pt x="2718" y="660"/>
                  <a:pt x="2717" y="663"/>
                </a:cubicBezTo>
                <a:cubicBezTo>
                  <a:pt x="2717" y="663"/>
                  <a:pt x="2717" y="664"/>
                  <a:pt x="2717" y="665"/>
                </a:cubicBezTo>
                <a:cubicBezTo>
                  <a:pt x="2717" y="666"/>
                  <a:pt x="2718" y="666"/>
                  <a:pt x="2718" y="667"/>
                </a:cubicBezTo>
                <a:cubicBezTo>
                  <a:pt x="2718" y="667"/>
                  <a:pt x="2719" y="667"/>
                  <a:pt x="2719" y="667"/>
                </a:cubicBezTo>
                <a:close/>
                <a:moveTo>
                  <a:pt x="2616" y="1217"/>
                </a:moveTo>
                <a:cubicBezTo>
                  <a:pt x="2616" y="1217"/>
                  <a:pt x="2616" y="1216"/>
                  <a:pt x="2616" y="1215"/>
                </a:cubicBezTo>
                <a:cubicBezTo>
                  <a:pt x="2612" y="1211"/>
                  <a:pt x="2607" y="1212"/>
                  <a:pt x="2604" y="1215"/>
                </a:cubicBezTo>
                <a:cubicBezTo>
                  <a:pt x="2603" y="1216"/>
                  <a:pt x="2603" y="1218"/>
                  <a:pt x="2604" y="1218"/>
                </a:cubicBezTo>
                <a:cubicBezTo>
                  <a:pt x="2606" y="1221"/>
                  <a:pt x="2609" y="1222"/>
                  <a:pt x="2612" y="1221"/>
                </a:cubicBezTo>
                <a:cubicBezTo>
                  <a:pt x="2614" y="1221"/>
                  <a:pt x="2615" y="1220"/>
                  <a:pt x="2616" y="1219"/>
                </a:cubicBezTo>
                <a:cubicBezTo>
                  <a:pt x="2616" y="1219"/>
                  <a:pt x="2616" y="1218"/>
                  <a:pt x="2616" y="1217"/>
                </a:cubicBezTo>
                <a:close/>
                <a:moveTo>
                  <a:pt x="1303" y="269"/>
                </a:moveTo>
                <a:cubicBezTo>
                  <a:pt x="1302" y="270"/>
                  <a:pt x="1302" y="271"/>
                  <a:pt x="1302" y="272"/>
                </a:cubicBezTo>
                <a:cubicBezTo>
                  <a:pt x="1301" y="273"/>
                  <a:pt x="1302" y="274"/>
                  <a:pt x="1304" y="275"/>
                </a:cubicBezTo>
                <a:cubicBezTo>
                  <a:pt x="1306" y="276"/>
                  <a:pt x="1308" y="276"/>
                  <a:pt x="1311" y="275"/>
                </a:cubicBezTo>
                <a:cubicBezTo>
                  <a:pt x="1311" y="275"/>
                  <a:pt x="1312" y="275"/>
                  <a:pt x="1312" y="274"/>
                </a:cubicBezTo>
                <a:cubicBezTo>
                  <a:pt x="1312" y="274"/>
                  <a:pt x="1312" y="274"/>
                  <a:pt x="1312" y="274"/>
                </a:cubicBezTo>
                <a:cubicBezTo>
                  <a:pt x="1311" y="272"/>
                  <a:pt x="1310" y="271"/>
                  <a:pt x="1309" y="269"/>
                </a:cubicBezTo>
                <a:cubicBezTo>
                  <a:pt x="1308" y="268"/>
                  <a:pt x="1304" y="268"/>
                  <a:pt x="1303" y="269"/>
                </a:cubicBezTo>
                <a:close/>
                <a:moveTo>
                  <a:pt x="27" y="486"/>
                </a:moveTo>
                <a:cubicBezTo>
                  <a:pt x="27" y="486"/>
                  <a:pt x="25" y="486"/>
                  <a:pt x="25" y="487"/>
                </a:cubicBezTo>
                <a:cubicBezTo>
                  <a:pt x="22" y="490"/>
                  <a:pt x="19" y="494"/>
                  <a:pt x="16" y="497"/>
                </a:cubicBezTo>
                <a:cubicBezTo>
                  <a:pt x="16" y="498"/>
                  <a:pt x="16" y="498"/>
                  <a:pt x="16" y="498"/>
                </a:cubicBezTo>
                <a:cubicBezTo>
                  <a:pt x="16" y="498"/>
                  <a:pt x="16" y="499"/>
                  <a:pt x="17" y="499"/>
                </a:cubicBezTo>
                <a:cubicBezTo>
                  <a:pt x="22" y="498"/>
                  <a:pt x="26" y="497"/>
                  <a:pt x="29" y="494"/>
                </a:cubicBezTo>
                <a:cubicBezTo>
                  <a:pt x="30" y="493"/>
                  <a:pt x="30" y="491"/>
                  <a:pt x="30" y="490"/>
                </a:cubicBezTo>
                <a:cubicBezTo>
                  <a:pt x="30" y="489"/>
                  <a:pt x="29" y="486"/>
                  <a:pt x="27" y="486"/>
                </a:cubicBezTo>
                <a:close/>
                <a:moveTo>
                  <a:pt x="846" y="67"/>
                </a:moveTo>
                <a:cubicBezTo>
                  <a:pt x="846" y="68"/>
                  <a:pt x="848" y="68"/>
                  <a:pt x="849" y="68"/>
                </a:cubicBezTo>
                <a:cubicBezTo>
                  <a:pt x="851" y="65"/>
                  <a:pt x="853" y="63"/>
                  <a:pt x="854" y="60"/>
                </a:cubicBezTo>
                <a:cubicBezTo>
                  <a:pt x="854" y="60"/>
                  <a:pt x="853" y="59"/>
                  <a:pt x="853" y="58"/>
                </a:cubicBezTo>
                <a:cubicBezTo>
                  <a:pt x="852" y="56"/>
                  <a:pt x="850" y="56"/>
                  <a:pt x="849" y="56"/>
                </a:cubicBezTo>
                <a:cubicBezTo>
                  <a:pt x="845" y="56"/>
                  <a:pt x="841" y="60"/>
                  <a:pt x="844" y="64"/>
                </a:cubicBezTo>
                <a:cubicBezTo>
                  <a:pt x="845" y="65"/>
                  <a:pt x="845" y="66"/>
                  <a:pt x="846" y="67"/>
                </a:cubicBezTo>
                <a:close/>
                <a:moveTo>
                  <a:pt x="849" y="152"/>
                </a:moveTo>
                <a:cubicBezTo>
                  <a:pt x="849" y="152"/>
                  <a:pt x="850" y="152"/>
                  <a:pt x="850" y="152"/>
                </a:cubicBezTo>
                <a:cubicBezTo>
                  <a:pt x="852" y="154"/>
                  <a:pt x="854" y="154"/>
                  <a:pt x="856" y="153"/>
                </a:cubicBezTo>
                <a:cubicBezTo>
                  <a:pt x="858" y="152"/>
                  <a:pt x="859" y="150"/>
                  <a:pt x="859" y="148"/>
                </a:cubicBezTo>
                <a:cubicBezTo>
                  <a:pt x="859" y="145"/>
                  <a:pt x="857" y="142"/>
                  <a:pt x="854" y="142"/>
                </a:cubicBezTo>
                <a:cubicBezTo>
                  <a:pt x="853" y="142"/>
                  <a:pt x="852" y="143"/>
                  <a:pt x="852" y="143"/>
                </a:cubicBezTo>
                <a:cubicBezTo>
                  <a:pt x="850" y="146"/>
                  <a:pt x="849" y="149"/>
                  <a:pt x="849" y="152"/>
                </a:cubicBezTo>
                <a:close/>
                <a:moveTo>
                  <a:pt x="7" y="493"/>
                </a:moveTo>
                <a:cubicBezTo>
                  <a:pt x="5" y="496"/>
                  <a:pt x="2" y="498"/>
                  <a:pt x="0" y="502"/>
                </a:cubicBezTo>
                <a:cubicBezTo>
                  <a:pt x="0" y="503"/>
                  <a:pt x="0" y="504"/>
                  <a:pt x="1" y="504"/>
                </a:cubicBezTo>
                <a:cubicBezTo>
                  <a:pt x="1" y="505"/>
                  <a:pt x="1" y="505"/>
                  <a:pt x="2" y="504"/>
                </a:cubicBezTo>
                <a:cubicBezTo>
                  <a:pt x="5" y="502"/>
                  <a:pt x="8" y="500"/>
                  <a:pt x="11" y="496"/>
                </a:cubicBezTo>
                <a:cubicBezTo>
                  <a:pt x="11" y="495"/>
                  <a:pt x="11" y="495"/>
                  <a:pt x="11" y="494"/>
                </a:cubicBezTo>
                <a:cubicBezTo>
                  <a:pt x="11" y="494"/>
                  <a:pt x="10" y="493"/>
                  <a:pt x="10" y="493"/>
                </a:cubicBezTo>
                <a:cubicBezTo>
                  <a:pt x="9" y="493"/>
                  <a:pt x="8" y="493"/>
                  <a:pt x="7" y="493"/>
                </a:cubicBezTo>
                <a:close/>
                <a:moveTo>
                  <a:pt x="2371" y="121"/>
                </a:moveTo>
                <a:cubicBezTo>
                  <a:pt x="2370" y="120"/>
                  <a:pt x="2368" y="121"/>
                  <a:pt x="2367" y="121"/>
                </a:cubicBezTo>
                <a:cubicBezTo>
                  <a:pt x="2367" y="121"/>
                  <a:pt x="2366" y="122"/>
                  <a:pt x="2366" y="123"/>
                </a:cubicBezTo>
                <a:cubicBezTo>
                  <a:pt x="2367" y="125"/>
                  <a:pt x="2369" y="127"/>
                  <a:pt x="2372" y="128"/>
                </a:cubicBezTo>
                <a:cubicBezTo>
                  <a:pt x="2373" y="128"/>
                  <a:pt x="2375" y="128"/>
                  <a:pt x="2375" y="127"/>
                </a:cubicBezTo>
                <a:cubicBezTo>
                  <a:pt x="2375" y="126"/>
                  <a:pt x="2376" y="126"/>
                  <a:pt x="2376" y="125"/>
                </a:cubicBezTo>
                <a:cubicBezTo>
                  <a:pt x="2375" y="123"/>
                  <a:pt x="2374" y="121"/>
                  <a:pt x="2371" y="121"/>
                </a:cubicBezTo>
                <a:close/>
                <a:moveTo>
                  <a:pt x="791" y="121"/>
                </a:moveTo>
                <a:cubicBezTo>
                  <a:pt x="794" y="121"/>
                  <a:pt x="795" y="120"/>
                  <a:pt x="795" y="117"/>
                </a:cubicBezTo>
                <a:cubicBezTo>
                  <a:pt x="795" y="114"/>
                  <a:pt x="792" y="111"/>
                  <a:pt x="789" y="111"/>
                </a:cubicBezTo>
                <a:cubicBezTo>
                  <a:pt x="786" y="111"/>
                  <a:pt x="784" y="114"/>
                  <a:pt x="785" y="116"/>
                </a:cubicBezTo>
                <a:cubicBezTo>
                  <a:pt x="786" y="120"/>
                  <a:pt x="788" y="121"/>
                  <a:pt x="791" y="121"/>
                </a:cubicBezTo>
                <a:close/>
                <a:moveTo>
                  <a:pt x="717" y="94"/>
                </a:moveTo>
                <a:cubicBezTo>
                  <a:pt x="716" y="95"/>
                  <a:pt x="716" y="97"/>
                  <a:pt x="715" y="98"/>
                </a:cubicBezTo>
                <a:cubicBezTo>
                  <a:pt x="714" y="100"/>
                  <a:pt x="715" y="102"/>
                  <a:pt x="716" y="104"/>
                </a:cubicBezTo>
                <a:cubicBezTo>
                  <a:pt x="717" y="105"/>
                  <a:pt x="718" y="107"/>
                  <a:pt x="719" y="108"/>
                </a:cubicBezTo>
                <a:cubicBezTo>
                  <a:pt x="720" y="109"/>
                  <a:pt x="721" y="110"/>
                  <a:pt x="723" y="110"/>
                </a:cubicBezTo>
                <a:cubicBezTo>
                  <a:pt x="725" y="110"/>
                  <a:pt x="726" y="111"/>
                  <a:pt x="728" y="111"/>
                </a:cubicBezTo>
                <a:cubicBezTo>
                  <a:pt x="730" y="111"/>
                  <a:pt x="733" y="110"/>
                  <a:pt x="735" y="108"/>
                </a:cubicBezTo>
                <a:cubicBezTo>
                  <a:pt x="736" y="106"/>
                  <a:pt x="737" y="104"/>
                  <a:pt x="738" y="102"/>
                </a:cubicBezTo>
                <a:cubicBezTo>
                  <a:pt x="738" y="100"/>
                  <a:pt x="739" y="99"/>
                  <a:pt x="741" y="99"/>
                </a:cubicBezTo>
                <a:cubicBezTo>
                  <a:pt x="743" y="98"/>
                  <a:pt x="744" y="97"/>
                  <a:pt x="746" y="96"/>
                </a:cubicBezTo>
                <a:cubicBezTo>
                  <a:pt x="747" y="95"/>
                  <a:pt x="746" y="95"/>
                  <a:pt x="746" y="94"/>
                </a:cubicBezTo>
                <a:cubicBezTo>
                  <a:pt x="745" y="93"/>
                  <a:pt x="745" y="93"/>
                  <a:pt x="744" y="92"/>
                </a:cubicBezTo>
                <a:cubicBezTo>
                  <a:pt x="739" y="91"/>
                  <a:pt x="735" y="90"/>
                  <a:pt x="730" y="90"/>
                </a:cubicBezTo>
                <a:cubicBezTo>
                  <a:pt x="726" y="89"/>
                  <a:pt x="722" y="90"/>
                  <a:pt x="719" y="92"/>
                </a:cubicBezTo>
                <a:cubicBezTo>
                  <a:pt x="718" y="90"/>
                  <a:pt x="718" y="88"/>
                  <a:pt x="718" y="85"/>
                </a:cubicBezTo>
                <a:cubicBezTo>
                  <a:pt x="718" y="84"/>
                  <a:pt x="716" y="83"/>
                  <a:pt x="714" y="84"/>
                </a:cubicBezTo>
                <a:cubicBezTo>
                  <a:pt x="713" y="84"/>
                  <a:pt x="712" y="85"/>
                  <a:pt x="711" y="86"/>
                </a:cubicBezTo>
                <a:cubicBezTo>
                  <a:pt x="711" y="88"/>
                  <a:pt x="711" y="90"/>
                  <a:pt x="712" y="92"/>
                </a:cubicBezTo>
                <a:cubicBezTo>
                  <a:pt x="713" y="93"/>
                  <a:pt x="715" y="94"/>
                  <a:pt x="717" y="94"/>
                </a:cubicBezTo>
                <a:close/>
                <a:moveTo>
                  <a:pt x="2763" y="571"/>
                </a:moveTo>
                <a:cubicBezTo>
                  <a:pt x="2763" y="571"/>
                  <a:pt x="2764" y="571"/>
                  <a:pt x="2764" y="570"/>
                </a:cubicBezTo>
                <a:cubicBezTo>
                  <a:pt x="2767" y="568"/>
                  <a:pt x="2769" y="564"/>
                  <a:pt x="2768" y="561"/>
                </a:cubicBezTo>
                <a:cubicBezTo>
                  <a:pt x="2768" y="561"/>
                  <a:pt x="2767" y="560"/>
                  <a:pt x="2767" y="560"/>
                </a:cubicBezTo>
                <a:cubicBezTo>
                  <a:pt x="2767" y="560"/>
                  <a:pt x="2766" y="560"/>
                  <a:pt x="2765" y="561"/>
                </a:cubicBezTo>
                <a:cubicBezTo>
                  <a:pt x="2765" y="561"/>
                  <a:pt x="2764" y="561"/>
                  <a:pt x="2764" y="561"/>
                </a:cubicBezTo>
                <a:cubicBezTo>
                  <a:pt x="2763" y="564"/>
                  <a:pt x="2761" y="566"/>
                  <a:pt x="2760" y="569"/>
                </a:cubicBezTo>
                <a:cubicBezTo>
                  <a:pt x="2760" y="570"/>
                  <a:pt x="2761" y="570"/>
                  <a:pt x="2761" y="571"/>
                </a:cubicBezTo>
                <a:cubicBezTo>
                  <a:pt x="2761" y="571"/>
                  <a:pt x="2762" y="571"/>
                  <a:pt x="2763" y="571"/>
                </a:cubicBezTo>
                <a:close/>
                <a:moveTo>
                  <a:pt x="773" y="567"/>
                </a:moveTo>
                <a:cubicBezTo>
                  <a:pt x="776" y="566"/>
                  <a:pt x="779" y="565"/>
                  <a:pt x="780" y="562"/>
                </a:cubicBezTo>
                <a:cubicBezTo>
                  <a:pt x="780" y="561"/>
                  <a:pt x="780" y="561"/>
                  <a:pt x="780" y="560"/>
                </a:cubicBezTo>
                <a:cubicBezTo>
                  <a:pt x="780" y="558"/>
                  <a:pt x="778" y="557"/>
                  <a:pt x="776" y="557"/>
                </a:cubicBezTo>
                <a:cubicBezTo>
                  <a:pt x="775" y="558"/>
                  <a:pt x="773" y="558"/>
                  <a:pt x="771" y="559"/>
                </a:cubicBezTo>
                <a:cubicBezTo>
                  <a:pt x="769" y="560"/>
                  <a:pt x="769" y="561"/>
                  <a:pt x="769" y="563"/>
                </a:cubicBezTo>
                <a:cubicBezTo>
                  <a:pt x="769" y="563"/>
                  <a:pt x="769" y="564"/>
                  <a:pt x="769" y="564"/>
                </a:cubicBezTo>
                <a:cubicBezTo>
                  <a:pt x="770" y="566"/>
                  <a:pt x="772" y="567"/>
                  <a:pt x="773" y="567"/>
                </a:cubicBezTo>
                <a:close/>
                <a:moveTo>
                  <a:pt x="2311" y="106"/>
                </a:moveTo>
                <a:cubicBezTo>
                  <a:pt x="2311" y="107"/>
                  <a:pt x="2311" y="107"/>
                  <a:pt x="2312" y="107"/>
                </a:cubicBezTo>
                <a:cubicBezTo>
                  <a:pt x="2312" y="106"/>
                  <a:pt x="2312" y="105"/>
                  <a:pt x="2313" y="105"/>
                </a:cubicBezTo>
                <a:cubicBezTo>
                  <a:pt x="2312" y="104"/>
                  <a:pt x="2312" y="103"/>
                  <a:pt x="2312" y="101"/>
                </a:cubicBezTo>
                <a:cubicBezTo>
                  <a:pt x="2311" y="98"/>
                  <a:pt x="2310" y="95"/>
                  <a:pt x="2308" y="94"/>
                </a:cubicBezTo>
                <a:cubicBezTo>
                  <a:pt x="2307" y="94"/>
                  <a:pt x="2307" y="93"/>
                  <a:pt x="2306" y="93"/>
                </a:cubicBezTo>
                <a:cubicBezTo>
                  <a:pt x="2306" y="93"/>
                  <a:pt x="2305" y="93"/>
                  <a:pt x="2305" y="93"/>
                </a:cubicBezTo>
                <a:cubicBezTo>
                  <a:pt x="2305" y="94"/>
                  <a:pt x="2305" y="94"/>
                  <a:pt x="2305" y="95"/>
                </a:cubicBezTo>
                <a:cubicBezTo>
                  <a:pt x="2307" y="98"/>
                  <a:pt x="2309" y="102"/>
                  <a:pt x="2311" y="106"/>
                </a:cubicBezTo>
                <a:close/>
                <a:moveTo>
                  <a:pt x="736" y="177"/>
                </a:moveTo>
                <a:cubicBezTo>
                  <a:pt x="737" y="175"/>
                  <a:pt x="737" y="173"/>
                  <a:pt x="736" y="171"/>
                </a:cubicBezTo>
                <a:cubicBezTo>
                  <a:pt x="736" y="170"/>
                  <a:pt x="736" y="169"/>
                  <a:pt x="735" y="170"/>
                </a:cubicBezTo>
                <a:cubicBezTo>
                  <a:pt x="734" y="171"/>
                  <a:pt x="733" y="173"/>
                  <a:pt x="732" y="175"/>
                </a:cubicBezTo>
                <a:cubicBezTo>
                  <a:pt x="732" y="176"/>
                  <a:pt x="733" y="179"/>
                  <a:pt x="734" y="179"/>
                </a:cubicBezTo>
                <a:cubicBezTo>
                  <a:pt x="735" y="179"/>
                  <a:pt x="736" y="178"/>
                  <a:pt x="736" y="177"/>
                </a:cubicBezTo>
                <a:close/>
                <a:moveTo>
                  <a:pt x="1498" y="203"/>
                </a:moveTo>
                <a:cubicBezTo>
                  <a:pt x="1498" y="203"/>
                  <a:pt x="1499" y="203"/>
                  <a:pt x="1499" y="202"/>
                </a:cubicBezTo>
                <a:cubicBezTo>
                  <a:pt x="1499" y="202"/>
                  <a:pt x="1499" y="201"/>
                  <a:pt x="1499" y="201"/>
                </a:cubicBezTo>
                <a:cubicBezTo>
                  <a:pt x="1498" y="196"/>
                  <a:pt x="1494" y="193"/>
                  <a:pt x="1492" y="188"/>
                </a:cubicBezTo>
                <a:cubicBezTo>
                  <a:pt x="1491" y="188"/>
                  <a:pt x="1491" y="188"/>
                  <a:pt x="1491" y="188"/>
                </a:cubicBezTo>
                <a:cubicBezTo>
                  <a:pt x="1490" y="189"/>
                  <a:pt x="1489" y="189"/>
                  <a:pt x="1489" y="190"/>
                </a:cubicBezTo>
                <a:cubicBezTo>
                  <a:pt x="1490" y="196"/>
                  <a:pt x="1493" y="200"/>
                  <a:pt x="1498" y="203"/>
                </a:cubicBezTo>
                <a:close/>
                <a:moveTo>
                  <a:pt x="816" y="447"/>
                </a:moveTo>
                <a:cubicBezTo>
                  <a:pt x="815" y="448"/>
                  <a:pt x="815" y="450"/>
                  <a:pt x="817" y="452"/>
                </a:cubicBezTo>
                <a:cubicBezTo>
                  <a:pt x="817" y="453"/>
                  <a:pt x="818" y="454"/>
                  <a:pt x="819" y="454"/>
                </a:cubicBezTo>
                <a:cubicBezTo>
                  <a:pt x="820" y="455"/>
                  <a:pt x="821" y="455"/>
                  <a:pt x="822" y="454"/>
                </a:cubicBezTo>
                <a:cubicBezTo>
                  <a:pt x="823" y="454"/>
                  <a:pt x="824" y="453"/>
                  <a:pt x="824" y="452"/>
                </a:cubicBezTo>
                <a:cubicBezTo>
                  <a:pt x="824" y="450"/>
                  <a:pt x="824" y="448"/>
                  <a:pt x="822" y="448"/>
                </a:cubicBezTo>
                <a:cubicBezTo>
                  <a:pt x="820" y="447"/>
                  <a:pt x="818" y="446"/>
                  <a:pt x="816" y="447"/>
                </a:cubicBezTo>
                <a:close/>
                <a:moveTo>
                  <a:pt x="746" y="604"/>
                </a:moveTo>
                <a:cubicBezTo>
                  <a:pt x="746" y="605"/>
                  <a:pt x="745" y="605"/>
                  <a:pt x="745" y="607"/>
                </a:cubicBezTo>
                <a:cubicBezTo>
                  <a:pt x="745" y="607"/>
                  <a:pt x="745" y="609"/>
                  <a:pt x="745" y="609"/>
                </a:cubicBezTo>
                <a:cubicBezTo>
                  <a:pt x="746" y="610"/>
                  <a:pt x="748" y="610"/>
                  <a:pt x="748" y="610"/>
                </a:cubicBezTo>
                <a:cubicBezTo>
                  <a:pt x="749" y="610"/>
                  <a:pt x="750" y="611"/>
                  <a:pt x="750" y="610"/>
                </a:cubicBezTo>
                <a:cubicBezTo>
                  <a:pt x="750" y="610"/>
                  <a:pt x="751" y="610"/>
                  <a:pt x="751" y="609"/>
                </a:cubicBezTo>
                <a:cubicBezTo>
                  <a:pt x="752" y="609"/>
                  <a:pt x="752" y="607"/>
                  <a:pt x="751" y="606"/>
                </a:cubicBezTo>
                <a:cubicBezTo>
                  <a:pt x="750" y="604"/>
                  <a:pt x="748" y="603"/>
                  <a:pt x="746" y="604"/>
                </a:cubicBezTo>
                <a:close/>
                <a:moveTo>
                  <a:pt x="2578" y="514"/>
                </a:moveTo>
                <a:cubicBezTo>
                  <a:pt x="2577" y="514"/>
                  <a:pt x="2576" y="514"/>
                  <a:pt x="2576" y="516"/>
                </a:cubicBezTo>
                <a:cubicBezTo>
                  <a:pt x="2575" y="516"/>
                  <a:pt x="2576" y="517"/>
                  <a:pt x="2577" y="518"/>
                </a:cubicBezTo>
                <a:cubicBezTo>
                  <a:pt x="2577" y="518"/>
                  <a:pt x="2578" y="518"/>
                  <a:pt x="2578" y="518"/>
                </a:cubicBezTo>
                <a:cubicBezTo>
                  <a:pt x="2579" y="518"/>
                  <a:pt x="2579" y="518"/>
                  <a:pt x="2580" y="517"/>
                </a:cubicBezTo>
                <a:cubicBezTo>
                  <a:pt x="2580" y="516"/>
                  <a:pt x="2580" y="515"/>
                  <a:pt x="2578" y="514"/>
                </a:cubicBezTo>
                <a:close/>
                <a:moveTo>
                  <a:pt x="2662" y="1568"/>
                </a:moveTo>
                <a:cubicBezTo>
                  <a:pt x="2662" y="1569"/>
                  <a:pt x="2662" y="1570"/>
                  <a:pt x="2662" y="1570"/>
                </a:cubicBezTo>
                <a:cubicBezTo>
                  <a:pt x="2662" y="1571"/>
                  <a:pt x="2662" y="1571"/>
                  <a:pt x="2662" y="1571"/>
                </a:cubicBezTo>
                <a:cubicBezTo>
                  <a:pt x="2664" y="1572"/>
                  <a:pt x="2666" y="1572"/>
                  <a:pt x="2666" y="1572"/>
                </a:cubicBezTo>
                <a:cubicBezTo>
                  <a:pt x="2668" y="1572"/>
                  <a:pt x="2669" y="1572"/>
                  <a:pt x="2670" y="1572"/>
                </a:cubicBezTo>
                <a:cubicBezTo>
                  <a:pt x="2670" y="1572"/>
                  <a:pt x="2671" y="1572"/>
                  <a:pt x="2671" y="1572"/>
                </a:cubicBezTo>
                <a:cubicBezTo>
                  <a:pt x="2672" y="1571"/>
                  <a:pt x="2673" y="1571"/>
                  <a:pt x="2673" y="1570"/>
                </a:cubicBezTo>
                <a:cubicBezTo>
                  <a:pt x="2673" y="1570"/>
                  <a:pt x="2672" y="1568"/>
                  <a:pt x="2671" y="1567"/>
                </a:cubicBezTo>
                <a:cubicBezTo>
                  <a:pt x="2669" y="1566"/>
                  <a:pt x="2665" y="1566"/>
                  <a:pt x="2662" y="1568"/>
                </a:cubicBezTo>
                <a:close/>
                <a:moveTo>
                  <a:pt x="1974" y="268"/>
                </a:moveTo>
                <a:cubicBezTo>
                  <a:pt x="1973" y="268"/>
                  <a:pt x="1972" y="268"/>
                  <a:pt x="1972" y="268"/>
                </a:cubicBezTo>
                <a:cubicBezTo>
                  <a:pt x="1969" y="269"/>
                  <a:pt x="1969" y="272"/>
                  <a:pt x="1970" y="273"/>
                </a:cubicBezTo>
                <a:cubicBezTo>
                  <a:pt x="1972" y="274"/>
                  <a:pt x="1973" y="275"/>
                  <a:pt x="1976" y="274"/>
                </a:cubicBezTo>
                <a:cubicBezTo>
                  <a:pt x="1976" y="274"/>
                  <a:pt x="1977" y="274"/>
                  <a:pt x="1977" y="273"/>
                </a:cubicBezTo>
                <a:cubicBezTo>
                  <a:pt x="1977" y="271"/>
                  <a:pt x="1977" y="270"/>
                  <a:pt x="1974" y="268"/>
                </a:cubicBezTo>
                <a:close/>
                <a:moveTo>
                  <a:pt x="2684" y="1237"/>
                </a:moveTo>
                <a:cubicBezTo>
                  <a:pt x="2684" y="1237"/>
                  <a:pt x="2683" y="1237"/>
                  <a:pt x="2683" y="1237"/>
                </a:cubicBezTo>
                <a:cubicBezTo>
                  <a:pt x="2681" y="1240"/>
                  <a:pt x="2680" y="1243"/>
                  <a:pt x="2680" y="1246"/>
                </a:cubicBezTo>
                <a:cubicBezTo>
                  <a:pt x="2680" y="1247"/>
                  <a:pt x="2681" y="1248"/>
                  <a:pt x="2681" y="1249"/>
                </a:cubicBezTo>
                <a:cubicBezTo>
                  <a:pt x="2682" y="1249"/>
                  <a:pt x="2682" y="1249"/>
                  <a:pt x="2683" y="1249"/>
                </a:cubicBezTo>
                <a:cubicBezTo>
                  <a:pt x="2686" y="1247"/>
                  <a:pt x="2687" y="1243"/>
                  <a:pt x="2686" y="1238"/>
                </a:cubicBezTo>
                <a:cubicBezTo>
                  <a:pt x="2686" y="1237"/>
                  <a:pt x="2685" y="1237"/>
                  <a:pt x="2684" y="1237"/>
                </a:cubicBezTo>
                <a:close/>
                <a:moveTo>
                  <a:pt x="2647" y="1292"/>
                </a:moveTo>
                <a:cubicBezTo>
                  <a:pt x="2646" y="1293"/>
                  <a:pt x="2645" y="1293"/>
                  <a:pt x="2644" y="1293"/>
                </a:cubicBezTo>
                <a:cubicBezTo>
                  <a:pt x="2644" y="1293"/>
                  <a:pt x="2643" y="1294"/>
                  <a:pt x="2643" y="1295"/>
                </a:cubicBezTo>
                <a:cubicBezTo>
                  <a:pt x="2643" y="1295"/>
                  <a:pt x="2643" y="1296"/>
                  <a:pt x="2643" y="1297"/>
                </a:cubicBezTo>
                <a:cubicBezTo>
                  <a:pt x="2645" y="1298"/>
                  <a:pt x="2646" y="1299"/>
                  <a:pt x="2647" y="1299"/>
                </a:cubicBezTo>
                <a:cubicBezTo>
                  <a:pt x="2649" y="1300"/>
                  <a:pt x="2650" y="1298"/>
                  <a:pt x="2650" y="1296"/>
                </a:cubicBezTo>
                <a:cubicBezTo>
                  <a:pt x="2651" y="1295"/>
                  <a:pt x="2650" y="1293"/>
                  <a:pt x="2650" y="1293"/>
                </a:cubicBezTo>
                <a:cubicBezTo>
                  <a:pt x="2649" y="1293"/>
                  <a:pt x="2648" y="1293"/>
                  <a:pt x="2647" y="1292"/>
                </a:cubicBezTo>
                <a:close/>
                <a:moveTo>
                  <a:pt x="181" y="429"/>
                </a:moveTo>
                <a:cubicBezTo>
                  <a:pt x="179" y="430"/>
                  <a:pt x="177" y="432"/>
                  <a:pt x="176" y="434"/>
                </a:cubicBezTo>
                <a:cubicBezTo>
                  <a:pt x="176" y="434"/>
                  <a:pt x="176" y="434"/>
                  <a:pt x="176" y="434"/>
                </a:cubicBezTo>
                <a:cubicBezTo>
                  <a:pt x="176" y="434"/>
                  <a:pt x="176" y="434"/>
                  <a:pt x="176" y="434"/>
                </a:cubicBezTo>
                <a:cubicBezTo>
                  <a:pt x="176" y="434"/>
                  <a:pt x="176" y="435"/>
                  <a:pt x="176" y="435"/>
                </a:cubicBezTo>
                <a:cubicBezTo>
                  <a:pt x="174" y="436"/>
                  <a:pt x="173" y="437"/>
                  <a:pt x="171" y="436"/>
                </a:cubicBezTo>
                <a:cubicBezTo>
                  <a:pt x="168" y="436"/>
                  <a:pt x="167" y="436"/>
                  <a:pt x="166" y="438"/>
                </a:cubicBezTo>
                <a:cubicBezTo>
                  <a:pt x="166" y="439"/>
                  <a:pt x="165" y="439"/>
                  <a:pt x="165" y="440"/>
                </a:cubicBezTo>
                <a:cubicBezTo>
                  <a:pt x="164" y="440"/>
                  <a:pt x="164" y="440"/>
                  <a:pt x="164" y="440"/>
                </a:cubicBezTo>
                <a:cubicBezTo>
                  <a:pt x="156" y="441"/>
                  <a:pt x="154" y="443"/>
                  <a:pt x="154" y="450"/>
                </a:cubicBezTo>
                <a:cubicBezTo>
                  <a:pt x="154" y="451"/>
                  <a:pt x="155" y="452"/>
                  <a:pt x="155" y="453"/>
                </a:cubicBezTo>
                <a:cubicBezTo>
                  <a:pt x="156" y="454"/>
                  <a:pt x="156" y="455"/>
                  <a:pt x="157" y="455"/>
                </a:cubicBezTo>
                <a:cubicBezTo>
                  <a:pt x="157" y="456"/>
                  <a:pt x="159" y="456"/>
                  <a:pt x="159" y="456"/>
                </a:cubicBezTo>
                <a:cubicBezTo>
                  <a:pt x="163" y="452"/>
                  <a:pt x="167" y="450"/>
                  <a:pt x="172" y="448"/>
                </a:cubicBezTo>
                <a:cubicBezTo>
                  <a:pt x="174" y="447"/>
                  <a:pt x="176" y="444"/>
                  <a:pt x="178" y="443"/>
                </a:cubicBezTo>
                <a:cubicBezTo>
                  <a:pt x="180" y="443"/>
                  <a:pt x="180" y="440"/>
                  <a:pt x="180" y="439"/>
                </a:cubicBezTo>
                <a:cubicBezTo>
                  <a:pt x="180" y="437"/>
                  <a:pt x="179" y="437"/>
                  <a:pt x="178" y="436"/>
                </a:cubicBezTo>
                <a:cubicBezTo>
                  <a:pt x="177" y="436"/>
                  <a:pt x="177" y="436"/>
                  <a:pt x="177" y="435"/>
                </a:cubicBezTo>
                <a:cubicBezTo>
                  <a:pt x="179" y="436"/>
                  <a:pt x="181" y="436"/>
                  <a:pt x="184" y="435"/>
                </a:cubicBezTo>
                <a:cubicBezTo>
                  <a:pt x="184" y="435"/>
                  <a:pt x="185" y="434"/>
                  <a:pt x="186" y="434"/>
                </a:cubicBezTo>
                <a:cubicBezTo>
                  <a:pt x="187" y="433"/>
                  <a:pt x="186" y="430"/>
                  <a:pt x="185" y="429"/>
                </a:cubicBezTo>
                <a:cubicBezTo>
                  <a:pt x="184" y="428"/>
                  <a:pt x="182" y="428"/>
                  <a:pt x="181" y="429"/>
                </a:cubicBezTo>
                <a:close/>
                <a:moveTo>
                  <a:pt x="2893" y="1757"/>
                </a:moveTo>
                <a:cubicBezTo>
                  <a:pt x="2891" y="1760"/>
                  <a:pt x="2890" y="1762"/>
                  <a:pt x="2889" y="1765"/>
                </a:cubicBezTo>
                <a:cubicBezTo>
                  <a:pt x="2890" y="1765"/>
                  <a:pt x="2890" y="1766"/>
                  <a:pt x="2890" y="1766"/>
                </a:cubicBezTo>
                <a:cubicBezTo>
                  <a:pt x="2892" y="1765"/>
                  <a:pt x="2894" y="1765"/>
                  <a:pt x="2895" y="1764"/>
                </a:cubicBezTo>
                <a:cubicBezTo>
                  <a:pt x="2897" y="1763"/>
                  <a:pt x="2898" y="1761"/>
                  <a:pt x="2896" y="1758"/>
                </a:cubicBezTo>
                <a:cubicBezTo>
                  <a:pt x="2896" y="1757"/>
                  <a:pt x="2894" y="1756"/>
                  <a:pt x="2893" y="1757"/>
                </a:cubicBezTo>
                <a:close/>
                <a:moveTo>
                  <a:pt x="868" y="1089"/>
                </a:moveTo>
                <a:cubicBezTo>
                  <a:pt x="870" y="1089"/>
                  <a:pt x="872" y="1087"/>
                  <a:pt x="872" y="1085"/>
                </a:cubicBezTo>
                <a:cubicBezTo>
                  <a:pt x="872" y="1083"/>
                  <a:pt x="871" y="1081"/>
                  <a:pt x="868" y="1080"/>
                </a:cubicBezTo>
                <a:cubicBezTo>
                  <a:pt x="867" y="1080"/>
                  <a:pt x="865" y="1081"/>
                  <a:pt x="865" y="1083"/>
                </a:cubicBezTo>
                <a:cubicBezTo>
                  <a:pt x="865" y="1084"/>
                  <a:pt x="865" y="1085"/>
                  <a:pt x="865" y="1085"/>
                </a:cubicBezTo>
                <a:cubicBezTo>
                  <a:pt x="864" y="1087"/>
                  <a:pt x="866" y="1089"/>
                  <a:pt x="868" y="1089"/>
                </a:cubicBezTo>
                <a:close/>
                <a:moveTo>
                  <a:pt x="1770" y="98"/>
                </a:moveTo>
                <a:cubicBezTo>
                  <a:pt x="1770" y="97"/>
                  <a:pt x="1770" y="96"/>
                  <a:pt x="1771" y="95"/>
                </a:cubicBezTo>
                <a:cubicBezTo>
                  <a:pt x="1771" y="93"/>
                  <a:pt x="1770" y="90"/>
                  <a:pt x="1769" y="90"/>
                </a:cubicBezTo>
                <a:cubicBezTo>
                  <a:pt x="1768" y="89"/>
                  <a:pt x="1768" y="90"/>
                  <a:pt x="1767" y="91"/>
                </a:cubicBezTo>
                <a:cubicBezTo>
                  <a:pt x="1766" y="92"/>
                  <a:pt x="1766" y="94"/>
                  <a:pt x="1767" y="96"/>
                </a:cubicBezTo>
                <a:cubicBezTo>
                  <a:pt x="1768" y="98"/>
                  <a:pt x="1769" y="98"/>
                  <a:pt x="1770" y="98"/>
                </a:cubicBezTo>
                <a:close/>
                <a:moveTo>
                  <a:pt x="1935" y="1063"/>
                </a:moveTo>
                <a:cubicBezTo>
                  <a:pt x="1933" y="1062"/>
                  <a:pt x="1932" y="1062"/>
                  <a:pt x="1932" y="1062"/>
                </a:cubicBezTo>
                <a:cubicBezTo>
                  <a:pt x="1930" y="1062"/>
                  <a:pt x="1929" y="1062"/>
                  <a:pt x="1929" y="1062"/>
                </a:cubicBezTo>
                <a:cubicBezTo>
                  <a:pt x="1928" y="1062"/>
                  <a:pt x="1927" y="1063"/>
                  <a:pt x="1926" y="1064"/>
                </a:cubicBezTo>
                <a:cubicBezTo>
                  <a:pt x="1926" y="1065"/>
                  <a:pt x="1928" y="1067"/>
                  <a:pt x="1929" y="1067"/>
                </a:cubicBezTo>
                <a:cubicBezTo>
                  <a:pt x="1932" y="1068"/>
                  <a:pt x="1934" y="1067"/>
                  <a:pt x="1935" y="1065"/>
                </a:cubicBezTo>
                <a:cubicBezTo>
                  <a:pt x="1936" y="1064"/>
                  <a:pt x="1936" y="1063"/>
                  <a:pt x="1935" y="1063"/>
                </a:cubicBezTo>
                <a:close/>
                <a:moveTo>
                  <a:pt x="852" y="345"/>
                </a:moveTo>
                <a:cubicBezTo>
                  <a:pt x="852" y="346"/>
                  <a:pt x="851" y="346"/>
                  <a:pt x="851" y="346"/>
                </a:cubicBezTo>
                <a:cubicBezTo>
                  <a:pt x="849" y="348"/>
                  <a:pt x="847" y="348"/>
                  <a:pt x="846" y="350"/>
                </a:cubicBezTo>
                <a:cubicBezTo>
                  <a:pt x="846" y="351"/>
                  <a:pt x="846" y="352"/>
                  <a:pt x="846" y="353"/>
                </a:cubicBezTo>
                <a:cubicBezTo>
                  <a:pt x="846" y="353"/>
                  <a:pt x="847" y="354"/>
                  <a:pt x="847" y="354"/>
                </a:cubicBezTo>
                <a:cubicBezTo>
                  <a:pt x="848" y="354"/>
                  <a:pt x="849" y="354"/>
                  <a:pt x="849" y="354"/>
                </a:cubicBezTo>
                <a:cubicBezTo>
                  <a:pt x="851" y="352"/>
                  <a:pt x="852" y="350"/>
                  <a:pt x="853" y="349"/>
                </a:cubicBezTo>
                <a:cubicBezTo>
                  <a:pt x="854" y="348"/>
                  <a:pt x="854" y="346"/>
                  <a:pt x="853" y="346"/>
                </a:cubicBezTo>
                <a:cubicBezTo>
                  <a:pt x="853" y="345"/>
                  <a:pt x="853" y="345"/>
                  <a:pt x="852" y="345"/>
                </a:cubicBezTo>
                <a:close/>
                <a:moveTo>
                  <a:pt x="2980" y="1339"/>
                </a:moveTo>
                <a:cubicBezTo>
                  <a:pt x="2982" y="1338"/>
                  <a:pt x="2983" y="1337"/>
                  <a:pt x="2982" y="1336"/>
                </a:cubicBezTo>
                <a:cubicBezTo>
                  <a:pt x="2981" y="1334"/>
                  <a:pt x="2979" y="1333"/>
                  <a:pt x="2977" y="1332"/>
                </a:cubicBezTo>
                <a:cubicBezTo>
                  <a:pt x="2977" y="1333"/>
                  <a:pt x="2975" y="1333"/>
                  <a:pt x="2975" y="1333"/>
                </a:cubicBezTo>
                <a:cubicBezTo>
                  <a:pt x="2975" y="1335"/>
                  <a:pt x="2975" y="1336"/>
                  <a:pt x="2976" y="1338"/>
                </a:cubicBezTo>
                <a:cubicBezTo>
                  <a:pt x="2976" y="1339"/>
                  <a:pt x="2978" y="1339"/>
                  <a:pt x="2980" y="1339"/>
                </a:cubicBezTo>
                <a:close/>
                <a:moveTo>
                  <a:pt x="881" y="379"/>
                </a:moveTo>
                <a:cubicBezTo>
                  <a:pt x="882" y="379"/>
                  <a:pt x="882" y="378"/>
                  <a:pt x="882" y="377"/>
                </a:cubicBezTo>
                <a:cubicBezTo>
                  <a:pt x="882" y="376"/>
                  <a:pt x="882" y="376"/>
                  <a:pt x="882" y="375"/>
                </a:cubicBezTo>
                <a:cubicBezTo>
                  <a:pt x="881" y="373"/>
                  <a:pt x="879" y="372"/>
                  <a:pt x="877" y="373"/>
                </a:cubicBezTo>
                <a:cubicBezTo>
                  <a:pt x="875" y="373"/>
                  <a:pt x="875" y="374"/>
                  <a:pt x="874" y="375"/>
                </a:cubicBezTo>
                <a:cubicBezTo>
                  <a:pt x="874" y="376"/>
                  <a:pt x="874" y="377"/>
                  <a:pt x="875" y="378"/>
                </a:cubicBezTo>
                <a:cubicBezTo>
                  <a:pt x="877" y="379"/>
                  <a:pt x="879" y="380"/>
                  <a:pt x="881" y="379"/>
                </a:cubicBezTo>
                <a:close/>
                <a:moveTo>
                  <a:pt x="2934" y="1276"/>
                </a:moveTo>
                <a:cubicBezTo>
                  <a:pt x="2934" y="1276"/>
                  <a:pt x="2935" y="1276"/>
                  <a:pt x="2935" y="1276"/>
                </a:cubicBezTo>
                <a:cubicBezTo>
                  <a:pt x="2935" y="1275"/>
                  <a:pt x="2935" y="1275"/>
                  <a:pt x="2935" y="1275"/>
                </a:cubicBezTo>
                <a:cubicBezTo>
                  <a:pt x="2934" y="1273"/>
                  <a:pt x="2933" y="1272"/>
                  <a:pt x="2933" y="1271"/>
                </a:cubicBezTo>
                <a:cubicBezTo>
                  <a:pt x="2933" y="1271"/>
                  <a:pt x="2933" y="1271"/>
                  <a:pt x="2932" y="1271"/>
                </a:cubicBezTo>
                <a:cubicBezTo>
                  <a:pt x="2931" y="1269"/>
                  <a:pt x="2930" y="1267"/>
                  <a:pt x="2929" y="1266"/>
                </a:cubicBezTo>
                <a:cubicBezTo>
                  <a:pt x="2928" y="1265"/>
                  <a:pt x="2927" y="1265"/>
                  <a:pt x="2927" y="1265"/>
                </a:cubicBezTo>
                <a:cubicBezTo>
                  <a:pt x="2926" y="1265"/>
                  <a:pt x="2926" y="1267"/>
                  <a:pt x="2926" y="1268"/>
                </a:cubicBezTo>
                <a:cubicBezTo>
                  <a:pt x="2928" y="1272"/>
                  <a:pt x="2931" y="1274"/>
                  <a:pt x="2934" y="1276"/>
                </a:cubicBezTo>
                <a:close/>
                <a:moveTo>
                  <a:pt x="1734" y="119"/>
                </a:moveTo>
                <a:cubicBezTo>
                  <a:pt x="1736" y="119"/>
                  <a:pt x="1739" y="120"/>
                  <a:pt x="1742" y="121"/>
                </a:cubicBezTo>
                <a:cubicBezTo>
                  <a:pt x="1742" y="121"/>
                  <a:pt x="1742" y="121"/>
                  <a:pt x="1742" y="121"/>
                </a:cubicBezTo>
                <a:cubicBezTo>
                  <a:pt x="1742" y="121"/>
                  <a:pt x="1742" y="121"/>
                  <a:pt x="1742" y="121"/>
                </a:cubicBezTo>
                <a:cubicBezTo>
                  <a:pt x="1742" y="121"/>
                  <a:pt x="1742" y="121"/>
                  <a:pt x="1743" y="121"/>
                </a:cubicBezTo>
                <a:cubicBezTo>
                  <a:pt x="1743" y="120"/>
                  <a:pt x="1743" y="119"/>
                  <a:pt x="1743" y="118"/>
                </a:cubicBezTo>
                <a:cubicBezTo>
                  <a:pt x="1742" y="116"/>
                  <a:pt x="1742" y="116"/>
                  <a:pt x="1740" y="115"/>
                </a:cubicBezTo>
                <a:cubicBezTo>
                  <a:pt x="1739" y="115"/>
                  <a:pt x="1737" y="114"/>
                  <a:pt x="1736" y="114"/>
                </a:cubicBezTo>
                <a:cubicBezTo>
                  <a:pt x="1736" y="114"/>
                  <a:pt x="1735" y="115"/>
                  <a:pt x="1734" y="115"/>
                </a:cubicBezTo>
                <a:cubicBezTo>
                  <a:pt x="1733" y="115"/>
                  <a:pt x="1733" y="116"/>
                  <a:pt x="1732" y="117"/>
                </a:cubicBezTo>
                <a:cubicBezTo>
                  <a:pt x="1732" y="118"/>
                  <a:pt x="1733" y="119"/>
                  <a:pt x="1734" y="119"/>
                </a:cubicBezTo>
                <a:close/>
                <a:moveTo>
                  <a:pt x="2032" y="153"/>
                </a:moveTo>
                <a:cubicBezTo>
                  <a:pt x="2036" y="153"/>
                  <a:pt x="2039" y="151"/>
                  <a:pt x="2039" y="147"/>
                </a:cubicBezTo>
                <a:cubicBezTo>
                  <a:pt x="2039" y="146"/>
                  <a:pt x="2038" y="145"/>
                  <a:pt x="2038" y="145"/>
                </a:cubicBezTo>
                <a:cubicBezTo>
                  <a:pt x="2038" y="145"/>
                  <a:pt x="2037" y="145"/>
                  <a:pt x="2037" y="145"/>
                </a:cubicBezTo>
                <a:cubicBezTo>
                  <a:pt x="2035" y="146"/>
                  <a:pt x="2033" y="147"/>
                  <a:pt x="2032" y="149"/>
                </a:cubicBezTo>
                <a:cubicBezTo>
                  <a:pt x="2031" y="149"/>
                  <a:pt x="2031" y="150"/>
                  <a:pt x="2031" y="151"/>
                </a:cubicBezTo>
                <a:cubicBezTo>
                  <a:pt x="2031" y="151"/>
                  <a:pt x="2032" y="152"/>
                  <a:pt x="2032" y="153"/>
                </a:cubicBezTo>
                <a:close/>
                <a:moveTo>
                  <a:pt x="2088" y="99"/>
                </a:moveTo>
                <a:cubicBezTo>
                  <a:pt x="2088" y="99"/>
                  <a:pt x="2089" y="99"/>
                  <a:pt x="2089" y="98"/>
                </a:cubicBezTo>
                <a:cubicBezTo>
                  <a:pt x="2088" y="98"/>
                  <a:pt x="2088" y="96"/>
                  <a:pt x="2088" y="96"/>
                </a:cubicBezTo>
                <a:cubicBezTo>
                  <a:pt x="2084" y="96"/>
                  <a:pt x="2081" y="98"/>
                  <a:pt x="2078" y="96"/>
                </a:cubicBezTo>
                <a:cubicBezTo>
                  <a:pt x="2078" y="96"/>
                  <a:pt x="2077" y="96"/>
                  <a:pt x="2077" y="97"/>
                </a:cubicBezTo>
                <a:cubicBezTo>
                  <a:pt x="2077" y="97"/>
                  <a:pt x="2077" y="98"/>
                  <a:pt x="2077" y="98"/>
                </a:cubicBezTo>
                <a:cubicBezTo>
                  <a:pt x="2080" y="101"/>
                  <a:pt x="2084" y="102"/>
                  <a:pt x="2088" y="99"/>
                </a:cubicBezTo>
                <a:close/>
                <a:moveTo>
                  <a:pt x="979" y="1483"/>
                </a:moveTo>
                <a:cubicBezTo>
                  <a:pt x="979" y="1483"/>
                  <a:pt x="979" y="1483"/>
                  <a:pt x="979" y="1483"/>
                </a:cubicBezTo>
                <a:cubicBezTo>
                  <a:pt x="978" y="1484"/>
                  <a:pt x="977" y="1484"/>
                  <a:pt x="976" y="1484"/>
                </a:cubicBezTo>
                <a:cubicBezTo>
                  <a:pt x="974" y="1486"/>
                  <a:pt x="973" y="1487"/>
                  <a:pt x="971" y="1488"/>
                </a:cubicBezTo>
                <a:cubicBezTo>
                  <a:pt x="970" y="1490"/>
                  <a:pt x="969" y="1491"/>
                  <a:pt x="967" y="1493"/>
                </a:cubicBezTo>
                <a:cubicBezTo>
                  <a:pt x="967" y="1494"/>
                  <a:pt x="967" y="1495"/>
                  <a:pt x="966" y="1495"/>
                </a:cubicBezTo>
                <a:cubicBezTo>
                  <a:pt x="973" y="1495"/>
                  <a:pt x="977" y="1491"/>
                  <a:pt x="979" y="1484"/>
                </a:cubicBezTo>
                <a:cubicBezTo>
                  <a:pt x="979" y="1484"/>
                  <a:pt x="979" y="1483"/>
                  <a:pt x="979" y="1483"/>
                </a:cubicBezTo>
                <a:cubicBezTo>
                  <a:pt x="979" y="1483"/>
                  <a:pt x="979" y="1483"/>
                  <a:pt x="979" y="1483"/>
                </a:cubicBezTo>
                <a:cubicBezTo>
                  <a:pt x="979" y="1483"/>
                  <a:pt x="979" y="1483"/>
                  <a:pt x="979" y="1483"/>
                </a:cubicBezTo>
                <a:close/>
                <a:moveTo>
                  <a:pt x="1187" y="50"/>
                </a:moveTo>
                <a:cubicBezTo>
                  <a:pt x="1187" y="50"/>
                  <a:pt x="1188" y="49"/>
                  <a:pt x="1188" y="48"/>
                </a:cubicBezTo>
                <a:cubicBezTo>
                  <a:pt x="1188" y="46"/>
                  <a:pt x="1188" y="44"/>
                  <a:pt x="1187" y="44"/>
                </a:cubicBezTo>
                <a:cubicBezTo>
                  <a:pt x="1186" y="43"/>
                  <a:pt x="1185" y="44"/>
                  <a:pt x="1185" y="46"/>
                </a:cubicBezTo>
                <a:cubicBezTo>
                  <a:pt x="1184" y="47"/>
                  <a:pt x="1185" y="49"/>
                  <a:pt x="1186" y="50"/>
                </a:cubicBezTo>
                <a:cubicBezTo>
                  <a:pt x="1186" y="50"/>
                  <a:pt x="1186" y="50"/>
                  <a:pt x="1187" y="50"/>
                </a:cubicBezTo>
                <a:close/>
                <a:moveTo>
                  <a:pt x="2603" y="1203"/>
                </a:moveTo>
                <a:cubicBezTo>
                  <a:pt x="2603" y="1203"/>
                  <a:pt x="2604" y="1202"/>
                  <a:pt x="2604" y="1202"/>
                </a:cubicBezTo>
                <a:cubicBezTo>
                  <a:pt x="2604" y="1202"/>
                  <a:pt x="2603" y="1201"/>
                  <a:pt x="2603" y="1201"/>
                </a:cubicBezTo>
                <a:cubicBezTo>
                  <a:pt x="2599" y="1201"/>
                  <a:pt x="2596" y="1200"/>
                  <a:pt x="2592" y="1200"/>
                </a:cubicBezTo>
                <a:cubicBezTo>
                  <a:pt x="2592" y="1200"/>
                  <a:pt x="2591" y="1201"/>
                  <a:pt x="2591" y="1202"/>
                </a:cubicBezTo>
                <a:cubicBezTo>
                  <a:pt x="2591" y="1203"/>
                  <a:pt x="2591" y="1204"/>
                  <a:pt x="2592" y="1204"/>
                </a:cubicBezTo>
                <a:cubicBezTo>
                  <a:pt x="2594" y="1204"/>
                  <a:pt x="2596" y="1204"/>
                  <a:pt x="2598" y="1204"/>
                </a:cubicBezTo>
                <a:cubicBezTo>
                  <a:pt x="2599" y="1204"/>
                  <a:pt x="2601" y="1204"/>
                  <a:pt x="2603" y="1203"/>
                </a:cubicBezTo>
                <a:close/>
                <a:moveTo>
                  <a:pt x="2925" y="1280"/>
                </a:moveTo>
                <a:cubicBezTo>
                  <a:pt x="2926" y="1280"/>
                  <a:pt x="2926" y="1280"/>
                  <a:pt x="2926" y="1279"/>
                </a:cubicBezTo>
                <a:cubicBezTo>
                  <a:pt x="2927" y="1279"/>
                  <a:pt x="2926" y="1278"/>
                  <a:pt x="2926" y="1277"/>
                </a:cubicBezTo>
                <a:cubicBezTo>
                  <a:pt x="2925" y="1275"/>
                  <a:pt x="2923" y="1274"/>
                  <a:pt x="2922" y="1274"/>
                </a:cubicBezTo>
                <a:cubicBezTo>
                  <a:pt x="2921" y="1274"/>
                  <a:pt x="2921" y="1275"/>
                  <a:pt x="2920" y="1275"/>
                </a:cubicBezTo>
                <a:cubicBezTo>
                  <a:pt x="2920" y="1276"/>
                  <a:pt x="2920" y="1277"/>
                  <a:pt x="2921" y="1278"/>
                </a:cubicBezTo>
                <a:cubicBezTo>
                  <a:pt x="2922" y="1280"/>
                  <a:pt x="2924" y="1280"/>
                  <a:pt x="2925" y="1280"/>
                </a:cubicBezTo>
                <a:close/>
                <a:moveTo>
                  <a:pt x="2714" y="668"/>
                </a:moveTo>
                <a:cubicBezTo>
                  <a:pt x="2713" y="668"/>
                  <a:pt x="2713" y="668"/>
                  <a:pt x="2712" y="668"/>
                </a:cubicBezTo>
                <a:cubicBezTo>
                  <a:pt x="2712" y="668"/>
                  <a:pt x="2712" y="669"/>
                  <a:pt x="2712" y="670"/>
                </a:cubicBezTo>
                <a:cubicBezTo>
                  <a:pt x="2711" y="673"/>
                  <a:pt x="2711" y="676"/>
                  <a:pt x="2711" y="679"/>
                </a:cubicBezTo>
                <a:cubicBezTo>
                  <a:pt x="2713" y="676"/>
                  <a:pt x="2714" y="673"/>
                  <a:pt x="2714" y="670"/>
                </a:cubicBezTo>
                <a:cubicBezTo>
                  <a:pt x="2714" y="669"/>
                  <a:pt x="2714" y="668"/>
                  <a:pt x="2714" y="668"/>
                </a:cubicBezTo>
                <a:close/>
                <a:moveTo>
                  <a:pt x="1721" y="139"/>
                </a:moveTo>
                <a:cubicBezTo>
                  <a:pt x="1721" y="141"/>
                  <a:pt x="1723" y="140"/>
                  <a:pt x="1724" y="138"/>
                </a:cubicBezTo>
                <a:cubicBezTo>
                  <a:pt x="1724" y="138"/>
                  <a:pt x="1724" y="137"/>
                  <a:pt x="1724" y="137"/>
                </a:cubicBezTo>
                <a:cubicBezTo>
                  <a:pt x="1723" y="136"/>
                  <a:pt x="1723" y="134"/>
                  <a:pt x="1723" y="133"/>
                </a:cubicBezTo>
                <a:cubicBezTo>
                  <a:pt x="1722" y="132"/>
                  <a:pt x="1721" y="133"/>
                  <a:pt x="1721" y="134"/>
                </a:cubicBezTo>
                <a:cubicBezTo>
                  <a:pt x="1720" y="135"/>
                  <a:pt x="1720" y="136"/>
                  <a:pt x="1720" y="137"/>
                </a:cubicBezTo>
                <a:cubicBezTo>
                  <a:pt x="1720" y="138"/>
                  <a:pt x="1720" y="138"/>
                  <a:pt x="1721" y="139"/>
                </a:cubicBezTo>
                <a:close/>
                <a:moveTo>
                  <a:pt x="1769" y="128"/>
                </a:moveTo>
                <a:cubicBezTo>
                  <a:pt x="1769" y="129"/>
                  <a:pt x="1771" y="131"/>
                  <a:pt x="1773" y="130"/>
                </a:cubicBezTo>
                <a:cubicBezTo>
                  <a:pt x="1775" y="130"/>
                  <a:pt x="1776" y="128"/>
                  <a:pt x="1776" y="126"/>
                </a:cubicBezTo>
                <a:cubicBezTo>
                  <a:pt x="1776" y="125"/>
                  <a:pt x="1775" y="124"/>
                  <a:pt x="1773" y="124"/>
                </a:cubicBezTo>
                <a:cubicBezTo>
                  <a:pt x="1771" y="124"/>
                  <a:pt x="1769" y="125"/>
                  <a:pt x="1769" y="128"/>
                </a:cubicBezTo>
                <a:close/>
                <a:moveTo>
                  <a:pt x="2341" y="1170"/>
                </a:moveTo>
                <a:cubicBezTo>
                  <a:pt x="2341" y="1169"/>
                  <a:pt x="2340" y="1169"/>
                  <a:pt x="2340" y="1170"/>
                </a:cubicBezTo>
                <a:cubicBezTo>
                  <a:pt x="2339" y="1170"/>
                  <a:pt x="2338" y="1171"/>
                  <a:pt x="2338" y="1171"/>
                </a:cubicBezTo>
                <a:cubicBezTo>
                  <a:pt x="2338" y="1174"/>
                  <a:pt x="2340" y="1176"/>
                  <a:pt x="2342" y="1177"/>
                </a:cubicBezTo>
                <a:cubicBezTo>
                  <a:pt x="2342" y="1177"/>
                  <a:pt x="2343" y="1177"/>
                  <a:pt x="2343" y="1177"/>
                </a:cubicBezTo>
                <a:cubicBezTo>
                  <a:pt x="2344" y="1177"/>
                  <a:pt x="2344" y="1176"/>
                  <a:pt x="2345" y="1176"/>
                </a:cubicBezTo>
                <a:cubicBezTo>
                  <a:pt x="2345" y="1172"/>
                  <a:pt x="2343" y="1171"/>
                  <a:pt x="2341" y="1170"/>
                </a:cubicBezTo>
                <a:close/>
                <a:moveTo>
                  <a:pt x="1735" y="130"/>
                </a:moveTo>
                <a:cubicBezTo>
                  <a:pt x="1738" y="129"/>
                  <a:pt x="1740" y="127"/>
                  <a:pt x="1742" y="125"/>
                </a:cubicBezTo>
                <a:cubicBezTo>
                  <a:pt x="1742" y="125"/>
                  <a:pt x="1743" y="125"/>
                  <a:pt x="1744" y="124"/>
                </a:cubicBezTo>
                <a:cubicBezTo>
                  <a:pt x="1744" y="124"/>
                  <a:pt x="1745" y="124"/>
                  <a:pt x="1746" y="124"/>
                </a:cubicBezTo>
                <a:cubicBezTo>
                  <a:pt x="1745" y="124"/>
                  <a:pt x="1745" y="124"/>
                  <a:pt x="1744" y="124"/>
                </a:cubicBezTo>
                <a:cubicBezTo>
                  <a:pt x="1743" y="123"/>
                  <a:pt x="1743" y="124"/>
                  <a:pt x="1742" y="124"/>
                </a:cubicBezTo>
                <a:cubicBezTo>
                  <a:pt x="1742" y="124"/>
                  <a:pt x="1742" y="124"/>
                  <a:pt x="1742" y="124"/>
                </a:cubicBezTo>
                <a:cubicBezTo>
                  <a:pt x="1742" y="124"/>
                  <a:pt x="1742" y="124"/>
                  <a:pt x="1742" y="124"/>
                </a:cubicBezTo>
                <a:cubicBezTo>
                  <a:pt x="1742" y="124"/>
                  <a:pt x="1742" y="124"/>
                  <a:pt x="1742" y="124"/>
                </a:cubicBezTo>
                <a:cubicBezTo>
                  <a:pt x="1742" y="124"/>
                  <a:pt x="1742" y="124"/>
                  <a:pt x="1742" y="124"/>
                </a:cubicBezTo>
                <a:cubicBezTo>
                  <a:pt x="1742" y="124"/>
                  <a:pt x="1742" y="124"/>
                  <a:pt x="1742" y="124"/>
                </a:cubicBezTo>
                <a:cubicBezTo>
                  <a:pt x="1739" y="124"/>
                  <a:pt x="1737" y="124"/>
                  <a:pt x="1735" y="124"/>
                </a:cubicBezTo>
                <a:cubicBezTo>
                  <a:pt x="1734" y="124"/>
                  <a:pt x="1732" y="125"/>
                  <a:pt x="1732" y="127"/>
                </a:cubicBezTo>
                <a:cubicBezTo>
                  <a:pt x="1732" y="128"/>
                  <a:pt x="1733" y="129"/>
                  <a:pt x="1733" y="129"/>
                </a:cubicBezTo>
                <a:cubicBezTo>
                  <a:pt x="1734" y="130"/>
                  <a:pt x="1735" y="130"/>
                  <a:pt x="1735" y="130"/>
                </a:cubicBezTo>
                <a:close/>
                <a:moveTo>
                  <a:pt x="240" y="407"/>
                </a:moveTo>
                <a:cubicBezTo>
                  <a:pt x="240" y="407"/>
                  <a:pt x="240" y="407"/>
                  <a:pt x="240" y="407"/>
                </a:cubicBezTo>
                <a:cubicBezTo>
                  <a:pt x="240" y="407"/>
                  <a:pt x="240" y="407"/>
                  <a:pt x="240" y="407"/>
                </a:cubicBezTo>
                <a:close/>
                <a:moveTo>
                  <a:pt x="2737" y="646"/>
                </a:moveTo>
                <a:cubicBezTo>
                  <a:pt x="2740" y="645"/>
                  <a:pt x="2742" y="642"/>
                  <a:pt x="2742" y="638"/>
                </a:cubicBezTo>
                <a:cubicBezTo>
                  <a:pt x="2742" y="638"/>
                  <a:pt x="2741" y="637"/>
                  <a:pt x="2741" y="637"/>
                </a:cubicBezTo>
                <a:cubicBezTo>
                  <a:pt x="2741" y="637"/>
                  <a:pt x="2740" y="637"/>
                  <a:pt x="2740" y="638"/>
                </a:cubicBezTo>
                <a:cubicBezTo>
                  <a:pt x="2738" y="639"/>
                  <a:pt x="2736" y="642"/>
                  <a:pt x="2735" y="645"/>
                </a:cubicBezTo>
                <a:cubicBezTo>
                  <a:pt x="2735" y="645"/>
                  <a:pt x="2736" y="646"/>
                  <a:pt x="2736" y="646"/>
                </a:cubicBezTo>
                <a:cubicBezTo>
                  <a:pt x="2736" y="646"/>
                  <a:pt x="2737" y="646"/>
                  <a:pt x="2737" y="646"/>
                </a:cubicBezTo>
                <a:close/>
                <a:moveTo>
                  <a:pt x="1373" y="573"/>
                </a:moveTo>
                <a:cubicBezTo>
                  <a:pt x="1372" y="573"/>
                  <a:pt x="1372" y="573"/>
                  <a:pt x="1372" y="573"/>
                </a:cubicBezTo>
                <a:cubicBezTo>
                  <a:pt x="1373" y="573"/>
                  <a:pt x="1373" y="573"/>
                  <a:pt x="1373" y="573"/>
                </a:cubicBezTo>
                <a:cubicBezTo>
                  <a:pt x="1373" y="573"/>
                  <a:pt x="1373" y="573"/>
                  <a:pt x="1373" y="573"/>
                </a:cubicBezTo>
                <a:close/>
                <a:moveTo>
                  <a:pt x="1379" y="566"/>
                </a:moveTo>
                <a:cubicBezTo>
                  <a:pt x="1379" y="565"/>
                  <a:pt x="1379" y="564"/>
                  <a:pt x="1378" y="564"/>
                </a:cubicBezTo>
                <a:cubicBezTo>
                  <a:pt x="1378" y="564"/>
                  <a:pt x="1377" y="563"/>
                  <a:pt x="1377" y="564"/>
                </a:cubicBezTo>
                <a:cubicBezTo>
                  <a:pt x="1375" y="564"/>
                  <a:pt x="1373" y="565"/>
                  <a:pt x="1373" y="568"/>
                </a:cubicBezTo>
                <a:cubicBezTo>
                  <a:pt x="1372" y="569"/>
                  <a:pt x="1372" y="571"/>
                  <a:pt x="1372" y="572"/>
                </a:cubicBezTo>
                <a:cubicBezTo>
                  <a:pt x="1373" y="572"/>
                  <a:pt x="1374" y="572"/>
                  <a:pt x="1375" y="572"/>
                </a:cubicBezTo>
                <a:cubicBezTo>
                  <a:pt x="1377" y="570"/>
                  <a:pt x="1379" y="568"/>
                  <a:pt x="1379" y="566"/>
                </a:cubicBezTo>
                <a:close/>
                <a:moveTo>
                  <a:pt x="2436" y="1210"/>
                </a:moveTo>
                <a:cubicBezTo>
                  <a:pt x="2435" y="1210"/>
                  <a:pt x="2435" y="1210"/>
                  <a:pt x="2435" y="1211"/>
                </a:cubicBezTo>
                <a:cubicBezTo>
                  <a:pt x="2434" y="1212"/>
                  <a:pt x="2433" y="1213"/>
                  <a:pt x="2434" y="1214"/>
                </a:cubicBezTo>
                <a:cubicBezTo>
                  <a:pt x="2435" y="1216"/>
                  <a:pt x="2437" y="1216"/>
                  <a:pt x="2438" y="1216"/>
                </a:cubicBezTo>
                <a:cubicBezTo>
                  <a:pt x="2440" y="1216"/>
                  <a:pt x="2440" y="1215"/>
                  <a:pt x="2441" y="1215"/>
                </a:cubicBezTo>
                <a:cubicBezTo>
                  <a:pt x="2441" y="1214"/>
                  <a:pt x="2441" y="1213"/>
                  <a:pt x="2441" y="1213"/>
                </a:cubicBezTo>
                <a:cubicBezTo>
                  <a:pt x="2441" y="1211"/>
                  <a:pt x="2438" y="1209"/>
                  <a:pt x="2436" y="1210"/>
                </a:cubicBezTo>
                <a:close/>
                <a:moveTo>
                  <a:pt x="2917" y="1262"/>
                </a:moveTo>
                <a:cubicBezTo>
                  <a:pt x="2918" y="1263"/>
                  <a:pt x="2919" y="1262"/>
                  <a:pt x="2919" y="1262"/>
                </a:cubicBezTo>
                <a:cubicBezTo>
                  <a:pt x="2920" y="1262"/>
                  <a:pt x="2920" y="1261"/>
                  <a:pt x="2919" y="1261"/>
                </a:cubicBezTo>
                <a:cubicBezTo>
                  <a:pt x="2917" y="1260"/>
                  <a:pt x="2915" y="1259"/>
                  <a:pt x="2912" y="1259"/>
                </a:cubicBezTo>
                <a:cubicBezTo>
                  <a:pt x="2912" y="1259"/>
                  <a:pt x="2911" y="1259"/>
                  <a:pt x="2911" y="1259"/>
                </a:cubicBezTo>
                <a:cubicBezTo>
                  <a:pt x="2911" y="1259"/>
                  <a:pt x="2911" y="1259"/>
                  <a:pt x="2911" y="1259"/>
                </a:cubicBezTo>
                <a:cubicBezTo>
                  <a:pt x="2913" y="1261"/>
                  <a:pt x="2915" y="1262"/>
                  <a:pt x="2917" y="1262"/>
                </a:cubicBezTo>
                <a:close/>
                <a:moveTo>
                  <a:pt x="686" y="324"/>
                </a:moveTo>
                <a:cubicBezTo>
                  <a:pt x="687" y="325"/>
                  <a:pt x="688" y="325"/>
                  <a:pt x="688" y="325"/>
                </a:cubicBezTo>
                <a:cubicBezTo>
                  <a:pt x="691" y="323"/>
                  <a:pt x="693" y="321"/>
                  <a:pt x="694" y="318"/>
                </a:cubicBezTo>
                <a:cubicBezTo>
                  <a:pt x="693" y="318"/>
                  <a:pt x="693" y="318"/>
                  <a:pt x="693" y="317"/>
                </a:cubicBezTo>
                <a:cubicBezTo>
                  <a:pt x="693" y="317"/>
                  <a:pt x="692" y="317"/>
                  <a:pt x="692" y="317"/>
                </a:cubicBezTo>
                <a:cubicBezTo>
                  <a:pt x="690" y="318"/>
                  <a:pt x="689" y="319"/>
                  <a:pt x="688" y="319"/>
                </a:cubicBezTo>
                <a:cubicBezTo>
                  <a:pt x="686" y="320"/>
                  <a:pt x="686" y="322"/>
                  <a:pt x="686" y="324"/>
                </a:cubicBezTo>
                <a:close/>
                <a:moveTo>
                  <a:pt x="2354" y="1194"/>
                </a:moveTo>
                <a:cubicBezTo>
                  <a:pt x="2353" y="1194"/>
                  <a:pt x="2352" y="1194"/>
                  <a:pt x="2352" y="1194"/>
                </a:cubicBezTo>
                <a:cubicBezTo>
                  <a:pt x="2351" y="1195"/>
                  <a:pt x="2350" y="1195"/>
                  <a:pt x="2351" y="1197"/>
                </a:cubicBezTo>
                <a:cubicBezTo>
                  <a:pt x="2352" y="1198"/>
                  <a:pt x="2353" y="1200"/>
                  <a:pt x="2355" y="1201"/>
                </a:cubicBezTo>
                <a:cubicBezTo>
                  <a:pt x="2355" y="1201"/>
                  <a:pt x="2356" y="1201"/>
                  <a:pt x="2356" y="1201"/>
                </a:cubicBezTo>
                <a:cubicBezTo>
                  <a:pt x="2357" y="1200"/>
                  <a:pt x="2357" y="1200"/>
                  <a:pt x="2357" y="1199"/>
                </a:cubicBezTo>
                <a:cubicBezTo>
                  <a:pt x="2357" y="1196"/>
                  <a:pt x="2356" y="1195"/>
                  <a:pt x="2354" y="1194"/>
                </a:cubicBezTo>
                <a:close/>
                <a:moveTo>
                  <a:pt x="886" y="505"/>
                </a:moveTo>
                <a:cubicBezTo>
                  <a:pt x="885" y="506"/>
                  <a:pt x="884" y="507"/>
                  <a:pt x="883" y="508"/>
                </a:cubicBezTo>
                <a:cubicBezTo>
                  <a:pt x="883" y="508"/>
                  <a:pt x="883" y="509"/>
                  <a:pt x="883" y="509"/>
                </a:cubicBezTo>
                <a:cubicBezTo>
                  <a:pt x="884" y="510"/>
                  <a:pt x="885" y="510"/>
                  <a:pt x="886" y="510"/>
                </a:cubicBezTo>
                <a:cubicBezTo>
                  <a:pt x="886" y="510"/>
                  <a:pt x="888" y="509"/>
                  <a:pt x="888" y="508"/>
                </a:cubicBezTo>
                <a:cubicBezTo>
                  <a:pt x="889" y="508"/>
                  <a:pt x="889" y="507"/>
                  <a:pt x="889" y="506"/>
                </a:cubicBezTo>
                <a:cubicBezTo>
                  <a:pt x="889" y="505"/>
                  <a:pt x="887" y="505"/>
                  <a:pt x="886" y="505"/>
                </a:cubicBezTo>
                <a:close/>
                <a:moveTo>
                  <a:pt x="2932" y="1284"/>
                </a:moveTo>
                <a:cubicBezTo>
                  <a:pt x="2932" y="1285"/>
                  <a:pt x="2932" y="1285"/>
                  <a:pt x="2932" y="1285"/>
                </a:cubicBezTo>
                <a:cubicBezTo>
                  <a:pt x="2933" y="1287"/>
                  <a:pt x="2935" y="1289"/>
                  <a:pt x="2937" y="1289"/>
                </a:cubicBezTo>
                <a:cubicBezTo>
                  <a:pt x="2938" y="1289"/>
                  <a:pt x="2939" y="1288"/>
                  <a:pt x="2940" y="1288"/>
                </a:cubicBezTo>
                <a:cubicBezTo>
                  <a:pt x="2940" y="1287"/>
                  <a:pt x="2940" y="1287"/>
                  <a:pt x="2940" y="1286"/>
                </a:cubicBezTo>
                <a:cubicBezTo>
                  <a:pt x="2938" y="1285"/>
                  <a:pt x="2936" y="1284"/>
                  <a:pt x="2934" y="1283"/>
                </a:cubicBezTo>
                <a:cubicBezTo>
                  <a:pt x="2934" y="1283"/>
                  <a:pt x="2933" y="1283"/>
                  <a:pt x="2932" y="1284"/>
                </a:cubicBezTo>
                <a:close/>
                <a:moveTo>
                  <a:pt x="777" y="147"/>
                </a:moveTo>
                <a:cubicBezTo>
                  <a:pt x="778" y="146"/>
                  <a:pt x="779" y="145"/>
                  <a:pt x="779" y="144"/>
                </a:cubicBezTo>
                <a:cubicBezTo>
                  <a:pt x="780" y="144"/>
                  <a:pt x="780" y="144"/>
                  <a:pt x="780" y="143"/>
                </a:cubicBezTo>
                <a:cubicBezTo>
                  <a:pt x="780" y="143"/>
                  <a:pt x="779" y="143"/>
                  <a:pt x="779" y="142"/>
                </a:cubicBezTo>
                <a:cubicBezTo>
                  <a:pt x="778" y="142"/>
                  <a:pt x="777" y="142"/>
                  <a:pt x="776" y="144"/>
                </a:cubicBezTo>
                <a:cubicBezTo>
                  <a:pt x="776" y="144"/>
                  <a:pt x="775" y="145"/>
                  <a:pt x="776" y="145"/>
                </a:cubicBezTo>
                <a:cubicBezTo>
                  <a:pt x="776" y="146"/>
                  <a:pt x="776" y="147"/>
                  <a:pt x="777" y="147"/>
                </a:cubicBezTo>
                <a:close/>
                <a:moveTo>
                  <a:pt x="789" y="397"/>
                </a:moveTo>
                <a:cubicBezTo>
                  <a:pt x="789" y="398"/>
                  <a:pt x="788" y="398"/>
                  <a:pt x="788" y="399"/>
                </a:cubicBezTo>
                <a:cubicBezTo>
                  <a:pt x="788" y="399"/>
                  <a:pt x="788" y="400"/>
                  <a:pt x="788" y="401"/>
                </a:cubicBezTo>
                <a:cubicBezTo>
                  <a:pt x="789" y="402"/>
                  <a:pt x="790" y="403"/>
                  <a:pt x="791" y="405"/>
                </a:cubicBezTo>
                <a:cubicBezTo>
                  <a:pt x="792" y="405"/>
                  <a:pt x="792" y="405"/>
                  <a:pt x="793" y="405"/>
                </a:cubicBezTo>
                <a:cubicBezTo>
                  <a:pt x="793" y="405"/>
                  <a:pt x="794" y="404"/>
                  <a:pt x="793" y="403"/>
                </a:cubicBezTo>
                <a:cubicBezTo>
                  <a:pt x="793" y="401"/>
                  <a:pt x="792" y="399"/>
                  <a:pt x="789" y="397"/>
                </a:cubicBezTo>
                <a:close/>
                <a:moveTo>
                  <a:pt x="916" y="487"/>
                </a:moveTo>
                <a:cubicBezTo>
                  <a:pt x="915" y="488"/>
                  <a:pt x="914" y="489"/>
                  <a:pt x="914" y="490"/>
                </a:cubicBezTo>
                <a:cubicBezTo>
                  <a:pt x="914" y="491"/>
                  <a:pt x="915" y="492"/>
                  <a:pt x="915" y="493"/>
                </a:cubicBezTo>
                <a:cubicBezTo>
                  <a:pt x="916" y="494"/>
                  <a:pt x="917" y="494"/>
                  <a:pt x="917" y="494"/>
                </a:cubicBezTo>
                <a:cubicBezTo>
                  <a:pt x="918" y="493"/>
                  <a:pt x="919" y="492"/>
                  <a:pt x="919" y="491"/>
                </a:cubicBezTo>
                <a:cubicBezTo>
                  <a:pt x="919" y="490"/>
                  <a:pt x="919" y="489"/>
                  <a:pt x="919" y="487"/>
                </a:cubicBezTo>
                <a:cubicBezTo>
                  <a:pt x="918" y="487"/>
                  <a:pt x="918" y="486"/>
                  <a:pt x="918" y="486"/>
                </a:cubicBezTo>
                <a:cubicBezTo>
                  <a:pt x="917" y="486"/>
                  <a:pt x="916" y="487"/>
                  <a:pt x="916" y="487"/>
                </a:cubicBezTo>
                <a:close/>
                <a:moveTo>
                  <a:pt x="2852" y="1219"/>
                </a:moveTo>
                <a:cubicBezTo>
                  <a:pt x="2852" y="1221"/>
                  <a:pt x="2853" y="1224"/>
                  <a:pt x="2855" y="1226"/>
                </a:cubicBezTo>
                <a:cubicBezTo>
                  <a:pt x="2855" y="1227"/>
                  <a:pt x="2856" y="1227"/>
                  <a:pt x="2856" y="1226"/>
                </a:cubicBezTo>
                <a:cubicBezTo>
                  <a:pt x="2857" y="1226"/>
                  <a:pt x="2858" y="1225"/>
                  <a:pt x="2858" y="1225"/>
                </a:cubicBezTo>
                <a:cubicBezTo>
                  <a:pt x="2858" y="1222"/>
                  <a:pt x="2856" y="1220"/>
                  <a:pt x="2852" y="1219"/>
                </a:cubicBezTo>
                <a:close/>
                <a:moveTo>
                  <a:pt x="1744" y="73"/>
                </a:moveTo>
                <a:cubicBezTo>
                  <a:pt x="1744" y="73"/>
                  <a:pt x="1745" y="73"/>
                  <a:pt x="1745" y="73"/>
                </a:cubicBezTo>
                <a:cubicBezTo>
                  <a:pt x="1747" y="73"/>
                  <a:pt x="1748" y="71"/>
                  <a:pt x="1748" y="70"/>
                </a:cubicBezTo>
                <a:cubicBezTo>
                  <a:pt x="1747" y="69"/>
                  <a:pt x="1746" y="68"/>
                  <a:pt x="1745" y="68"/>
                </a:cubicBezTo>
                <a:cubicBezTo>
                  <a:pt x="1743" y="68"/>
                  <a:pt x="1741" y="70"/>
                  <a:pt x="1742" y="71"/>
                </a:cubicBezTo>
                <a:cubicBezTo>
                  <a:pt x="1742" y="72"/>
                  <a:pt x="1743" y="73"/>
                  <a:pt x="1744" y="73"/>
                </a:cubicBezTo>
                <a:close/>
                <a:moveTo>
                  <a:pt x="1772" y="72"/>
                </a:moveTo>
                <a:cubicBezTo>
                  <a:pt x="1773" y="72"/>
                  <a:pt x="1774" y="71"/>
                  <a:pt x="1774" y="70"/>
                </a:cubicBezTo>
                <a:cubicBezTo>
                  <a:pt x="1774" y="69"/>
                  <a:pt x="1773" y="68"/>
                  <a:pt x="1771" y="68"/>
                </a:cubicBezTo>
                <a:cubicBezTo>
                  <a:pt x="1770" y="68"/>
                  <a:pt x="1769" y="70"/>
                  <a:pt x="1769" y="71"/>
                </a:cubicBezTo>
                <a:cubicBezTo>
                  <a:pt x="1770" y="71"/>
                  <a:pt x="1771" y="72"/>
                  <a:pt x="1772" y="72"/>
                </a:cubicBezTo>
                <a:close/>
                <a:moveTo>
                  <a:pt x="696" y="113"/>
                </a:moveTo>
                <a:cubicBezTo>
                  <a:pt x="695" y="113"/>
                  <a:pt x="696" y="114"/>
                  <a:pt x="696" y="115"/>
                </a:cubicBezTo>
                <a:cubicBezTo>
                  <a:pt x="696" y="116"/>
                  <a:pt x="697" y="116"/>
                  <a:pt x="697" y="116"/>
                </a:cubicBezTo>
                <a:cubicBezTo>
                  <a:pt x="698" y="116"/>
                  <a:pt x="698" y="116"/>
                  <a:pt x="699" y="114"/>
                </a:cubicBezTo>
                <a:cubicBezTo>
                  <a:pt x="698" y="114"/>
                  <a:pt x="698" y="112"/>
                  <a:pt x="698" y="112"/>
                </a:cubicBezTo>
                <a:cubicBezTo>
                  <a:pt x="698" y="112"/>
                  <a:pt x="697" y="111"/>
                  <a:pt x="696" y="111"/>
                </a:cubicBezTo>
                <a:cubicBezTo>
                  <a:pt x="696" y="112"/>
                  <a:pt x="696" y="112"/>
                  <a:pt x="696" y="113"/>
                </a:cubicBezTo>
                <a:close/>
                <a:moveTo>
                  <a:pt x="2408" y="1175"/>
                </a:moveTo>
                <a:cubicBezTo>
                  <a:pt x="2408" y="1174"/>
                  <a:pt x="2407" y="1173"/>
                  <a:pt x="2407" y="1173"/>
                </a:cubicBezTo>
                <a:cubicBezTo>
                  <a:pt x="2406" y="1172"/>
                  <a:pt x="2405" y="1172"/>
                  <a:pt x="2404" y="1172"/>
                </a:cubicBezTo>
                <a:cubicBezTo>
                  <a:pt x="2403" y="1172"/>
                  <a:pt x="2402" y="1173"/>
                  <a:pt x="2400" y="1173"/>
                </a:cubicBezTo>
                <a:cubicBezTo>
                  <a:pt x="2402" y="1174"/>
                  <a:pt x="2404" y="1175"/>
                  <a:pt x="2406" y="1176"/>
                </a:cubicBezTo>
                <a:cubicBezTo>
                  <a:pt x="2406" y="1176"/>
                  <a:pt x="2407" y="1176"/>
                  <a:pt x="2408" y="1176"/>
                </a:cubicBezTo>
                <a:cubicBezTo>
                  <a:pt x="2408" y="1176"/>
                  <a:pt x="2408" y="1175"/>
                  <a:pt x="2408" y="1175"/>
                </a:cubicBezTo>
                <a:close/>
                <a:moveTo>
                  <a:pt x="2650" y="1186"/>
                </a:moveTo>
                <a:cubicBezTo>
                  <a:pt x="2649" y="1187"/>
                  <a:pt x="2649" y="1187"/>
                  <a:pt x="2649" y="1187"/>
                </a:cubicBezTo>
                <a:cubicBezTo>
                  <a:pt x="2650" y="1188"/>
                  <a:pt x="2650" y="1189"/>
                  <a:pt x="2651" y="1189"/>
                </a:cubicBezTo>
                <a:cubicBezTo>
                  <a:pt x="2652" y="1189"/>
                  <a:pt x="2654" y="1189"/>
                  <a:pt x="2655" y="1189"/>
                </a:cubicBezTo>
                <a:cubicBezTo>
                  <a:pt x="2656" y="1189"/>
                  <a:pt x="2656" y="1188"/>
                  <a:pt x="2656" y="1188"/>
                </a:cubicBezTo>
                <a:cubicBezTo>
                  <a:pt x="2656" y="1187"/>
                  <a:pt x="2656" y="1187"/>
                  <a:pt x="2656" y="1186"/>
                </a:cubicBezTo>
                <a:cubicBezTo>
                  <a:pt x="2654" y="1184"/>
                  <a:pt x="2652" y="1184"/>
                  <a:pt x="2650" y="1186"/>
                </a:cubicBezTo>
                <a:close/>
                <a:moveTo>
                  <a:pt x="1965" y="212"/>
                </a:moveTo>
                <a:cubicBezTo>
                  <a:pt x="1967" y="213"/>
                  <a:pt x="1968" y="212"/>
                  <a:pt x="1968" y="209"/>
                </a:cubicBezTo>
                <a:cubicBezTo>
                  <a:pt x="1967" y="209"/>
                  <a:pt x="1967" y="208"/>
                  <a:pt x="1966" y="207"/>
                </a:cubicBezTo>
                <a:cubicBezTo>
                  <a:pt x="1965" y="206"/>
                  <a:pt x="1963" y="208"/>
                  <a:pt x="1963" y="210"/>
                </a:cubicBezTo>
                <a:cubicBezTo>
                  <a:pt x="1963" y="211"/>
                  <a:pt x="1964" y="212"/>
                  <a:pt x="1965" y="212"/>
                </a:cubicBezTo>
                <a:close/>
                <a:moveTo>
                  <a:pt x="789" y="185"/>
                </a:moveTo>
                <a:cubicBezTo>
                  <a:pt x="790" y="185"/>
                  <a:pt x="791" y="185"/>
                  <a:pt x="791" y="184"/>
                </a:cubicBezTo>
                <a:cubicBezTo>
                  <a:pt x="789" y="182"/>
                  <a:pt x="787" y="182"/>
                  <a:pt x="785" y="182"/>
                </a:cubicBezTo>
                <a:cubicBezTo>
                  <a:pt x="786" y="187"/>
                  <a:pt x="786" y="187"/>
                  <a:pt x="789" y="185"/>
                </a:cubicBezTo>
                <a:close/>
                <a:moveTo>
                  <a:pt x="2582" y="1088"/>
                </a:moveTo>
                <a:cubicBezTo>
                  <a:pt x="2582" y="1088"/>
                  <a:pt x="2583" y="1088"/>
                  <a:pt x="2583" y="1088"/>
                </a:cubicBezTo>
                <a:cubicBezTo>
                  <a:pt x="2584" y="1089"/>
                  <a:pt x="2585" y="1089"/>
                  <a:pt x="2587" y="1089"/>
                </a:cubicBezTo>
                <a:cubicBezTo>
                  <a:pt x="2589" y="1088"/>
                  <a:pt x="2590" y="1086"/>
                  <a:pt x="2589" y="1085"/>
                </a:cubicBezTo>
                <a:cubicBezTo>
                  <a:pt x="2588" y="1084"/>
                  <a:pt x="2587" y="1083"/>
                  <a:pt x="2586" y="1083"/>
                </a:cubicBezTo>
                <a:cubicBezTo>
                  <a:pt x="2586" y="1083"/>
                  <a:pt x="2586" y="1083"/>
                  <a:pt x="2586" y="1082"/>
                </a:cubicBezTo>
                <a:cubicBezTo>
                  <a:pt x="2586" y="1081"/>
                  <a:pt x="2586" y="1080"/>
                  <a:pt x="2586" y="1079"/>
                </a:cubicBezTo>
                <a:cubicBezTo>
                  <a:pt x="2586" y="1078"/>
                  <a:pt x="2586" y="1078"/>
                  <a:pt x="2586" y="1078"/>
                </a:cubicBezTo>
                <a:cubicBezTo>
                  <a:pt x="2585" y="1077"/>
                  <a:pt x="2585" y="1077"/>
                  <a:pt x="2584" y="1078"/>
                </a:cubicBezTo>
                <a:cubicBezTo>
                  <a:pt x="2583" y="1078"/>
                  <a:pt x="2582" y="1079"/>
                  <a:pt x="2582" y="1080"/>
                </a:cubicBezTo>
                <a:cubicBezTo>
                  <a:pt x="2582" y="1082"/>
                  <a:pt x="2582" y="1084"/>
                  <a:pt x="2582" y="1086"/>
                </a:cubicBezTo>
                <a:cubicBezTo>
                  <a:pt x="2582" y="1086"/>
                  <a:pt x="2582" y="1086"/>
                  <a:pt x="2582" y="1086"/>
                </a:cubicBezTo>
                <a:cubicBezTo>
                  <a:pt x="2582" y="1087"/>
                  <a:pt x="2582" y="1087"/>
                  <a:pt x="2582" y="1087"/>
                </a:cubicBezTo>
                <a:cubicBezTo>
                  <a:pt x="2582" y="1087"/>
                  <a:pt x="2582" y="1087"/>
                  <a:pt x="2581" y="1087"/>
                </a:cubicBezTo>
                <a:cubicBezTo>
                  <a:pt x="2582" y="1087"/>
                  <a:pt x="2582" y="1087"/>
                  <a:pt x="2582" y="1087"/>
                </a:cubicBezTo>
                <a:cubicBezTo>
                  <a:pt x="2582" y="1087"/>
                  <a:pt x="2582" y="1088"/>
                  <a:pt x="2582" y="1088"/>
                </a:cubicBezTo>
                <a:close/>
                <a:moveTo>
                  <a:pt x="871" y="1041"/>
                </a:moveTo>
                <a:cubicBezTo>
                  <a:pt x="870" y="1040"/>
                  <a:pt x="869" y="1040"/>
                  <a:pt x="869" y="1040"/>
                </a:cubicBezTo>
                <a:cubicBezTo>
                  <a:pt x="868" y="1041"/>
                  <a:pt x="868" y="1042"/>
                  <a:pt x="868" y="1042"/>
                </a:cubicBezTo>
                <a:cubicBezTo>
                  <a:pt x="869" y="1043"/>
                  <a:pt x="869" y="1045"/>
                  <a:pt x="870" y="1045"/>
                </a:cubicBezTo>
                <a:cubicBezTo>
                  <a:pt x="870" y="1046"/>
                  <a:pt x="871" y="1045"/>
                  <a:pt x="872" y="1044"/>
                </a:cubicBezTo>
                <a:cubicBezTo>
                  <a:pt x="872" y="1043"/>
                  <a:pt x="872" y="1042"/>
                  <a:pt x="871" y="1041"/>
                </a:cubicBezTo>
                <a:close/>
                <a:moveTo>
                  <a:pt x="870" y="1026"/>
                </a:moveTo>
                <a:cubicBezTo>
                  <a:pt x="870" y="1026"/>
                  <a:pt x="869" y="1025"/>
                  <a:pt x="869" y="1025"/>
                </a:cubicBezTo>
                <a:cubicBezTo>
                  <a:pt x="867" y="1025"/>
                  <a:pt x="865" y="1025"/>
                  <a:pt x="865" y="1027"/>
                </a:cubicBezTo>
                <a:cubicBezTo>
                  <a:pt x="864" y="1028"/>
                  <a:pt x="865" y="1029"/>
                  <a:pt x="866" y="1029"/>
                </a:cubicBezTo>
                <a:cubicBezTo>
                  <a:pt x="868" y="1030"/>
                  <a:pt x="870" y="1028"/>
                  <a:pt x="870" y="1026"/>
                </a:cubicBezTo>
                <a:close/>
                <a:moveTo>
                  <a:pt x="829" y="447"/>
                </a:moveTo>
                <a:cubicBezTo>
                  <a:pt x="828" y="447"/>
                  <a:pt x="828" y="448"/>
                  <a:pt x="828" y="449"/>
                </a:cubicBezTo>
                <a:cubicBezTo>
                  <a:pt x="829" y="450"/>
                  <a:pt x="829" y="452"/>
                  <a:pt x="831" y="452"/>
                </a:cubicBezTo>
                <a:cubicBezTo>
                  <a:pt x="832" y="452"/>
                  <a:pt x="833" y="451"/>
                  <a:pt x="834" y="451"/>
                </a:cubicBezTo>
                <a:cubicBezTo>
                  <a:pt x="834" y="450"/>
                  <a:pt x="834" y="449"/>
                  <a:pt x="834" y="449"/>
                </a:cubicBezTo>
                <a:cubicBezTo>
                  <a:pt x="833" y="447"/>
                  <a:pt x="831" y="446"/>
                  <a:pt x="829" y="447"/>
                </a:cubicBezTo>
                <a:close/>
                <a:moveTo>
                  <a:pt x="723" y="939"/>
                </a:moveTo>
                <a:cubicBezTo>
                  <a:pt x="721" y="939"/>
                  <a:pt x="720" y="941"/>
                  <a:pt x="720" y="942"/>
                </a:cubicBezTo>
                <a:cubicBezTo>
                  <a:pt x="720" y="944"/>
                  <a:pt x="721" y="944"/>
                  <a:pt x="723" y="945"/>
                </a:cubicBezTo>
                <a:cubicBezTo>
                  <a:pt x="724" y="945"/>
                  <a:pt x="725" y="944"/>
                  <a:pt x="725" y="942"/>
                </a:cubicBezTo>
                <a:cubicBezTo>
                  <a:pt x="725" y="941"/>
                  <a:pt x="724" y="939"/>
                  <a:pt x="723" y="939"/>
                </a:cubicBezTo>
                <a:close/>
                <a:moveTo>
                  <a:pt x="731" y="920"/>
                </a:moveTo>
                <a:cubicBezTo>
                  <a:pt x="730" y="920"/>
                  <a:pt x="730" y="920"/>
                  <a:pt x="730" y="921"/>
                </a:cubicBezTo>
                <a:cubicBezTo>
                  <a:pt x="729" y="923"/>
                  <a:pt x="729" y="925"/>
                  <a:pt x="731" y="927"/>
                </a:cubicBezTo>
                <a:cubicBezTo>
                  <a:pt x="731" y="927"/>
                  <a:pt x="732" y="927"/>
                  <a:pt x="732" y="927"/>
                </a:cubicBezTo>
                <a:cubicBezTo>
                  <a:pt x="734" y="925"/>
                  <a:pt x="733" y="921"/>
                  <a:pt x="731" y="920"/>
                </a:cubicBezTo>
                <a:close/>
                <a:moveTo>
                  <a:pt x="717" y="921"/>
                </a:moveTo>
                <a:cubicBezTo>
                  <a:pt x="717" y="922"/>
                  <a:pt x="717" y="923"/>
                  <a:pt x="717" y="923"/>
                </a:cubicBezTo>
                <a:cubicBezTo>
                  <a:pt x="717" y="924"/>
                  <a:pt x="718" y="924"/>
                  <a:pt x="718" y="924"/>
                </a:cubicBezTo>
                <a:cubicBezTo>
                  <a:pt x="720" y="924"/>
                  <a:pt x="721" y="923"/>
                  <a:pt x="723" y="922"/>
                </a:cubicBezTo>
                <a:cubicBezTo>
                  <a:pt x="723" y="922"/>
                  <a:pt x="723" y="921"/>
                  <a:pt x="723" y="921"/>
                </a:cubicBezTo>
                <a:cubicBezTo>
                  <a:pt x="723" y="921"/>
                  <a:pt x="722" y="920"/>
                  <a:pt x="722" y="920"/>
                </a:cubicBezTo>
                <a:cubicBezTo>
                  <a:pt x="720" y="920"/>
                  <a:pt x="719" y="920"/>
                  <a:pt x="717" y="921"/>
                </a:cubicBezTo>
                <a:close/>
                <a:moveTo>
                  <a:pt x="759" y="982"/>
                </a:moveTo>
                <a:cubicBezTo>
                  <a:pt x="760" y="982"/>
                  <a:pt x="760" y="982"/>
                  <a:pt x="761" y="982"/>
                </a:cubicBezTo>
                <a:cubicBezTo>
                  <a:pt x="761" y="982"/>
                  <a:pt x="762" y="981"/>
                  <a:pt x="762" y="981"/>
                </a:cubicBezTo>
                <a:cubicBezTo>
                  <a:pt x="762" y="981"/>
                  <a:pt x="762" y="980"/>
                  <a:pt x="761" y="979"/>
                </a:cubicBezTo>
                <a:cubicBezTo>
                  <a:pt x="760" y="978"/>
                  <a:pt x="759" y="979"/>
                  <a:pt x="758" y="979"/>
                </a:cubicBezTo>
                <a:cubicBezTo>
                  <a:pt x="757" y="980"/>
                  <a:pt x="757" y="981"/>
                  <a:pt x="757" y="981"/>
                </a:cubicBezTo>
                <a:cubicBezTo>
                  <a:pt x="757" y="982"/>
                  <a:pt x="758" y="982"/>
                  <a:pt x="759" y="982"/>
                </a:cubicBezTo>
                <a:close/>
                <a:moveTo>
                  <a:pt x="2850" y="1216"/>
                </a:moveTo>
                <a:cubicBezTo>
                  <a:pt x="2851" y="1216"/>
                  <a:pt x="2852" y="1216"/>
                  <a:pt x="2854" y="1216"/>
                </a:cubicBezTo>
                <a:cubicBezTo>
                  <a:pt x="2852" y="1216"/>
                  <a:pt x="2851" y="1216"/>
                  <a:pt x="2850" y="1216"/>
                </a:cubicBezTo>
                <a:cubicBezTo>
                  <a:pt x="2850" y="1216"/>
                  <a:pt x="2850" y="1216"/>
                  <a:pt x="2850" y="1216"/>
                </a:cubicBezTo>
                <a:cubicBezTo>
                  <a:pt x="2849" y="1216"/>
                  <a:pt x="2849" y="1216"/>
                  <a:pt x="2849" y="1216"/>
                </a:cubicBezTo>
                <a:cubicBezTo>
                  <a:pt x="2849" y="1216"/>
                  <a:pt x="2849" y="1216"/>
                  <a:pt x="2849" y="1216"/>
                </a:cubicBezTo>
                <a:cubicBezTo>
                  <a:pt x="2849" y="1216"/>
                  <a:pt x="2849" y="1216"/>
                  <a:pt x="2850" y="1216"/>
                </a:cubicBezTo>
                <a:close/>
                <a:moveTo>
                  <a:pt x="2840" y="1210"/>
                </a:moveTo>
                <a:cubicBezTo>
                  <a:pt x="2840" y="1210"/>
                  <a:pt x="2840" y="1210"/>
                  <a:pt x="2840" y="1210"/>
                </a:cubicBezTo>
                <a:cubicBezTo>
                  <a:pt x="2840" y="1210"/>
                  <a:pt x="2840" y="1210"/>
                  <a:pt x="2840" y="1210"/>
                </a:cubicBezTo>
                <a:cubicBezTo>
                  <a:pt x="2843" y="1213"/>
                  <a:pt x="2845" y="1214"/>
                  <a:pt x="2849" y="1214"/>
                </a:cubicBezTo>
                <a:cubicBezTo>
                  <a:pt x="2847" y="1210"/>
                  <a:pt x="2844" y="1209"/>
                  <a:pt x="2840" y="1210"/>
                </a:cubicBezTo>
                <a:cubicBezTo>
                  <a:pt x="2840" y="1209"/>
                  <a:pt x="2840" y="1209"/>
                  <a:pt x="2840" y="1209"/>
                </a:cubicBezTo>
                <a:cubicBezTo>
                  <a:pt x="2840" y="1210"/>
                  <a:pt x="2840" y="1210"/>
                  <a:pt x="2840" y="1210"/>
                </a:cubicBezTo>
                <a:cubicBezTo>
                  <a:pt x="2840" y="1210"/>
                  <a:pt x="2840" y="1210"/>
                  <a:pt x="2840" y="1210"/>
                </a:cubicBezTo>
                <a:cubicBezTo>
                  <a:pt x="2840" y="1210"/>
                  <a:pt x="2840" y="1210"/>
                  <a:pt x="2840" y="1210"/>
                </a:cubicBezTo>
                <a:close/>
                <a:moveTo>
                  <a:pt x="2622" y="1187"/>
                </a:moveTo>
                <a:cubicBezTo>
                  <a:pt x="2622" y="1187"/>
                  <a:pt x="2622" y="1187"/>
                  <a:pt x="2622" y="1187"/>
                </a:cubicBezTo>
                <a:cubicBezTo>
                  <a:pt x="2622" y="1187"/>
                  <a:pt x="2622" y="1187"/>
                  <a:pt x="2622" y="1187"/>
                </a:cubicBezTo>
                <a:close/>
                <a:moveTo>
                  <a:pt x="2626" y="1189"/>
                </a:moveTo>
                <a:cubicBezTo>
                  <a:pt x="2626" y="1188"/>
                  <a:pt x="2625" y="1186"/>
                  <a:pt x="2625" y="1185"/>
                </a:cubicBezTo>
                <a:cubicBezTo>
                  <a:pt x="2625" y="1184"/>
                  <a:pt x="2625" y="1183"/>
                  <a:pt x="2627" y="1182"/>
                </a:cubicBezTo>
                <a:cubicBezTo>
                  <a:pt x="2627" y="1182"/>
                  <a:pt x="2627" y="1182"/>
                  <a:pt x="2628" y="1182"/>
                </a:cubicBezTo>
                <a:cubicBezTo>
                  <a:pt x="2630" y="1181"/>
                  <a:pt x="2632" y="1181"/>
                  <a:pt x="2631" y="1179"/>
                </a:cubicBezTo>
                <a:cubicBezTo>
                  <a:pt x="2631" y="1178"/>
                  <a:pt x="2631" y="1177"/>
                  <a:pt x="2632" y="1176"/>
                </a:cubicBezTo>
                <a:cubicBezTo>
                  <a:pt x="2633" y="1175"/>
                  <a:pt x="2634" y="1174"/>
                  <a:pt x="2634" y="1172"/>
                </a:cubicBezTo>
                <a:cubicBezTo>
                  <a:pt x="2634" y="1172"/>
                  <a:pt x="2634" y="1171"/>
                  <a:pt x="2633" y="1171"/>
                </a:cubicBezTo>
                <a:cubicBezTo>
                  <a:pt x="2632" y="1170"/>
                  <a:pt x="2631" y="1170"/>
                  <a:pt x="2630" y="1170"/>
                </a:cubicBezTo>
                <a:cubicBezTo>
                  <a:pt x="2628" y="1170"/>
                  <a:pt x="2627" y="1170"/>
                  <a:pt x="2627" y="1169"/>
                </a:cubicBezTo>
                <a:cubicBezTo>
                  <a:pt x="2626" y="1168"/>
                  <a:pt x="2626" y="1168"/>
                  <a:pt x="2628" y="1167"/>
                </a:cubicBezTo>
                <a:cubicBezTo>
                  <a:pt x="2629" y="1166"/>
                  <a:pt x="2630" y="1166"/>
                  <a:pt x="2630" y="1166"/>
                </a:cubicBezTo>
                <a:cubicBezTo>
                  <a:pt x="2631" y="1165"/>
                  <a:pt x="2631" y="1164"/>
                  <a:pt x="2630" y="1164"/>
                </a:cubicBezTo>
                <a:cubicBezTo>
                  <a:pt x="2630" y="1163"/>
                  <a:pt x="2630" y="1163"/>
                  <a:pt x="2629" y="1163"/>
                </a:cubicBezTo>
                <a:cubicBezTo>
                  <a:pt x="2620" y="1165"/>
                  <a:pt x="2619" y="1170"/>
                  <a:pt x="2619" y="1176"/>
                </a:cubicBezTo>
                <a:cubicBezTo>
                  <a:pt x="2619" y="1178"/>
                  <a:pt x="2620" y="1179"/>
                  <a:pt x="2620" y="1180"/>
                </a:cubicBezTo>
                <a:cubicBezTo>
                  <a:pt x="2621" y="1183"/>
                  <a:pt x="2621" y="1185"/>
                  <a:pt x="2622" y="1187"/>
                </a:cubicBezTo>
                <a:cubicBezTo>
                  <a:pt x="2621" y="1188"/>
                  <a:pt x="2620" y="1188"/>
                  <a:pt x="2620" y="1188"/>
                </a:cubicBezTo>
                <a:cubicBezTo>
                  <a:pt x="2619" y="1188"/>
                  <a:pt x="2618" y="1189"/>
                  <a:pt x="2619" y="1190"/>
                </a:cubicBezTo>
                <a:cubicBezTo>
                  <a:pt x="2619" y="1191"/>
                  <a:pt x="2620" y="1192"/>
                  <a:pt x="2621" y="1191"/>
                </a:cubicBezTo>
                <a:cubicBezTo>
                  <a:pt x="2622" y="1191"/>
                  <a:pt x="2623" y="1190"/>
                  <a:pt x="2624" y="1190"/>
                </a:cubicBezTo>
                <a:cubicBezTo>
                  <a:pt x="2625" y="1190"/>
                  <a:pt x="2625" y="1190"/>
                  <a:pt x="2626" y="1189"/>
                </a:cubicBezTo>
                <a:close/>
                <a:moveTo>
                  <a:pt x="2293" y="1057"/>
                </a:moveTo>
                <a:cubicBezTo>
                  <a:pt x="2292" y="1058"/>
                  <a:pt x="2292" y="1058"/>
                  <a:pt x="2292" y="1059"/>
                </a:cubicBezTo>
                <a:cubicBezTo>
                  <a:pt x="2292" y="1060"/>
                  <a:pt x="2292" y="1061"/>
                  <a:pt x="2292" y="1062"/>
                </a:cubicBezTo>
                <a:cubicBezTo>
                  <a:pt x="2293" y="1062"/>
                  <a:pt x="2293" y="1063"/>
                  <a:pt x="2293" y="1063"/>
                </a:cubicBezTo>
                <a:cubicBezTo>
                  <a:pt x="2293" y="1063"/>
                  <a:pt x="2294" y="1062"/>
                  <a:pt x="2294" y="1062"/>
                </a:cubicBezTo>
                <a:cubicBezTo>
                  <a:pt x="2294" y="1060"/>
                  <a:pt x="2294" y="1058"/>
                  <a:pt x="2294" y="1057"/>
                </a:cubicBezTo>
                <a:cubicBezTo>
                  <a:pt x="2294" y="1056"/>
                  <a:pt x="2293" y="1056"/>
                  <a:pt x="2293" y="1056"/>
                </a:cubicBezTo>
                <a:cubicBezTo>
                  <a:pt x="2293" y="1055"/>
                  <a:pt x="2293" y="1056"/>
                  <a:pt x="2293" y="1057"/>
                </a:cubicBezTo>
                <a:close/>
                <a:moveTo>
                  <a:pt x="2654" y="1256"/>
                </a:moveTo>
                <a:cubicBezTo>
                  <a:pt x="2653" y="1256"/>
                  <a:pt x="2653" y="1257"/>
                  <a:pt x="2652" y="1258"/>
                </a:cubicBezTo>
                <a:cubicBezTo>
                  <a:pt x="2652" y="1258"/>
                  <a:pt x="2653" y="1258"/>
                  <a:pt x="2654" y="1259"/>
                </a:cubicBezTo>
                <a:cubicBezTo>
                  <a:pt x="2654" y="1259"/>
                  <a:pt x="2654" y="1259"/>
                  <a:pt x="2655" y="1259"/>
                </a:cubicBezTo>
                <a:cubicBezTo>
                  <a:pt x="2656" y="1258"/>
                  <a:pt x="2658" y="1258"/>
                  <a:pt x="2657" y="1257"/>
                </a:cubicBezTo>
                <a:cubicBezTo>
                  <a:pt x="2657" y="1256"/>
                  <a:pt x="2657" y="1256"/>
                  <a:pt x="2656" y="1256"/>
                </a:cubicBezTo>
                <a:cubicBezTo>
                  <a:pt x="2655" y="1255"/>
                  <a:pt x="2654" y="1256"/>
                  <a:pt x="2654" y="1256"/>
                </a:cubicBezTo>
                <a:close/>
                <a:moveTo>
                  <a:pt x="1939" y="275"/>
                </a:moveTo>
                <a:cubicBezTo>
                  <a:pt x="1938" y="277"/>
                  <a:pt x="1938" y="279"/>
                  <a:pt x="1940" y="280"/>
                </a:cubicBezTo>
                <a:cubicBezTo>
                  <a:pt x="1941" y="280"/>
                  <a:pt x="1942" y="280"/>
                  <a:pt x="1942" y="280"/>
                </a:cubicBezTo>
                <a:cubicBezTo>
                  <a:pt x="1942" y="280"/>
                  <a:pt x="1942" y="279"/>
                  <a:pt x="1943" y="279"/>
                </a:cubicBezTo>
                <a:cubicBezTo>
                  <a:pt x="1943" y="278"/>
                  <a:pt x="1943" y="277"/>
                  <a:pt x="1942" y="275"/>
                </a:cubicBezTo>
                <a:cubicBezTo>
                  <a:pt x="1942" y="275"/>
                  <a:pt x="1941" y="274"/>
                  <a:pt x="1941" y="274"/>
                </a:cubicBezTo>
                <a:cubicBezTo>
                  <a:pt x="1940" y="274"/>
                  <a:pt x="1939" y="275"/>
                  <a:pt x="1939" y="275"/>
                </a:cubicBezTo>
                <a:close/>
                <a:moveTo>
                  <a:pt x="865" y="349"/>
                </a:moveTo>
                <a:cubicBezTo>
                  <a:pt x="866" y="348"/>
                  <a:pt x="866" y="347"/>
                  <a:pt x="866" y="346"/>
                </a:cubicBezTo>
                <a:cubicBezTo>
                  <a:pt x="866" y="346"/>
                  <a:pt x="865" y="345"/>
                  <a:pt x="864" y="345"/>
                </a:cubicBezTo>
                <a:cubicBezTo>
                  <a:pt x="863" y="345"/>
                  <a:pt x="862" y="346"/>
                  <a:pt x="862" y="347"/>
                </a:cubicBezTo>
                <a:cubicBezTo>
                  <a:pt x="862" y="348"/>
                  <a:pt x="863" y="349"/>
                  <a:pt x="863" y="350"/>
                </a:cubicBezTo>
                <a:cubicBezTo>
                  <a:pt x="864" y="350"/>
                  <a:pt x="865" y="350"/>
                  <a:pt x="865" y="349"/>
                </a:cubicBezTo>
                <a:close/>
                <a:moveTo>
                  <a:pt x="2578" y="830"/>
                </a:moveTo>
                <a:cubicBezTo>
                  <a:pt x="2578" y="829"/>
                  <a:pt x="2577" y="828"/>
                  <a:pt x="2576" y="828"/>
                </a:cubicBezTo>
                <a:cubicBezTo>
                  <a:pt x="2575" y="828"/>
                  <a:pt x="2574" y="828"/>
                  <a:pt x="2573" y="829"/>
                </a:cubicBezTo>
                <a:cubicBezTo>
                  <a:pt x="2573" y="829"/>
                  <a:pt x="2572" y="831"/>
                  <a:pt x="2573" y="831"/>
                </a:cubicBezTo>
                <a:cubicBezTo>
                  <a:pt x="2573" y="832"/>
                  <a:pt x="2574" y="832"/>
                  <a:pt x="2575" y="832"/>
                </a:cubicBezTo>
                <a:cubicBezTo>
                  <a:pt x="2577" y="833"/>
                  <a:pt x="2577" y="832"/>
                  <a:pt x="2578" y="830"/>
                </a:cubicBezTo>
                <a:close/>
                <a:moveTo>
                  <a:pt x="1720" y="133"/>
                </a:moveTo>
                <a:cubicBezTo>
                  <a:pt x="1720" y="133"/>
                  <a:pt x="1720" y="133"/>
                  <a:pt x="1720" y="133"/>
                </a:cubicBezTo>
                <a:cubicBezTo>
                  <a:pt x="1720" y="133"/>
                  <a:pt x="1720" y="133"/>
                  <a:pt x="1720" y="133"/>
                </a:cubicBezTo>
                <a:cubicBezTo>
                  <a:pt x="1720" y="133"/>
                  <a:pt x="1720" y="133"/>
                  <a:pt x="1720" y="133"/>
                </a:cubicBezTo>
                <a:close/>
                <a:moveTo>
                  <a:pt x="1716" y="130"/>
                </a:moveTo>
                <a:cubicBezTo>
                  <a:pt x="1715" y="130"/>
                  <a:pt x="1714" y="131"/>
                  <a:pt x="1714" y="131"/>
                </a:cubicBezTo>
                <a:cubicBezTo>
                  <a:pt x="1714" y="132"/>
                  <a:pt x="1714" y="134"/>
                  <a:pt x="1715" y="134"/>
                </a:cubicBezTo>
                <a:cubicBezTo>
                  <a:pt x="1716" y="135"/>
                  <a:pt x="1718" y="134"/>
                  <a:pt x="1719" y="134"/>
                </a:cubicBezTo>
                <a:cubicBezTo>
                  <a:pt x="1719" y="133"/>
                  <a:pt x="1719" y="132"/>
                  <a:pt x="1718" y="130"/>
                </a:cubicBezTo>
                <a:cubicBezTo>
                  <a:pt x="1718" y="130"/>
                  <a:pt x="1716" y="130"/>
                  <a:pt x="1716" y="130"/>
                </a:cubicBezTo>
                <a:close/>
                <a:moveTo>
                  <a:pt x="2542" y="1067"/>
                </a:moveTo>
                <a:cubicBezTo>
                  <a:pt x="2542" y="1068"/>
                  <a:pt x="2542" y="1069"/>
                  <a:pt x="2542" y="1069"/>
                </a:cubicBezTo>
                <a:cubicBezTo>
                  <a:pt x="2543" y="1070"/>
                  <a:pt x="2546" y="1068"/>
                  <a:pt x="2546" y="1067"/>
                </a:cubicBezTo>
                <a:cubicBezTo>
                  <a:pt x="2546" y="1066"/>
                  <a:pt x="2545" y="1065"/>
                  <a:pt x="2544" y="1065"/>
                </a:cubicBezTo>
                <a:cubicBezTo>
                  <a:pt x="2542" y="1065"/>
                  <a:pt x="2542" y="1065"/>
                  <a:pt x="2542" y="1067"/>
                </a:cubicBezTo>
                <a:close/>
                <a:moveTo>
                  <a:pt x="2608" y="1262"/>
                </a:moveTo>
                <a:cubicBezTo>
                  <a:pt x="2609" y="1262"/>
                  <a:pt x="2609" y="1261"/>
                  <a:pt x="2610" y="1260"/>
                </a:cubicBezTo>
                <a:cubicBezTo>
                  <a:pt x="2610" y="1260"/>
                  <a:pt x="2609" y="1259"/>
                  <a:pt x="2608" y="1259"/>
                </a:cubicBezTo>
                <a:cubicBezTo>
                  <a:pt x="2608" y="1258"/>
                  <a:pt x="2608" y="1259"/>
                  <a:pt x="2607" y="1259"/>
                </a:cubicBezTo>
                <a:cubicBezTo>
                  <a:pt x="2607" y="1259"/>
                  <a:pt x="2606" y="1259"/>
                  <a:pt x="2606" y="1259"/>
                </a:cubicBezTo>
                <a:cubicBezTo>
                  <a:pt x="2605" y="1259"/>
                  <a:pt x="2604" y="1259"/>
                  <a:pt x="2603" y="1261"/>
                </a:cubicBezTo>
                <a:cubicBezTo>
                  <a:pt x="2603" y="1261"/>
                  <a:pt x="2604" y="1262"/>
                  <a:pt x="2606" y="1262"/>
                </a:cubicBezTo>
                <a:cubicBezTo>
                  <a:pt x="2607" y="1262"/>
                  <a:pt x="2608" y="1262"/>
                  <a:pt x="2608" y="1262"/>
                </a:cubicBezTo>
                <a:close/>
                <a:moveTo>
                  <a:pt x="1323" y="101"/>
                </a:moveTo>
                <a:cubicBezTo>
                  <a:pt x="1323" y="100"/>
                  <a:pt x="1323" y="99"/>
                  <a:pt x="1324" y="98"/>
                </a:cubicBezTo>
                <a:cubicBezTo>
                  <a:pt x="1324" y="98"/>
                  <a:pt x="1323" y="97"/>
                  <a:pt x="1323" y="96"/>
                </a:cubicBezTo>
                <a:cubicBezTo>
                  <a:pt x="1322" y="95"/>
                  <a:pt x="1320" y="96"/>
                  <a:pt x="1320" y="98"/>
                </a:cubicBezTo>
                <a:cubicBezTo>
                  <a:pt x="1320" y="100"/>
                  <a:pt x="1321" y="101"/>
                  <a:pt x="1323" y="101"/>
                </a:cubicBezTo>
                <a:close/>
                <a:moveTo>
                  <a:pt x="1831" y="1293"/>
                </a:moveTo>
                <a:cubicBezTo>
                  <a:pt x="1832" y="1292"/>
                  <a:pt x="1832" y="1290"/>
                  <a:pt x="1830" y="1289"/>
                </a:cubicBezTo>
                <a:cubicBezTo>
                  <a:pt x="1829" y="1289"/>
                  <a:pt x="1828" y="1290"/>
                  <a:pt x="1828" y="1292"/>
                </a:cubicBezTo>
                <a:cubicBezTo>
                  <a:pt x="1828" y="1292"/>
                  <a:pt x="1828" y="1293"/>
                  <a:pt x="1829" y="1294"/>
                </a:cubicBezTo>
                <a:cubicBezTo>
                  <a:pt x="1830" y="1294"/>
                  <a:pt x="1831" y="1294"/>
                  <a:pt x="1831" y="1293"/>
                </a:cubicBezTo>
                <a:close/>
                <a:moveTo>
                  <a:pt x="1319" y="176"/>
                </a:moveTo>
                <a:cubicBezTo>
                  <a:pt x="1317" y="177"/>
                  <a:pt x="1317" y="178"/>
                  <a:pt x="1317" y="179"/>
                </a:cubicBezTo>
                <a:cubicBezTo>
                  <a:pt x="1317" y="179"/>
                  <a:pt x="1317" y="180"/>
                  <a:pt x="1318" y="180"/>
                </a:cubicBezTo>
                <a:cubicBezTo>
                  <a:pt x="1318" y="180"/>
                  <a:pt x="1320" y="180"/>
                  <a:pt x="1320" y="180"/>
                </a:cubicBezTo>
                <a:cubicBezTo>
                  <a:pt x="1320" y="179"/>
                  <a:pt x="1321" y="178"/>
                  <a:pt x="1321" y="177"/>
                </a:cubicBezTo>
                <a:cubicBezTo>
                  <a:pt x="1320" y="176"/>
                  <a:pt x="1320" y="176"/>
                  <a:pt x="1319" y="176"/>
                </a:cubicBezTo>
                <a:close/>
                <a:moveTo>
                  <a:pt x="2717" y="1630"/>
                </a:moveTo>
                <a:cubicBezTo>
                  <a:pt x="2718" y="1630"/>
                  <a:pt x="2718" y="1630"/>
                  <a:pt x="2718" y="1629"/>
                </a:cubicBezTo>
                <a:cubicBezTo>
                  <a:pt x="2718" y="1629"/>
                  <a:pt x="2718" y="1629"/>
                  <a:pt x="2718" y="1629"/>
                </a:cubicBezTo>
                <a:cubicBezTo>
                  <a:pt x="2718" y="1628"/>
                  <a:pt x="2717" y="1628"/>
                  <a:pt x="2717" y="1628"/>
                </a:cubicBezTo>
                <a:cubicBezTo>
                  <a:pt x="2716" y="1628"/>
                  <a:pt x="2715" y="1628"/>
                  <a:pt x="2715" y="1628"/>
                </a:cubicBezTo>
                <a:cubicBezTo>
                  <a:pt x="2714" y="1629"/>
                  <a:pt x="2714" y="1629"/>
                  <a:pt x="2714" y="1630"/>
                </a:cubicBezTo>
                <a:cubicBezTo>
                  <a:pt x="2714" y="1630"/>
                  <a:pt x="2715" y="1631"/>
                  <a:pt x="2715" y="1631"/>
                </a:cubicBezTo>
                <a:cubicBezTo>
                  <a:pt x="2716" y="1631"/>
                  <a:pt x="2717" y="1631"/>
                  <a:pt x="2717" y="1630"/>
                </a:cubicBezTo>
                <a:close/>
                <a:moveTo>
                  <a:pt x="2620" y="1197"/>
                </a:moveTo>
                <a:cubicBezTo>
                  <a:pt x="2619" y="1197"/>
                  <a:pt x="2618" y="1199"/>
                  <a:pt x="2619" y="1200"/>
                </a:cubicBezTo>
                <a:cubicBezTo>
                  <a:pt x="2619" y="1201"/>
                  <a:pt x="2621" y="1201"/>
                  <a:pt x="2622" y="1201"/>
                </a:cubicBezTo>
                <a:cubicBezTo>
                  <a:pt x="2623" y="1201"/>
                  <a:pt x="2623" y="1200"/>
                  <a:pt x="2624" y="1200"/>
                </a:cubicBezTo>
                <a:cubicBezTo>
                  <a:pt x="2624" y="1200"/>
                  <a:pt x="2624" y="1199"/>
                  <a:pt x="2623" y="1199"/>
                </a:cubicBezTo>
                <a:cubicBezTo>
                  <a:pt x="2623" y="1197"/>
                  <a:pt x="2622" y="1197"/>
                  <a:pt x="2620" y="1197"/>
                </a:cubicBezTo>
                <a:close/>
                <a:moveTo>
                  <a:pt x="787" y="1648"/>
                </a:moveTo>
                <a:cubicBezTo>
                  <a:pt x="787" y="1648"/>
                  <a:pt x="788" y="1648"/>
                  <a:pt x="788" y="1648"/>
                </a:cubicBezTo>
                <a:cubicBezTo>
                  <a:pt x="788" y="1648"/>
                  <a:pt x="789" y="1647"/>
                  <a:pt x="789" y="1647"/>
                </a:cubicBezTo>
                <a:cubicBezTo>
                  <a:pt x="789" y="1646"/>
                  <a:pt x="788" y="1644"/>
                  <a:pt x="787" y="1643"/>
                </a:cubicBezTo>
                <a:cubicBezTo>
                  <a:pt x="786" y="1643"/>
                  <a:pt x="785" y="1644"/>
                  <a:pt x="785" y="1644"/>
                </a:cubicBezTo>
                <a:cubicBezTo>
                  <a:pt x="784" y="1646"/>
                  <a:pt x="785" y="1647"/>
                  <a:pt x="787" y="1648"/>
                </a:cubicBezTo>
                <a:close/>
                <a:moveTo>
                  <a:pt x="2699" y="1323"/>
                </a:moveTo>
                <a:cubicBezTo>
                  <a:pt x="2699" y="1324"/>
                  <a:pt x="2700" y="1324"/>
                  <a:pt x="2701" y="1325"/>
                </a:cubicBezTo>
                <a:cubicBezTo>
                  <a:pt x="2702" y="1324"/>
                  <a:pt x="2703" y="1324"/>
                  <a:pt x="2703" y="1323"/>
                </a:cubicBezTo>
                <a:cubicBezTo>
                  <a:pt x="2703" y="1323"/>
                  <a:pt x="2703" y="1322"/>
                  <a:pt x="2702" y="1321"/>
                </a:cubicBezTo>
                <a:cubicBezTo>
                  <a:pt x="2702" y="1320"/>
                  <a:pt x="2701" y="1320"/>
                  <a:pt x="2700" y="1320"/>
                </a:cubicBezTo>
                <a:cubicBezTo>
                  <a:pt x="2699" y="1320"/>
                  <a:pt x="2698" y="1322"/>
                  <a:pt x="2699" y="1323"/>
                </a:cubicBezTo>
                <a:close/>
                <a:moveTo>
                  <a:pt x="1169" y="64"/>
                </a:moveTo>
                <a:cubicBezTo>
                  <a:pt x="1169" y="63"/>
                  <a:pt x="1170" y="63"/>
                  <a:pt x="1170" y="63"/>
                </a:cubicBezTo>
                <a:cubicBezTo>
                  <a:pt x="1171" y="61"/>
                  <a:pt x="1170" y="59"/>
                  <a:pt x="1168" y="59"/>
                </a:cubicBezTo>
                <a:cubicBezTo>
                  <a:pt x="1167" y="59"/>
                  <a:pt x="1167" y="59"/>
                  <a:pt x="1167" y="59"/>
                </a:cubicBezTo>
                <a:cubicBezTo>
                  <a:pt x="1166" y="60"/>
                  <a:pt x="1166" y="61"/>
                  <a:pt x="1167" y="62"/>
                </a:cubicBezTo>
                <a:cubicBezTo>
                  <a:pt x="1167" y="63"/>
                  <a:pt x="1168" y="63"/>
                  <a:pt x="1169" y="64"/>
                </a:cubicBezTo>
                <a:close/>
                <a:moveTo>
                  <a:pt x="2985" y="1348"/>
                </a:moveTo>
                <a:cubicBezTo>
                  <a:pt x="2985" y="1347"/>
                  <a:pt x="2984" y="1346"/>
                  <a:pt x="2984" y="1345"/>
                </a:cubicBezTo>
                <a:cubicBezTo>
                  <a:pt x="2983" y="1345"/>
                  <a:pt x="2983" y="1345"/>
                  <a:pt x="2982" y="1345"/>
                </a:cubicBezTo>
                <a:cubicBezTo>
                  <a:pt x="2982" y="1345"/>
                  <a:pt x="2982" y="1345"/>
                  <a:pt x="2982" y="1345"/>
                </a:cubicBezTo>
                <a:cubicBezTo>
                  <a:pt x="2981" y="1348"/>
                  <a:pt x="2982" y="1350"/>
                  <a:pt x="2984" y="1350"/>
                </a:cubicBezTo>
                <a:cubicBezTo>
                  <a:pt x="2984" y="1350"/>
                  <a:pt x="2985" y="1350"/>
                  <a:pt x="2985" y="1349"/>
                </a:cubicBezTo>
                <a:cubicBezTo>
                  <a:pt x="2986" y="1349"/>
                  <a:pt x="2985" y="1348"/>
                  <a:pt x="2985" y="1348"/>
                </a:cubicBezTo>
                <a:close/>
                <a:moveTo>
                  <a:pt x="1801" y="333"/>
                </a:moveTo>
                <a:cubicBezTo>
                  <a:pt x="1801" y="333"/>
                  <a:pt x="1800" y="333"/>
                  <a:pt x="1800" y="334"/>
                </a:cubicBezTo>
                <a:cubicBezTo>
                  <a:pt x="1800" y="334"/>
                  <a:pt x="1800" y="335"/>
                  <a:pt x="1800" y="335"/>
                </a:cubicBezTo>
                <a:cubicBezTo>
                  <a:pt x="1801" y="336"/>
                  <a:pt x="1801" y="337"/>
                  <a:pt x="1802" y="338"/>
                </a:cubicBezTo>
                <a:cubicBezTo>
                  <a:pt x="1802" y="339"/>
                  <a:pt x="1803" y="339"/>
                  <a:pt x="1803" y="338"/>
                </a:cubicBezTo>
                <a:cubicBezTo>
                  <a:pt x="1803" y="338"/>
                  <a:pt x="1803" y="336"/>
                  <a:pt x="1803" y="335"/>
                </a:cubicBezTo>
                <a:cubicBezTo>
                  <a:pt x="1803" y="334"/>
                  <a:pt x="1802" y="333"/>
                  <a:pt x="1801" y="333"/>
                </a:cubicBezTo>
                <a:close/>
                <a:moveTo>
                  <a:pt x="2439" y="1146"/>
                </a:moveTo>
                <a:cubicBezTo>
                  <a:pt x="2440" y="1146"/>
                  <a:pt x="2442" y="1145"/>
                  <a:pt x="2441" y="1144"/>
                </a:cubicBezTo>
                <a:cubicBezTo>
                  <a:pt x="2441" y="1143"/>
                  <a:pt x="2440" y="1142"/>
                  <a:pt x="2439" y="1142"/>
                </a:cubicBezTo>
                <a:cubicBezTo>
                  <a:pt x="2437" y="1142"/>
                  <a:pt x="2437" y="1144"/>
                  <a:pt x="2437" y="1145"/>
                </a:cubicBezTo>
                <a:cubicBezTo>
                  <a:pt x="2437" y="1145"/>
                  <a:pt x="2438" y="1146"/>
                  <a:pt x="2439" y="1146"/>
                </a:cubicBezTo>
                <a:close/>
                <a:moveTo>
                  <a:pt x="2587" y="1046"/>
                </a:moveTo>
                <a:cubicBezTo>
                  <a:pt x="2586" y="1046"/>
                  <a:pt x="2585" y="1046"/>
                  <a:pt x="2585" y="1047"/>
                </a:cubicBezTo>
                <a:cubicBezTo>
                  <a:pt x="2584" y="1048"/>
                  <a:pt x="2585" y="1050"/>
                  <a:pt x="2586" y="1049"/>
                </a:cubicBezTo>
                <a:cubicBezTo>
                  <a:pt x="2587" y="1049"/>
                  <a:pt x="2587" y="1049"/>
                  <a:pt x="2588" y="1049"/>
                </a:cubicBezTo>
                <a:cubicBezTo>
                  <a:pt x="2588" y="1047"/>
                  <a:pt x="2588" y="1046"/>
                  <a:pt x="2587" y="1046"/>
                </a:cubicBezTo>
                <a:close/>
                <a:moveTo>
                  <a:pt x="871" y="1049"/>
                </a:moveTo>
                <a:cubicBezTo>
                  <a:pt x="871" y="1049"/>
                  <a:pt x="871" y="1050"/>
                  <a:pt x="871" y="1050"/>
                </a:cubicBezTo>
                <a:cubicBezTo>
                  <a:pt x="871" y="1050"/>
                  <a:pt x="871" y="1051"/>
                  <a:pt x="871" y="1051"/>
                </a:cubicBezTo>
                <a:cubicBezTo>
                  <a:pt x="872" y="1051"/>
                  <a:pt x="872" y="1050"/>
                  <a:pt x="872" y="1050"/>
                </a:cubicBezTo>
                <a:cubicBezTo>
                  <a:pt x="872" y="1050"/>
                  <a:pt x="872" y="1049"/>
                  <a:pt x="871" y="1049"/>
                </a:cubicBezTo>
                <a:close/>
                <a:moveTo>
                  <a:pt x="2897" y="1255"/>
                </a:moveTo>
                <a:cubicBezTo>
                  <a:pt x="2898" y="1255"/>
                  <a:pt x="2898" y="1254"/>
                  <a:pt x="2899" y="1253"/>
                </a:cubicBezTo>
                <a:cubicBezTo>
                  <a:pt x="2899" y="1253"/>
                  <a:pt x="2899" y="1253"/>
                  <a:pt x="2898" y="1252"/>
                </a:cubicBezTo>
                <a:cubicBezTo>
                  <a:pt x="2897" y="1250"/>
                  <a:pt x="2895" y="1249"/>
                  <a:pt x="2892" y="1250"/>
                </a:cubicBezTo>
                <a:cubicBezTo>
                  <a:pt x="2893" y="1253"/>
                  <a:pt x="2895" y="1254"/>
                  <a:pt x="2897" y="1255"/>
                </a:cubicBezTo>
                <a:close/>
                <a:moveTo>
                  <a:pt x="807" y="177"/>
                </a:moveTo>
                <a:cubicBezTo>
                  <a:pt x="807" y="176"/>
                  <a:pt x="806" y="176"/>
                  <a:pt x="806" y="176"/>
                </a:cubicBezTo>
                <a:cubicBezTo>
                  <a:pt x="804" y="176"/>
                  <a:pt x="803" y="177"/>
                  <a:pt x="803" y="179"/>
                </a:cubicBezTo>
                <a:cubicBezTo>
                  <a:pt x="803" y="180"/>
                  <a:pt x="804" y="180"/>
                  <a:pt x="804" y="180"/>
                </a:cubicBezTo>
                <a:cubicBezTo>
                  <a:pt x="806" y="180"/>
                  <a:pt x="808" y="178"/>
                  <a:pt x="807" y="177"/>
                </a:cubicBezTo>
                <a:close/>
                <a:moveTo>
                  <a:pt x="2615" y="892"/>
                </a:moveTo>
                <a:cubicBezTo>
                  <a:pt x="2616" y="892"/>
                  <a:pt x="2616" y="891"/>
                  <a:pt x="2616" y="891"/>
                </a:cubicBezTo>
                <a:cubicBezTo>
                  <a:pt x="2616" y="891"/>
                  <a:pt x="2616" y="890"/>
                  <a:pt x="2616" y="890"/>
                </a:cubicBezTo>
                <a:cubicBezTo>
                  <a:pt x="2615" y="889"/>
                  <a:pt x="2614" y="889"/>
                  <a:pt x="2613" y="890"/>
                </a:cubicBezTo>
                <a:cubicBezTo>
                  <a:pt x="2612" y="891"/>
                  <a:pt x="2612" y="893"/>
                  <a:pt x="2613" y="893"/>
                </a:cubicBezTo>
                <a:cubicBezTo>
                  <a:pt x="2614" y="893"/>
                  <a:pt x="2615" y="893"/>
                  <a:pt x="2615" y="892"/>
                </a:cubicBezTo>
                <a:close/>
                <a:moveTo>
                  <a:pt x="800" y="318"/>
                </a:moveTo>
                <a:cubicBezTo>
                  <a:pt x="800" y="318"/>
                  <a:pt x="799" y="317"/>
                  <a:pt x="798" y="317"/>
                </a:cubicBezTo>
                <a:cubicBezTo>
                  <a:pt x="798" y="317"/>
                  <a:pt x="797" y="318"/>
                  <a:pt x="797" y="318"/>
                </a:cubicBezTo>
                <a:cubicBezTo>
                  <a:pt x="797" y="319"/>
                  <a:pt x="797" y="320"/>
                  <a:pt x="798" y="321"/>
                </a:cubicBezTo>
                <a:cubicBezTo>
                  <a:pt x="799" y="321"/>
                  <a:pt x="800" y="320"/>
                  <a:pt x="800" y="318"/>
                </a:cubicBezTo>
                <a:close/>
                <a:moveTo>
                  <a:pt x="974" y="174"/>
                </a:moveTo>
                <a:cubicBezTo>
                  <a:pt x="973" y="173"/>
                  <a:pt x="972" y="173"/>
                  <a:pt x="971" y="173"/>
                </a:cubicBezTo>
                <a:cubicBezTo>
                  <a:pt x="970" y="173"/>
                  <a:pt x="970" y="173"/>
                  <a:pt x="970" y="173"/>
                </a:cubicBezTo>
                <a:cubicBezTo>
                  <a:pt x="969" y="174"/>
                  <a:pt x="969" y="174"/>
                  <a:pt x="969" y="175"/>
                </a:cubicBezTo>
                <a:cubicBezTo>
                  <a:pt x="970" y="176"/>
                  <a:pt x="971" y="177"/>
                  <a:pt x="972" y="177"/>
                </a:cubicBezTo>
                <a:cubicBezTo>
                  <a:pt x="973" y="177"/>
                  <a:pt x="973" y="176"/>
                  <a:pt x="974" y="175"/>
                </a:cubicBezTo>
                <a:cubicBezTo>
                  <a:pt x="974" y="174"/>
                  <a:pt x="974" y="174"/>
                  <a:pt x="974" y="174"/>
                </a:cubicBezTo>
                <a:close/>
                <a:moveTo>
                  <a:pt x="2699" y="1201"/>
                </a:moveTo>
                <a:cubicBezTo>
                  <a:pt x="2699" y="1201"/>
                  <a:pt x="2700" y="1201"/>
                  <a:pt x="2700" y="1201"/>
                </a:cubicBezTo>
                <a:cubicBezTo>
                  <a:pt x="2701" y="1201"/>
                  <a:pt x="2703" y="1201"/>
                  <a:pt x="2704" y="1201"/>
                </a:cubicBezTo>
                <a:cubicBezTo>
                  <a:pt x="2703" y="1200"/>
                  <a:pt x="2701" y="1200"/>
                  <a:pt x="2701" y="1200"/>
                </a:cubicBezTo>
                <a:cubicBezTo>
                  <a:pt x="2700" y="1200"/>
                  <a:pt x="2700" y="1200"/>
                  <a:pt x="2699" y="1200"/>
                </a:cubicBezTo>
                <a:cubicBezTo>
                  <a:pt x="2699" y="1200"/>
                  <a:pt x="2699" y="1201"/>
                  <a:pt x="2699" y="1201"/>
                </a:cubicBezTo>
                <a:cubicBezTo>
                  <a:pt x="2698" y="1201"/>
                  <a:pt x="2699" y="1201"/>
                  <a:pt x="2699" y="1201"/>
                </a:cubicBezTo>
                <a:close/>
                <a:moveTo>
                  <a:pt x="1650" y="786"/>
                </a:moveTo>
                <a:cubicBezTo>
                  <a:pt x="1651" y="785"/>
                  <a:pt x="1651" y="785"/>
                  <a:pt x="1650" y="785"/>
                </a:cubicBezTo>
                <a:cubicBezTo>
                  <a:pt x="1650" y="785"/>
                  <a:pt x="1650" y="785"/>
                  <a:pt x="1650" y="785"/>
                </a:cubicBezTo>
                <a:cubicBezTo>
                  <a:pt x="1649" y="785"/>
                  <a:pt x="1649" y="786"/>
                  <a:pt x="1649" y="786"/>
                </a:cubicBezTo>
                <a:cubicBezTo>
                  <a:pt x="1650" y="786"/>
                  <a:pt x="1650" y="786"/>
                  <a:pt x="1650" y="786"/>
                </a:cubicBezTo>
                <a:close/>
                <a:moveTo>
                  <a:pt x="1991" y="154"/>
                </a:moveTo>
                <a:cubicBezTo>
                  <a:pt x="1992" y="153"/>
                  <a:pt x="1991" y="152"/>
                  <a:pt x="1990" y="151"/>
                </a:cubicBezTo>
                <a:cubicBezTo>
                  <a:pt x="1989" y="151"/>
                  <a:pt x="1989" y="151"/>
                  <a:pt x="1988" y="152"/>
                </a:cubicBezTo>
                <a:cubicBezTo>
                  <a:pt x="1987" y="153"/>
                  <a:pt x="1988" y="154"/>
                  <a:pt x="1989" y="155"/>
                </a:cubicBezTo>
                <a:cubicBezTo>
                  <a:pt x="1990" y="155"/>
                  <a:pt x="1990" y="154"/>
                  <a:pt x="1991" y="154"/>
                </a:cubicBezTo>
                <a:close/>
                <a:moveTo>
                  <a:pt x="2898" y="1266"/>
                </a:moveTo>
                <a:cubicBezTo>
                  <a:pt x="2899" y="1267"/>
                  <a:pt x="2900" y="1266"/>
                  <a:pt x="2900" y="1266"/>
                </a:cubicBezTo>
                <a:cubicBezTo>
                  <a:pt x="2901" y="1266"/>
                  <a:pt x="2901" y="1264"/>
                  <a:pt x="2900" y="1264"/>
                </a:cubicBezTo>
                <a:cubicBezTo>
                  <a:pt x="2899" y="1262"/>
                  <a:pt x="2897" y="1262"/>
                  <a:pt x="2895" y="1262"/>
                </a:cubicBezTo>
                <a:cubicBezTo>
                  <a:pt x="2895" y="1264"/>
                  <a:pt x="2896" y="1265"/>
                  <a:pt x="2898" y="1266"/>
                </a:cubicBezTo>
                <a:close/>
                <a:moveTo>
                  <a:pt x="319" y="528"/>
                </a:moveTo>
                <a:cubicBezTo>
                  <a:pt x="320" y="527"/>
                  <a:pt x="320" y="527"/>
                  <a:pt x="320" y="526"/>
                </a:cubicBezTo>
                <a:cubicBezTo>
                  <a:pt x="320" y="524"/>
                  <a:pt x="319" y="523"/>
                  <a:pt x="318" y="523"/>
                </a:cubicBezTo>
                <a:cubicBezTo>
                  <a:pt x="317" y="524"/>
                  <a:pt x="317" y="525"/>
                  <a:pt x="317" y="527"/>
                </a:cubicBezTo>
                <a:cubicBezTo>
                  <a:pt x="318" y="527"/>
                  <a:pt x="319" y="527"/>
                  <a:pt x="319" y="528"/>
                </a:cubicBezTo>
                <a:close/>
                <a:moveTo>
                  <a:pt x="2344" y="142"/>
                </a:moveTo>
                <a:cubicBezTo>
                  <a:pt x="2344" y="142"/>
                  <a:pt x="2345" y="142"/>
                  <a:pt x="2345" y="141"/>
                </a:cubicBezTo>
                <a:cubicBezTo>
                  <a:pt x="2345" y="141"/>
                  <a:pt x="2344" y="141"/>
                  <a:pt x="2344" y="140"/>
                </a:cubicBezTo>
                <a:cubicBezTo>
                  <a:pt x="2342" y="139"/>
                  <a:pt x="2341" y="139"/>
                  <a:pt x="2338" y="139"/>
                </a:cubicBezTo>
                <a:cubicBezTo>
                  <a:pt x="2339" y="142"/>
                  <a:pt x="2342" y="143"/>
                  <a:pt x="2344" y="142"/>
                </a:cubicBezTo>
                <a:close/>
                <a:moveTo>
                  <a:pt x="2700" y="1194"/>
                </a:moveTo>
                <a:cubicBezTo>
                  <a:pt x="2699" y="1192"/>
                  <a:pt x="2698" y="1191"/>
                  <a:pt x="2696" y="1191"/>
                </a:cubicBezTo>
                <a:cubicBezTo>
                  <a:pt x="2696" y="1191"/>
                  <a:pt x="2695" y="1192"/>
                  <a:pt x="2695" y="1192"/>
                </a:cubicBezTo>
                <a:cubicBezTo>
                  <a:pt x="2696" y="1192"/>
                  <a:pt x="2696" y="1194"/>
                  <a:pt x="2697" y="1194"/>
                </a:cubicBezTo>
                <a:cubicBezTo>
                  <a:pt x="2697" y="1195"/>
                  <a:pt x="2698" y="1195"/>
                  <a:pt x="2699" y="1195"/>
                </a:cubicBezTo>
                <a:cubicBezTo>
                  <a:pt x="2699" y="1195"/>
                  <a:pt x="2699" y="1194"/>
                  <a:pt x="2700" y="1194"/>
                </a:cubicBezTo>
                <a:close/>
                <a:moveTo>
                  <a:pt x="911" y="197"/>
                </a:moveTo>
                <a:cubicBezTo>
                  <a:pt x="911" y="197"/>
                  <a:pt x="911" y="197"/>
                  <a:pt x="911" y="197"/>
                </a:cubicBezTo>
                <a:cubicBezTo>
                  <a:pt x="911" y="197"/>
                  <a:pt x="911" y="197"/>
                  <a:pt x="911" y="197"/>
                </a:cubicBezTo>
                <a:cubicBezTo>
                  <a:pt x="910" y="197"/>
                  <a:pt x="909" y="198"/>
                  <a:pt x="908" y="198"/>
                </a:cubicBezTo>
                <a:cubicBezTo>
                  <a:pt x="908" y="200"/>
                  <a:pt x="908" y="201"/>
                  <a:pt x="909" y="201"/>
                </a:cubicBezTo>
                <a:cubicBezTo>
                  <a:pt x="909" y="201"/>
                  <a:pt x="911" y="201"/>
                  <a:pt x="911" y="201"/>
                </a:cubicBezTo>
                <a:cubicBezTo>
                  <a:pt x="911" y="200"/>
                  <a:pt x="911" y="199"/>
                  <a:pt x="911" y="198"/>
                </a:cubicBezTo>
                <a:cubicBezTo>
                  <a:pt x="912" y="198"/>
                  <a:pt x="912" y="198"/>
                  <a:pt x="912" y="198"/>
                </a:cubicBezTo>
                <a:cubicBezTo>
                  <a:pt x="912" y="198"/>
                  <a:pt x="912" y="198"/>
                  <a:pt x="911" y="198"/>
                </a:cubicBezTo>
                <a:cubicBezTo>
                  <a:pt x="911" y="198"/>
                  <a:pt x="911" y="197"/>
                  <a:pt x="912" y="197"/>
                </a:cubicBezTo>
                <a:cubicBezTo>
                  <a:pt x="911" y="197"/>
                  <a:pt x="911" y="197"/>
                  <a:pt x="911" y="197"/>
                </a:cubicBezTo>
                <a:close/>
                <a:moveTo>
                  <a:pt x="2804" y="1202"/>
                </a:moveTo>
                <a:cubicBezTo>
                  <a:pt x="2804" y="1202"/>
                  <a:pt x="2804" y="1201"/>
                  <a:pt x="2804" y="1201"/>
                </a:cubicBezTo>
                <a:cubicBezTo>
                  <a:pt x="2803" y="1200"/>
                  <a:pt x="2802" y="1200"/>
                  <a:pt x="2801" y="1200"/>
                </a:cubicBezTo>
                <a:cubicBezTo>
                  <a:pt x="2801" y="1200"/>
                  <a:pt x="2800" y="1201"/>
                  <a:pt x="2800" y="1201"/>
                </a:cubicBezTo>
                <a:cubicBezTo>
                  <a:pt x="2800" y="1201"/>
                  <a:pt x="2800" y="1202"/>
                  <a:pt x="2800" y="1203"/>
                </a:cubicBezTo>
                <a:cubicBezTo>
                  <a:pt x="2802" y="1205"/>
                  <a:pt x="2803" y="1204"/>
                  <a:pt x="2804" y="1202"/>
                </a:cubicBezTo>
                <a:close/>
                <a:moveTo>
                  <a:pt x="2977" y="1400"/>
                </a:moveTo>
                <a:cubicBezTo>
                  <a:pt x="2977" y="1399"/>
                  <a:pt x="2977" y="1398"/>
                  <a:pt x="2977" y="1398"/>
                </a:cubicBezTo>
                <a:cubicBezTo>
                  <a:pt x="2976" y="1397"/>
                  <a:pt x="2976" y="1397"/>
                  <a:pt x="2976" y="1397"/>
                </a:cubicBezTo>
                <a:cubicBezTo>
                  <a:pt x="2976" y="1398"/>
                  <a:pt x="2975" y="1398"/>
                  <a:pt x="2975" y="1398"/>
                </a:cubicBezTo>
                <a:cubicBezTo>
                  <a:pt x="2976" y="1399"/>
                  <a:pt x="2976" y="1400"/>
                  <a:pt x="2976" y="1400"/>
                </a:cubicBezTo>
                <a:cubicBezTo>
                  <a:pt x="2976" y="1401"/>
                  <a:pt x="2977" y="1401"/>
                  <a:pt x="2977" y="1400"/>
                </a:cubicBezTo>
                <a:close/>
                <a:moveTo>
                  <a:pt x="794" y="1654"/>
                </a:moveTo>
                <a:cubicBezTo>
                  <a:pt x="795" y="1654"/>
                  <a:pt x="794" y="1653"/>
                  <a:pt x="794" y="1653"/>
                </a:cubicBezTo>
                <a:cubicBezTo>
                  <a:pt x="794" y="1653"/>
                  <a:pt x="793" y="1652"/>
                  <a:pt x="792" y="1652"/>
                </a:cubicBezTo>
                <a:cubicBezTo>
                  <a:pt x="791" y="1652"/>
                  <a:pt x="791" y="1653"/>
                  <a:pt x="791" y="1653"/>
                </a:cubicBezTo>
                <a:cubicBezTo>
                  <a:pt x="791" y="1654"/>
                  <a:pt x="791" y="1655"/>
                  <a:pt x="792" y="1655"/>
                </a:cubicBezTo>
                <a:cubicBezTo>
                  <a:pt x="793" y="1655"/>
                  <a:pt x="794" y="1655"/>
                  <a:pt x="794" y="1654"/>
                </a:cubicBezTo>
                <a:close/>
                <a:moveTo>
                  <a:pt x="2103" y="122"/>
                </a:moveTo>
                <a:cubicBezTo>
                  <a:pt x="2103" y="121"/>
                  <a:pt x="2104" y="121"/>
                  <a:pt x="2105" y="121"/>
                </a:cubicBezTo>
                <a:cubicBezTo>
                  <a:pt x="2106" y="120"/>
                  <a:pt x="2105" y="118"/>
                  <a:pt x="2104" y="118"/>
                </a:cubicBezTo>
                <a:cubicBezTo>
                  <a:pt x="2103" y="117"/>
                  <a:pt x="2102" y="117"/>
                  <a:pt x="2102" y="118"/>
                </a:cubicBezTo>
                <a:cubicBezTo>
                  <a:pt x="2101" y="120"/>
                  <a:pt x="2102" y="121"/>
                  <a:pt x="2103" y="122"/>
                </a:cubicBezTo>
                <a:close/>
                <a:moveTo>
                  <a:pt x="1175" y="50"/>
                </a:moveTo>
                <a:cubicBezTo>
                  <a:pt x="1176" y="50"/>
                  <a:pt x="1176" y="50"/>
                  <a:pt x="1176" y="49"/>
                </a:cubicBezTo>
                <a:cubicBezTo>
                  <a:pt x="1175" y="48"/>
                  <a:pt x="1175" y="47"/>
                  <a:pt x="1174" y="47"/>
                </a:cubicBezTo>
                <a:cubicBezTo>
                  <a:pt x="1174" y="46"/>
                  <a:pt x="1173" y="47"/>
                  <a:pt x="1173" y="47"/>
                </a:cubicBezTo>
                <a:cubicBezTo>
                  <a:pt x="1172" y="48"/>
                  <a:pt x="1172" y="48"/>
                  <a:pt x="1173" y="49"/>
                </a:cubicBezTo>
                <a:cubicBezTo>
                  <a:pt x="1173" y="50"/>
                  <a:pt x="1174" y="50"/>
                  <a:pt x="1175" y="50"/>
                </a:cubicBezTo>
                <a:close/>
                <a:moveTo>
                  <a:pt x="1712" y="100"/>
                </a:moveTo>
                <a:cubicBezTo>
                  <a:pt x="1712" y="100"/>
                  <a:pt x="1712" y="100"/>
                  <a:pt x="1712" y="100"/>
                </a:cubicBezTo>
                <a:cubicBezTo>
                  <a:pt x="1712" y="99"/>
                  <a:pt x="1712" y="99"/>
                  <a:pt x="1712" y="99"/>
                </a:cubicBezTo>
                <a:cubicBezTo>
                  <a:pt x="1711" y="99"/>
                  <a:pt x="1711" y="99"/>
                  <a:pt x="1711" y="100"/>
                </a:cubicBezTo>
                <a:cubicBezTo>
                  <a:pt x="1711" y="100"/>
                  <a:pt x="1711" y="100"/>
                  <a:pt x="1712" y="100"/>
                </a:cubicBezTo>
                <a:close/>
                <a:moveTo>
                  <a:pt x="2749" y="1634"/>
                </a:moveTo>
                <a:cubicBezTo>
                  <a:pt x="2748" y="1634"/>
                  <a:pt x="2748" y="1635"/>
                  <a:pt x="2748" y="1636"/>
                </a:cubicBezTo>
                <a:cubicBezTo>
                  <a:pt x="2748" y="1636"/>
                  <a:pt x="2749" y="1637"/>
                  <a:pt x="2749" y="1638"/>
                </a:cubicBezTo>
                <a:cubicBezTo>
                  <a:pt x="2750" y="1638"/>
                  <a:pt x="2751" y="1638"/>
                  <a:pt x="2751" y="1637"/>
                </a:cubicBezTo>
                <a:cubicBezTo>
                  <a:pt x="2752" y="1636"/>
                  <a:pt x="2751" y="1636"/>
                  <a:pt x="2751" y="1635"/>
                </a:cubicBezTo>
                <a:cubicBezTo>
                  <a:pt x="2751" y="1634"/>
                  <a:pt x="2750" y="1634"/>
                  <a:pt x="2749" y="1634"/>
                </a:cubicBezTo>
                <a:close/>
                <a:moveTo>
                  <a:pt x="2835" y="1278"/>
                </a:moveTo>
                <a:cubicBezTo>
                  <a:pt x="2835" y="1278"/>
                  <a:pt x="2835" y="1278"/>
                  <a:pt x="2836" y="1278"/>
                </a:cubicBezTo>
                <a:cubicBezTo>
                  <a:pt x="2837" y="1279"/>
                  <a:pt x="2837" y="1278"/>
                  <a:pt x="2837" y="1278"/>
                </a:cubicBezTo>
                <a:cubicBezTo>
                  <a:pt x="2837" y="1278"/>
                  <a:pt x="2837" y="1277"/>
                  <a:pt x="2837" y="1277"/>
                </a:cubicBezTo>
                <a:cubicBezTo>
                  <a:pt x="2836" y="1277"/>
                  <a:pt x="2835" y="1277"/>
                  <a:pt x="2835" y="1277"/>
                </a:cubicBezTo>
                <a:cubicBezTo>
                  <a:pt x="2833" y="1274"/>
                  <a:pt x="2833" y="1273"/>
                  <a:pt x="2830" y="1274"/>
                </a:cubicBezTo>
                <a:cubicBezTo>
                  <a:pt x="2829" y="1275"/>
                  <a:pt x="2828" y="1275"/>
                  <a:pt x="2828" y="1275"/>
                </a:cubicBezTo>
                <a:cubicBezTo>
                  <a:pt x="2830" y="1275"/>
                  <a:pt x="2833" y="1277"/>
                  <a:pt x="2835" y="1278"/>
                </a:cubicBezTo>
                <a:cubicBezTo>
                  <a:pt x="2835" y="1278"/>
                  <a:pt x="2835" y="1278"/>
                  <a:pt x="2835" y="1278"/>
                </a:cubicBezTo>
                <a:close/>
                <a:moveTo>
                  <a:pt x="671" y="324"/>
                </a:moveTo>
                <a:cubicBezTo>
                  <a:pt x="671" y="325"/>
                  <a:pt x="671" y="325"/>
                  <a:pt x="671" y="325"/>
                </a:cubicBezTo>
                <a:cubicBezTo>
                  <a:pt x="672" y="325"/>
                  <a:pt x="672" y="325"/>
                  <a:pt x="672" y="324"/>
                </a:cubicBezTo>
                <a:cubicBezTo>
                  <a:pt x="672" y="324"/>
                  <a:pt x="672" y="323"/>
                  <a:pt x="671" y="323"/>
                </a:cubicBezTo>
                <a:cubicBezTo>
                  <a:pt x="671" y="324"/>
                  <a:pt x="671" y="324"/>
                  <a:pt x="671" y="324"/>
                </a:cubicBezTo>
                <a:close/>
                <a:moveTo>
                  <a:pt x="1302" y="909"/>
                </a:moveTo>
                <a:cubicBezTo>
                  <a:pt x="1301" y="910"/>
                  <a:pt x="1301" y="911"/>
                  <a:pt x="1302" y="911"/>
                </a:cubicBezTo>
                <a:cubicBezTo>
                  <a:pt x="1303" y="911"/>
                  <a:pt x="1303" y="912"/>
                  <a:pt x="1304" y="911"/>
                </a:cubicBezTo>
                <a:cubicBezTo>
                  <a:pt x="1304" y="911"/>
                  <a:pt x="1304" y="910"/>
                  <a:pt x="1305" y="909"/>
                </a:cubicBezTo>
                <a:cubicBezTo>
                  <a:pt x="1305" y="909"/>
                  <a:pt x="1304" y="908"/>
                  <a:pt x="1304" y="908"/>
                </a:cubicBezTo>
                <a:cubicBezTo>
                  <a:pt x="1303" y="908"/>
                  <a:pt x="1303" y="909"/>
                  <a:pt x="1302" y="909"/>
                </a:cubicBezTo>
                <a:close/>
                <a:moveTo>
                  <a:pt x="2601" y="914"/>
                </a:moveTo>
                <a:cubicBezTo>
                  <a:pt x="2601" y="913"/>
                  <a:pt x="2601" y="913"/>
                  <a:pt x="2601" y="912"/>
                </a:cubicBezTo>
                <a:cubicBezTo>
                  <a:pt x="2601" y="912"/>
                  <a:pt x="2601" y="911"/>
                  <a:pt x="2601" y="911"/>
                </a:cubicBezTo>
                <a:cubicBezTo>
                  <a:pt x="2600" y="911"/>
                  <a:pt x="2600" y="912"/>
                  <a:pt x="2600" y="913"/>
                </a:cubicBezTo>
                <a:cubicBezTo>
                  <a:pt x="2600" y="913"/>
                  <a:pt x="2600" y="914"/>
                  <a:pt x="2600" y="914"/>
                </a:cubicBezTo>
                <a:cubicBezTo>
                  <a:pt x="2600" y="914"/>
                  <a:pt x="2601" y="914"/>
                  <a:pt x="2601" y="914"/>
                </a:cubicBezTo>
                <a:close/>
                <a:moveTo>
                  <a:pt x="746" y="946"/>
                </a:moveTo>
                <a:cubicBezTo>
                  <a:pt x="745" y="945"/>
                  <a:pt x="745" y="945"/>
                  <a:pt x="745" y="945"/>
                </a:cubicBezTo>
                <a:cubicBezTo>
                  <a:pt x="745" y="945"/>
                  <a:pt x="745" y="945"/>
                  <a:pt x="745" y="946"/>
                </a:cubicBezTo>
                <a:cubicBezTo>
                  <a:pt x="745" y="946"/>
                  <a:pt x="745" y="946"/>
                  <a:pt x="745" y="946"/>
                </a:cubicBezTo>
                <a:cubicBezTo>
                  <a:pt x="745" y="946"/>
                  <a:pt x="746" y="946"/>
                  <a:pt x="746" y="946"/>
                </a:cubicBezTo>
                <a:close/>
                <a:moveTo>
                  <a:pt x="723" y="949"/>
                </a:moveTo>
                <a:cubicBezTo>
                  <a:pt x="723" y="951"/>
                  <a:pt x="724" y="952"/>
                  <a:pt x="724" y="952"/>
                </a:cubicBezTo>
                <a:cubicBezTo>
                  <a:pt x="724" y="951"/>
                  <a:pt x="724" y="950"/>
                  <a:pt x="725" y="950"/>
                </a:cubicBezTo>
                <a:cubicBezTo>
                  <a:pt x="724" y="949"/>
                  <a:pt x="724" y="949"/>
                  <a:pt x="724" y="948"/>
                </a:cubicBezTo>
                <a:cubicBezTo>
                  <a:pt x="724" y="949"/>
                  <a:pt x="723" y="949"/>
                  <a:pt x="723" y="949"/>
                </a:cubicBezTo>
                <a:close/>
                <a:moveTo>
                  <a:pt x="756" y="963"/>
                </a:moveTo>
                <a:cubicBezTo>
                  <a:pt x="755" y="963"/>
                  <a:pt x="755" y="963"/>
                  <a:pt x="754" y="963"/>
                </a:cubicBezTo>
                <a:cubicBezTo>
                  <a:pt x="754" y="963"/>
                  <a:pt x="754" y="963"/>
                  <a:pt x="754" y="964"/>
                </a:cubicBezTo>
                <a:cubicBezTo>
                  <a:pt x="754" y="964"/>
                  <a:pt x="754" y="964"/>
                  <a:pt x="754" y="964"/>
                </a:cubicBezTo>
                <a:cubicBezTo>
                  <a:pt x="754" y="964"/>
                  <a:pt x="754" y="964"/>
                  <a:pt x="754" y="964"/>
                </a:cubicBezTo>
                <a:cubicBezTo>
                  <a:pt x="755" y="965"/>
                  <a:pt x="756" y="965"/>
                  <a:pt x="756" y="964"/>
                </a:cubicBezTo>
                <a:cubicBezTo>
                  <a:pt x="757" y="964"/>
                  <a:pt x="757" y="964"/>
                  <a:pt x="757" y="964"/>
                </a:cubicBezTo>
                <a:cubicBezTo>
                  <a:pt x="757" y="964"/>
                  <a:pt x="757" y="963"/>
                  <a:pt x="756" y="963"/>
                </a:cubicBezTo>
                <a:close/>
                <a:moveTo>
                  <a:pt x="1045" y="335"/>
                </a:moveTo>
                <a:cubicBezTo>
                  <a:pt x="1045" y="334"/>
                  <a:pt x="1044" y="333"/>
                  <a:pt x="1044" y="333"/>
                </a:cubicBezTo>
                <a:cubicBezTo>
                  <a:pt x="1044" y="333"/>
                  <a:pt x="1043" y="333"/>
                  <a:pt x="1043" y="334"/>
                </a:cubicBezTo>
                <a:cubicBezTo>
                  <a:pt x="1043" y="334"/>
                  <a:pt x="1043" y="335"/>
                  <a:pt x="1044" y="335"/>
                </a:cubicBezTo>
                <a:cubicBezTo>
                  <a:pt x="1044" y="336"/>
                  <a:pt x="1045" y="336"/>
                  <a:pt x="1045" y="335"/>
                </a:cubicBezTo>
                <a:close/>
                <a:moveTo>
                  <a:pt x="674" y="971"/>
                </a:moveTo>
                <a:cubicBezTo>
                  <a:pt x="674" y="972"/>
                  <a:pt x="674" y="972"/>
                  <a:pt x="675" y="973"/>
                </a:cubicBezTo>
                <a:cubicBezTo>
                  <a:pt x="676" y="973"/>
                  <a:pt x="677" y="973"/>
                  <a:pt x="677" y="972"/>
                </a:cubicBezTo>
                <a:cubicBezTo>
                  <a:pt x="677" y="971"/>
                  <a:pt x="677" y="970"/>
                  <a:pt x="676" y="970"/>
                </a:cubicBezTo>
                <a:cubicBezTo>
                  <a:pt x="675" y="969"/>
                  <a:pt x="675" y="970"/>
                  <a:pt x="674" y="971"/>
                </a:cubicBezTo>
                <a:close/>
                <a:moveTo>
                  <a:pt x="883" y="1056"/>
                </a:moveTo>
                <a:cubicBezTo>
                  <a:pt x="883" y="1056"/>
                  <a:pt x="883" y="1057"/>
                  <a:pt x="884" y="1057"/>
                </a:cubicBezTo>
                <a:cubicBezTo>
                  <a:pt x="884" y="1057"/>
                  <a:pt x="884" y="1056"/>
                  <a:pt x="884" y="1056"/>
                </a:cubicBezTo>
                <a:cubicBezTo>
                  <a:pt x="884" y="1056"/>
                  <a:pt x="884" y="1056"/>
                  <a:pt x="884" y="1056"/>
                </a:cubicBezTo>
                <a:cubicBezTo>
                  <a:pt x="884" y="1056"/>
                  <a:pt x="883" y="1056"/>
                  <a:pt x="883" y="1056"/>
                </a:cubicBezTo>
                <a:close/>
                <a:moveTo>
                  <a:pt x="860" y="339"/>
                </a:moveTo>
                <a:cubicBezTo>
                  <a:pt x="860" y="339"/>
                  <a:pt x="859" y="339"/>
                  <a:pt x="859" y="339"/>
                </a:cubicBezTo>
                <a:cubicBezTo>
                  <a:pt x="859" y="339"/>
                  <a:pt x="859" y="339"/>
                  <a:pt x="859" y="340"/>
                </a:cubicBezTo>
                <a:cubicBezTo>
                  <a:pt x="859" y="340"/>
                  <a:pt x="859" y="340"/>
                  <a:pt x="859" y="340"/>
                </a:cubicBezTo>
                <a:cubicBezTo>
                  <a:pt x="860" y="340"/>
                  <a:pt x="860" y="340"/>
                  <a:pt x="860" y="339"/>
                </a:cubicBezTo>
                <a:close/>
                <a:moveTo>
                  <a:pt x="2564" y="1063"/>
                </a:moveTo>
                <a:cubicBezTo>
                  <a:pt x="2564" y="1063"/>
                  <a:pt x="2564" y="1063"/>
                  <a:pt x="2564" y="1063"/>
                </a:cubicBezTo>
                <a:cubicBezTo>
                  <a:pt x="2564" y="1062"/>
                  <a:pt x="2564" y="1062"/>
                  <a:pt x="2564" y="1062"/>
                </a:cubicBezTo>
                <a:cubicBezTo>
                  <a:pt x="2564" y="1062"/>
                  <a:pt x="2563" y="1062"/>
                  <a:pt x="2563" y="1062"/>
                </a:cubicBezTo>
                <a:cubicBezTo>
                  <a:pt x="2563" y="1063"/>
                  <a:pt x="2564" y="1063"/>
                  <a:pt x="2564" y="1063"/>
                </a:cubicBezTo>
                <a:close/>
                <a:moveTo>
                  <a:pt x="2290" y="1069"/>
                </a:moveTo>
                <a:cubicBezTo>
                  <a:pt x="2290" y="1069"/>
                  <a:pt x="2290" y="1068"/>
                  <a:pt x="2290" y="1068"/>
                </a:cubicBezTo>
                <a:cubicBezTo>
                  <a:pt x="2290" y="1068"/>
                  <a:pt x="2289" y="1068"/>
                  <a:pt x="2289" y="1068"/>
                </a:cubicBezTo>
                <a:cubicBezTo>
                  <a:pt x="2289" y="1068"/>
                  <a:pt x="2289" y="1069"/>
                  <a:pt x="2290" y="1069"/>
                </a:cubicBezTo>
                <a:cubicBezTo>
                  <a:pt x="2290" y="1069"/>
                  <a:pt x="2290" y="1069"/>
                  <a:pt x="2290" y="1069"/>
                </a:cubicBezTo>
                <a:close/>
                <a:moveTo>
                  <a:pt x="2567" y="1120"/>
                </a:moveTo>
                <a:cubicBezTo>
                  <a:pt x="2566" y="1120"/>
                  <a:pt x="2566" y="1121"/>
                  <a:pt x="2566" y="1121"/>
                </a:cubicBezTo>
                <a:cubicBezTo>
                  <a:pt x="2566" y="1121"/>
                  <a:pt x="2567" y="1121"/>
                  <a:pt x="2567" y="1122"/>
                </a:cubicBezTo>
                <a:cubicBezTo>
                  <a:pt x="2567" y="1121"/>
                  <a:pt x="2568" y="1121"/>
                  <a:pt x="2568" y="1121"/>
                </a:cubicBezTo>
                <a:cubicBezTo>
                  <a:pt x="2568" y="1120"/>
                  <a:pt x="2567" y="1120"/>
                  <a:pt x="2567" y="1120"/>
                </a:cubicBezTo>
                <a:close/>
                <a:moveTo>
                  <a:pt x="2645" y="1200"/>
                </a:moveTo>
                <a:cubicBezTo>
                  <a:pt x="2645" y="1200"/>
                  <a:pt x="2644" y="1200"/>
                  <a:pt x="2643" y="1201"/>
                </a:cubicBezTo>
                <a:cubicBezTo>
                  <a:pt x="2643" y="1201"/>
                  <a:pt x="2643" y="1202"/>
                  <a:pt x="2644" y="1202"/>
                </a:cubicBezTo>
                <a:cubicBezTo>
                  <a:pt x="2646" y="1202"/>
                  <a:pt x="2647" y="1201"/>
                  <a:pt x="2646" y="1201"/>
                </a:cubicBezTo>
                <a:cubicBezTo>
                  <a:pt x="2646" y="1200"/>
                  <a:pt x="2646" y="1200"/>
                  <a:pt x="2645" y="1200"/>
                </a:cubicBezTo>
                <a:close/>
                <a:moveTo>
                  <a:pt x="1314" y="214"/>
                </a:moveTo>
                <a:cubicBezTo>
                  <a:pt x="1314" y="214"/>
                  <a:pt x="1315" y="213"/>
                  <a:pt x="1315" y="213"/>
                </a:cubicBezTo>
                <a:cubicBezTo>
                  <a:pt x="1315" y="213"/>
                  <a:pt x="1315" y="213"/>
                  <a:pt x="1315" y="213"/>
                </a:cubicBezTo>
                <a:cubicBezTo>
                  <a:pt x="1314" y="213"/>
                  <a:pt x="1314" y="213"/>
                  <a:pt x="1314" y="213"/>
                </a:cubicBezTo>
                <a:cubicBezTo>
                  <a:pt x="1314" y="213"/>
                  <a:pt x="1314" y="214"/>
                  <a:pt x="1314" y="214"/>
                </a:cubicBezTo>
                <a:close/>
                <a:moveTo>
                  <a:pt x="2591" y="1262"/>
                </a:moveTo>
                <a:cubicBezTo>
                  <a:pt x="2591" y="1263"/>
                  <a:pt x="2591" y="1263"/>
                  <a:pt x="2592" y="1263"/>
                </a:cubicBezTo>
                <a:cubicBezTo>
                  <a:pt x="2593" y="1263"/>
                  <a:pt x="2594" y="1262"/>
                  <a:pt x="2594" y="1262"/>
                </a:cubicBezTo>
                <a:cubicBezTo>
                  <a:pt x="2594" y="1262"/>
                  <a:pt x="2594" y="1262"/>
                  <a:pt x="2593" y="1262"/>
                </a:cubicBezTo>
                <a:cubicBezTo>
                  <a:pt x="2592" y="1262"/>
                  <a:pt x="2591" y="1262"/>
                  <a:pt x="2591" y="1262"/>
                </a:cubicBezTo>
                <a:close/>
                <a:moveTo>
                  <a:pt x="1330" y="98"/>
                </a:moveTo>
                <a:cubicBezTo>
                  <a:pt x="1330" y="97"/>
                  <a:pt x="1330" y="96"/>
                  <a:pt x="1330" y="96"/>
                </a:cubicBezTo>
                <a:cubicBezTo>
                  <a:pt x="1330" y="96"/>
                  <a:pt x="1329" y="97"/>
                  <a:pt x="1329" y="98"/>
                </a:cubicBezTo>
                <a:cubicBezTo>
                  <a:pt x="1329" y="98"/>
                  <a:pt x="1330" y="99"/>
                  <a:pt x="1330" y="100"/>
                </a:cubicBezTo>
                <a:cubicBezTo>
                  <a:pt x="1330" y="99"/>
                  <a:pt x="1330" y="98"/>
                  <a:pt x="1330" y="98"/>
                </a:cubicBezTo>
                <a:close/>
                <a:moveTo>
                  <a:pt x="757" y="241"/>
                </a:moveTo>
                <a:cubicBezTo>
                  <a:pt x="758" y="241"/>
                  <a:pt x="759" y="240"/>
                  <a:pt x="758" y="239"/>
                </a:cubicBezTo>
                <a:cubicBezTo>
                  <a:pt x="758" y="238"/>
                  <a:pt x="758" y="238"/>
                  <a:pt x="758" y="237"/>
                </a:cubicBezTo>
                <a:cubicBezTo>
                  <a:pt x="757" y="238"/>
                  <a:pt x="757" y="238"/>
                  <a:pt x="757" y="239"/>
                </a:cubicBezTo>
                <a:cubicBezTo>
                  <a:pt x="757" y="239"/>
                  <a:pt x="757" y="240"/>
                  <a:pt x="757" y="241"/>
                </a:cubicBezTo>
                <a:close/>
                <a:moveTo>
                  <a:pt x="1939" y="265"/>
                </a:moveTo>
                <a:cubicBezTo>
                  <a:pt x="1939" y="265"/>
                  <a:pt x="1940" y="265"/>
                  <a:pt x="1940" y="264"/>
                </a:cubicBezTo>
                <a:cubicBezTo>
                  <a:pt x="1940" y="264"/>
                  <a:pt x="1940" y="263"/>
                  <a:pt x="1940" y="263"/>
                </a:cubicBezTo>
                <a:cubicBezTo>
                  <a:pt x="1940" y="263"/>
                  <a:pt x="1940" y="262"/>
                  <a:pt x="1940" y="262"/>
                </a:cubicBezTo>
                <a:cubicBezTo>
                  <a:pt x="1939" y="262"/>
                  <a:pt x="1939" y="263"/>
                  <a:pt x="1939" y="263"/>
                </a:cubicBezTo>
                <a:cubicBezTo>
                  <a:pt x="1938" y="264"/>
                  <a:pt x="1938" y="265"/>
                  <a:pt x="1939" y="265"/>
                </a:cubicBezTo>
                <a:close/>
                <a:moveTo>
                  <a:pt x="247" y="403"/>
                </a:moveTo>
                <a:cubicBezTo>
                  <a:pt x="246" y="403"/>
                  <a:pt x="246" y="404"/>
                  <a:pt x="246" y="404"/>
                </a:cubicBezTo>
                <a:cubicBezTo>
                  <a:pt x="246" y="406"/>
                  <a:pt x="247" y="407"/>
                  <a:pt x="247" y="407"/>
                </a:cubicBezTo>
                <a:cubicBezTo>
                  <a:pt x="247" y="407"/>
                  <a:pt x="248" y="406"/>
                  <a:pt x="248" y="406"/>
                </a:cubicBezTo>
                <a:cubicBezTo>
                  <a:pt x="248" y="405"/>
                  <a:pt x="247" y="403"/>
                  <a:pt x="247" y="403"/>
                </a:cubicBezTo>
                <a:close/>
                <a:moveTo>
                  <a:pt x="1527" y="411"/>
                </a:moveTo>
                <a:cubicBezTo>
                  <a:pt x="1527" y="411"/>
                  <a:pt x="1528" y="411"/>
                  <a:pt x="1528" y="411"/>
                </a:cubicBezTo>
                <a:cubicBezTo>
                  <a:pt x="1528" y="410"/>
                  <a:pt x="1529" y="410"/>
                  <a:pt x="1530" y="410"/>
                </a:cubicBezTo>
                <a:cubicBezTo>
                  <a:pt x="1529" y="410"/>
                  <a:pt x="1528" y="410"/>
                  <a:pt x="1527" y="410"/>
                </a:cubicBezTo>
                <a:cubicBezTo>
                  <a:pt x="1526" y="410"/>
                  <a:pt x="1526" y="411"/>
                  <a:pt x="1527" y="411"/>
                </a:cubicBezTo>
                <a:close/>
                <a:moveTo>
                  <a:pt x="1530" y="407"/>
                </a:moveTo>
                <a:cubicBezTo>
                  <a:pt x="1529" y="407"/>
                  <a:pt x="1529" y="407"/>
                  <a:pt x="1529" y="407"/>
                </a:cubicBezTo>
                <a:cubicBezTo>
                  <a:pt x="1529" y="407"/>
                  <a:pt x="1530" y="407"/>
                  <a:pt x="1530" y="407"/>
                </a:cubicBezTo>
                <a:cubicBezTo>
                  <a:pt x="1530" y="407"/>
                  <a:pt x="1530" y="407"/>
                  <a:pt x="1530" y="407"/>
                </a:cubicBezTo>
                <a:close/>
                <a:moveTo>
                  <a:pt x="1695" y="453"/>
                </a:moveTo>
                <a:cubicBezTo>
                  <a:pt x="1696" y="453"/>
                  <a:pt x="1696" y="453"/>
                  <a:pt x="1696" y="454"/>
                </a:cubicBezTo>
                <a:cubicBezTo>
                  <a:pt x="1696" y="454"/>
                  <a:pt x="1697" y="454"/>
                  <a:pt x="1697" y="453"/>
                </a:cubicBezTo>
                <a:cubicBezTo>
                  <a:pt x="1697" y="453"/>
                  <a:pt x="1696" y="453"/>
                  <a:pt x="1696" y="453"/>
                </a:cubicBezTo>
                <a:cubicBezTo>
                  <a:pt x="1696" y="453"/>
                  <a:pt x="1696" y="453"/>
                  <a:pt x="1695" y="453"/>
                </a:cubicBezTo>
                <a:close/>
                <a:moveTo>
                  <a:pt x="874" y="470"/>
                </a:moveTo>
                <a:cubicBezTo>
                  <a:pt x="874" y="470"/>
                  <a:pt x="875" y="471"/>
                  <a:pt x="875" y="472"/>
                </a:cubicBezTo>
                <a:cubicBezTo>
                  <a:pt x="876" y="472"/>
                  <a:pt x="877" y="472"/>
                  <a:pt x="877" y="471"/>
                </a:cubicBezTo>
                <a:cubicBezTo>
                  <a:pt x="877" y="470"/>
                  <a:pt x="877" y="469"/>
                  <a:pt x="877" y="468"/>
                </a:cubicBezTo>
                <a:cubicBezTo>
                  <a:pt x="877" y="468"/>
                  <a:pt x="876" y="468"/>
                  <a:pt x="875" y="468"/>
                </a:cubicBezTo>
                <a:cubicBezTo>
                  <a:pt x="875" y="468"/>
                  <a:pt x="874" y="469"/>
                  <a:pt x="874" y="470"/>
                </a:cubicBezTo>
                <a:close/>
                <a:moveTo>
                  <a:pt x="2040" y="158"/>
                </a:moveTo>
                <a:cubicBezTo>
                  <a:pt x="2040" y="158"/>
                  <a:pt x="2040" y="159"/>
                  <a:pt x="2041" y="159"/>
                </a:cubicBezTo>
                <a:cubicBezTo>
                  <a:pt x="2041" y="159"/>
                  <a:pt x="2041" y="158"/>
                  <a:pt x="2041" y="158"/>
                </a:cubicBezTo>
                <a:cubicBezTo>
                  <a:pt x="2041" y="157"/>
                  <a:pt x="2041" y="157"/>
                  <a:pt x="2040" y="157"/>
                </a:cubicBezTo>
                <a:cubicBezTo>
                  <a:pt x="2040" y="158"/>
                  <a:pt x="2040" y="158"/>
                  <a:pt x="2040" y="158"/>
                </a:cubicBezTo>
                <a:close/>
                <a:moveTo>
                  <a:pt x="2757" y="560"/>
                </a:moveTo>
                <a:cubicBezTo>
                  <a:pt x="2757" y="560"/>
                  <a:pt x="2757" y="560"/>
                  <a:pt x="2757" y="560"/>
                </a:cubicBezTo>
                <a:cubicBezTo>
                  <a:pt x="2757" y="561"/>
                  <a:pt x="2757" y="561"/>
                  <a:pt x="2757" y="561"/>
                </a:cubicBezTo>
                <a:cubicBezTo>
                  <a:pt x="2757" y="561"/>
                  <a:pt x="2758" y="561"/>
                  <a:pt x="2758" y="561"/>
                </a:cubicBezTo>
                <a:cubicBezTo>
                  <a:pt x="2758" y="560"/>
                  <a:pt x="2758" y="560"/>
                  <a:pt x="2757" y="560"/>
                </a:cubicBezTo>
                <a:close/>
                <a:moveTo>
                  <a:pt x="2668" y="767"/>
                </a:moveTo>
                <a:cubicBezTo>
                  <a:pt x="2668" y="766"/>
                  <a:pt x="2669" y="766"/>
                  <a:pt x="2669" y="765"/>
                </a:cubicBezTo>
                <a:cubicBezTo>
                  <a:pt x="2669" y="765"/>
                  <a:pt x="2668" y="764"/>
                  <a:pt x="2668" y="763"/>
                </a:cubicBezTo>
                <a:cubicBezTo>
                  <a:pt x="2668" y="764"/>
                  <a:pt x="2668" y="765"/>
                  <a:pt x="2668" y="765"/>
                </a:cubicBezTo>
                <a:cubicBezTo>
                  <a:pt x="2668" y="766"/>
                  <a:pt x="2668" y="766"/>
                  <a:pt x="2668" y="767"/>
                </a:cubicBezTo>
                <a:close/>
                <a:moveTo>
                  <a:pt x="1455" y="794"/>
                </a:moveTo>
                <a:cubicBezTo>
                  <a:pt x="1455" y="794"/>
                  <a:pt x="1456" y="793"/>
                  <a:pt x="1456" y="792"/>
                </a:cubicBezTo>
                <a:cubicBezTo>
                  <a:pt x="1456" y="792"/>
                  <a:pt x="1455" y="791"/>
                  <a:pt x="1454" y="791"/>
                </a:cubicBezTo>
                <a:cubicBezTo>
                  <a:pt x="1453" y="791"/>
                  <a:pt x="1452" y="793"/>
                  <a:pt x="1453" y="793"/>
                </a:cubicBezTo>
                <a:cubicBezTo>
                  <a:pt x="1453" y="794"/>
                  <a:pt x="1454" y="794"/>
                  <a:pt x="1455" y="794"/>
                </a:cubicBezTo>
                <a:close/>
                <a:moveTo>
                  <a:pt x="1676" y="831"/>
                </a:moveTo>
                <a:cubicBezTo>
                  <a:pt x="1677" y="830"/>
                  <a:pt x="1677" y="830"/>
                  <a:pt x="1678" y="829"/>
                </a:cubicBezTo>
                <a:cubicBezTo>
                  <a:pt x="1677" y="829"/>
                  <a:pt x="1676" y="828"/>
                  <a:pt x="1676" y="828"/>
                </a:cubicBezTo>
                <a:cubicBezTo>
                  <a:pt x="1675" y="828"/>
                  <a:pt x="1674" y="829"/>
                  <a:pt x="1674" y="830"/>
                </a:cubicBezTo>
                <a:cubicBezTo>
                  <a:pt x="1674" y="830"/>
                  <a:pt x="1675" y="831"/>
                  <a:pt x="1675" y="831"/>
                </a:cubicBezTo>
                <a:cubicBezTo>
                  <a:pt x="1675" y="831"/>
                  <a:pt x="1676" y="831"/>
                  <a:pt x="1676" y="831"/>
                </a:cubicBezTo>
                <a:close/>
                <a:moveTo>
                  <a:pt x="619" y="893"/>
                </a:moveTo>
                <a:cubicBezTo>
                  <a:pt x="619" y="894"/>
                  <a:pt x="619" y="895"/>
                  <a:pt x="620" y="895"/>
                </a:cubicBezTo>
                <a:cubicBezTo>
                  <a:pt x="621" y="896"/>
                  <a:pt x="622" y="896"/>
                  <a:pt x="622" y="894"/>
                </a:cubicBezTo>
                <a:cubicBezTo>
                  <a:pt x="622" y="894"/>
                  <a:pt x="622" y="893"/>
                  <a:pt x="622" y="893"/>
                </a:cubicBezTo>
                <a:cubicBezTo>
                  <a:pt x="621" y="893"/>
                  <a:pt x="620" y="893"/>
                  <a:pt x="619" y="893"/>
                </a:cubicBezTo>
                <a:cubicBezTo>
                  <a:pt x="619" y="893"/>
                  <a:pt x="619" y="893"/>
                  <a:pt x="619" y="893"/>
                </a:cubicBezTo>
                <a:cubicBezTo>
                  <a:pt x="619" y="893"/>
                  <a:pt x="619" y="893"/>
                  <a:pt x="619" y="893"/>
                </a:cubicBezTo>
                <a:cubicBezTo>
                  <a:pt x="619" y="893"/>
                  <a:pt x="619" y="893"/>
                  <a:pt x="619" y="893"/>
                </a:cubicBezTo>
                <a:cubicBezTo>
                  <a:pt x="619" y="893"/>
                  <a:pt x="619" y="893"/>
                  <a:pt x="619" y="893"/>
                </a:cubicBezTo>
                <a:cubicBezTo>
                  <a:pt x="619" y="893"/>
                  <a:pt x="619" y="893"/>
                  <a:pt x="619" y="893"/>
                </a:cubicBezTo>
                <a:close/>
                <a:moveTo>
                  <a:pt x="785" y="204"/>
                </a:moveTo>
                <a:cubicBezTo>
                  <a:pt x="785" y="204"/>
                  <a:pt x="785" y="204"/>
                  <a:pt x="785" y="204"/>
                </a:cubicBezTo>
                <a:cubicBezTo>
                  <a:pt x="785" y="204"/>
                  <a:pt x="785" y="203"/>
                  <a:pt x="785" y="203"/>
                </a:cubicBezTo>
                <a:cubicBezTo>
                  <a:pt x="785" y="204"/>
                  <a:pt x="785" y="204"/>
                  <a:pt x="785" y="204"/>
                </a:cubicBezTo>
                <a:close/>
                <a:moveTo>
                  <a:pt x="687" y="207"/>
                </a:moveTo>
                <a:cubicBezTo>
                  <a:pt x="686" y="207"/>
                  <a:pt x="686" y="207"/>
                  <a:pt x="686" y="207"/>
                </a:cubicBezTo>
                <a:cubicBezTo>
                  <a:pt x="686" y="207"/>
                  <a:pt x="687" y="207"/>
                  <a:pt x="687" y="207"/>
                </a:cubicBezTo>
                <a:cubicBezTo>
                  <a:pt x="687" y="207"/>
                  <a:pt x="687" y="207"/>
                  <a:pt x="687" y="207"/>
                </a:cubicBezTo>
                <a:close/>
                <a:moveTo>
                  <a:pt x="2570" y="515"/>
                </a:moveTo>
                <a:cubicBezTo>
                  <a:pt x="2570" y="515"/>
                  <a:pt x="2570" y="515"/>
                  <a:pt x="2570" y="514"/>
                </a:cubicBezTo>
                <a:cubicBezTo>
                  <a:pt x="2570" y="514"/>
                  <a:pt x="2570" y="514"/>
                  <a:pt x="2570" y="514"/>
                </a:cubicBezTo>
                <a:cubicBezTo>
                  <a:pt x="2570" y="514"/>
                  <a:pt x="2569" y="515"/>
                  <a:pt x="2569" y="515"/>
                </a:cubicBezTo>
                <a:lnTo>
                  <a:pt x="2570" y="515"/>
                </a:lnTo>
                <a:close/>
                <a:moveTo>
                  <a:pt x="1994" y="222"/>
                </a:moveTo>
                <a:cubicBezTo>
                  <a:pt x="1994" y="222"/>
                  <a:pt x="1994" y="222"/>
                  <a:pt x="1994" y="222"/>
                </a:cubicBezTo>
                <a:cubicBezTo>
                  <a:pt x="1994" y="222"/>
                  <a:pt x="1994" y="222"/>
                  <a:pt x="1994" y="223"/>
                </a:cubicBezTo>
                <a:cubicBezTo>
                  <a:pt x="1995" y="222"/>
                  <a:pt x="1994" y="222"/>
                  <a:pt x="1994" y="222"/>
                </a:cubicBezTo>
                <a:close/>
                <a:moveTo>
                  <a:pt x="1994" y="229"/>
                </a:moveTo>
                <a:cubicBezTo>
                  <a:pt x="1994" y="228"/>
                  <a:pt x="1994" y="228"/>
                  <a:pt x="1994" y="228"/>
                </a:cubicBezTo>
                <a:cubicBezTo>
                  <a:pt x="1994" y="228"/>
                  <a:pt x="1994" y="228"/>
                  <a:pt x="1994" y="228"/>
                </a:cubicBezTo>
                <a:lnTo>
                  <a:pt x="1994" y="229"/>
                </a:lnTo>
                <a:close/>
                <a:moveTo>
                  <a:pt x="415" y="232"/>
                </a:moveTo>
                <a:cubicBezTo>
                  <a:pt x="416" y="232"/>
                  <a:pt x="416" y="231"/>
                  <a:pt x="415" y="231"/>
                </a:cubicBezTo>
                <a:cubicBezTo>
                  <a:pt x="415" y="231"/>
                  <a:pt x="414" y="231"/>
                  <a:pt x="414" y="231"/>
                </a:cubicBezTo>
                <a:cubicBezTo>
                  <a:pt x="413" y="231"/>
                  <a:pt x="413" y="232"/>
                  <a:pt x="412" y="232"/>
                </a:cubicBezTo>
                <a:cubicBezTo>
                  <a:pt x="413" y="232"/>
                  <a:pt x="414" y="232"/>
                  <a:pt x="415" y="232"/>
                </a:cubicBezTo>
                <a:cubicBezTo>
                  <a:pt x="415" y="232"/>
                  <a:pt x="415" y="232"/>
                  <a:pt x="415" y="232"/>
                </a:cubicBezTo>
                <a:close/>
                <a:moveTo>
                  <a:pt x="1958" y="232"/>
                </a:moveTo>
                <a:cubicBezTo>
                  <a:pt x="1958" y="232"/>
                  <a:pt x="1958" y="231"/>
                  <a:pt x="1957" y="231"/>
                </a:cubicBezTo>
                <a:cubicBezTo>
                  <a:pt x="1957" y="231"/>
                  <a:pt x="1957" y="231"/>
                  <a:pt x="1957" y="232"/>
                </a:cubicBezTo>
                <a:cubicBezTo>
                  <a:pt x="1957" y="232"/>
                  <a:pt x="1957" y="232"/>
                  <a:pt x="1957" y="233"/>
                </a:cubicBezTo>
                <a:cubicBezTo>
                  <a:pt x="1958" y="232"/>
                  <a:pt x="1958" y="232"/>
                  <a:pt x="1958" y="232"/>
                </a:cubicBezTo>
                <a:close/>
                <a:moveTo>
                  <a:pt x="1463" y="789"/>
                </a:moveTo>
                <a:cubicBezTo>
                  <a:pt x="1463" y="788"/>
                  <a:pt x="1463" y="788"/>
                  <a:pt x="1463" y="788"/>
                </a:cubicBezTo>
                <a:cubicBezTo>
                  <a:pt x="1462" y="788"/>
                  <a:pt x="1462" y="788"/>
                  <a:pt x="1462" y="788"/>
                </a:cubicBezTo>
                <a:cubicBezTo>
                  <a:pt x="1461" y="788"/>
                  <a:pt x="1461" y="789"/>
                  <a:pt x="1462" y="789"/>
                </a:cubicBezTo>
                <a:cubicBezTo>
                  <a:pt x="1462" y="789"/>
                  <a:pt x="1463" y="789"/>
                  <a:pt x="1463" y="789"/>
                </a:cubicBezTo>
                <a:close/>
                <a:moveTo>
                  <a:pt x="847" y="364"/>
                </a:moveTo>
                <a:cubicBezTo>
                  <a:pt x="846" y="363"/>
                  <a:pt x="846" y="363"/>
                  <a:pt x="846" y="363"/>
                </a:cubicBezTo>
                <a:cubicBezTo>
                  <a:pt x="846" y="364"/>
                  <a:pt x="846" y="364"/>
                  <a:pt x="846" y="364"/>
                </a:cubicBezTo>
                <a:lnTo>
                  <a:pt x="847" y="364"/>
                </a:lnTo>
                <a:close/>
                <a:moveTo>
                  <a:pt x="1752" y="81"/>
                </a:moveTo>
                <a:cubicBezTo>
                  <a:pt x="1752" y="81"/>
                  <a:pt x="1752" y="81"/>
                  <a:pt x="1751" y="80"/>
                </a:cubicBezTo>
                <a:cubicBezTo>
                  <a:pt x="1751" y="81"/>
                  <a:pt x="1751" y="81"/>
                  <a:pt x="1751" y="81"/>
                </a:cubicBezTo>
                <a:cubicBezTo>
                  <a:pt x="1751" y="81"/>
                  <a:pt x="1751" y="82"/>
                  <a:pt x="1751" y="82"/>
                </a:cubicBezTo>
                <a:cubicBezTo>
                  <a:pt x="1751" y="82"/>
                  <a:pt x="1752" y="82"/>
                  <a:pt x="1752" y="81"/>
                </a:cubicBezTo>
                <a:close/>
                <a:moveTo>
                  <a:pt x="2597" y="837"/>
                </a:moveTo>
                <a:cubicBezTo>
                  <a:pt x="2597" y="837"/>
                  <a:pt x="2597" y="837"/>
                  <a:pt x="2597" y="837"/>
                </a:cubicBezTo>
                <a:cubicBezTo>
                  <a:pt x="2597" y="837"/>
                  <a:pt x="2597" y="838"/>
                  <a:pt x="2597" y="838"/>
                </a:cubicBezTo>
                <a:cubicBezTo>
                  <a:pt x="2597" y="838"/>
                  <a:pt x="2597" y="838"/>
                  <a:pt x="2598" y="838"/>
                </a:cubicBezTo>
                <a:cubicBezTo>
                  <a:pt x="2598" y="837"/>
                  <a:pt x="2597" y="837"/>
                  <a:pt x="2597" y="837"/>
                </a:cubicBezTo>
                <a:close/>
                <a:moveTo>
                  <a:pt x="1988" y="241"/>
                </a:moveTo>
                <a:cubicBezTo>
                  <a:pt x="1988" y="241"/>
                  <a:pt x="1988" y="241"/>
                  <a:pt x="1988" y="241"/>
                </a:cubicBezTo>
                <a:cubicBezTo>
                  <a:pt x="1988" y="241"/>
                  <a:pt x="1988" y="241"/>
                  <a:pt x="1988" y="241"/>
                </a:cubicBezTo>
                <a:cubicBezTo>
                  <a:pt x="1988" y="240"/>
                  <a:pt x="1988" y="240"/>
                  <a:pt x="1988" y="241"/>
                </a:cubicBezTo>
                <a:close/>
                <a:moveTo>
                  <a:pt x="1292" y="240"/>
                </a:moveTo>
                <a:cubicBezTo>
                  <a:pt x="1292" y="242"/>
                  <a:pt x="1292" y="243"/>
                  <a:pt x="1292" y="245"/>
                </a:cubicBezTo>
                <a:cubicBezTo>
                  <a:pt x="1293" y="242"/>
                  <a:pt x="1293" y="242"/>
                  <a:pt x="1292" y="240"/>
                </a:cubicBezTo>
                <a:close/>
                <a:moveTo>
                  <a:pt x="792" y="99"/>
                </a:moveTo>
                <a:cubicBezTo>
                  <a:pt x="791" y="99"/>
                  <a:pt x="791" y="99"/>
                  <a:pt x="791" y="100"/>
                </a:cubicBezTo>
                <a:cubicBezTo>
                  <a:pt x="791" y="100"/>
                  <a:pt x="791" y="100"/>
                  <a:pt x="791" y="100"/>
                </a:cubicBezTo>
                <a:cubicBezTo>
                  <a:pt x="792" y="100"/>
                  <a:pt x="792" y="99"/>
                  <a:pt x="792" y="99"/>
                </a:cubicBezTo>
                <a:close/>
                <a:moveTo>
                  <a:pt x="1948" y="269"/>
                </a:moveTo>
                <a:cubicBezTo>
                  <a:pt x="1948" y="269"/>
                  <a:pt x="1949" y="269"/>
                  <a:pt x="1949" y="268"/>
                </a:cubicBezTo>
                <a:cubicBezTo>
                  <a:pt x="1949" y="268"/>
                  <a:pt x="1948" y="268"/>
                  <a:pt x="1948" y="268"/>
                </a:cubicBezTo>
                <a:cubicBezTo>
                  <a:pt x="1948" y="268"/>
                  <a:pt x="1948" y="268"/>
                  <a:pt x="1948" y="268"/>
                </a:cubicBezTo>
                <a:cubicBezTo>
                  <a:pt x="1948" y="268"/>
                  <a:pt x="1948" y="269"/>
                  <a:pt x="1948" y="269"/>
                </a:cubicBezTo>
                <a:close/>
                <a:moveTo>
                  <a:pt x="1323" y="102"/>
                </a:moveTo>
                <a:cubicBezTo>
                  <a:pt x="1323" y="102"/>
                  <a:pt x="1323" y="103"/>
                  <a:pt x="1323" y="103"/>
                </a:cubicBezTo>
                <a:cubicBezTo>
                  <a:pt x="1323" y="103"/>
                  <a:pt x="1324" y="103"/>
                  <a:pt x="1324" y="103"/>
                </a:cubicBezTo>
                <a:cubicBezTo>
                  <a:pt x="1324" y="103"/>
                  <a:pt x="1324" y="103"/>
                  <a:pt x="1324" y="103"/>
                </a:cubicBezTo>
                <a:cubicBezTo>
                  <a:pt x="1324" y="103"/>
                  <a:pt x="1324" y="102"/>
                  <a:pt x="1323" y="102"/>
                </a:cubicBezTo>
                <a:cubicBezTo>
                  <a:pt x="1323" y="102"/>
                  <a:pt x="1323" y="102"/>
                  <a:pt x="1323" y="102"/>
                </a:cubicBezTo>
                <a:cubicBezTo>
                  <a:pt x="1323" y="102"/>
                  <a:pt x="1323" y="102"/>
                  <a:pt x="1323" y="102"/>
                </a:cubicBezTo>
                <a:cubicBezTo>
                  <a:pt x="1323" y="102"/>
                  <a:pt x="1323" y="102"/>
                  <a:pt x="1323" y="102"/>
                </a:cubicBezTo>
                <a:cubicBezTo>
                  <a:pt x="1323" y="102"/>
                  <a:pt x="1323" y="102"/>
                  <a:pt x="1323" y="102"/>
                </a:cubicBezTo>
                <a:cubicBezTo>
                  <a:pt x="1323" y="102"/>
                  <a:pt x="1323" y="102"/>
                  <a:pt x="1323" y="102"/>
                </a:cubicBezTo>
                <a:cubicBezTo>
                  <a:pt x="1323" y="102"/>
                  <a:pt x="1323" y="102"/>
                  <a:pt x="1323" y="102"/>
                </a:cubicBezTo>
                <a:cubicBezTo>
                  <a:pt x="1323" y="102"/>
                  <a:pt x="1323" y="102"/>
                  <a:pt x="1323" y="102"/>
                </a:cubicBezTo>
                <a:cubicBezTo>
                  <a:pt x="1323" y="102"/>
                  <a:pt x="1323" y="102"/>
                  <a:pt x="1323" y="102"/>
                </a:cubicBezTo>
                <a:close/>
                <a:moveTo>
                  <a:pt x="1855" y="367"/>
                </a:moveTo>
                <a:cubicBezTo>
                  <a:pt x="1856" y="367"/>
                  <a:pt x="1856" y="367"/>
                  <a:pt x="1856" y="367"/>
                </a:cubicBezTo>
                <a:cubicBezTo>
                  <a:pt x="1855" y="367"/>
                  <a:pt x="1855" y="367"/>
                  <a:pt x="1855" y="367"/>
                </a:cubicBezTo>
                <a:close/>
                <a:moveTo>
                  <a:pt x="705" y="287"/>
                </a:moveTo>
                <a:cubicBezTo>
                  <a:pt x="705" y="287"/>
                  <a:pt x="705" y="287"/>
                  <a:pt x="705" y="287"/>
                </a:cubicBezTo>
                <a:cubicBezTo>
                  <a:pt x="705" y="287"/>
                  <a:pt x="705" y="287"/>
                  <a:pt x="705" y="287"/>
                </a:cubicBezTo>
                <a:cubicBezTo>
                  <a:pt x="705" y="287"/>
                  <a:pt x="705" y="287"/>
                  <a:pt x="705" y="287"/>
                </a:cubicBezTo>
                <a:cubicBezTo>
                  <a:pt x="705" y="287"/>
                  <a:pt x="705" y="287"/>
                  <a:pt x="705" y="287"/>
                </a:cubicBezTo>
                <a:close/>
                <a:moveTo>
                  <a:pt x="844" y="119"/>
                </a:moveTo>
                <a:cubicBezTo>
                  <a:pt x="844" y="118"/>
                  <a:pt x="844" y="118"/>
                  <a:pt x="844" y="118"/>
                </a:cubicBezTo>
                <a:cubicBezTo>
                  <a:pt x="844" y="118"/>
                  <a:pt x="843" y="118"/>
                  <a:pt x="843" y="117"/>
                </a:cubicBezTo>
                <a:cubicBezTo>
                  <a:pt x="843" y="118"/>
                  <a:pt x="843" y="118"/>
                  <a:pt x="843" y="118"/>
                </a:cubicBezTo>
                <a:cubicBezTo>
                  <a:pt x="843" y="119"/>
                  <a:pt x="843" y="119"/>
                  <a:pt x="844" y="119"/>
                </a:cubicBezTo>
                <a:close/>
                <a:moveTo>
                  <a:pt x="2606" y="840"/>
                </a:moveTo>
                <a:cubicBezTo>
                  <a:pt x="2606" y="842"/>
                  <a:pt x="2607" y="844"/>
                  <a:pt x="2607" y="845"/>
                </a:cubicBezTo>
                <a:cubicBezTo>
                  <a:pt x="2607" y="843"/>
                  <a:pt x="2607" y="841"/>
                  <a:pt x="2606" y="840"/>
                </a:cubicBezTo>
                <a:close/>
                <a:moveTo>
                  <a:pt x="881" y="127"/>
                </a:moveTo>
                <a:cubicBezTo>
                  <a:pt x="881" y="127"/>
                  <a:pt x="880" y="127"/>
                  <a:pt x="880" y="127"/>
                </a:cubicBezTo>
                <a:cubicBezTo>
                  <a:pt x="880" y="127"/>
                  <a:pt x="880" y="127"/>
                  <a:pt x="881" y="128"/>
                </a:cubicBezTo>
                <a:cubicBezTo>
                  <a:pt x="881" y="127"/>
                  <a:pt x="881" y="127"/>
                  <a:pt x="881" y="127"/>
                </a:cubicBezTo>
                <a:close/>
                <a:moveTo>
                  <a:pt x="2853" y="1216"/>
                </a:moveTo>
                <a:cubicBezTo>
                  <a:pt x="2853" y="1216"/>
                  <a:pt x="2852" y="1216"/>
                  <a:pt x="2852" y="1216"/>
                </a:cubicBezTo>
                <a:cubicBezTo>
                  <a:pt x="2852" y="1216"/>
                  <a:pt x="2852" y="1216"/>
                  <a:pt x="2853" y="1216"/>
                </a:cubicBezTo>
                <a:cubicBezTo>
                  <a:pt x="2853" y="1216"/>
                  <a:pt x="2853" y="1216"/>
                  <a:pt x="2853" y="1216"/>
                </a:cubicBezTo>
                <a:cubicBezTo>
                  <a:pt x="2853" y="1216"/>
                  <a:pt x="2853" y="1216"/>
                  <a:pt x="2853" y="1216"/>
                </a:cubicBezTo>
                <a:close/>
                <a:moveTo>
                  <a:pt x="1546" y="133"/>
                </a:moveTo>
                <a:cubicBezTo>
                  <a:pt x="1546" y="133"/>
                  <a:pt x="1546" y="133"/>
                  <a:pt x="1546" y="133"/>
                </a:cubicBezTo>
                <a:cubicBezTo>
                  <a:pt x="1545" y="133"/>
                  <a:pt x="1545" y="133"/>
                  <a:pt x="1545" y="133"/>
                </a:cubicBezTo>
                <a:cubicBezTo>
                  <a:pt x="1545" y="133"/>
                  <a:pt x="1545" y="133"/>
                  <a:pt x="1545" y="133"/>
                </a:cubicBezTo>
                <a:cubicBezTo>
                  <a:pt x="1546" y="134"/>
                  <a:pt x="1546" y="133"/>
                  <a:pt x="1546" y="133"/>
                </a:cubicBezTo>
                <a:close/>
                <a:moveTo>
                  <a:pt x="1542" y="133"/>
                </a:moveTo>
                <a:cubicBezTo>
                  <a:pt x="1542" y="133"/>
                  <a:pt x="1542" y="133"/>
                  <a:pt x="1542" y="133"/>
                </a:cubicBezTo>
                <a:cubicBezTo>
                  <a:pt x="1542" y="133"/>
                  <a:pt x="1542" y="133"/>
                  <a:pt x="1542" y="133"/>
                </a:cubicBezTo>
                <a:cubicBezTo>
                  <a:pt x="1542" y="133"/>
                  <a:pt x="1542" y="133"/>
                  <a:pt x="1542" y="133"/>
                </a:cubicBezTo>
                <a:close/>
                <a:moveTo>
                  <a:pt x="2337" y="136"/>
                </a:moveTo>
                <a:cubicBezTo>
                  <a:pt x="2336" y="136"/>
                  <a:pt x="2335" y="136"/>
                  <a:pt x="2335" y="136"/>
                </a:cubicBezTo>
                <a:cubicBezTo>
                  <a:pt x="2335" y="136"/>
                  <a:pt x="2336" y="137"/>
                  <a:pt x="2336" y="137"/>
                </a:cubicBezTo>
                <a:cubicBezTo>
                  <a:pt x="2337" y="137"/>
                  <a:pt x="2338" y="137"/>
                  <a:pt x="2338" y="137"/>
                </a:cubicBezTo>
                <a:cubicBezTo>
                  <a:pt x="2338" y="136"/>
                  <a:pt x="2338" y="136"/>
                  <a:pt x="2337" y="136"/>
                </a:cubicBezTo>
                <a:close/>
                <a:moveTo>
                  <a:pt x="687" y="310"/>
                </a:moveTo>
                <a:cubicBezTo>
                  <a:pt x="687" y="309"/>
                  <a:pt x="687" y="309"/>
                  <a:pt x="687" y="308"/>
                </a:cubicBezTo>
                <a:cubicBezTo>
                  <a:pt x="687" y="309"/>
                  <a:pt x="687" y="309"/>
                  <a:pt x="686" y="310"/>
                </a:cubicBezTo>
                <a:cubicBezTo>
                  <a:pt x="686" y="311"/>
                  <a:pt x="686" y="311"/>
                  <a:pt x="687" y="311"/>
                </a:cubicBezTo>
                <a:cubicBezTo>
                  <a:pt x="687" y="311"/>
                  <a:pt x="687" y="311"/>
                  <a:pt x="687" y="310"/>
                </a:cubicBezTo>
                <a:close/>
                <a:moveTo>
                  <a:pt x="1401" y="558"/>
                </a:moveTo>
                <a:cubicBezTo>
                  <a:pt x="1401" y="557"/>
                  <a:pt x="1400" y="557"/>
                  <a:pt x="1400" y="558"/>
                </a:cubicBezTo>
                <a:cubicBezTo>
                  <a:pt x="1400" y="558"/>
                  <a:pt x="1400" y="558"/>
                  <a:pt x="1400" y="558"/>
                </a:cubicBezTo>
                <a:cubicBezTo>
                  <a:pt x="1401" y="558"/>
                  <a:pt x="1401" y="558"/>
                  <a:pt x="1401" y="558"/>
                </a:cubicBezTo>
                <a:close/>
                <a:moveTo>
                  <a:pt x="868" y="1035"/>
                </a:moveTo>
                <a:cubicBezTo>
                  <a:pt x="868" y="1035"/>
                  <a:pt x="868" y="1035"/>
                  <a:pt x="868" y="1034"/>
                </a:cubicBezTo>
                <a:cubicBezTo>
                  <a:pt x="868" y="1034"/>
                  <a:pt x="868" y="1034"/>
                  <a:pt x="868" y="1034"/>
                </a:cubicBezTo>
                <a:cubicBezTo>
                  <a:pt x="868" y="1034"/>
                  <a:pt x="868" y="1034"/>
                  <a:pt x="868" y="1034"/>
                </a:cubicBezTo>
                <a:cubicBezTo>
                  <a:pt x="868" y="1035"/>
                  <a:pt x="868" y="1035"/>
                  <a:pt x="868" y="1035"/>
                </a:cubicBezTo>
                <a:close/>
                <a:moveTo>
                  <a:pt x="1613" y="813"/>
                </a:moveTo>
                <a:cubicBezTo>
                  <a:pt x="1613" y="813"/>
                  <a:pt x="1613" y="813"/>
                  <a:pt x="1613" y="813"/>
                </a:cubicBezTo>
                <a:cubicBezTo>
                  <a:pt x="1613" y="813"/>
                  <a:pt x="1613" y="813"/>
                  <a:pt x="1613" y="813"/>
                </a:cubicBezTo>
                <a:cubicBezTo>
                  <a:pt x="1613" y="813"/>
                  <a:pt x="1613" y="813"/>
                  <a:pt x="1613" y="813"/>
                </a:cubicBezTo>
                <a:cubicBezTo>
                  <a:pt x="1613" y="813"/>
                  <a:pt x="1613" y="813"/>
                  <a:pt x="1612" y="813"/>
                </a:cubicBezTo>
                <a:cubicBezTo>
                  <a:pt x="1612" y="813"/>
                  <a:pt x="1612" y="813"/>
                  <a:pt x="1613" y="813"/>
                </a:cubicBezTo>
                <a:cubicBezTo>
                  <a:pt x="1612" y="813"/>
                  <a:pt x="1612" y="813"/>
                  <a:pt x="1612" y="813"/>
                </a:cubicBezTo>
                <a:cubicBezTo>
                  <a:pt x="1612" y="813"/>
                  <a:pt x="1613" y="813"/>
                  <a:pt x="1613" y="813"/>
                </a:cubicBezTo>
                <a:close/>
                <a:moveTo>
                  <a:pt x="2619" y="865"/>
                </a:moveTo>
                <a:cubicBezTo>
                  <a:pt x="2619" y="865"/>
                  <a:pt x="2619" y="865"/>
                  <a:pt x="2618" y="865"/>
                </a:cubicBezTo>
                <a:cubicBezTo>
                  <a:pt x="2618" y="865"/>
                  <a:pt x="2619" y="866"/>
                  <a:pt x="2619" y="866"/>
                </a:cubicBezTo>
                <a:cubicBezTo>
                  <a:pt x="2619" y="866"/>
                  <a:pt x="2619" y="865"/>
                  <a:pt x="2619" y="865"/>
                </a:cubicBezTo>
                <a:close/>
                <a:moveTo>
                  <a:pt x="980" y="176"/>
                </a:moveTo>
                <a:cubicBezTo>
                  <a:pt x="979" y="176"/>
                  <a:pt x="979" y="176"/>
                  <a:pt x="979" y="176"/>
                </a:cubicBezTo>
                <a:cubicBezTo>
                  <a:pt x="979" y="176"/>
                  <a:pt x="978" y="176"/>
                  <a:pt x="979" y="176"/>
                </a:cubicBezTo>
                <a:cubicBezTo>
                  <a:pt x="979" y="176"/>
                  <a:pt x="979" y="177"/>
                  <a:pt x="979" y="177"/>
                </a:cubicBezTo>
                <a:cubicBezTo>
                  <a:pt x="979" y="176"/>
                  <a:pt x="980" y="176"/>
                  <a:pt x="980" y="176"/>
                </a:cubicBezTo>
                <a:close/>
                <a:moveTo>
                  <a:pt x="1653" y="819"/>
                </a:moveTo>
                <a:cubicBezTo>
                  <a:pt x="1653" y="819"/>
                  <a:pt x="1653" y="819"/>
                  <a:pt x="1653" y="819"/>
                </a:cubicBezTo>
                <a:cubicBezTo>
                  <a:pt x="1652" y="819"/>
                  <a:pt x="1652" y="819"/>
                  <a:pt x="1652" y="819"/>
                </a:cubicBezTo>
                <a:lnTo>
                  <a:pt x="1653" y="819"/>
                </a:lnTo>
                <a:close/>
                <a:moveTo>
                  <a:pt x="745" y="958"/>
                </a:moveTo>
                <a:cubicBezTo>
                  <a:pt x="745" y="958"/>
                  <a:pt x="745" y="958"/>
                  <a:pt x="745" y="958"/>
                </a:cubicBezTo>
                <a:cubicBezTo>
                  <a:pt x="745" y="958"/>
                  <a:pt x="745" y="957"/>
                  <a:pt x="745" y="957"/>
                </a:cubicBezTo>
                <a:cubicBezTo>
                  <a:pt x="745" y="957"/>
                  <a:pt x="745" y="957"/>
                  <a:pt x="745" y="958"/>
                </a:cubicBezTo>
                <a:cubicBezTo>
                  <a:pt x="745" y="958"/>
                  <a:pt x="745" y="958"/>
                  <a:pt x="745" y="958"/>
                </a:cubicBezTo>
                <a:close/>
                <a:moveTo>
                  <a:pt x="1517" y="754"/>
                </a:moveTo>
                <a:cubicBezTo>
                  <a:pt x="1517" y="754"/>
                  <a:pt x="1517" y="754"/>
                  <a:pt x="1517" y="754"/>
                </a:cubicBezTo>
                <a:cubicBezTo>
                  <a:pt x="1517" y="754"/>
                  <a:pt x="1517" y="754"/>
                  <a:pt x="1517" y="754"/>
                </a:cubicBezTo>
                <a:close/>
                <a:moveTo>
                  <a:pt x="1517" y="755"/>
                </a:moveTo>
                <a:cubicBezTo>
                  <a:pt x="1518" y="755"/>
                  <a:pt x="1518" y="754"/>
                  <a:pt x="1518" y="754"/>
                </a:cubicBezTo>
                <a:cubicBezTo>
                  <a:pt x="1518" y="754"/>
                  <a:pt x="1517" y="754"/>
                  <a:pt x="1517" y="755"/>
                </a:cubicBezTo>
                <a:cubicBezTo>
                  <a:pt x="1517" y="755"/>
                  <a:pt x="1517" y="755"/>
                  <a:pt x="1517" y="755"/>
                </a:cubicBezTo>
                <a:close/>
                <a:moveTo>
                  <a:pt x="1588" y="187"/>
                </a:moveTo>
                <a:cubicBezTo>
                  <a:pt x="1589" y="186"/>
                  <a:pt x="1588" y="186"/>
                  <a:pt x="1588" y="185"/>
                </a:cubicBezTo>
                <a:cubicBezTo>
                  <a:pt x="1588" y="186"/>
                  <a:pt x="1588" y="186"/>
                  <a:pt x="1588" y="186"/>
                </a:cubicBezTo>
                <a:cubicBezTo>
                  <a:pt x="1588" y="187"/>
                  <a:pt x="1588" y="187"/>
                  <a:pt x="1588" y="188"/>
                </a:cubicBezTo>
                <a:cubicBezTo>
                  <a:pt x="1588" y="188"/>
                  <a:pt x="1588" y="188"/>
                  <a:pt x="1588" y="187"/>
                </a:cubicBezTo>
                <a:close/>
                <a:moveTo>
                  <a:pt x="1964" y="197"/>
                </a:moveTo>
                <a:cubicBezTo>
                  <a:pt x="1964" y="197"/>
                  <a:pt x="1964" y="197"/>
                  <a:pt x="1963" y="197"/>
                </a:cubicBezTo>
                <a:cubicBezTo>
                  <a:pt x="1963" y="198"/>
                  <a:pt x="1963" y="198"/>
                  <a:pt x="1964" y="198"/>
                </a:cubicBezTo>
                <a:cubicBezTo>
                  <a:pt x="1964" y="198"/>
                  <a:pt x="1964" y="198"/>
                  <a:pt x="1964" y="198"/>
                </a:cubicBezTo>
                <a:cubicBezTo>
                  <a:pt x="1964" y="198"/>
                  <a:pt x="1964" y="197"/>
                  <a:pt x="1964" y="197"/>
                </a:cubicBezTo>
                <a:close/>
                <a:moveTo>
                  <a:pt x="1958" y="201"/>
                </a:moveTo>
                <a:cubicBezTo>
                  <a:pt x="1957" y="200"/>
                  <a:pt x="1957" y="200"/>
                  <a:pt x="1957" y="201"/>
                </a:cubicBezTo>
                <a:cubicBezTo>
                  <a:pt x="1957" y="201"/>
                  <a:pt x="1957" y="201"/>
                  <a:pt x="1957" y="201"/>
                </a:cubicBezTo>
                <a:lnTo>
                  <a:pt x="1958" y="201"/>
                </a:lnTo>
                <a:close/>
                <a:moveTo>
                  <a:pt x="2776" y="1052"/>
                </a:moveTo>
                <a:cubicBezTo>
                  <a:pt x="2775" y="1052"/>
                  <a:pt x="2775" y="1053"/>
                  <a:pt x="2775" y="1053"/>
                </a:cubicBezTo>
                <a:cubicBezTo>
                  <a:pt x="2775" y="1053"/>
                  <a:pt x="2776" y="1053"/>
                  <a:pt x="2776" y="1053"/>
                </a:cubicBezTo>
                <a:cubicBezTo>
                  <a:pt x="2776" y="1053"/>
                  <a:pt x="2776" y="1053"/>
                  <a:pt x="2776" y="1053"/>
                </a:cubicBezTo>
                <a:cubicBezTo>
                  <a:pt x="2776" y="1053"/>
                  <a:pt x="2776" y="1052"/>
                  <a:pt x="2776" y="1052"/>
                </a:cubicBezTo>
                <a:close/>
                <a:moveTo>
                  <a:pt x="1375" y="598"/>
                </a:moveTo>
                <a:cubicBezTo>
                  <a:pt x="1376" y="598"/>
                  <a:pt x="1376" y="598"/>
                  <a:pt x="1376" y="598"/>
                </a:cubicBezTo>
                <a:cubicBezTo>
                  <a:pt x="1377" y="598"/>
                  <a:pt x="1377" y="598"/>
                  <a:pt x="1377" y="597"/>
                </a:cubicBezTo>
                <a:cubicBezTo>
                  <a:pt x="1376" y="597"/>
                  <a:pt x="1376" y="597"/>
                  <a:pt x="1376" y="597"/>
                </a:cubicBezTo>
                <a:cubicBezTo>
                  <a:pt x="1376" y="597"/>
                  <a:pt x="1375" y="598"/>
                  <a:pt x="1375" y="598"/>
                </a:cubicBezTo>
                <a:close/>
                <a:moveTo>
                  <a:pt x="865" y="1068"/>
                </a:moveTo>
                <a:cubicBezTo>
                  <a:pt x="865" y="1068"/>
                  <a:pt x="865" y="1068"/>
                  <a:pt x="865" y="1068"/>
                </a:cubicBezTo>
                <a:cubicBezTo>
                  <a:pt x="865" y="1068"/>
                  <a:pt x="865" y="1068"/>
                  <a:pt x="865" y="1068"/>
                </a:cubicBezTo>
                <a:cubicBezTo>
                  <a:pt x="865" y="1069"/>
                  <a:pt x="865" y="1069"/>
                  <a:pt x="865" y="1068"/>
                </a:cubicBezTo>
                <a:close/>
                <a:moveTo>
                  <a:pt x="34" y="487"/>
                </a:moveTo>
                <a:cubicBezTo>
                  <a:pt x="34" y="487"/>
                  <a:pt x="34" y="487"/>
                  <a:pt x="34" y="487"/>
                </a:cubicBezTo>
                <a:cubicBezTo>
                  <a:pt x="34" y="487"/>
                  <a:pt x="35" y="487"/>
                  <a:pt x="35" y="487"/>
                </a:cubicBezTo>
                <a:cubicBezTo>
                  <a:pt x="34" y="487"/>
                  <a:pt x="34" y="487"/>
                  <a:pt x="34" y="486"/>
                </a:cubicBezTo>
                <a:cubicBezTo>
                  <a:pt x="34" y="487"/>
                  <a:pt x="34" y="487"/>
                  <a:pt x="34" y="487"/>
                </a:cubicBezTo>
                <a:close/>
                <a:moveTo>
                  <a:pt x="2289" y="1081"/>
                </a:moveTo>
                <a:cubicBezTo>
                  <a:pt x="2289" y="1081"/>
                  <a:pt x="2290" y="1081"/>
                  <a:pt x="2290" y="1081"/>
                </a:cubicBezTo>
                <a:cubicBezTo>
                  <a:pt x="2290" y="1081"/>
                  <a:pt x="2290" y="1081"/>
                  <a:pt x="2290" y="1081"/>
                </a:cubicBezTo>
                <a:cubicBezTo>
                  <a:pt x="2290" y="1081"/>
                  <a:pt x="2290" y="1080"/>
                  <a:pt x="2290" y="1080"/>
                </a:cubicBezTo>
                <a:cubicBezTo>
                  <a:pt x="2290" y="1080"/>
                  <a:pt x="2289" y="1081"/>
                  <a:pt x="2289" y="1081"/>
                </a:cubicBezTo>
                <a:close/>
                <a:moveTo>
                  <a:pt x="2520" y="1105"/>
                </a:moveTo>
                <a:cubicBezTo>
                  <a:pt x="2520" y="1105"/>
                  <a:pt x="2520" y="1105"/>
                  <a:pt x="2520" y="1105"/>
                </a:cubicBezTo>
                <a:cubicBezTo>
                  <a:pt x="2520" y="1105"/>
                  <a:pt x="2520" y="1105"/>
                  <a:pt x="2520" y="1105"/>
                </a:cubicBezTo>
                <a:close/>
                <a:moveTo>
                  <a:pt x="2305" y="1114"/>
                </a:moveTo>
                <a:cubicBezTo>
                  <a:pt x="2305" y="1114"/>
                  <a:pt x="2305" y="1114"/>
                  <a:pt x="2305" y="1115"/>
                </a:cubicBezTo>
                <a:cubicBezTo>
                  <a:pt x="2305" y="1115"/>
                  <a:pt x="2305" y="1115"/>
                  <a:pt x="2305" y="1115"/>
                </a:cubicBezTo>
                <a:cubicBezTo>
                  <a:pt x="2305" y="1115"/>
                  <a:pt x="2305" y="1115"/>
                  <a:pt x="2305" y="1114"/>
                </a:cubicBezTo>
                <a:cubicBezTo>
                  <a:pt x="2305" y="1114"/>
                  <a:pt x="2305" y="1114"/>
                  <a:pt x="2305" y="1114"/>
                </a:cubicBezTo>
                <a:close/>
                <a:moveTo>
                  <a:pt x="2557" y="1126"/>
                </a:moveTo>
                <a:cubicBezTo>
                  <a:pt x="2557" y="1127"/>
                  <a:pt x="2557" y="1127"/>
                  <a:pt x="2557" y="1127"/>
                </a:cubicBezTo>
                <a:cubicBezTo>
                  <a:pt x="2558" y="1127"/>
                  <a:pt x="2558" y="1127"/>
                  <a:pt x="2558" y="1127"/>
                </a:cubicBezTo>
                <a:cubicBezTo>
                  <a:pt x="2558" y="1126"/>
                  <a:pt x="2558" y="1126"/>
                  <a:pt x="2557" y="1126"/>
                </a:cubicBezTo>
                <a:cubicBezTo>
                  <a:pt x="2557" y="1126"/>
                  <a:pt x="2557" y="1126"/>
                  <a:pt x="2557" y="1126"/>
                </a:cubicBezTo>
                <a:close/>
                <a:moveTo>
                  <a:pt x="2548" y="1133"/>
                </a:moveTo>
                <a:cubicBezTo>
                  <a:pt x="2548" y="1133"/>
                  <a:pt x="2548" y="1133"/>
                  <a:pt x="2548" y="1133"/>
                </a:cubicBezTo>
                <a:cubicBezTo>
                  <a:pt x="2548" y="1132"/>
                  <a:pt x="2548" y="1132"/>
                  <a:pt x="2548" y="1133"/>
                </a:cubicBezTo>
                <a:cubicBezTo>
                  <a:pt x="2548" y="1133"/>
                  <a:pt x="2548" y="1133"/>
                  <a:pt x="2548" y="1133"/>
                </a:cubicBezTo>
                <a:close/>
                <a:moveTo>
                  <a:pt x="2613" y="1143"/>
                </a:moveTo>
                <a:cubicBezTo>
                  <a:pt x="2613" y="1142"/>
                  <a:pt x="2613" y="1142"/>
                  <a:pt x="2613" y="1142"/>
                </a:cubicBezTo>
                <a:cubicBezTo>
                  <a:pt x="2613" y="1142"/>
                  <a:pt x="2613" y="1142"/>
                  <a:pt x="2612" y="1142"/>
                </a:cubicBezTo>
                <a:cubicBezTo>
                  <a:pt x="2612" y="1142"/>
                  <a:pt x="2612" y="1142"/>
                  <a:pt x="2613" y="1143"/>
                </a:cubicBezTo>
                <a:close/>
                <a:moveTo>
                  <a:pt x="969" y="1179"/>
                </a:moveTo>
                <a:cubicBezTo>
                  <a:pt x="969" y="1179"/>
                  <a:pt x="969" y="1179"/>
                  <a:pt x="969" y="1179"/>
                </a:cubicBezTo>
                <a:cubicBezTo>
                  <a:pt x="969" y="1179"/>
                  <a:pt x="969" y="1179"/>
                  <a:pt x="969" y="1179"/>
                </a:cubicBezTo>
                <a:close/>
                <a:moveTo>
                  <a:pt x="972" y="1179"/>
                </a:moveTo>
                <a:cubicBezTo>
                  <a:pt x="973" y="1180"/>
                  <a:pt x="975" y="1180"/>
                  <a:pt x="977" y="1180"/>
                </a:cubicBezTo>
                <a:cubicBezTo>
                  <a:pt x="976" y="1179"/>
                  <a:pt x="974" y="1179"/>
                  <a:pt x="972" y="1179"/>
                </a:cubicBezTo>
                <a:close/>
                <a:moveTo>
                  <a:pt x="2407" y="1185"/>
                </a:moveTo>
                <a:cubicBezTo>
                  <a:pt x="2407" y="1185"/>
                  <a:pt x="2407" y="1185"/>
                  <a:pt x="2407" y="1185"/>
                </a:cubicBezTo>
                <a:cubicBezTo>
                  <a:pt x="2406" y="1185"/>
                  <a:pt x="2406" y="1185"/>
                  <a:pt x="2406" y="1186"/>
                </a:cubicBezTo>
                <a:cubicBezTo>
                  <a:pt x="2406" y="1186"/>
                  <a:pt x="2407" y="1186"/>
                  <a:pt x="2407" y="1186"/>
                </a:cubicBezTo>
                <a:cubicBezTo>
                  <a:pt x="2407" y="1186"/>
                  <a:pt x="2407" y="1185"/>
                  <a:pt x="2407" y="1185"/>
                </a:cubicBezTo>
                <a:close/>
                <a:moveTo>
                  <a:pt x="2406" y="1188"/>
                </a:moveTo>
                <a:cubicBezTo>
                  <a:pt x="2406" y="1188"/>
                  <a:pt x="2406" y="1188"/>
                  <a:pt x="2406" y="1188"/>
                </a:cubicBezTo>
                <a:cubicBezTo>
                  <a:pt x="2406" y="1188"/>
                  <a:pt x="2406" y="1188"/>
                  <a:pt x="2406" y="1188"/>
                </a:cubicBezTo>
                <a:cubicBezTo>
                  <a:pt x="2406" y="1188"/>
                  <a:pt x="2406" y="1188"/>
                  <a:pt x="2406" y="1188"/>
                </a:cubicBezTo>
                <a:cubicBezTo>
                  <a:pt x="2406" y="1188"/>
                  <a:pt x="2406" y="1188"/>
                  <a:pt x="2406" y="1188"/>
                </a:cubicBezTo>
                <a:close/>
                <a:moveTo>
                  <a:pt x="2407" y="1188"/>
                </a:moveTo>
                <a:cubicBezTo>
                  <a:pt x="2406" y="1188"/>
                  <a:pt x="2406" y="1188"/>
                  <a:pt x="2406" y="1188"/>
                </a:cubicBezTo>
                <a:cubicBezTo>
                  <a:pt x="2406" y="1188"/>
                  <a:pt x="2406" y="1189"/>
                  <a:pt x="2406" y="1189"/>
                </a:cubicBezTo>
                <a:cubicBezTo>
                  <a:pt x="2406" y="1188"/>
                  <a:pt x="2406" y="1188"/>
                  <a:pt x="2407" y="1188"/>
                </a:cubicBezTo>
                <a:close/>
                <a:moveTo>
                  <a:pt x="2831" y="1207"/>
                </a:moveTo>
                <a:cubicBezTo>
                  <a:pt x="2831" y="1207"/>
                  <a:pt x="2831" y="1207"/>
                  <a:pt x="2831" y="1207"/>
                </a:cubicBezTo>
                <a:cubicBezTo>
                  <a:pt x="2831" y="1207"/>
                  <a:pt x="2831" y="1206"/>
                  <a:pt x="2831" y="1206"/>
                </a:cubicBezTo>
                <a:cubicBezTo>
                  <a:pt x="2831" y="1207"/>
                  <a:pt x="2831" y="1207"/>
                  <a:pt x="2831" y="1207"/>
                </a:cubicBezTo>
                <a:cubicBezTo>
                  <a:pt x="2831" y="1207"/>
                  <a:pt x="2831" y="1207"/>
                  <a:pt x="2831" y="1207"/>
                </a:cubicBezTo>
                <a:close/>
                <a:moveTo>
                  <a:pt x="2366" y="1213"/>
                </a:moveTo>
                <a:cubicBezTo>
                  <a:pt x="2366" y="1213"/>
                  <a:pt x="2366" y="1213"/>
                  <a:pt x="2367" y="1213"/>
                </a:cubicBezTo>
                <a:cubicBezTo>
                  <a:pt x="2367" y="1213"/>
                  <a:pt x="2367" y="1213"/>
                  <a:pt x="2367" y="1213"/>
                </a:cubicBezTo>
                <a:cubicBezTo>
                  <a:pt x="2367" y="1213"/>
                  <a:pt x="2367" y="1212"/>
                  <a:pt x="2367" y="1212"/>
                </a:cubicBezTo>
                <a:cubicBezTo>
                  <a:pt x="2366" y="1212"/>
                  <a:pt x="2366" y="1213"/>
                  <a:pt x="2366" y="1213"/>
                </a:cubicBezTo>
                <a:close/>
                <a:moveTo>
                  <a:pt x="2567" y="1234"/>
                </a:moveTo>
                <a:cubicBezTo>
                  <a:pt x="2567" y="1234"/>
                  <a:pt x="2567" y="1234"/>
                  <a:pt x="2566" y="1234"/>
                </a:cubicBezTo>
                <a:cubicBezTo>
                  <a:pt x="2566" y="1234"/>
                  <a:pt x="2566" y="1234"/>
                  <a:pt x="2566" y="1234"/>
                </a:cubicBezTo>
                <a:cubicBezTo>
                  <a:pt x="2566" y="1235"/>
                  <a:pt x="2566" y="1235"/>
                  <a:pt x="2567" y="1235"/>
                </a:cubicBezTo>
                <a:cubicBezTo>
                  <a:pt x="2567" y="1235"/>
                  <a:pt x="2567" y="1235"/>
                  <a:pt x="2567" y="1234"/>
                </a:cubicBezTo>
                <a:close/>
                <a:moveTo>
                  <a:pt x="2809" y="1237"/>
                </a:moveTo>
                <a:cubicBezTo>
                  <a:pt x="2809" y="1237"/>
                  <a:pt x="2809" y="1237"/>
                  <a:pt x="2809" y="1238"/>
                </a:cubicBezTo>
                <a:cubicBezTo>
                  <a:pt x="2809" y="1238"/>
                  <a:pt x="2809" y="1238"/>
                  <a:pt x="2810" y="1238"/>
                </a:cubicBezTo>
                <a:cubicBezTo>
                  <a:pt x="2810" y="1238"/>
                  <a:pt x="2810" y="1237"/>
                  <a:pt x="2810" y="1237"/>
                </a:cubicBezTo>
                <a:cubicBezTo>
                  <a:pt x="2810" y="1237"/>
                  <a:pt x="2810" y="1237"/>
                  <a:pt x="2809" y="1237"/>
                </a:cubicBezTo>
                <a:close/>
                <a:moveTo>
                  <a:pt x="2551" y="1243"/>
                </a:moveTo>
                <a:cubicBezTo>
                  <a:pt x="2551" y="1243"/>
                  <a:pt x="2551" y="1243"/>
                  <a:pt x="2551" y="1243"/>
                </a:cubicBezTo>
                <a:cubicBezTo>
                  <a:pt x="2551" y="1244"/>
                  <a:pt x="2551" y="1244"/>
                  <a:pt x="2551" y="1244"/>
                </a:cubicBezTo>
                <a:cubicBezTo>
                  <a:pt x="2551" y="1244"/>
                  <a:pt x="2551" y="1244"/>
                  <a:pt x="2551" y="1244"/>
                </a:cubicBezTo>
                <a:cubicBezTo>
                  <a:pt x="2551" y="1244"/>
                  <a:pt x="2551" y="1243"/>
                  <a:pt x="2551" y="1243"/>
                </a:cubicBezTo>
                <a:close/>
                <a:moveTo>
                  <a:pt x="2579" y="1265"/>
                </a:moveTo>
                <a:cubicBezTo>
                  <a:pt x="2578" y="1265"/>
                  <a:pt x="2578" y="1265"/>
                  <a:pt x="2579" y="1265"/>
                </a:cubicBezTo>
                <a:cubicBezTo>
                  <a:pt x="2579" y="1265"/>
                  <a:pt x="2579" y="1265"/>
                  <a:pt x="2579" y="1265"/>
                </a:cubicBezTo>
                <a:cubicBezTo>
                  <a:pt x="2579" y="1265"/>
                  <a:pt x="2579" y="1265"/>
                  <a:pt x="2579" y="1265"/>
                </a:cubicBezTo>
                <a:cubicBezTo>
                  <a:pt x="2579" y="1265"/>
                  <a:pt x="2579" y="1265"/>
                  <a:pt x="2579" y="1265"/>
                </a:cubicBezTo>
                <a:close/>
                <a:moveTo>
                  <a:pt x="2572" y="1287"/>
                </a:moveTo>
                <a:cubicBezTo>
                  <a:pt x="2572" y="1287"/>
                  <a:pt x="2573" y="1287"/>
                  <a:pt x="2573" y="1287"/>
                </a:cubicBezTo>
                <a:cubicBezTo>
                  <a:pt x="2573" y="1287"/>
                  <a:pt x="2573" y="1287"/>
                  <a:pt x="2574" y="1286"/>
                </a:cubicBezTo>
                <a:cubicBezTo>
                  <a:pt x="2573" y="1286"/>
                  <a:pt x="2573" y="1286"/>
                  <a:pt x="2573" y="1286"/>
                </a:cubicBezTo>
                <a:cubicBezTo>
                  <a:pt x="2572" y="1286"/>
                  <a:pt x="2572" y="1287"/>
                  <a:pt x="2572" y="1287"/>
                </a:cubicBezTo>
                <a:close/>
                <a:moveTo>
                  <a:pt x="1846" y="1302"/>
                </a:moveTo>
                <a:cubicBezTo>
                  <a:pt x="1846" y="1302"/>
                  <a:pt x="1846" y="1302"/>
                  <a:pt x="1846" y="1302"/>
                </a:cubicBezTo>
                <a:cubicBezTo>
                  <a:pt x="1846" y="1302"/>
                  <a:pt x="1846" y="1302"/>
                  <a:pt x="1846" y="1302"/>
                </a:cubicBezTo>
                <a:cubicBezTo>
                  <a:pt x="1846" y="1302"/>
                  <a:pt x="1846" y="1302"/>
                  <a:pt x="1847" y="1302"/>
                </a:cubicBezTo>
                <a:cubicBezTo>
                  <a:pt x="1846" y="1302"/>
                  <a:pt x="1846" y="1302"/>
                  <a:pt x="1846" y="1302"/>
                </a:cubicBezTo>
                <a:close/>
                <a:moveTo>
                  <a:pt x="2988" y="1349"/>
                </a:moveTo>
                <a:cubicBezTo>
                  <a:pt x="2988" y="1349"/>
                  <a:pt x="2988" y="1348"/>
                  <a:pt x="2988" y="1348"/>
                </a:cubicBezTo>
                <a:cubicBezTo>
                  <a:pt x="2988" y="1348"/>
                  <a:pt x="2988" y="1348"/>
                  <a:pt x="2988" y="1348"/>
                </a:cubicBezTo>
                <a:cubicBezTo>
                  <a:pt x="2988" y="1348"/>
                  <a:pt x="2988" y="1348"/>
                  <a:pt x="2988" y="1348"/>
                </a:cubicBezTo>
                <a:cubicBezTo>
                  <a:pt x="2988" y="1349"/>
                  <a:pt x="2988" y="1349"/>
                  <a:pt x="2988" y="1349"/>
                </a:cubicBezTo>
                <a:close/>
                <a:moveTo>
                  <a:pt x="2992" y="1364"/>
                </a:moveTo>
                <a:cubicBezTo>
                  <a:pt x="2992" y="1364"/>
                  <a:pt x="2992" y="1363"/>
                  <a:pt x="2992" y="1363"/>
                </a:cubicBezTo>
                <a:cubicBezTo>
                  <a:pt x="2991" y="1363"/>
                  <a:pt x="2991" y="1363"/>
                  <a:pt x="2991" y="1364"/>
                </a:cubicBezTo>
                <a:cubicBezTo>
                  <a:pt x="2991" y="1364"/>
                  <a:pt x="2991" y="1364"/>
                  <a:pt x="2991" y="1364"/>
                </a:cubicBezTo>
                <a:cubicBezTo>
                  <a:pt x="2991" y="1364"/>
                  <a:pt x="2992" y="1364"/>
                  <a:pt x="2992" y="1364"/>
                </a:cubicBezTo>
                <a:close/>
                <a:moveTo>
                  <a:pt x="2997" y="1375"/>
                </a:moveTo>
                <a:cubicBezTo>
                  <a:pt x="2997" y="1375"/>
                  <a:pt x="2997" y="1375"/>
                  <a:pt x="2997" y="1375"/>
                </a:cubicBezTo>
                <a:cubicBezTo>
                  <a:pt x="2997" y="1376"/>
                  <a:pt x="2997" y="1376"/>
                  <a:pt x="2997" y="1376"/>
                </a:cubicBezTo>
                <a:lnTo>
                  <a:pt x="2997" y="1375"/>
                </a:lnTo>
                <a:close/>
                <a:moveTo>
                  <a:pt x="2982" y="1406"/>
                </a:moveTo>
                <a:cubicBezTo>
                  <a:pt x="2982" y="1406"/>
                  <a:pt x="2981" y="1407"/>
                  <a:pt x="2982" y="1407"/>
                </a:cubicBezTo>
                <a:cubicBezTo>
                  <a:pt x="2982" y="1407"/>
                  <a:pt x="2982" y="1408"/>
                  <a:pt x="2982" y="1408"/>
                </a:cubicBezTo>
                <a:cubicBezTo>
                  <a:pt x="2982" y="1407"/>
                  <a:pt x="2983" y="1407"/>
                  <a:pt x="2982" y="1407"/>
                </a:cubicBezTo>
                <a:cubicBezTo>
                  <a:pt x="2982" y="1406"/>
                  <a:pt x="2982" y="1406"/>
                  <a:pt x="2982" y="1406"/>
                </a:cubicBezTo>
                <a:close/>
                <a:moveTo>
                  <a:pt x="2749" y="1641"/>
                </a:moveTo>
                <a:cubicBezTo>
                  <a:pt x="2749" y="1640"/>
                  <a:pt x="2749" y="1640"/>
                  <a:pt x="2748" y="1640"/>
                </a:cubicBezTo>
                <a:cubicBezTo>
                  <a:pt x="2748" y="1640"/>
                  <a:pt x="2748" y="1640"/>
                  <a:pt x="2748" y="1641"/>
                </a:cubicBezTo>
                <a:cubicBezTo>
                  <a:pt x="2748" y="1641"/>
                  <a:pt x="2748" y="1641"/>
                  <a:pt x="2749" y="1641"/>
                </a:cubicBezTo>
                <a:cubicBezTo>
                  <a:pt x="2749" y="1641"/>
                  <a:pt x="2749" y="1641"/>
                  <a:pt x="2749" y="1641"/>
                </a:cubicBezTo>
                <a:close/>
                <a:moveTo>
                  <a:pt x="1392" y="619"/>
                </a:moveTo>
                <a:cubicBezTo>
                  <a:pt x="1392" y="619"/>
                  <a:pt x="1392" y="619"/>
                  <a:pt x="1391" y="619"/>
                </a:cubicBezTo>
                <a:cubicBezTo>
                  <a:pt x="1391" y="619"/>
                  <a:pt x="1391" y="619"/>
                  <a:pt x="1391" y="619"/>
                </a:cubicBezTo>
                <a:cubicBezTo>
                  <a:pt x="1391" y="619"/>
                  <a:pt x="1391" y="619"/>
                  <a:pt x="1391" y="619"/>
                </a:cubicBezTo>
                <a:cubicBezTo>
                  <a:pt x="1391" y="619"/>
                  <a:pt x="1392" y="619"/>
                  <a:pt x="1392" y="619"/>
                </a:cubicBezTo>
                <a:close/>
                <a:moveTo>
                  <a:pt x="1822" y="376"/>
                </a:moveTo>
                <a:cubicBezTo>
                  <a:pt x="1822" y="376"/>
                  <a:pt x="1822" y="376"/>
                  <a:pt x="1822" y="376"/>
                </a:cubicBezTo>
                <a:cubicBezTo>
                  <a:pt x="1822" y="376"/>
                  <a:pt x="1822" y="376"/>
                  <a:pt x="1822" y="376"/>
                </a:cubicBezTo>
                <a:cubicBezTo>
                  <a:pt x="1822" y="377"/>
                  <a:pt x="1822" y="377"/>
                  <a:pt x="1822" y="377"/>
                </a:cubicBezTo>
                <a:cubicBezTo>
                  <a:pt x="1823" y="376"/>
                  <a:pt x="1823" y="376"/>
                  <a:pt x="1822" y="376"/>
                </a:cubicBezTo>
                <a:close/>
                <a:moveTo>
                  <a:pt x="1822" y="379"/>
                </a:moveTo>
                <a:cubicBezTo>
                  <a:pt x="1822" y="379"/>
                  <a:pt x="1822" y="379"/>
                  <a:pt x="1822" y="379"/>
                </a:cubicBezTo>
                <a:cubicBezTo>
                  <a:pt x="1822" y="379"/>
                  <a:pt x="1822" y="379"/>
                  <a:pt x="1822" y="379"/>
                </a:cubicBezTo>
                <a:close/>
                <a:moveTo>
                  <a:pt x="1566" y="373"/>
                </a:moveTo>
                <a:cubicBezTo>
                  <a:pt x="1566" y="373"/>
                  <a:pt x="1566" y="373"/>
                  <a:pt x="1566" y="374"/>
                </a:cubicBezTo>
                <a:cubicBezTo>
                  <a:pt x="1567" y="373"/>
                  <a:pt x="1567" y="373"/>
                  <a:pt x="1567" y="373"/>
                </a:cubicBezTo>
                <a:cubicBezTo>
                  <a:pt x="1567" y="373"/>
                  <a:pt x="1566" y="372"/>
                  <a:pt x="1566" y="373"/>
                </a:cubicBezTo>
                <a:close/>
                <a:moveTo>
                  <a:pt x="902" y="1773"/>
                </a:moveTo>
                <a:cubicBezTo>
                  <a:pt x="902" y="1773"/>
                  <a:pt x="902" y="1773"/>
                  <a:pt x="903" y="1773"/>
                </a:cubicBezTo>
                <a:cubicBezTo>
                  <a:pt x="902" y="1772"/>
                  <a:pt x="902" y="1772"/>
                  <a:pt x="902" y="1772"/>
                </a:cubicBezTo>
                <a:cubicBezTo>
                  <a:pt x="901" y="1772"/>
                  <a:pt x="901" y="1773"/>
                  <a:pt x="902" y="1773"/>
                </a:cubicBezTo>
                <a:close/>
                <a:moveTo>
                  <a:pt x="1037" y="312"/>
                </a:moveTo>
                <a:cubicBezTo>
                  <a:pt x="1037" y="312"/>
                  <a:pt x="1037" y="311"/>
                  <a:pt x="1037" y="311"/>
                </a:cubicBezTo>
                <a:cubicBezTo>
                  <a:pt x="1037" y="311"/>
                  <a:pt x="1037" y="311"/>
                  <a:pt x="1037" y="311"/>
                </a:cubicBezTo>
                <a:cubicBezTo>
                  <a:pt x="1037" y="312"/>
                  <a:pt x="1037" y="312"/>
                  <a:pt x="1037" y="312"/>
                </a:cubicBezTo>
                <a:close/>
                <a:moveTo>
                  <a:pt x="831" y="339"/>
                </a:moveTo>
                <a:cubicBezTo>
                  <a:pt x="831" y="339"/>
                  <a:pt x="831" y="339"/>
                  <a:pt x="831" y="339"/>
                </a:cubicBezTo>
                <a:cubicBezTo>
                  <a:pt x="831" y="339"/>
                  <a:pt x="831" y="339"/>
                  <a:pt x="831" y="339"/>
                </a:cubicBezTo>
                <a:cubicBezTo>
                  <a:pt x="831" y="339"/>
                  <a:pt x="831" y="339"/>
                  <a:pt x="831" y="339"/>
                </a:cubicBezTo>
                <a:cubicBezTo>
                  <a:pt x="831" y="339"/>
                  <a:pt x="831" y="339"/>
                  <a:pt x="831" y="339"/>
                </a:cubicBezTo>
                <a:close/>
                <a:moveTo>
                  <a:pt x="2726" y="345"/>
                </a:moveTo>
                <a:cubicBezTo>
                  <a:pt x="2726" y="345"/>
                  <a:pt x="2726" y="345"/>
                  <a:pt x="2726" y="345"/>
                </a:cubicBezTo>
                <a:cubicBezTo>
                  <a:pt x="2726" y="345"/>
                  <a:pt x="2726" y="345"/>
                  <a:pt x="2726" y="345"/>
                </a:cubicBezTo>
                <a:cubicBezTo>
                  <a:pt x="2726" y="345"/>
                  <a:pt x="2726" y="345"/>
                  <a:pt x="2726" y="345"/>
                </a:cubicBezTo>
                <a:cubicBezTo>
                  <a:pt x="2726" y="345"/>
                  <a:pt x="2726" y="345"/>
                  <a:pt x="2726" y="345"/>
                </a:cubicBezTo>
                <a:cubicBezTo>
                  <a:pt x="2726" y="345"/>
                  <a:pt x="2726" y="345"/>
                  <a:pt x="2726" y="345"/>
                </a:cubicBezTo>
                <a:cubicBezTo>
                  <a:pt x="2726" y="345"/>
                  <a:pt x="2726" y="345"/>
                  <a:pt x="2726" y="345"/>
                </a:cubicBezTo>
                <a:cubicBezTo>
                  <a:pt x="2726" y="345"/>
                  <a:pt x="2726" y="345"/>
                  <a:pt x="2726" y="345"/>
                </a:cubicBezTo>
                <a:close/>
                <a:moveTo>
                  <a:pt x="1653" y="782"/>
                </a:moveTo>
                <a:cubicBezTo>
                  <a:pt x="1652" y="782"/>
                  <a:pt x="1652" y="782"/>
                  <a:pt x="1652" y="782"/>
                </a:cubicBezTo>
                <a:cubicBezTo>
                  <a:pt x="1653" y="782"/>
                  <a:pt x="1653" y="782"/>
                  <a:pt x="1653" y="782"/>
                </a:cubicBezTo>
                <a:cubicBezTo>
                  <a:pt x="1653" y="782"/>
                  <a:pt x="1653" y="782"/>
                  <a:pt x="1653" y="782"/>
                </a:cubicBezTo>
                <a:close/>
                <a:moveTo>
                  <a:pt x="1557" y="834"/>
                </a:moveTo>
                <a:cubicBezTo>
                  <a:pt x="1557" y="835"/>
                  <a:pt x="1557" y="835"/>
                  <a:pt x="1557" y="835"/>
                </a:cubicBezTo>
                <a:cubicBezTo>
                  <a:pt x="1557" y="834"/>
                  <a:pt x="1557" y="834"/>
                  <a:pt x="1557" y="834"/>
                </a:cubicBezTo>
                <a:close/>
                <a:moveTo>
                  <a:pt x="853" y="1010"/>
                </a:moveTo>
                <a:cubicBezTo>
                  <a:pt x="853" y="1009"/>
                  <a:pt x="853" y="1009"/>
                  <a:pt x="853" y="1009"/>
                </a:cubicBezTo>
                <a:cubicBezTo>
                  <a:pt x="852" y="1010"/>
                  <a:pt x="852" y="1010"/>
                  <a:pt x="852" y="1010"/>
                </a:cubicBezTo>
                <a:lnTo>
                  <a:pt x="853" y="1010"/>
                </a:lnTo>
                <a:close/>
                <a:moveTo>
                  <a:pt x="1443" y="801"/>
                </a:moveTo>
                <a:cubicBezTo>
                  <a:pt x="1444" y="801"/>
                  <a:pt x="1444" y="801"/>
                  <a:pt x="1444" y="801"/>
                </a:cubicBezTo>
                <a:cubicBezTo>
                  <a:pt x="1443" y="800"/>
                  <a:pt x="1443" y="800"/>
                  <a:pt x="1443" y="800"/>
                </a:cubicBezTo>
                <a:lnTo>
                  <a:pt x="1443" y="801"/>
                </a:lnTo>
                <a:close/>
                <a:moveTo>
                  <a:pt x="1225" y="34"/>
                </a:moveTo>
                <a:cubicBezTo>
                  <a:pt x="1225" y="34"/>
                  <a:pt x="1225" y="34"/>
                  <a:pt x="1225" y="34"/>
                </a:cubicBezTo>
                <a:cubicBezTo>
                  <a:pt x="1225" y="35"/>
                  <a:pt x="1225" y="35"/>
                  <a:pt x="1225" y="35"/>
                </a:cubicBezTo>
                <a:cubicBezTo>
                  <a:pt x="1225" y="35"/>
                  <a:pt x="1225" y="34"/>
                  <a:pt x="1225" y="34"/>
                </a:cubicBezTo>
                <a:close/>
                <a:moveTo>
                  <a:pt x="2671" y="600"/>
                </a:moveTo>
                <a:cubicBezTo>
                  <a:pt x="2671" y="600"/>
                  <a:pt x="2671" y="600"/>
                  <a:pt x="2671" y="600"/>
                </a:cubicBezTo>
                <a:cubicBezTo>
                  <a:pt x="2671" y="600"/>
                  <a:pt x="2671" y="600"/>
                  <a:pt x="2671" y="600"/>
                </a:cubicBezTo>
                <a:cubicBezTo>
                  <a:pt x="2671" y="601"/>
                  <a:pt x="2671" y="601"/>
                  <a:pt x="2672" y="601"/>
                </a:cubicBezTo>
                <a:cubicBezTo>
                  <a:pt x="2672" y="601"/>
                  <a:pt x="2671" y="600"/>
                  <a:pt x="2671" y="600"/>
                </a:cubicBezTo>
                <a:cubicBezTo>
                  <a:pt x="2671" y="600"/>
                  <a:pt x="2671" y="600"/>
                  <a:pt x="2671" y="600"/>
                </a:cubicBezTo>
                <a:cubicBezTo>
                  <a:pt x="2671" y="600"/>
                  <a:pt x="2671" y="600"/>
                  <a:pt x="2671" y="600"/>
                </a:cubicBezTo>
                <a:close/>
                <a:moveTo>
                  <a:pt x="92" y="477"/>
                </a:moveTo>
                <a:cubicBezTo>
                  <a:pt x="93" y="477"/>
                  <a:pt x="93" y="477"/>
                  <a:pt x="93" y="477"/>
                </a:cubicBezTo>
                <a:cubicBezTo>
                  <a:pt x="92" y="477"/>
                  <a:pt x="92" y="477"/>
                  <a:pt x="92" y="477"/>
                </a:cubicBezTo>
                <a:cubicBezTo>
                  <a:pt x="92" y="477"/>
                  <a:pt x="92" y="477"/>
                  <a:pt x="92" y="477"/>
                </a:cubicBezTo>
                <a:close/>
                <a:moveTo>
                  <a:pt x="90" y="478"/>
                </a:moveTo>
                <a:cubicBezTo>
                  <a:pt x="90" y="477"/>
                  <a:pt x="90" y="477"/>
                  <a:pt x="90" y="477"/>
                </a:cubicBezTo>
                <a:cubicBezTo>
                  <a:pt x="89" y="477"/>
                  <a:pt x="89" y="477"/>
                  <a:pt x="90" y="478"/>
                </a:cubicBezTo>
                <a:close/>
                <a:moveTo>
                  <a:pt x="2674" y="600"/>
                </a:moveTo>
                <a:cubicBezTo>
                  <a:pt x="2674" y="600"/>
                  <a:pt x="2674" y="600"/>
                  <a:pt x="2674" y="600"/>
                </a:cubicBezTo>
                <a:cubicBezTo>
                  <a:pt x="2674" y="600"/>
                  <a:pt x="2674" y="601"/>
                  <a:pt x="2674" y="601"/>
                </a:cubicBezTo>
                <a:cubicBezTo>
                  <a:pt x="2674" y="600"/>
                  <a:pt x="2674" y="600"/>
                  <a:pt x="2674" y="600"/>
                </a:cubicBezTo>
                <a:close/>
                <a:moveTo>
                  <a:pt x="2603" y="1151"/>
                </a:moveTo>
                <a:cubicBezTo>
                  <a:pt x="2603" y="1151"/>
                  <a:pt x="2603" y="1151"/>
                  <a:pt x="2603" y="1151"/>
                </a:cubicBezTo>
                <a:cubicBezTo>
                  <a:pt x="2603" y="1151"/>
                  <a:pt x="2603" y="1151"/>
                  <a:pt x="2603" y="1151"/>
                </a:cubicBezTo>
                <a:close/>
                <a:moveTo>
                  <a:pt x="2323" y="1158"/>
                </a:moveTo>
                <a:cubicBezTo>
                  <a:pt x="2324" y="1158"/>
                  <a:pt x="2324" y="1158"/>
                  <a:pt x="2324" y="1158"/>
                </a:cubicBezTo>
                <a:cubicBezTo>
                  <a:pt x="2323" y="1157"/>
                  <a:pt x="2323" y="1157"/>
                  <a:pt x="2323" y="1157"/>
                </a:cubicBezTo>
                <a:lnTo>
                  <a:pt x="2323" y="1158"/>
                </a:lnTo>
                <a:close/>
                <a:moveTo>
                  <a:pt x="2625" y="1191"/>
                </a:move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ubicBezTo>
                  <a:pt x="2625" y="1191"/>
                  <a:pt x="2625" y="1191"/>
                  <a:pt x="2625" y="1191"/>
                </a:cubicBezTo>
                <a:close/>
                <a:moveTo>
                  <a:pt x="126" y="456"/>
                </a:moveTo>
                <a:cubicBezTo>
                  <a:pt x="126" y="456"/>
                  <a:pt x="126" y="456"/>
                  <a:pt x="126" y="456"/>
                </a:cubicBezTo>
                <a:cubicBezTo>
                  <a:pt x="126" y="456"/>
                  <a:pt x="126" y="456"/>
                  <a:pt x="126" y="456"/>
                </a:cubicBezTo>
                <a:cubicBezTo>
                  <a:pt x="126" y="456"/>
                  <a:pt x="126" y="456"/>
                  <a:pt x="126" y="456"/>
                </a:cubicBezTo>
                <a:close/>
                <a:moveTo>
                  <a:pt x="1044" y="96"/>
                </a:moveTo>
                <a:cubicBezTo>
                  <a:pt x="1044" y="96"/>
                  <a:pt x="1044" y="96"/>
                  <a:pt x="1044" y="96"/>
                </a:cubicBezTo>
                <a:cubicBezTo>
                  <a:pt x="1043" y="96"/>
                  <a:pt x="1043" y="96"/>
                  <a:pt x="1043" y="96"/>
                </a:cubicBezTo>
                <a:cubicBezTo>
                  <a:pt x="1043" y="96"/>
                  <a:pt x="1043" y="96"/>
                  <a:pt x="1044" y="96"/>
                </a:cubicBezTo>
                <a:close/>
                <a:moveTo>
                  <a:pt x="2563" y="1050"/>
                </a:moveTo>
                <a:cubicBezTo>
                  <a:pt x="2563" y="1050"/>
                  <a:pt x="2563" y="1049"/>
                  <a:pt x="2563" y="1049"/>
                </a:cubicBezTo>
                <a:cubicBezTo>
                  <a:pt x="2563" y="1050"/>
                  <a:pt x="2563" y="1050"/>
                  <a:pt x="2563" y="1050"/>
                </a:cubicBezTo>
                <a:cubicBezTo>
                  <a:pt x="2563" y="1050"/>
                  <a:pt x="2563" y="1050"/>
                  <a:pt x="2564" y="1050"/>
                </a:cubicBezTo>
                <a:cubicBezTo>
                  <a:pt x="2564" y="1050"/>
                  <a:pt x="2564" y="1050"/>
                  <a:pt x="2564" y="1049"/>
                </a:cubicBezTo>
                <a:cubicBezTo>
                  <a:pt x="2564" y="1049"/>
                  <a:pt x="2563" y="1050"/>
                  <a:pt x="2563" y="1050"/>
                </a:cubicBezTo>
                <a:close/>
                <a:moveTo>
                  <a:pt x="2674" y="604"/>
                </a:moveTo>
                <a:cubicBezTo>
                  <a:pt x="2674" y="604"/>
                  <a:pt x="2674" y="604"/>
                  <a:pt x="2674" y="604"/>
                </a:cubicBezTo>
                <a:cubicBezTo>
                  <a:pt x="2674" y="604"/>
                  <a:pt x="2674" y="604"/>
                  <a:pt x="2675" y="604"/>
                </a:cubicBezTo>
                <a:cubicBezTo>
                  <a:pt x="2675" y="604"/>
                  <a:pt x="2674" y="604"/>
                  <a:pt x="2674" y="604"/>
                </a:cubicBezTo>
                <a:cubicBezTo>
                  <a:pt x="2674" y="604"/>
                  <a:pt x="2674" y="604"/>
                  <a:pt x="2674" y="604"/>
                </a:cubicBezTo>
                <a:cubicBezTo>
                  <a:pt x="2674" y="604"/>
                  <a:pt x="2674" y="603"/>
                  <a:pt x="2674" y="603"/>
                </a:cubicBezTo>
                <a:cubicBezTo>
                  <a:pt x="2674" y="604"/>
                  <a:pt x="2674" y="604"/>
                  <a:pt x="2674" y="604"/>
                </a:cubicBezTo>
                <a:close/>
                <a:moveTo>
                  <a:pt x="2890" y="1247"/>
                </a:moveTo>
                <a:cubicBezTo>
                  <a:pt x="2890" y="1247"/>
                  <a:pt x="2890" y="1247"/>
                  <a:pt x="2890" y="1246"/>
                </a:cubicBezTo>
                <a:cubicBezTo>
                  <a:pt x="2890" y="1246"/>
                  <a:pt x="2889" y="1246"/>
                  <a:pt x="2889" y="1246"/>
                </a:cubicBezTo>
                <a:cubicBezTo>
                  <a:pt x="2889" y="1247"/>
                  <a:pt x="2889" y="1247"/>
                  <a:pt x="2890" y="1247"/>
                </a:cubicBezTo>
                <a:close/>
                <a:moveTo>
                  <a:pt x="1757" y="108"/>
                </a:moveTo>
                <a:cubicBezTo>
                  <a:pt x="1757" y="108"/>
                  <a:pt x="1757" y="108"/>
                  <a:pt x="1757" y="108"/>
                </a:cubicBezTo>
                <a:cubicBezTo>
                  <a:pt x="1757" y="109"/>
                  <a:pt x="1757" y="109"/>
                  <a:pt x="1757" y="109"/>
                </a:cubicBezTo>
                <a:lnTo>
                  <a:pt x="1757" y="108"/>
                </a:lnTo>
                <a:close/>
                <a:moveTo>
                  <a:pt x="2896" y="1259"/>
                </a:moveTo>
                <a:cubicBezTo>
                  <a:pt x="2895" y="1259"/>
                  <a:pt x="2895" y="1259"/>
                  <a:pt x="2895" y="1259"/>
                </a:cubicBezTo>
                <a:cubicBezTo>
                  <a:pt x="2896" y="1259"/>
                  <a:pt x="2896" y="1259"/>
                  <a:pt x="2896" y="1259"/>
                </a:cubicBezTo>
                <a:cubicBezTo>
                  <a:pt x="2896" y="1259"/>
                  <a:pt x="2896" y="1259"/>
                  <a:pt x="2896" y="1259"/>
                </a:cubicBezTo>
                <a:close/>
                <a:moveTo>
                  <a:pt x="2575" y="1288"/>
                </a:moveTo>
                <a:cubicBezTo>
                  <a:pt x="2576" y="1288"/>
                  <a:pt x="2576" y="1288"/>
                  <a:pt x="2576" y="1288"/>
                </a:cubicBezTo>
                <a:cubicBezTo>
                  <a:pt x="2577" y="1287"/>
                  <a:pt x="2578" y="1287"/>
                  <a:pt x="2578" y="1286"/>
                </a:cubicBezTo>
                <a:cubicBezTo>
                  <a:pt x="2577" y="1287"/>
                  <a:pt x="2576" y="1287"/>
                  <a:pt x="2575" y="1288"/>
                </a:cubicBezTo>
                <a:close/>
                <a:moveTo>
                  <a:pt x="785" y="145"/>
                </a:moveTo>
                <a:cubicBezTo>
                  <a:pt x="785" y="145"/>
                  <a:pt x="785" y="145"/>
                  <a:pt x="785" y="145"/>
                </a:cubicBezTo>
                <a:cubicBezTo>
                  <a:pt x="785" y="145"/>
                  <a:pt x="785" y="145"/>
                  <a:pt x="785" y="145"/>
                </a:cubicBezTo>
                <a:close/>
                <a:moveTo>
                  <a:pt x="1588" y="148"/>
                </a:move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ubicBezTo>
                  <a:pt x="1588" y="148"/>
                  <a:pt x="1588" y="148"/>
                  <a:pt x="1588" y="148"/>
                </a:cubicBezTo>
                <a:close/>
                <a:moveTo>
                  <a:pt x="2049" y="155"/>
                </a:moveTo>
                <a:cubicBezTo>
                  <a:pt x="2050" y="155"/>
                  <a:pt x="2050" y="155"/>
                  <a:pt x="2050" y="155"/>
                </a:cubicBezTo>
                <a:cubicBezTo>
                  <a:pt x="2050" y="154"/>
                  <a:pt x="2050" y="154"/>
                  <a:pt x="2050" y="154"/>
                </a:cubicBezTo>
                <a:cubicBezTo>
                  <a:pt x="2049" y="154"/>
                  <a:pt x="2049" y="154"/>
                  <a:pt x="2049" y="154"/>
                </a:cubicBezTo>
                <a:lnTo>
                  <a:pt x="2049" y="155"/>
                </a:lnTo>
                <a:close/>
                <a:moveTo>
                  <a:pt x="237" y="407"/>
                </a:moveTo>
                <a:cubicBezTo>
                  <a:pt x="237" y="407"/>
                  <a:pt x="237" y="407"/>
                  <a:pt x="237" y="407"/>
                </a:cubicBezTo>
                <a:cubicBezTo>
                  <a:pt x="237" y="407"/>
                  <a:pt x="237" y="407"/>
                  <a:pt x="237" y="407"/>
                </a:cubicBezTo>
                <a:cubicBezTo>
                  <a:pt x="237" y="407"/>
                  <a:pt x="237" y="407"/>
                  <a:pt x="237" y="407"/>
                </a:cubicBezTo>
                <a:close/>
                <a:moveTo>
                  <a:pt x="238" y="409"/>
                </a:moveTo>
                <a:cubicBezTo>
                  <a:pt x="238" y="409"/>
                  <a:pt x="238" y="409"/>
                  <a:pt x="238" y="409"/>
                </a:cubicBezTo>
                <a:cubicBezTo>
                  <a:pt x="238" y="409"/>
                  <a:pt x="238" y="408"/>
                  <a:pt x="238" y="408"/>
                </a:cubicBezTo>
                <a:cubicBezTo>
                  <a:pt x="238" y="408"/>
                  <a:pt x="238" y="409"/>
                  <a:pt x="238" y="409"/>
                </a:cubicBezTo>
                <a:close/>
                <a:moveTo>
                  <a:pt x="238" y="409"/>
                </a:moveTo>
                <a:cubicBezTo>
                  <a:pt x="238" y="409"/>
                  <a:pt x="238" y="409"/>
                  <a:pt x="238" y="409"/>
                </a:cubicBezTo>
                <a:cubicBezTo>
                  <a:pt x="238" y="409"/>
                  <a:pt x="238" y="409"/>
                  <a:pt x="238" y="409"/>
                </a:cubicBezTo>
                <a:close/>
                <a:moveTo>
                  <a:pt x="243" y="407"/>
                </a:moveTo>
                <a:cubicBezTo>
                  <a:pt x="242" y="407"/>
                  <a:pt x="242" y="407"/>
                  <a:pt x="241" y="407"/>
                </a:cubicBezTo>
                <a:cubicBezTo>
                  <a:pt x="240" y="407"/>
                  <a:pt x="239" y="408"/>
                  <a:pt x="238" y="409"/>
                </a:cubicBezTo>
                <a:cubicBezTo>
                  <a:pt x="238" y="409"/>
                  <a:pt x="238" y="409"/>
                  <a:pt x="238" y="409"/>
                </a:cubicBezTo>
                <a:cubicBezTo>
                  <a:pt x="237" y="410"/>
                  <a:pt x="236" y="411"/>
                  <a:pt x="235" y="412"/>
                </a:cubicBezTo>
                <a:cubicBezTo>
                  <a:pt x="234" y="414"/>
                  <a:pt x="234" y="415"/>
                  <a:pt x="235" y="415"/>
                </a:cubicBezTo>
                <a:cubicBezTo>
                  <a:pt x="235" y="415"/>
                  <a:pt x="237" y="416"/>
                  <a:pt x="237" y="415"/>
                </a:cubicBezTo>
                <a:cubicBezTo>
                  <a:pt x="240" y="414"/>
                  <a:pt x="243" y="411"/>
                  <a:pt x="244" y="408"/>
                </a:cubicBezTo>
                <a:cubicBezTo>
                  <a:pt x="245" y="408"/>
                  <a:pt x="244" y="407"/>
                  <a:pt x="243" y="407"/>
                </a:cubicBezTo>
                <a:close/>
                <a:moveTo>
                  <a:pt x="2272" y="170"/>
                </a:moveTo>
                <a:cubicBezTo>
                  <a:pt x="2271" y="170"/>
                  <a:pt x="2271" y="170"/>
                  <a:pt x="2271" y="170"/>
                </a:cubicBezTo>
                <a:cubicBezTo>
                  <a:pt x="2271" y="170"/>
                  <a:pt x="2271" y="170"/>
                  <a:pt x="2271" y="170"/>
                </a:cubicBezTo>
                <a:cubicBezTo>
                  <a:pt x="2271" y="170"/>
                  <a:pt x="2271" y="170"/>
                  <a:pt x="2271" y="170"/>
                </a:cubicBezTo>
                <a:cubicBezTo>
                  <a:pt x="2271" y="170"/>
                  <a:pt x="2271" y="170"/>
                  <a:pt x="2272" y="170"/>
                </a:cubicBezTo>
                <a:close/>
                <a:moveTo>
                  <a:pt x="342" y="579"/>
                </a:moveTo>
                <a:cubicBezTo>
                  <a:pt x="342" y="579"/>
                  <a:pt x="342" y="579"/>
                  <a:pt x="342" y="579"/>
                </a:cubicBezTo>
                <a:cubicBezTo>
                  <a:pt x="342" y="579"/>
                  <a:pt x="342" y="579"/>
                  <a:pt x="342" y="579"/>
                </a:cubicBezTo>
                <a:close/>
                <a:moveTo>
                  <a:pt x="2194" y="195"/>
                </a:moveTo>
                <a:cubicBezTo>
                  <a:pt x="2194" y="194"/>
                  <a:pt x="2194" y="194"/>
                  <a:pt x="2194" y="194"/>
                </a:cubicBezTo>
                <a:cubicBezTo>
                  <a:pt x="2194" y="194"/>
                  <a:pt x="2194" y="194"/>
                  <a:pt x="2194" y="194"/>
                </a:cubicBezTo>
                <a:cubicBezTo>
                  <a:pt x="2194" y="194"/>
                  <a:pt x="2194" y="194"/>
                  <a:pt x="2194" y="194"/>
                </a:cubicBezTo>
                <a:cubicBezTo>
                  <a:pt x="2194" y="194"/>
                  <a:pt x="2194" y="194"/>
                  <a:pt x="2194" y="194"/>
                </a:cubicBezTo>
                <a:cubicBezTo>
                  <a:pt x="2194" y="194"/>
                  <a:pt x="2194" y="194"/>
                  <a:pt x="2194" y="194"/>
                </a:cubicBezTo>
                <a:cubicBezTo>
                  <a:pt x="2194" y="194"/>
                  <a:pt x="2194" y="194"/>
                  <a:pt x="2194" y="194"/>
                </a:cubicBezTo>
                <a:cubicBezTo>
                  <a:pt x="2194" y="194"/>
                  <a:pt x="2194" y="194"/>
                  <a:pt x="2194" y="195"/>
                </a:cubicBezTo>
                <a:close/>
                <a:moveTo>
                  <a:pt x="770" y="201"/>
                </a:moveTo>
                <a:cubicBezTo>
                  <a:pt x="770" y="200"/>
                  <a:pt x="770" y="200"/>
                  <a:pt x="770" y="200"/>
                </a:cubicBezTo>
                <a:cubicBezTo>
                  <a:pt x="769" y="201"/>
                  <a:pt x="769" y="201"/>
                  <a:pt x="769" y="201"/>
                </a:cubicBezTo>
                <a:lnTo>
                  <a:pt x="770" y="201"/>
                </a:lnTo>
                <a:close/>
                <a:moveTo>
                  <a:pt x="1982" y="240"/>
                </a:moveTo>
                <a:cubicBezTo>
                  <a:pt x="1982" y="241"/>
                  <a:pt x="1982" y="241"/>
                  <a:pt x="1982" y="241"/>
                </a:cubicBezTo>
                <a:cubicBezTo>
                  <a:pt x="1982" y="241"/>
                  <a:pt x="1982" y="241"/>
                  <a:pt x="1982" y="241"/>
                </a:cubicBezTo>
                <a:lnTo>
                  <a:pt x="1982" y="240"/>
                </a:lnTo>
                <a:close/>
                <a:moveTo>
                  <a:pt x="834" y="1769"/>
                </a:moveTo>
                <a:cubicBezTo>
                  <a:pt x="834" y="1769"/>
                  <a:pt x="834" y="1769"/>
                  <a:pt x="834" y="1769"/>
                </a:cubicBezTo>
                <a:cubicBezTo>
                  <a:pt x="834" y="1769"/>
                  <a:pt x="834" y="1769"/>
                  <a:pt x="834" y="1769"/>
                </a:cubicBezTo>
                <a:cubicBezTo>
                  <a:pt x="834" y="1769"/>
                  <a:pt x="834" y="1769"/>
                  <a:pt x="834" y="1769"/>
                </a:cubicBezTo>
                <a:cubicBezTo>
                  <a:pt x="834" y="1769"/>
                  <a:pt x="834" y="1769"/>
                  <a:pt x="834" y="1769"/>
                </a:cubicBezTo>
                <a:close/>
                <a:moveTo>
                  <a:pt x="832" y="1769"/>
                </a:moveTo>
                <a:cubicBezTo>
                  <a:pt x="831" y="1769"/>
                  <a:pt x="831" y="1769"/>
                  <a:pt x="831" y="1769"/>
                </a:cubicBezTo>
                <a:cubicBezTo>
                  <a:pt x="831" y="1770"/>
                  <a:pt x="831" y="1770"/>
                  <a:pt x="832" y="1769"/>
                </a:cubicBezTo>
                <a:close/>
                <a:moveTo>
                  <a:pt x="1584" y="536"/>
                </a:moveTo>
                <a:cubicBezTo>
                  <a:pt x="1585" y="536"/>
                  <a:pt x="1585" y="536"/>
                  <a:pt x="1586" y="536"/>
                </a:cubicBezTo>
                <a:cubicBezTo>
                  <a:pt x="1587" y="535"/>
                  <a:pt x="1587" y="534"/>
                  <a:pt x="1586" y="534"/>
                </a:cubicBezTo>
                <a:cubicBezTo>
                  <a:pt x="1586" y="533"/>
                  <a:pt x="1585" y="533"/>
                  <a:pt x="1584" y="533"/>
                </a:cubicBezTo>
                <a:cubicBezTo>
                  <a:pt x="1584" y="533"/>
                  <a:pt x="1583" y="533"/>
                  <a:pt x="1583" y="533"/>
                </a:cubicBezTo>
                <a:cubicBezTo>
                  <a:pt x="1582" y="533"/>
                  <a:pt x="1581" y="534"/>
                  <a:pt x="1582" y="535"/>
                </a:cubicBezTo>
                <a:cubicBezTo>
                  <a:pt x="1582" y="535"/>
                  <a:pt x="1583" y="536"/>
                  <a:pt x="1584" y="536"/>
                </a:cubicBezTo>
                <a:close/>
                <a:moveTo>
                  <a:pt x="1549" y="608"/>
                </a:moveTo>
                <a:cubicBezTo>
                  <a:pt x="1549" y="607"/>
                  <a:pt x="1549" y="607"/>
                  <a:pt x="1549" y="607"/>
                </a:cubicBezTo>
                <a:cubicBezTo>
                  <a:pt x="1548" y="606"/>
                  <a:pt x="1548" y="606"/>
                  <a:pt x="1548" y="607"/>
                </a:cubicBezTo>
                <a:cubicBezTo>
                  <a:pt x="1548" y="607"/>
                  <a:pt x="1548" y="608"/>
                  <a:pt x="1548" y="608"/>
                </a:cubicBezTo>
                <a:cubicBezTo>
                  <a:pt x="1548" y="608"/>
                  <a:pt x="1548" y="608"/>
                  <a:pt x="1549" y="608"/>
                </a:cubicBezTo>
                <a:cubicBezTo>
                  <a:pt x="1549" y="608"/>
                  <a:pt x="1549" y="608"/>
                  <a:pt x="1549" y="608"/>
                </a:cubicBezTo>
                <a:close/>
                <a:moveTo>
                  <a:pt x="1610" y="553"/>
                </a:moveTo>
                <a:cubicBezTo>
                  <a:pt x="1610" y="553"/>
                  <a:pt x="1611" y="553"/>
                  <a:pt x="1611" y="552"/>
                </a:cubicBezTo>
                <a:cubicBezTo>
                  <a:pt x="1611" y="551"/>
                  <a:pt x="1609" y="551"/>
                  <a:pt x="1607" y="551"/>
                </a:cubicBezTo>
                <a:cubicBezTo>
                  <a:pt x="1607" y="552"/>
                  <a:pt x="1606" y="553"/>
                  <a:pt x="1606" y="553"/>
                </a:cubicBezTo>
                <a:cubicBezTo>
                  <a:pt x="1606" y="554"/>
                  <a:pt x="1607" y="555"/>
                  <a:pt x="1607" y="555"/>
                </a:cubicBezTo>
                <a:cubicBezTo>
                  <a:pt x="1609" y="555"/>
                  <a:pt x="1610" y="554"/>
                  <a:pt x="1610" y="553"/>
                </a:cubicBezTo>
                <a:close/>
                <a:moveTo>
                  <a:pt x="1579" y="570"/>
                </a:moveTo>
                <a:cubicBezTo>
                  <a:pt x="1577" y="570"/>
                  <a:pt x="1576" y="570"/>
                  <a:pt x="1575" y="571"/>
                </a:cubicBezTo>
                <a:cubicBezTo>
                  <a:pt x="1573" y="574"/>
                  <a:pt x="1572" y="576"/>
                  <a:pt x="1572" y="578"/>
                </a:cubicBezTo>
                <a:cubicBezTo>
                  <a:pt x="1572" y="579"/>
                  <a:pt x="1572" y="580"/>
                  <a:pt x="1573" y="581"/>
                </a:cubicBezTo>
                <a:cubicBezTo>
                  <a:pt x="1573" y="582"/>
                  <a:pt x="1574" y="582"/>
                  <a:pt x="1575" y="583"/>
                </a:cubicBezTo>
                <a:cubicBezTo>
                  <a:pt x="1575" y="583"/>
                  <a:pt x="1577" y="582"/>
                  <a:pt x="1578" y="581"/>
                </a:cubicBezTo>
                <a:cubicBezTo>
                  <a:pt x="1581" y="578"/>
                  <a:pt x="1581" y="574"/>
                  <a:pt x="1580" y="570"/>
                </a:cubicBezTo>
                <a:cubicBezTo>
                  <a:pt x="1580" y="570"/>
                  <a:pt x="1579" y="570"/>
                  <a:pt x="1579" y="570"/>
                </a:cubicBezTo>
                <a:cubicBezTo>
                  <a:pt x="1579" y="570"/>
                  <a:pt x="1579" y="570"/>
                  <a:pt x="1579" y="570"/>
                </a:cubicBezTo>
                <a:close/>
                <a:moveTo>
                  <a:pt x="1603" y="566"/>
                </a:moveTo>
                <a:cubicBezTo>
                  <a:pt x="1603" y="567"/>
                  <a:pt x="1603" y="567"/>
                  <a:pt x="1603" y="567"/>
                </a:cubicBezTo>
                <a:cubicBezTo>
                  <a:pt x="1603" y="567"/>
                  <a:pt x="1603" y="567"/>
                  <a:pt x="1603" y="567"/>
                </a:cubicBezTo>
                <a:cubicBezTo>
                  <a:pt x="1603" y="567"/>
                  <a:pt x="1603" y="566"/>
                  <a:pt x="1603" y="566"/>
                </a:cubicBezTo>
                <a:close/>
              </a:path>
            </a:pathLst>
          </a:custGeom>
          <a:solidFill>
            <a:srgbClr val="BDBDBD">
              <a:alpha val="77000"/>
            </a:srgb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241" name="Text Placeholder 549">
            <a:extLst>
              <a:ext uri="{FF2B5EF4-FFF2-40B4-BE49-F238E27FC236}">
                <a16:creationId xmlns:a16="http://schemas.microsoft.com/office/drawing/2014/main" id="{9D588024-D80F-4297-9821-C03F8F3BB50E}"/>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r>
              <a:rPr lang="en-GB" sz="2000" dirty="0">
                <a:gradFill>
                  <a:gsLst>
                    <a:gs pos="1250">
                      <a:srgbClr val="353535"/>
                    </a:gs>
                    <a:gs pos="100000">
                      <a:srgbClr val="353535"/>
                    </a:gs>
                  </a:gsLst>
                  <a:lin ang="5400000" scaled="0"/>
                </a:gradFill>
              </a:rPr>
              <a:t>Easy Onboarding</a:t>
            </a:r>
          </a:p>
          <a:p>
            <a:pPr marL="0" indent="0" defTabSz="932563">
              <a:spcBef>
                <a:spcPts val="1199"/>
              </a:spcBef>
              <a:buNone/>
            </a:pPr>
            <a:r>
              <a:rPr lang="en-GB" sz="2000" dirty="0">
                <a:gradFill>
                  <a:gsLst>
                    <a:gs pos="1250">
                      <a:srgbClr val="353535"/>
                    </a:gs>
                    <a:gs pos="100000">
                      <a:srgbClr val="353535"/>
                    </a:gs>
                  </a:gsLst>
                  <a:lin ang="5400000" scaled="0"/>
                </a:gradFill>
              </a:rPr>
              <a:t>Multiple Routing Methods</a:t>
            </a:r>
          </a:p>
          <a:p>
            <a:pPr marL="0" lvl="1" indent="0" defTabSz="932563">
              <a:spcBef>
                <a:spcPts val="1199"/>
              </a:spcBef>
              <a:buNone/>
            </a:pPr>
            <a:r>
              <a:rPr lang="en-GB" sz="2000" dirty="0">
                <a:gradFill>
                  <a:gsLst>
                    <a:gs pos="1250">
                      <a:srgbClr val="353535"/>
                    </a:gs>
                    <a:gs pos="100000">
                      <a:srgbClr val="353535"/>
                    </a:gs>
                  </a:gsLst>
                  <a:lin ang="5400000" scaled="0"/>
                </a:gradFill>
                <a:latin typeface="+mj-lt"/>
              </a:rPr>
              <a:t>Endpoint monitoring</a:t>
            </a:r>
          </a:p>
          <a:p>
            <a:pPr marL="0" lvl="1" indent="0" defTabSz="932563">
              <a:spcBef>
                <a:spcPts val="1199"/>
              </a:spcBef>
              <a:buNone/>
            </a:pPr>
            <a:r>
              <a:rPr lang="en-GB" sz="2000" dirty="0">
                <a:gradFill>
                  <a:gsLst>
                    <a:gs pos="1250">
                      <a:srgbClr val="353535"/>
                    </a:gs>
                    <a:gs pos="100000">
                      <a:srgbClr val="353535"/>
                    </a:gs>
                  </a:gsLst>
                  <a:lin ang="5400000" scaled="0"/>
                </a:gradFill>
                <a:latin typeface="+mj-lt"/>
              </a:rPr>
              <a:t>High resiliency  </a:t>
            </a:r>
          </a:p>
        </p:txBody>
      </p:sp>
      <p:sp>
        <p:nvSpPr>
          <p:cNvPr id="1283" name="TextBox 1282">
            <a:extLst>
              <a:ext uri="{FF2B5EF4-FFF2-40B4-BE49-F238E27FC236}">
                <a16:creationId xmlns:a16="http://schemas.microsoft.com/office/drawing/2014/main" id="{FF94939A-59C7-4A8D-9360-73CCAF1808F8}"/>
              </a:ext>
            </a:extLst>
          </p:cNvPr>
          <p:cNvSpPr txBox="1"/>
          <p:nvPr/>
        </p:nvSpPr>
        <p:spPr>
          <a:xfrm>
            <a:off x="3626019" y="1728034"/>
            <a:ext cx="640240" cy="960263"/>
          </a:xfrm>
          <a:prstGeom prst="rect">
            <a:avLst/>
          </a:prstGeom>
          <a:noFill/>
        </p:spPr>
        <p:txBody>
          <a:bodyPr wrap="none" lIns="182880" tIns="146304" rIns="182880" bIns="146304" rtlCol="0">
            <a:spAutoFit/>
          </a:bodyPr>
          <a:lstStyle/>
          <a:p>
            <a:pPr>
              <a:lnSpc>
                <a:spcPct val="90000"/>
              </a:lnSpc>
              <a:spcAft>
                <a:spcPts val="600"/>
              </a:spcAft>
            </a:pPr>
            <a:r>
              <a:rPr lang="en-US" sz="4800" b="1">
                <a:gradFill>
                  <a:gsLst>
                    <a:gs pos="2917">
                      <a:schemeClr val="tx1"/>
                    </a:gs>
                    <a:gs pos="30000">
                      <a:schemeClr val="tx1"/>
                    </a:gs>
                  </a:gsLst>
                  <a:lin ang="5400000" scaled="0"/>
                </a:gradFill>
              </a:rPr>
              <a:t>?</a:t>
            </a:r>
          </a:p>
        </p:txBody>
      </p:sp>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sz="4000" dirty="0"/>
              <a:t>Global Resiliency &amp; Performance with DNS</a:t>
            </a:r>
          </a:p>
        </p:txBody>
      </p:sp>
      <p:sp>
        <p:nvSpPr>
          <p:cNvPr id="1219" name="Oval 1218">
            <a:extLst>
              <a:ext uri="{FF2B5EF4-FFF2-40B4-BE49-F238E27FC236}">
                <a16:creationId xmlns:a16="http://schemas.microsoft.com/office/drawing/2014/main" id="{823D7C5B-A91F-4667-BE44-FAC473E1A629}"/>
              </a:ext>
            </a:extLst>
          </p:cNvPr>
          <p:cNvSpPr/>
          <p:nvPr/>
        </p:nvSpPr>
        <p:spPr bwMode="auto">
          <a:xfrm>
            <a:off x="6876361" y="3770496"/>
            <a:ext cx="275182" cy="265059"/>
          </a:xfrm>
          <a:prstGeom prst="ellipse">
            <a:avLst/>
          </a:prstGeom>
          <a:solidFill>
            <a:schemeClr val="accent4"/>
          </a:solidFill>
          <a:ln w="28575">
            <a:solidFill>
              <a:schemeClr val="tx1"/>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398" fontAlgn="base">
              <a:spcBef>
                <a:spcPct val="0"/>
              </a:spcBef>
              <a:spcAft>
                <a:spcPct val="0"/>
              </a:spcAft>
            </a:pPr>
            <a:endParaRPr lang="en-US" sz="2000">
              <a:gradFill>
                <a:gsLst>
                  <a:gs pos="16814">
                    <a:srgbClr val="FFFFFF"/>
                  </a:gs>
                  <a:gs pos="46000">
                    <a:srgbClr val="FFFFFF"/>
                  </a:gs>
                </a:gsLst>
                <a:lin ang="5400000" scaled="0"/>
              </a:gradFill>
            </a:endParaRPr>
          </a:p>
        </p:txBody>
      </p:sp>
      <p:sp>
        <p:nvSpPr>
          <p:cNvPr id="1220" name="Oval 1219">
            <a:extLst>
              <a:ext uri="{FF2B5EF4-FFF2-40B4-BE49-F238E27FC236}">
                <a16:creationId xmlns:a16="http://schemas.microsoft.com/office/drawing/2014/main" id="{8577A4AD-CE40-424E-A248-FEDD2D406887}"/>
              </a:ext>
            </a:extLst>
          </p:cNvPr>
          <p:cNvSpPr/>
          <p:nvPr/>
        </p:nvSpPr>
        <p:spPr bwMode="auto">
          <a:xfrm>
            <a:off x="1055898" y="3638368"/>
            <a:ext cx="275182" cy="265059"/>
          </a:xfrm>
          <a:prstGeom prst="ellipse">
            <a:avLst/>
          </a:prstGeom>
          <a:solidFill>
            <a:schemeClr val="accent4"/>
          </a:solidFill>
          <a:ln w="28575">
            <a:solidFill>
              <a:schemeClr val="tx1"/>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398" fontAlgn="base">
              <a:spcBef>
                <a:spcPct val="0"/>
              </a:spcBef>
              <a:spcAft>
                <a:spcPct val="0"/>
              </a:spcAft>
            </a:pPr>
            <a:endParaRPr lang="en-US" sz="2000">
              <a:gradFill>
                <a:gsLst>
                  <a:gs pos="16814">
                    <a:srgbClr val="FFFFFF"/>
                  </a:gs>
                  <a:gs pos="46000">
                    <a:srgbClr val="FFFFFF"/>
                  </a:gs>
                </a:gsLst>
                <a:lin ang="5400000" scaled="0"/>
              </a:gradFill>
            </a:endParaRPr>
          </a:p>
        </p:txBody>
      </p:sp>
      <p:sp>
        <p:nvSpPr>
          <p:cNvPr id="1221" name="Oval 1220">
            <a:extLst>
              <a:ext uri="{FF2B5EF4-FFF2-40B4-BE49-F238E27FC236}">
                <a16:creationId xmlns:a16="http://schemas.microsoft.com/office/drawing/2014/main" id="{3D285345-0C8D-4004-8998-EC60D4869DF5}"/>
              </a:ext>
            </a:extLst>
          </p:cNvPr>
          <p:cNvSpPr/>
          <p:nvPr/>
        </p:nvSpPr>
        <p:spPr bwMode="auto">
          <a:xfrm>
            <a:off x="4596324" y="3203482"/>
            <a:ext cx="275182" cy="265059"/>
          </a:xfrm>
          <a:prstGeom prst="ellipse">
            <a:avLst/>
          </a:prstGeom>
          <a:solidFill>
            <a:schemeClr val="accent4"/>
          </a:solidFill>
          <a:ln w="28575">
            <a:solidFill>
              <a:schemeClr val="tx1"/>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398" fontAlgn="base">
              <a:spcBef>
                <a:spcPct val="0"/>
              </a:spcBef>
              <a:spcAft>
                <a:spcPct val="0"/>
              </a:spcAft>
            </a:pPr>
            <a:endParaRPr lang="en-US" sz="2000">
              <a:gradFill>
                <a:gsLst>
                  <a:gs pos="16814">
                    <a:srgbClr val="FFFFFF"/>
                  </a:gs>
                  <a:gs pos="46000">
                    <a:srgbClr val="FFFFFF"/>
                  </a:gs>
                </a:gsLst>
                <a:lin ang="5400000" scaled="0"/>
              </a:gradFill>
            </a:endParaRPr>
          </a:p>
        </p:txBody>
      </p:sp>
      <p:pic>
        <p:nvPicPr>
          <p:cNvPr id="1222" name="Picture 1221">
            <a:extLst>
              <a:ext uri="{FF2B5EF4-FFF2-40B4-BE49-F238E27FC236}">
                <a16:creationId xmlns:a16="http://schemas.microsoft.com/office/drawing/2014/main" id="{2B0D6BD0-5608-450F-A99B-240FEE2ED3F4}"/>
              </a:ext>
            </a:extLst>
          </p:cNvPr>
          <p:cNvPicPr>
            <a:picLocks noChangeAspect="1"/>
          </p:cNvPicPr>
          <p:nvPr/>
        </p:nvPicPr>
        <p:blipFill>
          <a:blip r:embed="rId3"/>
          <a:stretch>
            <a:fillRect/>
          </a:stretch>
        </p:blipFill>
        <p:spPr>
          <a:xfrm>
            <a:off x="624442" y="4020569"/>
            <a:ext cx="1129192" cy="871497"/>
          </a:xfrm>
          <a:prstGeom prst="rect">
            <a:avLst/>
          </a:prstGeom>
          <a:solidFill>
            <a:schemeClr val="tx1"/>
          </a:solidFill>
        </p:spPr>
      </p:pic>
      <p:pic>
        <p:nvPicPr>
          <p:cNvPr id="1223" name="Picture 1222">
            <a:extLst>
              <a:ext uri="{FF2B5EF4-FFF2-40B4-BE49-F238E27FC236}">
                <a16:creationId xmlns:a16="http://schemas.microsoft.com/office/drawing/2014/main" id="{9837788B-3694-43D5-85C3-F14BA018DC74}"/>
              </a:ext>
            </a:extLst>
          </p:cNvPr>
          <p:cNvPicPr>
            <a:picLocks noChangeAspect="1"/>
          </p:cNvPicPr>
          <p:nvPr/>
        </p:nvPicPr>
        <p:blipFill>
          <a:blip r:embed="rId3"/>
          <a:stretch>
            <a:fillRect/>
          </a:stretch>
        </p:blipFill>
        <p:spPr>
          <a:xfrm>
            <a:off x="4169319" y="3584314"/>
            <a:ext cx="1129192" cy="871497"/>
          </a:xfrm>
          <a:prstGeom prst="rect">
            <a:avLst/>
          </a:prstGeom>
          <a:solidFill>
            <a:schemeClr val="tx1"/>
          </a:solidFill>
        </p:spPr>
      </p:pic>
      <p:pic>
        <p:nvPicPr>
          <p:cNvPr id="1255" name="Picture 1254">
            <a:extLst>
              <a:ext uri="{FF2B5EF4-FFF2-40B4-BE49-F238E27FC236}">
                <a16:creationId xmlns:a16="http://schemas.microsoft.com/office/drawing/2014/main" id="{479F20E7-DEB6-4600-A236-9D66518481A4}"/>
              </a:ext>
            </a:extLst>
          </p:cNvPr>
          <p:cNvPicPr>
            <a:picLocks noChangeAspect="1"/>
          </p:cNvPicPr>
          <p:nvPr/>
        </p:nvPicPr>
        <p:blipFill>
          <a:blip r:embed="rId4"/>
          <a:stretch>
            <a:fillRect/>
          </a:stretch>
        </p:blipFill>
        <p:spPr>
          <a:xfrm>
            <a:off x="6548416" y="4159782"/>
            <a:ext cx="1221247" cy="872319"/>
          </a:xfrm>
          <a:prstGeom prst="rect">
            <a:avLst/>
          </a:prstGeom>
          <a:solidFill>
            <a:schemeClr val="tx1"/>
          </a:solidFill>
        </p:spPr>
      </p:pic>
      <p:cxnSp>
        <p:nvCxnSpPr>
          <p:cNvPr id="1264" name="Straight Arrow Connector 1263">
            <a:extLst>
              <a:ext uri="{FF2B5EF4-FFF2-40B4-BE49-F238E27FC236}">
                <a16:creationId xmlns:a16="http://schemas.microsoft.com/office/drawing/2014/main" id="{DF1C4466-71EF-47DE-A4C9-8171858355AA}"/>
              </a:ext>
            </a:extLst>
          </p:cNvPr>
          <p:cNvCxnSpPr>
            <a:cxnSpLocks/>
            <a:stCxn id="1279" idx="3"/>
            <a:endCxn id="1220" idx="6"/>
          </p:cNvCxnSpPr>
          <p:nvPr/>
        </p:nvCxnSpPr>
        <p:spPr>
          <a:xfrm flipH="1">
            <a:off x="1331080" y="2523261"/>
            <a:ext cx="2261368" cy="1247637"/>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65" name="Straight Arrow Connector 1264">
            <a:extLst>
              <a:ext uri="{FF2B5EF4-FFF2-40B4-BE49-F238E27FC236}">
                <a16:creationId xmlns:a16="http://schemas.microsoft.com/office/drawing/2014/main" id="{88237AC5-A1EB-41B1-B474-8B6A688CE9FD}"/>
              </a:ext>
            </a:extLst>
          </p:cNvPr>
          <p:cNvCxnSpPr>
            <a:cxnSpLocks/>
            <a:stCxn id="1279" idx="5"/>
            <a:endCxn id="1221" idx="1"/>
          </p:cNvCxnSpPr>
          <p:nvPr/>
        </p:nvCxnSpPr>
        <p:spPr>
          <a:xfrm>
            <a:off x="4258188" y="2523261"/>
            <a:ext cx="378435" cy="71903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68" name="Straight Arrow Connector 1267">
            <a:extLst>
              <a:ext uri="{FF2B5EF4-FFF2-40B4-BE49-F238E27FC236}">
                <a16:creationId xmlns:a16="http://schemas.microsoft.com/office/drawing/2014/main" id="{56848E77-793D-46FF-A00D-B96866D5B43E}"/>
              </a:ext>
            </a:extLst>
          </p:cNvPr>
          <p:cNvCxnSpPr>
            <a:cxnSpLocks/>
            <a:stCxn id="1279" idx="6"/>
            <a:endCxn id="1219" idx="0"/>
          </p:cNvCxnSpPr>
          <p:nvPr/>
        </p:nvCxnSpPr>
        <p:spPr>
          <a:xfrm>
            <a:off x="4396067" y="2190391"/>
            <a:ext cx="2617885" cy="1580105"/>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78" name="TextBox 1277">
            <a:extLst>
              <a:ext uri="{FF2B5EF4-FFF2-40B4-BE49-F238E27FC236}">
                <a16:creationId xmlns:a16="http://schemas.microsoft.com/office/drawing/2014/main" id="{36E7CA0E-948E-4F30-B306-541C92E3774A}"/>
              </a:ext>
            </a:extLst>
          </p:cNvPr>
          <p:cNvSpPr txBox="1"/>
          <p:nvPr/>
        </p:nvSpPr>
        <p:spPr>
          <a:xfrm>
            <a:off x="4578518" y="1856016"/>
            <a:ext cx="1895968" cy="517065"/>
          </a:xfrm>
          <a:prstGeom prst="rect">
            <a:avLst/>
          </a:prstGeom>
          <a:noFill/>
        </p:spPr>
        <p:txBody>
          <a:bodyPr wrap="none" lIns="182880" tIns="146304" rIns="182880" bIns="146304" rtlCol="0">
            <a:spAutoFit/>
          </a:bodyPr>
          <a:lstStyle/>
          <a:p>
            <a:pPr algn="ctr" defTabSz="932597">
              <a:lnSpc>
                <a:spcPct val="90000"/>
              </a:lnSpc>
              <a:spcAft>
                <a:spcPts val="600"/>
              </a:spcAft>
            </a:pPr>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Traffic Manager</a:t>
            </a:r>
          </a:p>
        </p:txBody>
      </p:sp>
      <p:cxnSp>
        <p:nvCxnSpPr>
          <p:cNvPr id="1282" name="Straight Arrow Connector 1281">
            <a:extLst>
              <a:ext uri="{FF2B5EF4-FFF2-40B4-BE49-F238E27FC236}">
                <a16:creationId xmlns:a16="http://schemas.microsoft.com/office/drawing/2014/main" id="{802B2744-C702-4150-99BA-4175C3E443DA}"/>
              </a:ext>
            </a:extLst>
          </p:cNvPr>
          <p:cNvCxnSpPr>
            <a:cxnSpLocks/>
          </p:cNvCxnSpPr>
          <p:nvPr/>
        </p:nvCxnSpPr>
        <p:spPr>
          <a:xfrm>
            <a:off x="1494461" y="2138384"/>
            <a:ext cx="1884013" cy="0"/>
          </a:xfrm>
          <a:prstGeom prst="straightConnector1">
            <a:avLst/>
          </a:prstGeom>
          <a:ln w="285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277" name="Group 1276">
            <a:extLst>
              <a:ext uri="{FF2B5EF4-FFF2-40B4-BE49-F238E27FC236}">
                <a16:creationId xmlns:a16="http://schemas.microsoft.com/office/drawing/2014/main" id="{A9226EBA-783B-442F-AC05-C11291E52026}"/>
              </a:ext>
            </a:extLst>
          </p:cNvPr>
          <p:cNvGrpSpPr/>
          <p:nvPr/>
        </p:nvGrpSpPr>
        <p:grpSpPr>
          <a:xfrm>
            <a:off x="3454569" y="1719642"/>
            <a:ext cx="941498" cy="941498"/>
            <a:chOff x="3908505" y="5161899"/>
            <a:chExt cx="941498" cy="941498"/>
          </a:xfrm>
        </p:grpSpPr>
        <p:sp>
          <p:nvSpPr>
            <p:cNvPr id="1279" name="Oval 1278">
              <a:extLst>
                <a:ext uri="{FF2B5EF4-FFF2-40B4-BE49-F238E27FC236}">
                  <a16:creationId xmlns:a16="http://schemas.microsoft.com/office/drawing/2014/main" id="{3392EE56-311E-4E29-AF5A-EFAB71EAE879}"/>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81" name="Picture 1280">
              <a:extLst>
                <a:ext uri="{FF2B5EF4-FFF2-40B4-BE49-F238E27FC236}">
                  <a16:creationId xmlns:a16="http://schemas.microsoft.com/office/drawing/2014/main" id="{362343C0-0D7B-44EA-A8A8-FF6BD35305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1231" name="Group 1230">
            <a:extLst>
              <a:ext uri="{FF2B5EF4-FFF2-40B4-BE49-F238E27FC236}">
                <a16:creationId xmlns:a16="http://schemas.microsoft.com/office/drawing/2014/main" id="{7A973BFC-8794-4574-A5B7-B149C6BB3D0C}"/>
              </a:ext>
            </a:extLst>
          </p:cNvPr>
          <p:cNvGrpSpPr/>
          <p:nvPr/>
        </p:nvGrpSpPr>
        <p:grpSpPr>
          <a:xfrm>
            <a:off x="508609" y="1617578"/>
            <a:ext cx="941498" cy="941498"/>
            <a:chOff x="382485" y="971192"/>
            <a:chExt cx="941498" cy="941498"/>
          </a:xfrm>
        </p:grpSpPr>
        <p:sp>
          <p:nvSpPr>
            <p:cNvPr id="1285" name="Oval 1284">
              <a:extLst>
                <a:ext uri="{FF2B5EF4-FFF2-40B4-BE49-F238E27FC236}">
                  <a16:creationId xmlns:a16="http://schemas.microsoft.com/office/drawing/2014/main" id="{133B8118-47F1-47DF-8207-A26B14F6F620}"/>
                </a:ext>
              </a:extLst>
            </p:cNvPr>
            <p:cNvSpPr/>
            <p:nvPr/>
          </p:nvSpPr>
          <p:spPr bwMode="auto">
            <a:xfrm>
              <a:off x="382485" y="971192"/>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286" name="Graphic 1285" descr="User">
              <a:extLst>
                <a:ext uri="{FF2B5EF4-FFF2-40B4-BE49-F238E27FC236}">
                  <a16:creationId xmlns:a16="http://schemas.microsoft.com/office/drawing/2014/main" id="{FE15924C-7C2F-4B83-99DE-CDAA99B107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7723" y="1186430"/>
              <a:ext cx="511022" cy="511022"/>
            </a:xfrm>
            <a:prstGeom prst="rect">
              <a:avLst/>
            </a:prstGeom>
          </p:spPr>
        </p:pic>
      </p:grpSp>
    </p:spTree>
    <p:extLst>
      <p:ext uri="{BB962C8B-B14F-4D97-AF65-F5344CB8AC3E}">
        <p14:creationId xmlns:p14="http://schemas.microsoft.com/office/powerpoint/2010/main" val="2056443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20"/>
                                        </p:tgtEl>
                                        <p:attrNameLst>
                                          <p:attrName>style.visibility</p:attrName>
                                        </p:attrNameLst>
                                      </p:cBhvr>
                                      <p:to>
                                        <p:strVal val="visible"/>
                                      </p:to>
                                    </p:set>
                                    <p:animEffect transition="in" filter="fade">
                                      <p:cBhvr>
                                        <p:cTn id="7" dur="500"/>
                                        <p:tgtEl>
                                          <p:spTgt spid="1220"/>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221"/>
                                        </p:tgtEl>
                                        <p:attrNameLst>
                                          <p:attrName>style.visibility</p:attrName>
                                        </p:attrNameLst>
                                      </p:cBhvr>
                                      <p:to>
                                        <p:strVal val="visible"/>
                                      </p:to>
                                    </p:set>
                                    <p:animEffect transition="in" filter="fade">
                                      <p:cBhvr>
                                        <p:cTn id="10" dur="500"/>
                                        <p:tgtEl>
                                          <p:spTgt spid="1221"/>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1219"/>
                                        </p:tgtEl>
                                        <p:attrNameLst>
                                          <p:attrName>style.visibility</p:attrName>
                                        </p:attrNameLst>
                                      </p:cBhvr>
                                      <p:to>
                                        <p:strVal val="visible"/>
                                      </p:to>
                                    </p:set>
                                    <p:animEffect transition="in" filter="fade">
                                      <p:cBhvr>
                                        <p:cTn id="13" dur="500"/>
                                        <p:tgtEl>
                                          <p:spTgt spid="1219"/>
                                        </p:tgtEl>
                                      </p:cBhvr>
                                    </p:animEffect>
                                  </p:childTnLst>
                                </p:cTn>
                              </p:par>
                            </p:childTnLst>
                          </p:cTn>
                        </p:par>
                        <p:par>
                          <p:cTn id="14" fill="hold">
                            <p:stCondLst>
                              <p:cond delay="800"/>
                            </p:stCondLst>
                            <p:childTnLst>
                              <p:par>
                                <p:cTn id="15" presetID="10" presetClass="entr" presetSubtype="0" fill="hold" nodeType="afterEffect">
                                  <p:stCondLst>
                                    <p:cond delay="0"/>
                                  </p:stCondLst>
                                  <p:childTnLst>
                                    <p:set>
                                      <p:cBhvr>
                                        <p:cTn id="16" dur="1" fill="hold">
                                          <p:stCondLst>
                                            <p:cond delay="0"/>
                                          </p:stCondLst>
                                        </p:cTn>
                                        <p:tgtEl>
                                          <p:spTgt spid="1222"/>
                                        </p:tgtEl>
                                        <p:attrNameLst>
                                          <p:attrName>style.visibility</p:attrName>
                                        </p:attrNameLst>
                                      </p:cBhvr>
                                      <p:to>
                                        <p:strVal val="visible"/>
                                      </p:to>
                                    </p:set>
                                    <p:animEffect transition="in" filter="fade">
                                      <p:cBhvr>
                                        <p:cTn id="17" dur="250"/>
                                        <p:tgtEl>
                                          <p:spTgt spid="1222"/>
                                        </p:tgtEl>
                                      </p:cBhvr>
                                    </p:animEffect>
                                  </p:childTnLst>
                                </p:cTn>
                              </p:par>
                            </p:childTnLst>
                          </p:cTn>
                        </p:par>
                        <p:par>
                          <p:cTn id="18" fill="hold">
                            <p:stCondLst>
                              <p:cond delay="1050"/>
                            </p:stCondLst>
                            <p:childTnLst>
                              <p:par>
                                <p:cTn id="19" presetID="10" presetClass="entr" presetSubtype="0" fill="hold" nodeType="afterEffect">
                                  <p:stCondLst>
                                    <p:cond delay="0"/>
                                  </p:stCondLst>
                                  <p:childTnLst>
                                    <p:set>
                                      <p:cBhvr>
                                        <p:cTn id="20" dur="1" fill="hold">
                                          <p:stCondLst>
                                            <p:cond delay="0"/>
                                          </p:stCondLst>
                                        </p:cTn>
                                        <p:tgtEl>
                                          <p:spTgt spid="1223"/>
                                        </p:tgtEl>
                                        <p:attrNameLst>
                                          <p:attrName>style.visibility</p:attrName>
                                        </p:attrNameLst>
                                      </p:cBhvr>
                                      <p:to>
                                        <p:strVal val="visible"/>
                                      </p:to>
                                    </p:set>
                                    <p:animEffect transition="in" filter="fade">
                                      <p:cBhvr>
                                        <p:cTn id="21" dur="250"/>
                                        <p:tgtEl>
                                          <p:spTgt spid="1223"/>
                                        </p:tgtEl>
                                      </p:cBhvr>
                                    </p:animEffect>
                                  </p:childTnLst>
                                </p:cTn>
                              </p:par>
                            </p:childTnLst>
                          </p:cTn>
                        </p:par>
                        <p:par>
                          <p:cTn id="22" fill="hold">
                            <p:stCondLst>
                              <p:cond delay="1300"/>
                            </p:stCondLst>
                            <p:childTnLst>
                              <p:par>
                                <p:cTn id="23" presetID="10" presetClass="entr" presetSubtype="0" fill="hold" nodeType="afterEffect">
                                  <p:stCondLst>
                                    <p:cond delay="0"/>
                                  </p:stCondLst>
                                  <p:childTnLst>
                                    <p:set>
                                      <p:cBhvr>
                                        <p:cTn id="24" dur="1" fill="hold">
                                          <p:stCondLst>
                                            <p:cond delay="0"/>
                                          </p:stCondLst>
                                        </p:cTn>
                                        <p:tgtEl>
                                          <p:spTgt spid="1255"/>
                                        </p:tgtEl>
                                        <p:attrNameLst>
                                          <p:attrName>style.visibility</p:attrName>
                                        </p:attrNameLst>
                                      </p:cBhvr>
                                      <p:to>
                                        <p:strVal val="visible"/>
                                      </p:to>
                                    </p:set>
                                    <p:animEffect transition="in" filter="fade">
                                      <p:cBhvr>
                                        <p:cTn id="25" dur="250"/>
                                        <p:tgtEl>
                                          <p:spTgt spid="1255"/>
                                        </p:tgtEl>
                                      </p:cBhvr>
                                    </p:animEffect>
                                  </p:childTnLst>
                                </p:cTn>
                              </p:par>
                            </p:childTnLst>
                          </p:cTn>
                        </p:par>
                        <p:par>
                          <p:cTn id="26" fill="hold">
                            <p:stCondLst>
                              <p:cond delay="1550"/>
                            </p:stCondLst>
                            <p:childTnLst>
                              <p:par>
                                <p:cTn id="27" presetID="22" presetClass="entr" presetSubtype="8" fill="hold" nodeType="afterEffect">
                                  <p:stCondLst>
                                    <p:cond delay="0"/>
                                  </p:stCondLst>
                                  <p:childTnLst>
                                    <p:set>
                                      <p:cBhvr>
                                        <p:cTn id="28" dur="1" fill="hold">
                                          <p:stCondLst>
                                            <p:cond delay="0"/>
                                          </p:stCondLst>
                                        </p:cTn>
                                        <p:tgtEl>
                                          <p:spTgt spid="1282"/>
                                        </p:tgtEl>
                                        <p:attrNameLst>
                                          <p:attrName>style.visibility</p:attrName>
                                        </p:attrNameLst>
                                      </p:cBhvr>
                                      <p:to>
                                        <p:strVal val="visible"/>
                                      </p:to>
                                    </p:set>
                                    <p:animEffect transition="in" filter="wipe(left)">
                                      <p:cBhvr>
                                        <p:cTn id="29" dur="500"/>
                                        <p:tgtEl>
                                          <p:spTgt spid="1282"/>
                                        </p:tgtEl>
                                      </p:cBhvr>
                                    </p:animEffect>
                                  </p:childTnLst>
                                </p:cTn>
                              </p:par>
                            </p:childTnLst>
                          </p:cTn>
                        </p:par>
                        <p:par>
                          <p:cTn id="30" fill="hold">
                            <p:stCondLst>
                              <p:cond delay="2050"/>
                            </p:stCondLst>
                            <p:childTnLst>
                              <p:par>
                                <p:cTn id="31" presetID="10" presetClass="entr" presetSubtype="0" fill="hold" grpId="1" nodeType="afterEffect">
                                  <p:stCondLst>
                                    <p:cond delay="0"/>
                                  </p:stCondLst>
                                  <p:childTnLst>
                                    <p:set>
                                      <p:cBhvr>
                                        <p:cTn id="32" dur="1" fill="hold">
                                          <p:stCondLst>
                                            <p:cond delay="0"/>
                                          </p:stCondLst>
                                        </p:cTn>
                                        <p:tgtEl>
                                          <p:spTgt spid="1283"/>
                                        </p:tgtEl>
                                        <p:attrNameLst>
                                          <p:attrName>style.visibility</p:attrName>
                                        </p:attrNameLst>
                                      </p:cBhvr>
                                      <p:to>
                                        <p:strVal val="visible"/>
                                      </p:to>
                                    </p:set>
                                    <p:animEffect transition="in" filter="fade">
                                      <p:cBhvr>
                                        <p:cTn id="33" dur="500"/>
                                        <p:tgtEl>
                                          <p:spTgt spid="128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0" nodeType="clickEffect">
                                  <p:stCondLst>
                                    <p:cond delay="0"/>
                                  </p:stCondLst>
                                  <p:childTnLst>
                                    <p:set>
                                      <p:cBhvr>
                                        <p:cTn id="37" dur="1" fill="hold">
                                          <p:stCondLst>
                                            <p:cond delay="0"/>
                                          </p:stCondLst>
                                        </p:cTn>
                                        <p:tgtEl>
                                          <p:spTgt spid="1283"/>
                                        </p:tgtEl>
                                        <p:attrNameLst>
                                          <p:attrName>style.visibility</p:attrName>
                                        </p:attrNameLst>
                                      </p:cBhvr>
                                      <p:to>
                                        <p:strVal val="hidden"/>
                                      </p:to>
                                    </p:set>
                                  </p:childTnLst>
                                </p:cTn>
                              </p:par>
                            </p:childTnLst>
                          </p:cTn>
                        </p:par>
                        <p:par>
                          <p:cTn id="38" fill="hold">
                            <p:stCondLst>
                              <p:cond delay="0"/>
                            </p:stCondLst>
                            <p:childTnLst>
                              <p:par>
                                <p:cTn id="39" presetID="10" presetClass="entr" presetSubtype="0" fill="hold" nodeType="afterEffect">
                                  <p:stCondLst>
                                    <p:cond delay="0"/>
                                  </p:stCondLst>
                                  <p:childTnLst>
                                    <p:set>
                                      <p:cBhvr>
                                        <p:cTn id="40" dur="1" fill="hold">
                                          <p:stCondLst>
                                            <p:cond delay="0"/>
                                          </p:stCondLst>
                                        </p:cTn>
                                        <p:tgtEl>
                                          <p:spTgt spid="1277"/>
                                        </p:tgtEl>
                                        <p:attrNameLst>
                                          <p:attrName>style.visibility</p:attrName>
                                        </p:attrNameLst>
                                      </p:cBhvr>
                                      <p:to>
                                        <p:strVal val="visible"/>
                                      </p:to>
                                    </p:set>
                                    <p:animEffect transition="in" filter="fade">
                                      <p:cBhvr>
                                        <p:cTn id="41" dur="500"/>
                                        <p:tgtEl>
                                          <p:spTgt spid="1277"/>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278"/>
                                        </p:tgtEl>
                                        <p:attrNameLst>
                                          <p:attrName>style.visibility</p:attrName>
                                        </p:attrNameLst>
                                      </p:cBhvr>
                                      <p:to>
                                        <p:strVal val="visible"/>
                                      </p:to>
                                    </p:set>
                                    <p:animEffect transition="in" filter="wipe(left)">
                                      <p:cBhvr>
                                        <p:cTn id="45" dur="500"/>
                                        <p:tgtEl>
                                          <p:spTgt spid="1278"/>
                                        </p:tgtEl>
                                      </p:cBhvr>
                                    </p:animEffect>
                                  </p:childTnLst>
                                </p:cTn>
                              </p:par>
                            </p:childTnLst>
                          </p:cTn>
                        </p:par>
                        <p:par>
                          <p:cTn id="46" fill="hold">
                            <p:stCondLst>
                              <p:cond delay="1000"/>
                            </p:stCondLst>
                            <p:childTnLst>
                              <p:par>
                                <p:cTn id="47" presetID="22" presetClass="entr" presetSubtype="1" fill="hold" nodeType="afterEffect">
                                  <p:stCondLst>
                                    <p:cond delay="0"/>
                                  </p:stCondLst>
                                  <p:childTnLst>
                                    <p:set>
                                      <p:cBhvr>
                                        <p:cTn id="48" dur="1" fill="hold">
                                          <p:stCondLst>
                                            <p:cond delay="0"/>
                                          </p:stCondLst>
                                        </p:cTn>
                                        <p:tgtEl>
                                          <p:spTgt spid="1264"/>
                                        </p:tgtEl>
                                        <p:attrNameLst>
                                          <p:attrName>style.visibility</p:attrName>
                                        </p:attrNameLst>
                                      </p:cBhvr>
                                      <p:to>
                                        <p:strVal val="visible"/>
                                      </p:to>
                                    </p:set>
                                    <p:animEffect transition="in" filter="wipe(up)">
                                      <p:cBhvr>
                                        <p:cTn id="49" dur="500"/>
                                        <p:tgtEl>
                                          <p:spTgt spid="1264"/>
                                        </p:tgtEl>
                                      </p:cBhvr>
                                    </p:animEffect>
                                  </p:childTnLst>
                                </p:cTn>
                              </p:par>
                              <p:par>
                                <p:cTn id="50" presetID="22" presetClass="entr" presetSubtype="1" fill="hold" nodeType="withEffect">
                                  <p:stCondLst>
                                    <p:cond delay="0"/>
                                  </p:stCondLst>
                                  <p:childTnLst>
                                    <p:set>
                                      <p:cBhvr>
                                        <p:cTn id="51" dur="1" fill="hold">
                                          <p:stCondLst>
                                            <p:cond delay="0"/>
                                          </p:stCondLst>
                                        </p:cTn>
                                        <p:tgtEl>
                                          <p:spTgt spid="1265"/>
                                        </p:tgtEl>
                                        <p:attrNameLst>
                                          <p:attrName>style.visibility</p:attrName>
                                        </p:attrNameLst>
                                      </p:cBhvr>
                                      <p:to>
                                        <p:strVal val="visible"/>
                                      </p:to>
                                    </p:set>
                                    <p:animEffect transition="in" filter="wipe(up)">
                                      <p:cBhvr>
                                        <p:cTn id="52" dur="500"/>
                                        <p:tgtEl>
                                          <p:spTgt spid="1265"/>
                                        </p:tgtEl>
                                      </p:cBhvr>
                                    </p:animEffect>
                                  </p:childTnLst>
                                </p:cTn>
                              </p:par>
                              <p:par>
                                <p:cTn id="53" presetID="22" presetClass="entr" presetSubtype="1" fill="hold" nodeType="withEffect">
                                  <p:stCondLst>
                                    <p:cond delay="0"/>
                                  </p:stCondLst>
                                  <p:childTnLst>
                                    <p:set>
                                      <p:cBhvr>
                                        <p:cTn id="54" dur="1" fill="hold">
                                          <p:stCondLst>
                                            <p:cond delay="0"/>
                                          </p:stCondLst>
                                        </p:cTn>
                                        <p:tgtEl>
                                          <p:spTgt spid="1268"/>
                                        </p:tgtEl>
                                        <p:attrNameLst>
                                          <p:attrName>style.visibility</p:attrName>
                                        </p:attrNameLst>
                                      </p:cBhvr>
                                      <p:to>
                                        <p:strVal val="visible"/>
                                      </p:to>
                                    </p:set>
                                    <p:animEffect transition="in" filter="wipe(up)">
                                      <p:cBhvr>
                                        <p:cTn id="55" dur="500"/>
                                        <p:tgtEl>
                                          <p:spTgt spid="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3" grpId="0"/>
      <p:bldP spid="1283" grpId="1"/>
      <p:bldP spid="1219" grpId="0" animBg="1"/>
      <p:bldP spid="1220" grpId="0" animBg="1"/>
      <p:bldP spid="1221" grpId="0" animBg="1"/>
      <p:bldP spid="1278" grpId="0"/>
    </p:bldLst>
  </p:timing>
</p:sld>
</file>

<file path=ppt/slides/slide41.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FE13B6C0-E3CA-46AE-B650-02C8A25E8EA8}"/>
              </a:ext>
            </a:extLst>
          </p:cNvPr>
          <p:cNvGrpSpPr/>
          <p:nvPr/>
        </p:nvGrpSpPr>
        <p:grpSpPr>
          <a:xfrm>
            <a:off x="3757687" y="2063171"/>
            <a:ext cx="941498" cy="941498"/>
            <a:chOff x="3908505" y="5161899"/>
            <a:chExt cx="941498" cy="941498"/>
          </a:xfrm>
        </p:grpSpPr>
        <p:sp>
          <p:nvSpPr>
            <p:cNvPr id="44" name="Oval 43">
              <a:extLst>
                <a:ext uri="{FF2B5EF4-FFF2-40B4-BE49-F238E27FC236}">
                  <a16:creationId xmlns:a16="http://schemas.microsoft.com/office/drawing/2014/main" id="{DA32248B-2AB8-4B11-9F90-7A58F6170622}"/>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5" name="Picture 44">
              <a:extLst>
                <a:ext uri="{FF2B5EF4-FFF2-40B4-BE49-F238E27FC236}">
                  <a16:creationId xmlns:a16="http://schemas.microsoft.com/office/drawing/2014/main" id="{65B3F948-8663-4C88-AF21-86492238EB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40" name="Group 39">
            <a:extLst>
              <a:ext uri="{FF2B5EF4-FFF2-40B4-BE49-F238E27FC236}">
                <a16:creationId xmlns:a16="http://schemas.microsoft.com/office/drawing/2014/main" id="{4EEE82E6-F599-4C06-B59B-0D61EAC50CB1}"/>
              </a:ext>
            </a:extLst>
          </p:cNvPr>
          <p:cNvGrpSpPr/>
          <p:nvPr/>
        </p:nvGrpSpPr>
        <p:grpSpPr>
          <a:xfrm>
            <a:off x="6490143" y="4354104"/>
            <a:ext cx="941498" cy="941498"/>
            <a:chOff x="3878569" y="2372434"/>
            <a:chExt cx="941498" cy="941498"/>
          </a:xfrm>
        </p:grpSpPr>
        <p:sp>
          <p:nvSpPr>
            <p:cNvPr id="41" name="Oval 40">
              <a:extLst>
                <a:ext uri="{FF2B5EF4-FFF2-40B4-BE49-F238E27FC236}">
                  <a16:creationId xmlns:a16="http://schemas.microsoft.com/office/drawing/2014/main" id="{7C727F3B-F436-4CD4-B7A0-AF37FA94440B}"/>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2" name="Picture 41">
              <a:extLst>
                <a:ext uri="{FF2B5EF4-FFF2-40B4-BE49-F238E27FC236}">
                  <a16:creationId xmlns:a16="http://schemas.microsoft.com/office/drawing/2014/main" id="{4DCB1743-7306-4B1C-8D17-D207374A2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46" name="Group 45">
            <a:extLst>
              <a:ext uri="{FF2B5EF4-FFF2-40B4-BE49-F238E27FC236}">
                <a16:creationId xmlns:a16="http://schemas.microsoft.com/office/drawing/2014/main" id="{D4A39A01-FCE8-41B5-BB2C-01050A8C3CD1}"/>
              </a:ext>
            </a:extLst>
          </p:cNvPr>
          <p:cNvGrpSpPr/>
          <p:nvPr/>
        </p:nvGrpSpPr>
        <p:grpSpPr>
          <a:xfrm>
            <a:off x="3756468" y="4354104"/>
            <a:ext cx="941498" cy="941498"/>
            <a:chOff x="3878569" y="2372434"/>
            <a:chExt cx="941498" cy="941498"/>
          </a:xfrm>
        </p:grpSpPr>
        <p:sp>
          <p:nvSpPr>
            <p:cNvPr id="47" name="Oval 46">
              <a:extLst>
                <a:ext uri="{FF2B5EF4-FFF2-40B4-BE49-F238E27FC236}">
                  <a16:creationId xmlns:a16="http://schemas.microsoft.com/office/drawing/2014/main" id="{26053A3C-2BF7-45FF-9AC1-FCB756B8B358}"/>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8" name="Picture 47">
              <a:extLst>
                <a:ext uri="{FF2B5EF4-FFF2-40B4-BE49-F238E27FC236}">
                  <a16:creationId xmlns:a16="http://schemas.microsoft.com/office/drawing/2014/main" id="{E6481442-C4A5-4E79-9473-4B99AAA08C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49" name="Group 48">
            <a:extLst>
              <a:ext uri="{FF2B5EF4-FFF2-40B4-BE49-F238E27FC236}">
                <a16:creationId xmlns:a16="http://schemas.microsoft.com/office/drawing/2014/main" id="{94D978FB-3CAD-4FBB-AB07-2AB65419046A}"/>
              </a:ext>
            </a:extLst>
          </p:cNvPr>
          <p:cNvGrpSpPr/>
          <p:nvPr/>
        </p:nvGrpSpPr>
        <p:grpSpPr>
          <a:xfrm>
            <a:off x="1022793" y="4354104"/>
            <a:ext cx="941498" cy="941498"/>
            <a:chOff x="3878569" y="2372434"/>
            <a:chExt cx="941498" cy="941498"/>
          </a:xfrm>
        </p:grpSpPr>
        <p:sp>
          <p:nvSpPr>
            <p:cNvPr id="50" name="Oval 49">
              <a:extLst>
                <a:ext uri="{FF2B5EF4-FFF2-40B4-BE49-F238E27FC236}">
                  <a16:creationId xmlns:a16="http://schemas.microsoft.com/office/drawing/2014/main" id="{FB90277A-59D3-4D5A-82A3-0EB293FC1A63}"/>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947A9022-92C8-4B0C-AFCD-68F8685B27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dirty="0"/>
              <a:t>Traffic Manager Routing Methods</a:t>
            </a:r>
          </a:p>
        </p:txBody>
      </p:sp>
      <p:cxnSp>
        <p:nvCxnSpPr>
          <p:cNvPr id="21" name="Elbow Connector 30">
            <a:extLst>
              <a:ext uri="{FF2B5EF4-FFF2-40B4-BE49-F238E27FC236}">
                <a16:creationId xmlns:a16="http://schemas.microsoft.com/office/drawing/2014/main" id="{4E81F7BB-A6B9-4089-AB1C-240207E57CD9}"/>
              </a:ext>
            </a:extLst>
          </p:cNvPr>
          <p:cNvCxnSpPr>
            <a:cxnSpLocks/>
          </p:cNvCxnSpPr>
          <p:nvPr/>
        </p:nvCxnSpPr>
        <p:spPr>
          <a:xfrm rot="16200000" flipH="1">
            <a:off x="3727479" y="3720704"/>
            <a:ext cx="1006901" cy="4985"/>
          </a:xfrm>
          <a:prstGeom prst="bentConnector3">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22" name="Elbow Connector 31">
            <a:extLst>
              <a:ext uri="{FF2B5EF4-FFF2-40B4-BE49-F238E27FC236}">
                <a16:creationId xmlns:a16="http://schemas.microsoft.com/office/drawing/2014/main" id="{BD7B67B4-7B35-4898-A825-737707761446}"/>
              </a:ext>
            </a:extLst>
          </p:cNvPr>
          <p:cNvCxnSpPr>
            <a:cxnSpLocks/>
            <a:endCxn id="41" idx="0"/>
          </p:cNvCxnSpPr>
          <p:nvPr/>
        </p:nvCxnSpPr>
        <p:spPr>
          <a:xfrm>
            <a:off x="4228436" y="3219747"/>
            <a:ext cx="2732456" cy="1134357"/>
          </a:xfrm>
          <a:prstGeom prst="bentConnector2">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AC1C6E1-D759-4964-84D4-D6C698C45921}"/>
              </a:ext>
            </a:extLst>
          </p:cNvPr>
          <p:cNvSpPr txBox="1"/>
          <p:nvPr/>
        </p:nvSpPr>
        <p:spPr>
          <a:xfrm>
            <a:off x="3459581" y="5521011"/>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Priority 2</a:t>
            </a:r>
          </a:p>
        </p:txBody>
      </p:sp>
      <p:sp>
        <p:nvSpPr>
          <p:cNvPr id="24" name="TextBox 23">
            <a:extLst>
              <a:ext uri="{FF2B5EF4-FFF2-40B4-BE49-F238E27FC236}">
                <a16:creationId xmlns:a16="http://schemas.microsoft.com/office/drawing/2014/main" id="{E8159EE0-25B1-459D-867F-71EFAB06D0CC}"/>
              </a:ext>
            </a:extLst>
          </p:cNvPr>
          <p:cNvSpPr txBox="1"/>
          <p:nvPr/>
        </p:nvSpPr>
        <p:spPr>
          <a:xfrm>
            <a:off x="4607231" y="2310015"/>
            <a:ext cx="1545259" cy="606488"/>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Traffic Manager</a:t>
            </a:r>
          </a:p>
        </p:txBody>
      </p:sp>
      <p:sp>
        <p:nvSpPr>
          <p:cNvPr id="29" name="TextBox 28">
            <a:extLst>
              <a:ext uri="{FF2B5EF4-FFF2-40B4-BE49-F238E27FC236}">
                <a16:creationId xmlns:a16="http://schemas.microsoft.com/office/drawing/2014/main" id="{430A725D-91AE-49F7-847F-1913257C7FC2}"/>
              </a:ext>
            </a:extLst>
          </p:cNvPr>
          <p:cNvSpPr txBox="1"/>
          <p:nvPr/>
        </p:nvSpPr>
        <p:spPr>
          <a:xfrm>
            <a:off x="6188262" y="5521011"/>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Priority 3</a:t>
            </a:r>
          </a:p>
        </p:txBody>
      </p:sp>
      <p:cxnSp>
        <p:nvCxnSpPr>
          <p:cNvPr id="34" name="Elbow Connector 51">
            <a:extLst>
              <a:ext uri="{FF2B5EF4-FFF2-40B4-BE49-F238E27FC236}">
                <a16:creationId xmlns:a16="http://schemas.microsoft.com/office/drawing/2014/main" id="{39D9A4FB-0CC2-45E3-A5F1-A3F874750782}"/>
              </a:ext>
            </a:extLst>
          </p:cNvPr>
          <p:cNvCxnSpPr>
            <a:cxnSpLocks/>
            <a:stCxn id="44" idx="4"/>
            <a:endCxn id="50" idx="0"/>
          </p:cNvCxnSpPr>
          <p:nvPr/>
        </p:nvCxnSpPr>
        <p:spPr>
          <a:xfrm rot="5400000">
            <a:off x="2186272" y="2311939"/>
            <a:ext cx="1349435" cy="2734894"/>
          </a:xfrm>
          <a:prstGeom prst="bentConnector3">
            <a:avLst>
              <a:gd name="adj1" fmla="val 16119"/>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35" name="Cross 34">
            <a:extLst>
              <a:ext uri="{FF2B5EF4-FFF2-40B4-BE49-F238E27FC236}">
                <a16:creationId xmlns:a16="http://schemas.microsoft.com/office/drawing/2014/main" id="{3F97E8A4-6796-4EAB-AC96-6A0457E43E62}"/>
              </a:ext>
            </a:extLst>
          </p:cNvPr>
          <p:cNvSpPr/>
          <p:nvPr/>
        </p:nvSpPr>
        <p:spPr>
          <a:xfrm rot="2700000">
            <a:off x="1217244" y="4546529"/>
            <a:ext cx="599530" cy="599530"/>
          </a:xfrm>
          <a:prstGeom prst="plus">
            <a:avLst>
              <a:gd name="adj" fmla="val 39815"/>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E" sz="1836"/>
          </a:p>
        </p:txBody>
      </p:sp>
      <p:sp>
        <p:nvSpPr>
          <p:cNvPr id="36" name="TextBox 35">
            <a:extLst>
              <a:ext uri="{FF2B5EF4-FFF2-40B4-BE49-F238E27FC236}">
                <a16:creationId xmlns:a16="http://schemas.microsoft.com/office/drawing/2014/main" id="{D84A4E9F-7A48-4AA4-AD13-FC8EF4745043}"/>
              </a:ext>
            </a:extLst>
          </p:cNvPr>
          <p:cNvSpPr txBox="1"/>
          <p:nvPr/>
        </p:nvSpPr>
        <p:spPr>
          <a:xfrm>
            <a:off x="720912" y="5521011"/>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Priority 1</a:t>
            </a:r>
          </a:p>
        </p:txBody>
      </p:sp>
      <p:sp>
        <p:nvSpPr>
          <p:cNvPr id="37" name="Text Placeholder 549">
            <a:extLst>
              <a:ext uri="{FF2B5EF4-FFF2-40B4-BE49-F238E27FC236}">
                <a16:creationId xmlns:a16="http://schemas.microsoft.com/office/drawing/2014/main" id="{5F9F264D-C8B9-43D4-9FF4-23C1DA63BDC7}"/>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p:txBody>
      </p:sp>
      <p:sp>
        <p:nvSpPr>
          <p:cNvPr id="38" name="Rectangle: Rounded Corners 37">
            <a:extLst>
              <a:ext uri="{FF2B5EF4-FFF2-40B4-BE49-F238E27FC236}">
                <a16:creationId xmlns:a16="http://schemas.microsoft.com/office/drawing/2014/main" id="{50DBA3F5-BA35-43FA-9791-BDCFA5674E9A}"/>
              </a:ext>
            </a:extLst>
          </p:cNvPr>
          <p:cNvSpPr/>
          <p:nvPr/>
        </p:nvSpPr>
        <p:spPr bwMode="auto">
          <a:xfrm>
            <a:off x="9311129" y="2060881"/>
            <a:ext cx="2849959" cy="52914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cs typeface="Segoe UI" pitchFamily="34" charset="0"/>
              </a:rPr>
              <a:t>Priority</a:t>
            </a:r>
          </a:p>
        </p:txBody>
      </p:sp>
    </p:spTree>
    <p:extLst>
      <p:ext uri="{BB962C8B-B14F-4D97-AF65-F5344CB8AC3E}">
        <p14:creationId xmlns:p14="http://schemas.microsoft.com/office/powerpoint/2010/main" val="1846274630"/>
      </p:ext>
    </p:extLst>
  </p:cSld>
  <p:clrMapOvr>
    <a:masterClrMapping/>
  </p:clrMapOvr>
  <p:transition>
    <p:fade/>
  </p:transition>
</p:sld>
</file>

<file path=ppt/slides/slide42.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8385AB3A-80B3-410B-A62F-35289ADAF545}"/>
              </a:ext>
            </a:extLst>
          </p:cNvPr>
          <p:cNvGrpSpPr/>
          <p:nvPr/>
        </p:nvGrpSpPr>
        <p:grpSpPr>
          <a:xfrm>
            <a:off x="6490143" y="4354104"/>
            <a:ext cx="941498" cy="941498"/>
            <a:chOff x="3878569" y="2372434"/>
            <a:chExt cx="941498" cy="941498"/>
          </a:xfrm>
        </p:grpSpPr>
        <p:sp>
          <p:nvSpPr>
            <p:cNvPr id="72" name="Oval 71">
              <a:extLst>
                <a:ext uri="{FF2B5EF4-FFF2-40B4-BE49-F238E27FC236}">
                  <a16:creationId xmlns:a16="http://schemas.microsoft.com/office/drawing/2014/main" id="{58D93D94-F1D7-4600-A487-46C9FE874018}"/>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A0FA3F97-F6B7-437A-9B11-8979D024A0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74" name="Group 73">
            <a:extLst>
              <a:ext uri="{FF2B5EF4-FFF2-40B4-BE49-F238E27FC236}">
                <a16:creationId xmlns:a16="http://schemas.microsoft.com/office/drawing/2014/main" id="{FEF87B5F-2D8D-48E7-A92F-0FBFB69BDB7C}"/>
              </a:ext>
            </a:extLst>
          </p:cNvPr>
          <p:cNvGrpSpPr/>
          <p:nvPr/>
        </p:nvGrpSpPr>
        <p:grpSpPr>
          <a:xfrm>
            <a:off x="3756468" y="4354104"/>
            <a:ext cx="941498" cy="941498"/>
            <a:chOff x="3878569" y="2372434"/>
            <a:chExt cx="941498" cy="941498"/>
          </a:xfrm>
        </p:grpSpPr>
        <p:sp>
          <p:nvSpPr>
            <p:cNvPr id="75" name="Oval 74">
              <a:extLst>
                <a:ext uri="{FF2B5EF4-FFF2-40B4-BE49-F238E27FC236}">
                  <a16:creationId xmlns:a16="http://schemas.microsoft.com/office/drawing/2014/main" id="{4C999611-9701-45DD-AC82-B725E178EC32}"/>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6" name="Picture 75">
              <a:extLst>
                <a:ext uri="{FF2B5EF4-FFF2-40B4-BE49-F238E27FC236}">
                  <a16:creationId xmlns:a16="http://schemas.microsoft.com/office/drawing/2014/main" id="{BC92EBDB-A9C2-44BB-969A-D8DFE83802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dirty="0"/>
              <a:t>Traffic Manager Routing Methods</a:t>
            </a:r>
          </a:p>
        </p:txBody>
      </p:sp>
      <p:sp>
        <p:nvSpPr>
          <p:cNvPr id="64" name="Text Placeholder 549">
            <a:extLst>
              <a:ext uri="{FF2B5EF4-FFF2-40B4-BE49-F238E27FC236}">
                <a16:creationId xmlns:a16="http://schemas.microsoft.com/office/drawing/2014/main" id="{E44D2308-89BD-49E7-A32B-5BA8B87AB44C}"/>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p:txBody>
      </p:sp>
      <p:sp>
        <p:nvSpPr>
          <p:cNvPr id="65" name="Rectangle: Rounded Corners 64">
            <a:extLst>
              <a:ext uri="{FF2B5EF4-FFF2-40B4-BE49-F238E27FC236}">
                <a16:creationId xmlns:a16="http://schemas.microsoft.com/office/drawing/2014/main" id="{3FC7DA2E-633B-4E5F-8C7C-D716642648D7}"/>
              </a:ext>
            </a:extLst>
          </p:cNvPr>
          <p:cNvSpPr/>
          <p:nvPr/>
        </p:nvSpPr>
        <p:spPr bwMode="auto">
          <a:xfrm>
            <a:off x="9311129" y="2060881"/>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Priority</a:t>
            </a:r>
          </a:p>
        </p:txBody>
      </p:sp>
      <p:sp>
        <p:nvSpPr>
          <p:cNvPr id="66" name="Rectangle: Rounded Corners 65">
            <a:extLst>
              <a:ext uri="{FF2B5EF4-FFF2-40B4-BE49-F238E27FC236}">
                <a16:creationId xmlns:a16="http://schemas.microsoft.com/office/drawing/2014/main" id="{37FA7300-F201-4FCF-BB21-5FBBBD46E0A8}"/>
              </a:ext>
            </a:extLst>
          </p:cNvPr>
          <p:cNvSpPr/>
          <p:nvPr/>
        </p:nvSpPr>
        <p:spPr bwMode="auto">
          <a:xfrm>
            <a:off x="9311129" y="2835259"/>
            <a:ext cx="2849959" cy="52914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cs typeface="Segoe UI" pitchFamily="34" charset="0"/>
              </a:rPr>
              <a:t>Weighted Round Robin</a:t>
            </a:r>
          </a:p>
        </p:txBody>
      </p:sp>
      <p:grpSp>
        <p:nvGrpSpPr>
          <p:cNvPr id="68" name="Group 67">
            <a:extLst>
              <a:ext uri="{FF2B5EF4-FFF2-40B4-BE49-F238E27FC236}">
                <a16:creationId xmlns:a16="http://schemas.microsoft.com/office/drawing/2014/main" id="{CF640E87-4C5C-4B69-9422-C4CAD25E9030}"/>
              </a:ext>
            </a:extLst>
          </p:cNvPr>
          <p:cNvGrpSpPr/>
          <p:nvPr/>
        </p:nvGrpSpPr>
        <p:grpSpPr>
          <a:xfrm>
            <a:off x="3757687" y="2063171"/>
            <a:ext cx="941498" cy="941498"/>
            <a:chOff x="3908505" y="5161899"/>
            <a:chExt cx="941498" cy="941498"/>
          </a:xfrm>
        </p:grpSpPr>
        <p:sp>
          <p:nvSpPr>
            <p:cNvPr id="69" name="Oval 68">
              <a:extLst>
                <a:ext uri="{FF2B5EF4-FFF2-40B4-BE49-F238E27FC236}">
                  <a16:creationId xmlns:a16="http://schemas.microsoft.com/office/drawing/2014/main" id="{5BEDFD11-9BFE-4451-BD78-AA5B0984A0AA}"/>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0" name="Picture 69">
              <a:extLst>
                <a:ext uri="{FF2B5EF4-FFF2-40B4-BE49-F238E27FC236}">
                  <a16:creationId xmlns:a16="http://schemas.microsoft.com/office/drawing/2014/main" id="{D091B5E8-D5A7-4666-AC91-CD4CBB898F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77" name="Group 76">
            <a:extLst>
              <a:ext uri="{FF2B5EF4-FFF2-40B4-BE49-F238E27FC236}">
                <a16:creationId xmlns:a16="http://schemas.microsoft.com/office/drawing/2014/main" id="{53B3200E-5D2B-4699-8118-65F4A92C5AE8}"/>
              </a:ext>
            </a:extLst>
          </p:cNvPr>
          <p:cNvGrpSpPr/>
          <p:nvPr/>
        </p:nvGrpSpPr>
        <p:grpSpPr>
          <a:xfrm>
            <a:off x="1022793" y="4354104"/>
            <a:ext cx="941498" cy="941498"/>
            <a:chOff x="3878569" y="2372434"/>
            <a:chExt cx="941498" cy="941498"/>
          </a:xfrm>
        </p:grpSpPr>
        <p:sp>
          <p:nvSpPr>
            <p:cNvPr id="78" name="Oval 77">
              <a:extLst>
                <a:ext uri="{FF2B5EF4-FFF2-40B4-BE49-F238E27FC236}">
                  <a16:creationId xmlns:a16="http://schemas.microsoft.com/office/drawing/2014/main" id="{4FFE9B8D-9054-469E-A6A7-6AD77DD7014D}"/>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79" name="Picture 78">
              <a:extLst>
                <a:ext uri="{FF2B5EF4-FFF2-40B4-BE49-F238E27FC236}">
                  <a16:creationId xmlns:a16="http://schemas.microsoft.com/office/drawing/2014/main" id="{722BA841-D6F8-4C38-B534-5DA714B328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cxnSp>
        <p:nvCxnSpPr>
          <p:cNvPr id="80" name="Elbow Connector 30">
            <a:extLst>
              <a:ext uri="{FF2B5EF4-FFF2-40B4-BE49-F238E27FC236}">
                <a16:creationId xmlns:a16="http://schemas.microsoft.com/office/drawing/2014/main" id="{D3A0CA47-363B-4E37-927C-21637D89197F}"/>
              </a:ext>
            </a:extLst>
          </p:cNvPr>
          <p:cNvCxnSpPr>
            <a:cxnSpLocks/>
          </p:cNvCxnSpPr>
          <p:nvPr/>
        </p:nvCxnSpPr>
        <p:spPr>
          <a:xfrm rot="16200000" flipH="1">
            <a:off x="3727479" y="3720704"/>
            <a:ext cx="1006901" cy="4985"/>
          </a:xfrm>
          <a:prstGeom prst="bentConnector3">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81" name="Elbow Connector 31">
            <a:extLst>
              <a:ext uri="{FF2B5EF4-FFF2-40B4-BE49-F238E27FC236}">
                <a16:creationId xmlns:a16="http://schemas.microsoft.com/office/drawing/2014/main" id="{44E99EF6-F128-454F-A63E-B30F1FF2465E}"/>
              </a:ext>
            </a:extLst>
          </p:cNvPr>
          <p:cNvCxnSpPr>
            <a:cxnSpLocks/>
            <a:endCxn id="72" idx="0"/>
          </p:cNvCxnSpPr>
          <p:nvPr/>
        </p:nvCxnSpPr>
        <p:spPr>
          <a:xfrm>
            <a:off x="4228436" y="3219747"/>
            <a:ext cx="2732456" cy="1134357"/>
          </a:xfrm>
          <a:prstGeom prst="bentConnector2">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F185D61D-0FC6-4C37-81B4-1B11212BDB7E}"/>
              </a:ext>
            </a:extLst>
          </p:cNvPr>
          <p:cNvSpPr txBox="1"/>
          <p:nvPr/>
        </p:nvSpPr>
        <p:spPr>
          <a:xfrm>
            <a:off x="3459581" y="5521011"/>
            <a:ext cx="1545259" cy="83593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West US</a:t>
            </a:r>
          </a:p>
          <a:p>
            <a:pPr algn="ctr" defTabSz="932597"/>
            <a:r>
              <a:rPr lang="en-US" sz="16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49%</a:t>
            </a:r>
          </a:p>
          <a:p>
            <a:pPr algn="ctr" defTabSz="932597"/>
            <a:endPar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endParaRPr>
          </a:p>
        </p:txBody>
      </p:sp>
      <p:sp>
        <p:nvSpPr>
          <p:cNvPr id="83" name="TextBox 82">
            <a:extLst>
              <a:ext uri="{FF2B5EF4-FFF2-40B4-BE49-F238E27FC236}">
                <a16:creationId xmlns:a16="http://schemas.microsoft.com/office/drawing/2014/main" id="{4915E8AA-974B-41D6-86C0-8F1E9F62EF26}"/>
              </a:ext>
            </a:extLst>
          </p:cNvPr>
          <p:cNvSpPr txBox="1"/>
          <p:nvPr/>
        </p:nvSpPr>
        <p:spPr>
          <a:xfrm>
            <a:off x="4607231" y="2310015"/>
            <a:ext cx="1545259" cy="606488"/>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Traffic Manager</a:t>
            </a:r>
          </a:p>
        </p:txBody>
      </p:sp>
      <p:sp>
        <p:nvSpPr>
          <p:cNvPr id="84" name="TextBox 83">
            <a:extLst>
              <a:ext uri="{FF2B5EF4-FFF2-40B4-BE49-F238E27FC236}">
                <a16:creationId xmlns:a16="http://schemas.microsoft.com/office/drawing/2014/main" id="{01F6A545-B2A7-430D-AEAA-C0C5519E8945}"/>
              </a:ext>
            </a:extLst>
          </p:cNvPr>
          <p:cNvSpPr txBox="1"/>
          <p:nvPr/>
        </p:nvSpPr>
        <p:spPr>
          <a:xfrm>
            <a:off x="6188262" y="5521011"/>
            <a:ext cx="1545259" cy="83593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East US</a:t>
            </a:r>
          </a:p>
          <a:p>
            <a:pPr algn="ctr" defTabSz="932597"/>
            <a:r>
              <a:rPr lang="en-US" sz="16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50%</a:t>
            </a:r>
          </a:p>
          <a:p>
            <a:pPr algn="ctr" defTabSz="932597"/>
            <a:endPar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endParaRPr>
          </a:p>
        </p:txBody>
      </p:sp>
      <p:cxnSp>
        <p:nvCxnSpPr>
          <p:cNvPr id="85" name="Elbow Connector 51">
            <a:extLst>
              <a:ext uri="{FF2B5EF4-FFF2-40B4-BE49-F238E27FC236}">
                <a16:creationId xmlns:a16="http://schemas.microsoft.com/office/drawing/2014/main" id="{AFB313D9-F319-47E5-80F4-D3EB6BF51CCE}"/>
              </a:ext>
            </a:extLst>
          </p:cNvPr>
          <p:cNvCxnSpPr>
            <a:cxnSpLocks/>
            <a:stCxn id="69" idx="4"/>
            <a:endCxn id="78" idx="0"/>
          </p:cNvCxnSpPr>
          <p:nvPr/>
        </p:nvCxnSpPr>
        <p:spPr>
          <a:xfrm rot="5400000">
            <a:off x="2186272" y="2311939"/>
            <a:ext cx="1349435" cy="2734894"/>
          </a:xfrm>
          <a:prstGeom prst="bentConnector3">
            <a:avLst>
              <a:gd name="adj1" fmla="val 16119"/>
            </a:avLst>
          </a:prstGeom>
          <a:ln w="28575">
            <a:solidFill>
              <a:schemeClr val="tx1"/>
            </a:solidFill>
            <a:prstDash val="sysDash"/>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E881DDBE-9033-4E6F-8E62-629B375B3BA0}"/>
              </a:ext>
            </a:extLst>
          </p:cNvPr>
          <p:cNvSpPr txBox="1"/>
          <p:nvPr/>
        </p:nvSpPr>
        <p:spPr>
          <a:xfrm>
            <a:off x="720912" y="5521011"/>
            <a:ext cx="1545259" cy="83593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Central US</a:t>
            </a:r>
          </a:p>
          <a:p>
            <a:pPr algn="ctr" defTabSz="932597"/>
            <a:r>
              <a:rPr lang="en-US" sz="16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1%</a:t>
            </a:r>
          </a:p>
          <a:p>
            <a:pPr algn="ctr" defTabSz="932597"/>
            <a:endPar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13179623"/>
      </p:ext>
    </p:extLst>
  </p:cSld>
  <p:clrMapOvr>
    <a:masterClrMapping/>
  </p:clrMapOvr>
  <p:transition>
    <p:fade/>
  </p:transition>
</p:sld>
</file>

<file path=ppt/slides/slide43.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6" name="Group 1245">
            <a:extLst>
              <a:ext uri="{FF2B5EF4-FFF2-40B4-BE49-F238E27FC236}">
                <a16:creationId xmlns:a16="http://schemas.microsoft.com/office/drawing/2014/main" id="{B0124FAA-5E8B-48FF-8D44-121E24FBD603}"/>
              </a:ext>
            </a:extLst>
          </p:cNvPr>
          <p:cNvGrpSpPr/>
          <p:nvPr/>
        </p:nvGrpSpPr>
        <p:grpSpPr>
          <a:xfrm>
            <a:off x="1343439" y="2014307"/>
            <a:ext cx="5758229" cy="3210183"/>
            <a:chOff x="395369" y="1139689"/>
            <a:chExt cx="8399902" cy="4651512"/>
          </a:xfrm>
          <a:solidFill>
            <a:srgbClr val="00B0F0"/>
          </a:solidFill>
        </p:grpSpPr>
        <p:sp>
          <p:nvSpPr>
            <p:cNvPr id="1247" name="Oval 9">
              <a:extLst>
                <a:ext uri="{FF2B5EF4-FFF2-40B4-BE49-F238E27FC236}">
                  <a16:creationId xmlns:a16="http://schemas.microsoft.com/office/drawing/2014/main" id="{0D466DBF-6E00-4EE6-85DE-2A60C735EB32}"/>
                </a:ext>
              </a:extLst>
            </p:cNvPr>
            <p:cNvSpPr>
              <a:spLocks noChangeAspect="1" noChangeArrowheads="1"/>
            </p:cNvSpPr>
            <p:nvPr userDrawn="1"/>
          </p:nvSpPr>
          <p:spPr bwMode="auto">
            <a:xfrm>
              <a:off x="2417316"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8" name="Oval 10">
              <a:extLst>
                <a:ext uri="{FF2B5EF4-FFF2-40B4-BE49-F238E27FC236}">
                  <a16:creationId xmlns:a16="http://schemas.microsoft.com/office/drawing/2014/main" id="{55B86EDF-1C3D-4FAE-AFAE-94CD778D71AF}"/>
                </a:ext>
              </a:extLst>
            </p:cNvPr>
            <p:cNvSpPr>
              <a:spLocks noChangeAspect="1" noChangeArrowheads="1"/>
            </p:cNvSpPr>
            <p:nvPr userDrawn="1"/>
          </p:nvSpPr>
          <p:spPr bwMode="auto">
            <a:xfrm>
              <a:off x="2528893"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9" name="Oval 11">
              <a:extLst>
                <a:ext uri="{FF2B5EF4-FFF2-40B4-BE49-F238E27FC236}">
                  <a16:creationId xmlns:a16="http://schemas.microsoft.com/office/drawing/2014/main" id="{C570C795-364F-4021-A40E-1961207AC184}"/>
                </a:ext>
              </a:extLst>
            </p:cNvPr>
            <p:cNvSpPr>
              <a:spLocks noChangeAspect="1" noChangeArrowheads="1"/>
            </p:cNvSpPr>
            <p:nvPr userDrawn="1"/>
          </p:nvSpPr>
          <p:spPr bwMode="auto">
            <a:xfrm>
              <a:off x="2641976"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0" name="Oval 12">
              <a:extLst>
                <a:ext uri="{FF2B5EF4-FFF2-40B4-BE49-F238E27FC236}">
                  <a16:creationId xmlns:a16="http://schemas.microsoft.com/office/drawing/2014/main" id="{87F8FF04-FF79-4E21-88FD-C0BC74255D12}"/>
                </a:ext>
              </a:extLst>
            </p:cNvPr>
            <p:cNvSpPr>
              <a:spLocks noChangeAspect="1" noChangeArrowheads="1"/>
            </p:cNvSpPr>
            <p:nvPr userDrawn="1"/>
          </p:nvSpPr>
          <p:spPr bwMode="auto">
            <a:xfrm>
              <a:off x="2753553"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1" name="Oval 13">
              <a:extLst>
                <a:ext uri="{FF2B5EF4-FFF2-40B4-BE49-F238E27FC236}">
                  <a16:creationId xmlns:a16="http://schemas.microsoft.com/office/drawing/2014/main" id="{442634ED-7FD6-4CA4-9512-87DDB8D7515E}"/>
                </a:ext>
              </a:extLst>
            </p:cNvPr>
            <p:cNvSpPr>
              <a:spLocks noChangeAspect="1" noChangeArrowheads="1"/>
            </p:cNvSpPr>
            <p:nvPr userDrawn="1"/>
          </p:nvSpPr>
          <p:spPr bwMode="auto">
            <a:xfrm>
              <a:off x="3091299"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2" name="Oval 14">
              <a:extLst>
                <a:ext uri="{FF2B5EF4-FFF2-40B4-BE49-F238E27FC236}">
                  <a16:creationId xmlns:a16="http://schemas.microsoft.com/office/drawing/2014/main" id="{5A0CED28-7A5D-4867-953D-40AB69623997}"/>
                </a:ext>
              </a:extLst>
            </p:cNvPr>
            <p:cNvSpPr>
              <a:spLocks noChangeAspect="1" noChangeArrowheads="1"/>
            </p:cNvSpPr>
            <p:nvPr userDrawn="1"/>
          </p:nvSpPr>
          <p:spPr bwMode="auto">
            <a:xfrm>
              <a:off x="3204383"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3" name="Oval 15">
              <a:extLst>
                <a:ext uri="{FF2B5EF4-FFF2-40B4-BE49-F238E27FC236}">
                  <a16:creationId xmlns:a16="http://schemas.microsoft.com/office/drawing/2014/main" id="{1AA863AD-A200-4788-836E-07A32108B029}"/>
                </a:ext>
              </a:extLst>
            </p:cNvPr>
            <p:cNvSpPr>
              <a:spLocks noChangeAspect="1" noChangeArrowheads="1"/>
            </p:cNvSpPr>
            <p:nvPr userDrawn="1"/>
          </p:nvSpPr>
          <p:spPr bwMode="auto">
            <a:xfrm>
              <a:off x="3315959"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4" name="Oval 16">
              <a:extLst>
                <a:ext uri="{FF2B5EF4-FFF2-40B4-BE49-F238E27FC236}">
                  <a16:creationId xmlns:a16="http://schemas.microsoft.com/office/drawing/2014/main" id="{9FDEE226-40A4-4407-BD7B-5AAFA4B1C0BD}"/>
                </a:ext>
              </a:extLst>
            </p:cNvPr>
            <p:cNvSpPr>
              <a:spLocks noChangeAspect="1" noChangeArrowheads="1"/>
            </p:cNvSpPr>
            <p:nvPr userDrawn="1"/>
          </p:nvSpPr>
          <p:spPr bwMode="auto">
            <a:xfrm>
              <a:off x="3429044"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5" name="Oval 17">
              <a:extLst>
                <a:ext uri="{FF2B5EF4-FFF2-40B4-BE49-F238E27FC236}">
                  <a16:creationId xmlns:a16="http://schemas.microsoft.com/office/drawing/2014/main" id="{BB7D142A-B298-45A6-B585-FC04C720B2B6}"/>
                </a:ext>
              </a:extLst>
            </p:cNvPr>
            <p:cNvSpPr>
              <a:spLocks noChangeAspect="1" noChangeArrowheads="1"/>
            </p:cNvSpPr>
            <p:nvPr userDrawn="1"/>
          </p:nvSpPr>
          <p:spPr bwMode="auto">
            <a:xfrm>
              <a:off x="3540621"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6" name="Oval 18">
              <a:extLst>
                <a:ext uri="{FF2B5EF4-FFF2-40B4-BE49-F238E27FC236}">
                  <a16:creationId xmlns:a16="http://schemas.microsoft.com/office/drawing/2014/main" id="{7844DDE5-0080-4D27-B212-235A7EB2A5B3}"/>
                </a:ext>
              </a:extLst>
            </p:cNvPr>
            <p:cNvSpPr>
              <a:spLocks noChangeAspect="1" noChangeArrowheads="1"/>
            </p:cNvSpPr>
            <p:nvPr userDrawn="1"/>
          </p:nvSpPr>
          <p:spPr bwMode="auto">
            <a:xfrm>
              <a:off x="3653706"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7" name="Oval 19">
              <a:extLst>
                <a:ext uri="{FF2B5EF4-FFF2-40B4-BE49-F238E27FC236}">
                  <a16:creationId xmlns:a16="http://schemas.microsoft.com/office/drawing/2014/main" id="{AD3D3CE8-F8E4-4FC0-A357-FCA18BF8B010}"/>
                </a:ext>
              </a:extLst>
            </p:cNvPr>
            <p:cNvSpPr>
              <a:spLocks noChangeAspect="1" noChangeArrowheads="1"/>
            </p:cNvSpPr>
            <p:nvPr userDrawn="1"/>
          </p:nvSpPr>
          <p:spPr bwMode="auto">
            <a:xfrm>
              <a:off x="3765282"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8" name="Oval 20">
              <a:extLst>
                <a:ext uri="{FF2B5EF4-FFF2-40B4-BE49-F238E27FC236}">
                  <a16:creationId xmlns:a16="http://schemas.microsoft.com/office/drawing/2014/main" id="{B3419780-BFC1-446A-B42F-D5A0C081DA11}"/>
                </a:ext>
              </a:extLst>
            </p:cNvPr>
            <p:cNvSpPr>
              <a:spLocks noChangeAspect="1" noChangeArrowheads="1"/>
            </p:cNvSpPr>
            <p:nvPr userDrawn="1"/>
          </p:nvSpPr>
          <p:spPr bwMode="auto">
            <a:xfrm>
              <a:off x="3878366"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9" name="Oval 21">
              <a:extLst>
                <a:ext uri="{FF2B5EF4-FFF2-40B4-BE49-F238E27FC236}">
                  <a16:creationId xmlns:a16="http://schemas.microsoft.com/office/drawing/2014/main" id="{2FF5FE67-9F29-42C5-92B2-6077F45DF9E0}"/>
                </a:ext>
              </a:extLst>
            </p:cNvPr>
            <p:cNvSpPr>
              <a:spLocks noChangeAspect="1" noChangeArrowheads="1"/>
            </p:cNvSpPr>
            <p:nvPr userDrawn="1"/>
          </p:nvSpPr>
          <p:spPr bwMode="auto">
            <a:xfrm>
              <a:off x="3989942"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0" name="Oval 22">
              <a:extLst>
                <a:ext uri="{FF2B5EF4-FFF2-40B4-BE49-F238E27FC236}">
                  <a16:creationId xmlns:a16="http://schemas.microsoft.com/office/drawing/2014/main" id="{C6E38AC6-A824-44D2-95C2-6E46448B73A4}"/>
                </a:ext>
              </a:extLst>
            </p:cNvPr>
            <p:cNvSpPr>
              <a:spLocks noChangeAspect="1" noChangeArrowheads="1"/>
            </p:cNvSpPr>
            <p:nvPr userDrawn="1"/>
          </p:nvSpPr>
          <p:spPr bwMode="auto">
            <a:xfrm>
              <a:off x="6574294"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1" name="Oval 23">
              <a:extLst>
                <a:ext uri="{FF2B5EF4-FFF2-40B4-BE49-F238E27FC236}">
                  <a16:creationId xmlns:a16="http://schemas.microsoft.com/office/drawing/2014/main" id="{FE71ECDD-A9A5-435F-9AAB-956AD9A8832F}"/>
                </a:ext>
              </a:extLst>
            </p:cNvPr>
            <p:cNvSpPr>
              <a:spLocks noChangeAspect="1" noChangeArrowheads="1"/>
            </p:cNvSpPr>
            <p:nvPr userDrawn="1"/>
          </p:nvSpPr>
          <p:spPr bwMode="auto">
            <a:xfrm>
              <a:off x="219265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2" name="Oval 24">
              <a:extLst>
                <a:ext uri="{FF2B5EF4-FFF2-40B4-BE49-F238E27FC236}">
                  <a16:creationId xmlns:a16="http://schemas.microsoft.com/office/drawing/2014/main" id="{E504C1F9-E448-4EAD-B26A-A6E53EBFDF0C}"/>
                </a:ext>
              </a:extLst>
            </p:cNvPr>
            <p:cNvSpPr>
              <a:spLocks noChangeAspect="1" noChangeArrowheads="1"/>
            </p:cNvSpPr>
            <p:nvPr userDrawn="1"/>
          </p:nvSpPr>
          <p:spPr bwMode="auto">
            <a:xfrm>
              <a:off x="2304233"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3" name="Oval 25">
              <a:extLst>
                <a:ext uri="{FF2B5EF4-FFF2-40B4-BE49-F238E27FC236}">
                  <a16:creationId xmlns:a16="http://schemas.microsoft.com/office/drawing/2014/main" id="{01F317DC-D14E-48A2-B714-B172A5A1BFCD}"/>
                </a:ext>
              </a:extLst>
            </p:cNvPr>
            <p:cNvSpPr>
              <a:spLocks noChangeAspect="1" noChangeArrowheads="1"/>
            </p:cNvSpPr>
            <p:nvPr userDrawn="1"/>
          </p:nvSpPr>
          <p:spPr bwMode="auto">
            <a:xfrm>
              <a:off x="241731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4" name="Oval 26">
              <a:extLst>
                <a:ext uri="{FF2B5EF4-FFF2-40B4-BE49-F238E27FC236}">
                  <a16:creationId xmlns:a16="http://schemas.microsoft.com/office/drawing/2014/main" id="{98F049DA-AA63-4386-8CC4-67528F5E5A08}"/>
                </a:ext>
              </a:extLst>
            </p:cNvPr>
            <p:cNvSpPr>
              <a:spLocks noChangeAspect="1" noChangeArrowheads="1"/>
            </p:cNvSpPr>
            <p:nvPr userDrawn="1"/>
          </p:nvSpPr>
          <p:spPr bwMode="auto">
            <a:xfrm>
              <a:off x="2528893"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5" name="Oval 27">
              <a:extLst>
                <a:ext uri="{FF2B5EF4-FFF2-40B4-BE49-F238E27FC236}">
                  <a16:creationId xmlns:a16="http://schemas.microsoft.com/office/drawing/2014/main" id="{2CC7B06F-BE49-4DD3-A19C-FCA41D58FAC2}"/>
                </a:ext>
              </a:extLst>
            </p:cNvPr>
            <p:cNvSpPr>
              <a:spLocks noChangeAspect="1" noChangeArrowheads="1"/>
            </p:cNvSpPr>
            <p:nvPr userDrawn="1"/>
          </p:nvSpPr>
          <p:spPr bwMode="auto">
            <a:xfrm>
              <a:off x="264197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6" name="Oval 28">
              <a:extLst>
                <a:ext uri="{FF2B5EF4-FFF2-40B4-BE49-F238E27FC236}">
                  <a16:creationId xmlns:a16="http://schemas.microsoft.com/office/drawing/2014/main" id="{61634F18-7DAA-4DDA-982F-369CC4EF2E1D}"/>
                </a:ext>
              </a:extLst>
            </p:cNvPr>
            <p:cNvSpPr>
              <a:spLocks noChangeAspect="1" noChangeArrowheads="1"/>
            </p:cNvSpPr>
            <p:nvPr userDrawn="1"/>
          </p:nvSpPr>
          <p:spPr bwMode="auto">
            <a:xfrm>
              <a:off x="2866639"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7" name="Oval 29">
              <a:extLst>
                <a:ext uri="{FF2B5EF4-FFF2-40B4-BE49-F238E27FC236}">
                  <a16:creationId xmlns:a16="http://schemas.microsoft.com/office/drawing/2014/main" id="{E5E4A859-1007-4B80-BC55-9577DC72521A}"/>
                </a:ext>
              </a:extLst>
            </p:cNvPr>
            <p:cNvSpPr>
              <a:spLocks noChangeAspect="1" noChangeArrowheads="1"/>
            </p:cNvSpPr>
            <p:nvPr userDrawn="1"/>
          </p:nvSpPr>
          <p:spPr bwMode="auto">
            <a:xfrm>
              <a:off x="297821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8" name="Oval 30">
              <a:extLst>
                <a:ext uri="{FF2B5EF4-FFF2-40B4-BE49-F238E27FC236}">
                  <a16:creationId xmlns:a16="http://schemas.microsoft.com/office/drawing/2014/main" id="{590C5377-5FA4-4917-91A2-39D5B3130E5E}"/>
                </a:ext>
              </a:extLst>
            </p:cNvPr>
            <p:cNvSpPr>
              <a:spLocks noChangeAspect="1" noChangeArrowheads="1"/>
            </p:cNvSpPr>
            <p:nvPr userDrawn="1"/>
          </p:nvSpPr>
          <p:spPr bwMode="auto">
            <a:xfrm>
              <a:off x="3091299"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9" name="Oval 31">
              <a:extLst>
                <a:ext uri="{FF2B5EF4-FFF2-40B4-BE49-F238E27FC236}">
                  <a16:creationId xmlns:a16="http://schemas.microsoft.com/office/drawing/2014/main" id="{40BE6501-24F8-4906-BF68-1F1D5F2F7DAA}"/>
                </a:ext>
              </a:extLst>
            </p:cNvPr>
            <p:cNvSpPr>
              <a:spLocks noChangeAspect="1" noChangeArrowheads="1"/>
            </p:cNvSpPr>
            <p:nvPr userDrawn="1"/>
          </p:nvSpPr>
          <p:spPr bwMode="auto">
            <a:xfrm>
              <a:off x="3204383"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0" name="Oval 32">
              <a:extLst>
                <a:ext uri="{FF2B5EF4-FFF2-40B4-BE49-F238E27FC236}">
                  <a16:creationId xmlns:a16="http://schemas.microsoft.com/office/drawing/2014/main" id="{1792E27E-419B-4531-BEF2-62BB6670EC07}"/>
                </a:ext>
              </a:extLst>
            </p:cNvPr>
            <p:cNvSpPr>
              <a:spLocks noChangeAspect="1" noChangeArrowheads="1"/>
            </p:cNvSpPr>
            <p:nvPr userDrawn="1"/>
          </p:nvSpPr>
          <p:spPr bwMode="auto">
            <a:xfrm>
              <a:off x="3315959"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1" name="Oval 33">
              <a:extLst>
                <a:ext uri="{FF2B5EF4-FFF2-40B4-BE49-F238E27FC236}">
                  <a16:creationId xmlns:a16="http://schemas.microsoft.com/office/drawing/2014/main" id="{F6DBEC34-551B-4C1B-A1CB-177B33CC062F}"/>
                </a:ext>
              </a:extLst>
            </p:cNvPr>
            <p:cNvSpPr>
              <a:spLocks noChangeAspect="1" noChangeArrowheads="1"/>
            </p:cNvSpPr>
            <p:nvPr userDrawn="1"/>
          </p:nvSpPr>
          <p:spPr bwMode="auto">
            <a:xfrm>
              <a:off x="3429044"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2" name="Oval 34">
              <a:extLst>
                <a:ext uri="{FF2B5EF4-FFF2-40B4-BE49-F238E27FC236}">
                  <a16:creationId xmlns:a16="http://schemas.microsoft.com/office/drawing/2014/main" id="{C16847F9-5E6D-4AD0-8FB6-BBFAEF5CFC29}"/>
                </a:ext>
              </a:extLst>
            </p:cNvPr>
            <p:cNvSpPr>
              <a:spLocks noChangeAspect="1" noChangeArrowheads="1"/>
            </p:cNvSpPr>
            <p:nvPr userDrawn="1"/>
          </p:nvSpPr>
          <p:spPr bwMode="auto">
            <a:xfrm>
              <a:off x="3540621"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3" name="Oval 35">
              <a:extLst>
                <a:ext uri="{FF2B5EF4-FFF2-40B4-BE49-F238E27FC236}">
                  <a16:creationId xmlns:a16="http://schemas.microsoft.com/office/drawing/2014/main" id="{0BC6648E-9A14-4814-8570-BFCEA5219F96}"/>
                </a:ext>
              </a:extLst>
            </p:cNvPr>
            <p:cNvSpPr>
              <a:spLocks noChangeAspect="1" noChangeArrowheads="1"/>
            </p:cNvSpPr>
            <p:nvPr userDrawn="1"/>
          </p:nvSpPr>
          <p:spPr bwMode="auto">
            <a:xfrm>
              <a:off x="365370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4" name="Oval 36">
              <a:extLst>
                <a:ext uri="{FF2B5EF4-FFF2-40B4-BE49-F238E27FC236}">
                  <a16:creationId xmlns:a16="http://schemas.microsoft.com/office/drawing/2014/main" id="{4C4ECEDD-E3C5-45DB-9D4C-74AED7FC51D9}"/>
                </a:ext>
              </a:extLst>
            </p:cNvPr>
            <p:cNvSpPr>
              <a:spLocks noChangeAspect="1" noChangeArrowheads="1"/>
            </p:cNvSpPr>
            <p:nvPr userDrawn="1"/>
          </p:nvSpPr>
          <p:spPr bwMode="auto">
            <a:xfrm>
              <a:off x="3765282"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5" name="Oval 37">
              <a:extLst>
                <a:ext uri="{FF2B5EF4-FFF2-40B4-BE49-F238E27FC236}">
                  <a16:creationId xmlns:a16="http://schemas.microsoft.com/office/drawing/2014/main" id="{0C11771B-23D4-4462-BCAD-77C8F51AA83A}"/>
                </a:ext>
              </a:extLst>
            </p:cNvPr>
            <p:cNvSpPr>
              <a:spLocks noChangeAspect="1" noChangeArrowheads="1"/>
            </p:cNvSpPr>
            <p:nvPr userDrawn="1"/>
          </p:nvSpPr>
          <p:spPr bwMode="auto">
            <a:xfrm>
              <a:off x="387836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6" name="Oval 38">
              <a:extLst>
                <a:ext uri="{FF2B5EF4-FFF2-40B4-BE49-F238E27FC236}">
                  <a16:creationId xmlns:a16="http://schemas.microsoft.com/office/drawing/2014/main" id="{6F6E90C7-FE6C-4B5C-B24B-5B4BAA8E0A0C}"/>
                </a:ext>
              </a:extLst>
            </p:cNvPr>
            <p:cNvSpPr>
              <a:spLocks noChangeAspect="1" noChangeArrowheads="1"/>
            </p:cNvSpPr>
            <p:nvPr userDrawn="1"/>
          </p:nvSpPr>
          <p:spPr bwMode="auto">
            <a:xfrm>
              <a:off x="4663925"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7" name="Oval 39">
              <a:extLst>
                <a:ext uri="{FF2B5EF4-FFF2-40B4-BE49-F238E27FC236}">
                  <a16:creationId xmlns:a16="http://schemas.microsoft.com/office/drawing/2014/main" id="{F3AA7E78-4E85-4CDF-A4E8-6E1441043E43}"/>
                </a:ext>
              </a:extLst>
            </p:cNvPr>
            <p:cNvSpPr>
              <a:spLocks noChangeAspect="1" noChangeArrowheads="1"/>
            </p:cNvSpPr>
            <p:nvPr userDrawn="1"/>
          </p:nvSpPr>
          <p:spPr bwMode="auto">
            <a:xfrm>
              <a:off x="4777008"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8" name="Oval 40">
              <a:extLst>
                <a:ext uri="{FF2B5EF4-FFF2-40B4-BE49-F238E27FC236}">
                  <a16:creationId xmlns:a16="http://schemas.microsoft.com/office/drawing/2014/main" id="{27999148-CEE4-403A-9E6C-C7CA46AAF2FF}"/>
                </a:ext>
              </a:extLst>
            </p:cNvPr>
            <p:cNvSpPr>
              <a:spLocks noChangeAspect="1" noChangeArrowheads="1"/>
            </p:cNvSpPr>
            <p:nvPr userDrawn="1"/>
          </p:nvSpPr>
          <p:spPr bwMode="auto">
            <a:xfrm>
              <a:off x="6462718"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9" name="Oval 41">
              <a:extLst>
                <a:ext uri="{FF2B5EF4-FFF2-40B4-BE49-F238E27FC236}">
                  <a16:creationId xmlns:a16="http://schemas.microsoft.com/office/drawing/2014/main" id="{43851CA2-0DD3-4691-AF1D-26982FBF71B7}"/>
                </a:ext>
              </a:extLst>
            </p:cNvPr>
            <p:cNvSpPr>
              <a:spLocks noChangeAspect="1" noChangeArrowheads="1"/>
            </p:cNvSpPr>
            <p:nvPr userDrawn="1"/>
          </p:nvSpPr>
          <p:spPr bwMode="auto">
            <a:xfrm>
              <a:off x="6574294"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0" name="Oval 42">
              <a:extLst>
                <a:ext uri="{FF2B5EF4-FFF2-40B4-BE49-F238E27FC236}">
                  <a16:creationId xmlns:a16="http://schemas.microsoft.com/office/drawing/2014/main" id="{96553956-475B-4A2B-8AF1-AF3F76646738}"/>
                </a:ext>
              </a:extLst>
            </p:cNvPr>
            <p:cNvSpPr>
              <a:spLocks noChangeAspect="1" noChangeArrowheads="1"/>
            </p:cNvSpPr>
            <p:nvPr userDrawn="1"/>
          </p:nvSpPr>
          <p:spPr bwMode="auto">
            <a:xfrm>
              <a:off x="6687381"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1" name="Oval 43">
              <a:extLst>
                <a:ext uri="{FF2B5EF4-FFF2-40B4-BE49-F238E27FC236}">
                  <a16:creationId xmlns:a16="http://schemas.microsoft.com/office/drawing/2014/main" id="{CCBD9BAB-8AFB-4FFF-9CD1-54BDE354DB69}"/>
                </a:ext>
              </a:extLst>
            </p:cNvPr>
            <p:cNvSpPr>
              <a:spLocks noChangeAspect="1" noChangeArrowheads="1"/>
            </p:cNvSpPr>
            <p:nvPr userDrawn="1"/>
          </p:nvSpPr>
          <p:spPr bwMode="auto">
            <a:xfrm>
              <a:off x="151867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2" name="Oval 44">
              <a:extLst>
                <a:ext uri="{FF2B5EF4-FFF2-40B4-BE49-F238E27FC236}">
                  <a16:creationId xmlns:a16="http://schemas.microsoft.com/office/drawing/2014/main" id="{6F3A9CA0-A59D-482D-8289-EEC15E195CCF}"/>
                </a:ext>
              </a:extLst>
            </p:cNvPr>
            <p:cNvSpPr>
              <a:spLocks noChangeAspect="1" noChangeArrowheads="1"/>
            </p:cNvSpPr>
            <p:nvPr userDrawn="1"/>
          </p:nvSpPr>
          <p:spPr bwMode="auto">
            <a:xfrm>
              <a:off x="1630250"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3" name="Oval 45">
              <a:extLst>
                <a:ext uri="{FF2B5EF4-FFF2-40B4-BE49-F238E27FC236}">
                  <a16:creationId xmlns:a16="http://schemas.microsoft.com/office/drawing/2014/main" id="{A1834AEE-A84E-4154-8607-AB3DC31B811E}"/>
                </a:ext>
              </a:extLst>
            </p:cNvPr>
            <p:cNvSpPr>
              <a:spLocks noChangeAspect="1" noChangeArrowheads="1"/>
            </p:cNvSpPr>
            <p:nvPr userDrawn="1"/>
          </p:nvSpPr>
          <p:spPr bwMode="auto">
            <a:xfrm>
              <a:off x="174333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4" name="Oval 46">
              <a:extLst>
                <a:ext uri="{FF2B5EF4-FFF2-40B4-BE49-F238E27FC236}">
                  <a16:creationId xmlns:a16="http://schemas.microsoft.com/office/drawing/2014/main" id="{CA746DDE-B1C1-4728-9641-92A44D95BE6A}"/>
                </a:ext>
              </a:extLst>
            </p:cNvPr>
            <p:cNvSpPr>
              <a:spLocks noChangeAspect="1" noChangeArrowheads="1"/>
            </p:cNvSpPr>
            <p:nvPr userDrawn="1"/>
          </p:nvSpPr>
          <p:spPr bwMode="auto">
            <a:xfrm>
              <a:off x="1854910"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5" name="Oval 47">
              <a:extLst>
                <a:ext uri="{FF2B5EF4-FFF2-40B4-BE49-F238E27FC236}">
                  <a16:creationId xmlns:a16="http://schemas.microsoft.com/office/drawing/2014/main" id="{16DC82D2-8838-475C-BC46-13DB896A1847}"/>
                </a:ext>
              </a:extLst>
            </p:cNvPr>
            <p:cNvSpPr>
              <a:spLocks noChangeAspect="1" noChangeArrowheads="1"/>
            </p:cNvSpPr>
            <p:nvPr userDrawn="1"/>
          </p:nvSpPr>
          <p:spPr bwMode="auto">
            <a:xfrm>
              <a:off x="1967995"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6" name="Oval 48">
              <a:extLst>
                <a:ext uri="{FF2B5EF4-FFF2-40B4-BE49-F238E27FC236}">
                  <a16:creationId xmlns:a16="http://schemas.microsoft.com/office/drawing/2014/main" id="{02F388D3-440C-4361-83E0-A29F92924127}"/>
                </a:ext>
              </a:extLst>
            </p:cNvPr>
            <p:cNvSpPr>
              <a:spLocks noChangeAspect="1" noChangeArrowheads="1"/>
            </p:cNvSpPr>
            <p:nvPr userDrawn="1"/>
          </p:nvSpPr>
          <p:spPr bwMode="auto">
            <a:xfrm>
              <a:off x="2192656"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7" name="Oval 49">
              <a:extLst>
                <a:ext uri="{FF2B5EF4-FFF2-40B4-BE49-F238E27FC236}">
                  <a16:creationId xmlns:a16="http://schemas.microsoft.com/office/drawing/2014/main" id="{B6BFBD28-8E17-496C-BCD0-10628E7D5608}"/>
                </a:ext>
              </a:extLst>
            </p:cNvPr>
            <p:cNvSpPr>
              <a:spLocks noChangeAspect="1" noChangeArrowheads="1"/>
            </p:cNvSpPr>
            <p:nvPr userDrawn="1"/>
          </p:nvSpPr>
          <p:spPr bwMode="auto">
            <a:xfrm>
              <a:off x="230423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8" name="Oval 50">
              <a:extLst>
                <a:ext uri="{FF2B5EF4-FFF2-40B4-BE49-F238E27FC236}">
                  <a16:creationId xmlns:a16="http://schemas.microsoft.com/office/drawing/2014/main" id="{735DC296-DA15-4926-B203-6BF2C825599D}"/>
                </a:ext>
              </a:extLst>
            </p:cNvPr>
            <p:cNvSpPr>
              <a:spLocks noChangeAspect="1" noChangeArrowheads="1"/>
            </p:cNvSpPr>
            <p:nvPr userDrawn="1"/>
          </p:nvSpPr>
          <p:spPr bwMode="auto">
            <a:xfrm>
              <a:off x="241731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9" name="Oval 51">
              <a:extLst>
                <a:ext uri="{FF2B5EF4-FFF2-40B4-BE49-F238E27FC236}">
                  <a16:creationId xmlns:a16="http://schemas.microsoft.com/office/drawing/2014/main" id="{5A5F7B05-373A-42FC-9625-EA0ADE5A414A}"/>
                </a:ext>
              </a:extLst>
            </p:cNvPr>
            <p:cNvSpPr>
              <a:spLocks noChangeAspect="1" noChangeArrowheads="1"/>
            </p:cNvSpPr>
            <p:nvPr userDrawn="1"/>
          </p:nvSpPr>
          <p:spPr bwMode="auto">
            <a:xfrm>
              <a:off x="252889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0" name="Oval 52">
              <a:extLst>
                <a:ext uri="{FF2B5EF4-FFF2-40B4-BE49-F238E27FC236}">
                  <a16:creationId xmlns:a16="http://schemas.microsoft.com/office/drawing/2014/main" id="{DE35565C-F162-48E5-BB88-4A609702280C}"/>
                </a:ext>
              </a:extLst>
            </p:cNvPr>
            <p:cNvSpPr>
              <a:spLocks noChangeAspect="1" noChangeArrowheads="1"/>
            </p:cNvSpPr>
            <p:nvPr userDrawn="1"/>
          </p:nvSpPr>
          <p:spPr bwMode="auto">
            <a:xfrm>
              <a:off x="275355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1" name="Oval 53">
              <a:extLst>
                <a:ext uri="{FF2B5EF4-FFF2-40B4-BE49-F238E27FC236}">
                  <a16:creationId xmlns:a16="http://schemas.microsoft.com/office/drawing/2014/main" id="{25B6DCF9-0433-4524-88D7-904F1DE9ACF6}"/>
                </a:ext>
              </a:extLst>
            </p:cNvPr>
            <p:cNvSpPr>
              <a:spLocks noChangeAspect="1" noChangeArrowheads="1"/>
            </p:cNvSpPr>
            <p:nvPr userDrawn="1"/>
          </p:nvSpPr>
          <p:spPr bwMode="auto">
            <a:xfrm>
              <a:off x="2866639"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2" name="Oval 54">
              <a:extLst>
                <a:ext uri="{FF2B5EF4-FFF2-40B4-BE49-F238E27FC236}">
                  <a16:creationId xmlns:a16="http://schemas.microsoft.com/office/drawing/2014/main" id="{489218DC-F977-4C89-AD76-F2D01C0D4E0D}"/>
                </a:ext>
              </a:extLst>
            </p:cNvPr>
            <p:cNvSpPr>
              <a:spLocks noChangeAspect="1" noChangeArrowheads="1"/>
            </p:cNvSpPr>
            <p:nvPr userDrawn="1"/>
          </p:nvSpPr>
          <p:spPr bwMode="auto">
            <a:xfrm>
              <a:off x="297821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3" name="Oval 55">
              <a:extLst>
                <a:ext uri="{FF2B5EF4-FFF2-40B4-BE49-F238E27FC236}">
                  <a16:creationId xmlns:a16="http://schemas.microsoft.com/office/drawing/2014/main" id="{C3ED20DD-1935-4EF0-9B31-6756D72EA698}"/>
                </a:ext>
              </a:extLst>
            </p:cNvPr>
            <p:cNvSpPr>
              <a:spLocks noChangeAspect="1" noChangeArrowheads="1"/>
            </p:cNvSpPr>
            <p:nvPr userDrawn="1"/>
          </p:nvSpPr>
          <p:spPr bwMode="auto">
            <a:xfrm>
              <a:off x="3091299"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4" name="Oval 56">
              <a:extLst>
                <a:ext uri="{FF2B5EF4-FFF2-40B4-BE49-F238E27FC236}">
                  <a16:creationId xmlns:a16="http://schemas.microsoft.com/office/drawing/2014/main" id="{BB36E5B6-D7F0-4E6E-B45C-62367CA0231A}"/>
                </a:ext>
              </a:extLst>
            </p:cNvPr>
            <p:cNvSpPr>
              <a:spLocks noChangeAspect="1" noChangeArrowheads="1"/>
            </p:cNvSpPr>
            <p:nvPr userDrawn="1"/>
          </p:nvSpPr>
          <p:spPr bwMode="auto">
            <a:xfrm>
              <a:off x="320438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5" name="Oval 57">
              <a:extLst>
                <a:ext uri="{FF2B5EF4-FFF2-40B4-BE49-F238E27FC236}">
                  <a16:creationId xmlns:a16="http://schemas.microsoft.com/office/drawing/2014/main" id="{C18A61BF-27F1-486C-ACEF-EF3DBC0A4F68}"/>
                </a:ext>
              </a:extLst>
            </p:cNvPr>
            <p:cNvSpPr>
              <a:spLocks noChangeAspect="1" noChangeArrowheads="1"/>
            </p:cNvSpPr>
            <p:nvPr userDrawn="1"/>
          </p:nvSpPr>
          <p:spPr bwMode="auto">
            <a:xfrm>
              <a:off x="3315959"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6" name="Oval 58">
              <a:extLst>
                <a:ext uri="{FF2B5EF4-FFF2-40B4-BE49-F238E27FC236}">
                  <a16:creationId xmlns:a16="http://schemas.microsoft.com/office/drawing/2014/main" id="{2CBB7EA0-EF58-4A7C-B79D-E1EAF0DD31B9}"/>
                </a:ext>
              </a:extLst>
            </p:cNvPr>
            <p:cNvSpPr>
              <a:spLocks noChangeAspect="1" noChangeArrowheads="1"/>
            </p:cNvSpPr>
            <p:nvPr userDrawn="1"/>
          </p:nvSpPr>
          <p:spPr bwMode="auto">
            <a:xfrm>
              <a:off x="3429044"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7" name="Oval 59">
              <a:extLst>
                <a:ext uri="{FF2B5EF4-FFF2-40B4-BE49-F238E27FC236}">
                  <a16:creationId xmlns:a16="http://schemas.microsoft.com/office/drawing/2014/main" id="{4F1B3D41-4861-408C-9A0A-3795B5BB2ECD}"/>
                </a:ext>
              </a:extLst>
            </p:cNvPr>
            <p:cNvSpPr>
              <a:spLocks noChangeAspect="1" noChangeArrowheads="1"/>
            </p:cNvSpPr>
            <p:nvPr userDrawn="1"/>
          </p:nvSpPr>
          <p:spPr bwMode="auto">
            <a:xfrm>
              <a:off x="3540621"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8" name="Oval 60">
              <a:extLst>
                <a:ext uri="{FF2B5EF4-FFF2-40B4-BE49-F238E27FC236}">
                  <a16:creationId xmlns:a16="http://schemas.microsoft.com/office/drawing/2014/main" id="{45F8904D-79B7-4015-A82C-6B3C497365E6}"/>
                </a:ext>
              </a:extLst>
            </p:cNvPr>
            <p:cNvSpPr>
              <a:spLocks noChangeAspect="1" noChangeArrowheads="1"/>
            </p:cNvSpPr>
            <p:nvPr userDrawn="1"/>
          </p:nvSpPr>
          <p:spPr bwMode="auto">
            <a:xfrm>
              <a:off x="365370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9" name="Oval 61">
              <a:extLst>
                <a:ext uri="{FF2B5EF4-FFF2-40B4-BE49-F238E27FC236}">
                  <a16:creationId xmlns:a16="http://schemas.microsoft.com/office/drawing/2014/main" id="{D49853CD-AE8E-4B4D-A145-95B5B2A1A91B}"/>
                </a:ext>
              </a:extLst>
            </p:cNvPr>
            <p:cNvSpPr>
              <a:spLocks noChangeAspect="1" noChangeArrowheads="1"/>
            </p:cNvSpPr>
            <p:nvPr userDrawn="1"/>
          </p:nvSpPr>
          <p:spPr bwMode="auto">
            <a:xfrm>
              <a:off x="3765282"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0" name="Oval 62">
              <a:extLst>
                <a:ext uri="{FF2B5EF4-FFF2-40B4-BE49-F238E27FC236}">
                  <a16:creationId xmlns:a16="http://schemas.microsoft.com/office/drawing/2014/main" id="{E8C722E0-9DEE-4AB9-907E-F20C18E13E4E}"/>
                </a:ext>
              </a:extLst>
            </p:cNvPr>
            <p:cNvSpPr>
              <a:spLocks noChangeAspect="1" noChangeArrowheads="1"/>
            </p:cNvSpPr>
            <p:nvPr userDrawn="1"/>
          </p:nvSpPr>
          <p:spPr bwMode="auto">
            <a:xfrm>
              <a:off x="4663925"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1" name="Oval 63">
              <a:extLst>
                <a:ext uri="{FF2B5EF4-FFF2-40B4-BE49-F238E27FC236}">
                  <a16:creationId xmlns:a16="http://schemas.microsoft.com/office/drawing/2014/main" id="{A0DF3340-CB14-4AF7-9613-E241A90FA843}"/>
                </a:ext>
              </a:extLst>
            </p:cNvPr>
            <p:cNvSpPr>
              <a:spLocks noChangeAspect="1" noChangeArrowheads="1"/>
            </p:cNvSpPr>
            <p:nvPr userDrawn="1"/>
          </p:nvSpPr>
          <p:spPr bwMode="auto">
            <a:xfrm>
              <a:off x="6687381"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2" name="Oval 64">
              <a:extLst>
                <a:ext uri="{FF2B5EF4-FFF2-40B4-BE49-F238E27FC236}">
                  <a16:creationId xmlns:a16="http://schemas.microsoft.com/office/drawing/2014/main" id="{EF1736EC-2D60-4FE4-A7CD-79860543A330}"/>
                </a:ext>
              </a:extLst>
            </p:cNvPr>
            <p:cNvSpPr>
              <a:spLocks noChangeAspect="1" noChangeArrowheads="1"/>
            </p:cNvSpPr>
            <p:nvPr userDrawn="1"/>
          </p:nvSpPr>
          <p:spPr bwMode="auto">
            <a:xfrm>
              <a:off x="6798957"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3" name="Oval 65">
              <a:extLst>
                <a:ext uri="{FF2B5EF4-FFF2-40B4-BE49-F238E27FC236}">
                  <a16:creationId xmlns:a16="http://schemas.microsoft.com/office/drawing/2014/main" id="{49CB7E83-EEB5-4116-8257-F10AE595C84F}"/>
                </a:ext>
              </a:extLst>
            </p:cNvPr>
            <p:cNvSpPr>
              <a:spLocks noChangeAspect="1" noChangeArrowheads="1"/>
            </p:cNvSpPr>
            <p:nvPr userDrawn="1"/>
          </p:nvSpPr>
          <p:spPr bwMode="auto">
            <a:xfrm>
              <a:off x="1405588"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4" name="Oval 66">
              <a:extLst>
                <a:ext uri="{FF2B5EF4-FFF2-40B4-BE49-F238E27FC236}">
                  <a16:creationId xmlns:a16="http://schemas.microsoft.com/office/drawing/2014/main" id="{245422DF-9F57-457E-9F51-52DFA4D70755}"/>
                </a:ext>
              </a:extLst>
            </p:cNvPr>
            <p:cNvSpPr>
              <a:spLocks noChangeAspect="1" noChangeArrowheads="1"/>
            </p:cNvSpPr>
            <p:nvPr userDrawn="1"/>
          </p:nvSpPr>
          <p:spPr bwMode="auto">
            <a:xfrm>
              <a:off x="151867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5" name="Oval 67">
              <a:extLst>
                <a:ext uri="{FF2B5EF4-FFF2-40B4-BE49-F238E27FC236}">
                  <a16:creationId xmlns:a16="http://schemas.microsoft.com/office/drawing/2014/main" id="{1D0AF5B1-65AE-4E73-82F2-C5709375F803}"/>
                </a:ext>
              </a:extLst>
            </p:cNvPr>
            <p:cNvSpPr>
              <a:spLocks noChangeAspect="1" noChangeArrowheads="1"/>
            </p:cNvSpPr>
            <p:nvPr userDrawn="1"/>
          </p:nvSpPr>
          <p:spPr bwMode="auto">
            <a:xfrm>
              <a:off x="1630250"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6" name="Oval 68">
              <a:extLst>
                <a:ext uri="{FF2B5EF4-FFF2-40B4-BE49-F238E27FC236}">
                  <a16:creationId xmlns:a16="http://schemas.microsoft.com/office/drawing/2014/main" id="{FD605C9A-911B-41E6-A598-EA183532BADE}"/>
                </a:ext>
              </a:extLst>
            </p:cNvPr>
            <p:cNvSpPr>
              <a:spLocks noChangeAspect="1" noChangeArrowheads="1"/>
            </p:cNvSpPr>
            <p:nvPr userDrawn="1"/>
          </p:nvSpPr>
          <p:spPr bwMode="auto">
            <a:xfrm>
              <a:off x="174333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39" name="Oval 69">
              <a:extLst>
                <a:ext uri="{FF2B5EF4-FFF2-40B4-BE49-F238E27FC236}">
                  <a16:creationId xmlns:a16="http://schemas.microsoft.com/office/drawing/2014/main" id="{3889C101-9337-457E-AC55-910C77DB1E69}"/>
                </a:ext>
              </a:extLst>
            </p:cNvPr>
            <p:cNvSpPr>
              <a:spLocks noChangeAspect="1" noChangeArrowheads="1"/>
            </p:cNvSpPr>
            <p:nvPr userDrawn="1"/>
          </p:nvSpPr>
          <p:spPr bwMode="auto">
            <a:xfrm>
              <a:off x="1854910"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0" name="Oval 70">
              <a:extLst>
                <a:ext uri="{FF2B5EF4-FFF2-40B4-BE49-F238E27FC236}">
                  <a16:creationId xmlns:a16="http://schemas.microsoft.com/office/drawing/2014/main" id="{77D21E7B-C71B-41B8-AF31-92B34546C086}"/>
                </a:ext>
              </a:extLst>
            </p:cNvPr>
            <p:cNvSpPr>
              <a:spLocks noChangeAspect="1" noChangeArrowheads="1"/>
            </p:cNvSpPr>
            <p:nvPr userDrawn="1"/>
          </p:nvSpPr>
          <p:spPr bwMode="auto">
            <a:xfrm>
              <a:off x="1967995"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1" name="Oval 71">
              <a:extLst>
                <a:ext uri="{FF2B5EF4-FFF2-40B4-BE49-F238E27FC236}">
                  <a16:creationId xmlns:a16="http://schemas.microsoft.com/office/drawing/2014/main" id="{8C83AB71-CBB1-4CBC-9E82-68495E083D6F}"/>
                </a:ext>
              </a:extLst>
            </p:cNvPr>
            <p:cNvSpPr>
              <a:spLocks noChangeAspect="1" noChangeArrowheads="1"/>
            </p:cNvSpPr>
            <p:nvPr userDrawn="1"/>
          </p:nvSpPr>
          <p:spPr bwMode="auto">
            <a:xfrm>
              <a:off x="2079571"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2" name="Oval 72">
              <a:extLst>
                <a:ext uri="{FF2B5EF4-FFF2-40B4-BE49-F238E27FC236}">
                  <a16:creationId xmlns:a16="http://schemas.microsoft.com/office/drawing/2014/main" id="{3518374B-6BB0-47F2-82C6-BDBB0B3D3720}"/>
                </a:ext>
              </a:extLst>
            </p:cNvPr>
            <p:cNvSpPr>
              <a:spLocks noChangeAspect="1" noChangeArrowheads="1"/>
            </p:cNvSpPr>
            <p:nvPr userDrawn="1"/>
          </p:nvSpPr>
          <p:spPr bwMode="auto">
            <a:xfrm>
              <a:off x="2192656"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3" name="Oval 73">
              <a:extLst>
                <a:ext uri="{FF2B5EF4-FFF2-40B4-BE49-F238E27FC236}">
                  <a16:creationId xmlns:a16="http://schemas.microsoft.com/office/drawing/2014/main" id="{ED3B37FF-990E-43DB-A877-5D63BE9B280F}"/>
                </a:ext>
              </a:extLst>
            </p:cNvPr>
            <p:cNvSpPr>
              <a:spLocks noChangeAspect="1" noChangeArrowheads="1"/>
            </p:cNvSpPr>
            <p:nvPr userDrawn="1"/>
          </p:nvSpPr>
          <p:spPr bwMode="auto">
            <a:xfrm>
              <a:off x="230423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4" name="Oval 74">
              <a:extLst>
                <a:ext uri="{FF2B5EF4-FFF2-40B4-BE49-F238E27FC236}">
                  <a16:creationId xmlns:a16="http://schemas.microsoft.com/office/drawing/2014/main" id="{46D29A7A-1ED4-49DE-A6DA-CF29592C551B}"/>
                </a:ext>
              </a:extLst>
            </p:cNvPr>
            <p:cNvSpPr>
              <a:spLocks noChangeAspect="1" noChangeArrowheads="1"/>
            </p:cNvSpPr>
            <p:nvPr userDrawn="1"/>
          </p:nvSpPr>
          <p:spPr bwMode="auto">
            <a:xfrm>
              <a:off x="241731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5" name="Oval 75">
              <a:extLst>
                <a:ext uri="{FF2B5EF4-FFF2-40B4-BE49-F238E27FC236}">
                  <a16:creationId xmlns:a16="http://schemas.microsoft.com/office/drawing/2014/main" id="{F1CC3431-ADA9-46C9-A0BC-99EFC2C2FA75}"/>
                </a:ext>
              </a:extLst>
            </p:cNvPr>
            <p:cNvSpPr>
              <a:spLocks noChangeAspect="1" noChangeArrowheads="1"/>
            </p:cNvSpPr>
            <p:nvPr userDrawn="1"/>
          </p:nvSpPr>
          <p:spPr bwMode="auto">
            <a:xfrm>
              <a:off x="275355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6" name="Oval 76">
              <a:extLst>
                <a:ext uri="{FF2B5EF4-FFF2-40B4-BE49-F238E27FC236}">
                  <a16:creationId xmlns:a16="http://schemas.microsoft.com/office/drawing/2014/main" id="{836C7156-CB92-4897-ADB4-63B920B9A29C}"/>
                </a:ext>
              </a:extLst>
            </p:cNvPr>
            <p:cNvSpPr>
              <a:spLocks noChangeAspect="1" noChangeArrowheads="1"/>
            </p:cNvSpPr>
            <p:nvPr userDrawn="1"/>
          </p:nvSpPr>
          <p:spPr bwMode="auto">
            <a:xfrm>
              <a:off x="286663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7" name="Oval 77">
              <a:extLst>
                <a:ext uri="{FF2B5EF4-FFF2-40B4-BE49-F238E27FC236}">
                  <a16:creationId xmlns:a16="http://schemas.microsoft.com/office/drawing/2014/main" id="{E9DCF977-A0BE-4892-B273-9EC36B83DAD7}"/>
                </a:ext>
              </a:extLst>
            </p:cNvPr>
            <p:cNvSpPr>
              <a:spLocks noChangeAspect="1" noChangeArrowheads="1"/>
            </p:cNvSpPr>
            <p:nvPr userDrawn="1"/>
          </p:nvSpPr>
          <p:spPr bwMode="auto">
            <a:xfrm>
              <a:off x="297821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8" name="Oval 78">
              <a:extLst>
                <a:ext uri="{FF2B5EF4-FFF2-40B4-BE49-F238E27FC236}">
                  <a16:creationId xmlns:a16="http://schemas.microsoft.com/office/drawing/2014/main" id="{B47FDFB6-7F5D-42BC-AE01-0C5EC04E8F24}"/>
                </a:ext>
              </a:extLst>
            </p:cNvPr>
            <p:cNvSpPr>
              <a:spLocks noChangeAspect="1" noChangeArrowheads="1"/>
            </p:cNvSpPr>
            <p:nvPr userDrawn="1"/>
          </p:nvSpPr>
          <p:spPr bwMode="auto">
            <a:xfrm>
              <a:off x="3091299"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9" name="Oval 79">
              <a:extLst>
                <a:ext uri="{FF2B5EF4-FFF2-40B4-BE49-F238E27FC236}">
                  <a16:creationId xmlns:a16="http://schemas.microsoft.com/office/drawing/2014/main" id="{A0F6D173-BF5E-47F4-BBD2-6725041EDE01}"/>
                </a:ext>
              </a:extLst>
            </p:cNvPr>
            <p:cNvSpPr>
              <a:spLocks noChangeAspect="1" noChangeArrowheads="1"/>
            </p:cNvSpPr>
            <p:nvPr userDrawn="1"/>
          </p:nvSpPr>
          <p:spPr bwMode="auto">
            <a:xfrm>
              <a:off x="320438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0" name="Oval 80">
              <a:extLst>
                <a:ext uri="{FF2B5EF4-FFF2-40B4-BE49-F238E27FC236}">
                  <a16:creationId xmlns:a16="http://schemas.microsoft.com/office/drawing/2014/main" id="{454CC24D-1C59-4523-81E8-AFD34F7054F2}"/>
                </a:ext>
              </a:extLst>
            </p:cNvPr>
            <p:cNvSpPr>
              <a:spLocks noChangeAspect="1" noChangeArrowheads="1"/>
            </p:cNvSpPr>
            <p:nvPr userDrawn="1"/>
          </p:nvSpPr>
          <p:spPr bwMode="auto">
            <a:xfrm>
              <a:off x="331595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1" name="Oval 81">
              <a:extLst>
                <a:ext uri="{FF2B5EF4-FFF2-40B4-BE49-F238E27FC236}">
                  <a16:creationId xmlns:a16="http://schemas.microsoft.com/office/drawing/2014/main" id="{E4864CD0-1A5E-4C0B-A61C-F50D1584FDEC}"/>
                </a:ext>
              </a:extLst>
            </p:cNvPr>
            <p:cNvSpPr>
              <a:spLocks noChangeAspect="1" noChangeArrowheads="1"/>
            </p:cNvSpPr>
            <p:nvPr userDrawn="1"/>
          </p:nvSpPr>
          <p:spPr bwMode="auto">
            <a:xfrm>
              <a:off x="342904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2" name="Oval 82">
              <a:extLst>
                <a:ext uri="{FF2B5EF4-FFF2-40B4-BE49-F238E27FC236}">
                  <a16:creationId xmlns:a16="http://schemas.microsoft.com/office/drawing/2014/main" id="{EDD84B0A-4A8D-4D0D-A117-8E6CE34E2FC8}"/>
                </a:ext>
              </a:extLst>
            </p:cNvPr>
            <p:cNvSpPr>
              <a:spLocks noChangeAspect="1" noChangeArrowheads="1"/>
            </p:cNvSpPr>
            <p:nvPr userDrawn="1"/>
          </p:nvSpPr>
          <p:spPr bwMode="auto">
            <a:xfrm>
              <a:off x="3540621"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3" name="Oval 83">
              <a:extLst>
                <a:ext uri="{FF2B5EF4-FFF2-40B4-BE49-F238E27FC236}">
                  <a16:creationId xmlns:a16="http://schemas.microsoft.com/office/drawing/2014/main" id="{AB81ACD9-3F42-4C13-9880-8CE024D94A68}"/>
                </a:ext>
              </a:extLst>
            </p:cNvPr>
            <p:cNvSpPr>
              <a:spLocks noChangeAspect="1" noChangeArrowheads="1"/>
            </p:cNvSpPr>
            <p:nvPr userDrawn="1"/>
          </p:nvSpPr>
          <p:spPr bwMode="auto">
            <a:xfrm>
              <a:off x="365370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4" name="Oval 84">
              <a:extLst>
                <a:ext uri="{FF2B5EF4-FFF2-40B4-BE49-F238E27FC236}">
                  <a16:creationId xmlns:a16="http://schemas.microsoft.com/office/drawing/2014/main" id="{08235124-9D2D-487A-8EB0-ABDCF52CA83A}"/>
                </a:ext>
              </a:extLst>
            </p:cNvPr>
            <p:cNvSpPr>
              <a:spLocks noChangeAspect="1" noChangeArrowheads="1"/>
            </p:cNvSpPr>
            <p:nvPr userDrawn="1"/>
          </p:nvSpPr>
          <p:spPr bwMode="auto">
            <a:xfrm>
              <a:off x="3765282"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5" name="Oval 85">
              <a:extLst>
                <a:ext uri="{FF2B5EF4-FFF2-40B4-BE49-F238E27FC236}">
                  <a16:creationId xmlns:a16="http://schemas.microsoft.com/office/drawing/2014/main" id="{522363D8-3CB5-446C-B464-814C527B8EFA}"/>
                </a:ext>
              </a:extLst>
            </p:cNvPr>
            <p:cNvSpPr>
              <a:spLocks noChangeAspect="1" noChangeArrowheads="1"/>
            </p:cNvSpPr>
            <p:nvPr userDrawn="1"/>
          </p:nvSpPr>
          <p:spPr bwMode="auto">
            <a:xfrm>
              <a:off x="5787228"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6" name="Oval 86">
              <a:extLst>
                <a:ext uri="{FF2B5EF4-FFF2-40B4-BE49-F238E27FC236}">
                  <a16:creationId xmlns:a16="http://schemas.microsoft.com/office/drawing/2014/main" id="{FFEAD846-C5CA-4639-BF96-A1CFF05040A0}"/>
                </a:ext>
              </a:extLst>
            </p:cNvPr>
            <p:cNvSpPr>
              <a:spLocks noChangeAspect="1" noChangeArrowheads="1"/>
            </p:cNvSpPr>
            <p:nvPr userDrawn="1"/>
          </p:nvSpPr>
          <p:spPr bwMode="auto">
            <a:xfrm>
              <a:off x="590031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7" name="Oval 87">
              <a:extLst>
                <a:ext uri="{FF2B5EF4-FFF2-40B4-BE49-F238E27FC236}">
                  <a16:creationId xmlns:a16="http://schemas.microsoft.com/office/drawing/2014/main" id="{49825498-7B30-4836-9302-8D7E6A72C764}"/>
                </a:ext>
              </a:extLst>
            </p:cNvPr>
            <p:cNvSpPr>
              <a:spLocks noChangeAspect="1" noChangeArrowheads="1"/>
            </p:cNvSpPr>
            <p:nvPr userDrawn="1"/>
          </p:nvSpPr>
          <p:spPr bwMode="auto">
            <a:xfrm>
              <a:off x="657429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8" name="Oval 88">
              <a:extLst>
                <a:ext uri="{FF2B5EF4-FFF2-40B4-BE49-F238E27FC236}">
                  <a16:creationId xmlns:a16="http://schemas.microsoft.com/office/drawing/2014/main" id="{77B678C5-DF15-4446-9E7B-0A32BE5329EA}"/>
                </a:ext>
              </a:extLst>
            </p:cNvPr>
            <p:cNvSpPr>
              <a:spLocks noChangeAspect="1" noChangeArrowheads="1"/>
            </p:cNvSpPr>
            <p:nvPr userDrawn="1"/>
          </p:nvSpPr>
          <p:spPr bwMode="auto">
            <a:xfrm>
              <a:off x="6687381"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9" name="Oval 89">
              <a:extLst>
                <a:ext uri="{FF2B5EF4-FFF2-40B4-BE49-F238E27FC236}">
                  <a16:creationId xmlns:a16="http://schemas.microsoft.com/office/drawing/2014/main" id="{C9CF554B-BB7B-4B1B-84D6-2E2E6663CD2C}"/>
                </a:ext>
              </a:extLst>
            </p:cNvPr>
            <p:cNvSpPr>
              <a:spLocks noChangeAspect="1" noChangeArrowheads="1"/>
            </p:cNvSpPr>
            <p:nvPr userDrawn="1"/>
          </p:nvSpPr>
          <p:spPr bwMode="auto">
            <a:xfrm>
              <a:off x="6798957"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0" name="Oval 90">
              <a:extLst>
                <a:ext uri="{FF2B5EF4-FFF2-40B4-BE49-F238E27FC236}">
                  <a16:creationId xmlns:a16="http://schemas.microsoft.com/office/drawing/2014/main" id="{A631462A-43F4-489F-84F8-463D7BFE5129}"/>
                </a:ext>
              </a:extLst>
            </p:cNvPr>
            <p:cNvSpPr>
              <a:spLocks noChangeAspect="1" noChangeArrowheads="1"/>
            </p:cNvSpPr>
            <p:nvPr userDrawn="1"/>
          </p:nvSpPr>
          <p:spPr bwMode="auto">
            <a:xfrm>
              <a:off x="6912041"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1" name="Oval 91">
              <a:extLst>
                <a:ext uri="{FF2B5EF4-FFF2-40B4-BE49-F238E27FC236}">
                  <a16:creationId xmlns:a16="http://schemas.microsoft.com/office/drawing/2014/main" id="{EF176C39-6722-42CC-B58C-E6E3CE559E99}"/>
                </a:ext>
              </a:extLst>
            </p:cNvPr>
            <p:cNvSpPr>
              <a:spLocks noChangeAspect="1" noChangeArrowheads="1"/>
            </p:cNvSpPr>
            <p:nvPr userDrawn="1"/>
          </p:nvSpPr>
          <p:spPr bwMode="auto">
            <a:xfrm>
              <a:off x="7586024"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2" name="Oval 92">
              <a:extLst>
                <a:ext uri="{FF2B5EF4-FFF2-40B4-BE49-F238E27FC236}">
                  <a16:creationId xmlns:a16="http://schemas.microsoft.com/office/drawing/2014/main" id="{635607E7-DA3B-4B41-87DE-027571DB0005}"/>
                </a:ext>
              </a:extLst>
            </p:cNvPr>
            <p:cNvSpPr>
              <a:spLocks noChangeAspect="1" noChangeArrowheads="1"/>
            </p:cNvSpPr>
            <p:nvPr userDrawn="1"/>
          </p:nvSpPr>
          <p:spPr bwMode="auto">
            <a:xfrm>
              <a:off x="769759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3" name="Oval 93">
              <a:extLst>
                <a:ext uri="{FF2B5EF4-FFF2-40B4-BE49-F238E27FC236}">
                  <a16:creationId xmlns:a16="http://schemas.microsoft.com/office/drawing/2014/main" id="{32069185-0DA3-4935-8C52-9F1FE7667E7E}"/>
                </a:ext>
              </a:extLst>
            </p:cNvPr>
            <p:cNvSpPr>
              <a:spLocks noChangeAspect="1" noChangeArrowheads="1"/>
            </p:cNvSpPr>
            <p:nvPr userDrawn="1"/>
          </p:nvSpPr>
          <p:spPr bwMode="auto">
            <a:xfrm>
              <a:off x="781068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4" name="Oval 94">
              <a:extLst>
                <a:ext uri="{FF2B5EF4-FFF2-40B4-BE49-F238E27FC236}">
                  <a16:creationId xmlns:a16="http://schemas.microsoft.com/office/drawing/2014/main" id="{642BAC59-69A0-4429-A36F-44654BD5039B}"/>
                </a:ext>
              </a:extLst>
            </p:cNvPr>
            <p:cNvSpPr>
              <a:spLocks noChangeAspect="1" noChangeArrowheads="1"/>
            </p:cNvSpPr>
            <p:nvPr userDrawn="1"/>
          </p:nvSpPr>
          <p:spPr bwMode="auto">
            <a:xfrm>
              <a:off x="1405588"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5" name="Oval 95">
              <a:extLst>
                <a:ext uri="{FF2B5EF4-FFF2-40B4-BE49-F238E27FC236}">
                  <a16:creationId xmlns:a16="http://schemas.microsoft.com/office/drawing/2014/main" id="{548B822F-BA8C-4E70-A9E4-1D07C02C8FA3}"/>
                </a:ext>
              </a:extLst>
            </p:cNvPr>
            <p:cNvSpPr>
              <a:spLocks noChangeAspect="1" noChangeArrowheads="1"/>
            </p:cNvSpPr>
            <p:nvPr userDrawn="1"/>
          </p:nvSpPr>
          <p:spPr bwMode="auto">
            <a:xfrm>
              <a:off x="1518673"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6" name="Oval 96">
              <a:extLst>
                <a:ext uri="{FF2B5EF4-FFF2-40B4-BE49-F238E27FC236}">
                  <a16:creationId xmlns:a16="http://schemas.microsoft.com/office/drawing/2014/main" id="{1DE672EC-0933-4456-B3E0-25D9A200F2C3}"/>
                </a:ext>
              </a:extLst>
            </p:cNvPr>
            <p:cNvSpPr>
              <a:spLocks noChangeAspect="1" noChangeArrowheads="1"/>
            </p:cNvSpPr>
            <p:nvPr userDrawn="1"/>
          </p:nvSpPr>
          <p:spPr bwMode="auto">
            <a:xfrm>
              <a:off x="1630250"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7" name="Oval 97">
              <a:extLst>
                <a:ext uri="{FF2B5EF4-FFF2-40B4-BE49-F238E27FC236}">
                  <a16:creationId xmlns:a16="http://schemas.microsoft.com/office/drawing/2014/main" id="{8A2C1AF4-EDE7-4503-AB5C-EF1B495B7846}"/>
                </a:ext>
              </a:extLst>
            </p:cNvPr>
            <p:cNvSpPr>
              <a:spLocks noChangeAspect="1" noChangeArrowheads="1"/>
            </p:cNvSpPr>
            <p:nvPr userDrawn="1"/>
          </p:nvSpPr>
          <p:spPr bwMode="auto">
            <a:xfrm>
              <a:off x="1743333"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8" name="Oval 98">
              <a:extLst>
                <a:ext uri="{FF2B5EF4-FFF2-40B4-BE49-F238E27FC236}">
                  <a16:creationId xmlns:a16="http://schemas.microsoft.com/office/drawing/2014/main" id="{A45C578F-2086-4AB8-ABF8-1B1F8A9140A3}"/>
                </a:ext>
              </a:extLst>
            </p:cNvPr>
            <p:cNvSpPr>
              <a:spLocks noChangeAspect="1" noChangeArrowheads="1"/>
            </p:cNvSpPr>
            <p:nvPr userDrawn="1"/>
          </p:nvSpPr>
          <p:spPr bwMode="auto">
            <a:xfrm>
              <a:off x="1854910"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9" name="Oval 99">
              <a:extLst>
                <a:ext uri="{FF2B5EF4-FFF2-40B4-BE49-F238E27FC236}">
                  <a16:creationId xmlns:a16="http://schemas.microsoft.com/office/drawing/2014/main" id="{3287EF5D-815F-462E-9BC8-60A668A879DA}"/>
                </a:ext>
              </a:extLst>
            </p:cNvPr>
            <p:cNvSpPr>
              <a:spLocks noChangeAspect="1" noChangeArrowheads="1"/>
            </p:cNvSpPr>
            <p:nvPr userDrawn="1"/>
          </p:nvSpPr>
          <p:spPr bwMode="auto">
            <a:xfrm>
              <a:off x="1967995"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0" name="Oval 100">
              <a:extLst>
                <a:ext uri="{FF2B5EF4-FFF2-40B4-BE49-F238E27FC236}">
                  <a16:creationId xmlns:a16="http://schemas.microsoft.com/office/drawing/2014/main" id="{242FFAFE-7BD1-4D52-B6C2-C095722F2D6C}"/>
                </a:ext>
              </a:extLst>
            </p:cNvPr>
            <p:cNvSpPr>
              <a:spLocks noChangeAspect="1" noChangeArrowheads="1"/>
            </p:cNvSpPr>
            <p:nvPr userDrawn="1"/>
          </p:nvSpPr>
          <p:spPr bwMode="auto">
            <a:xfrm>
              <a:off x="207957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1" name="Oval 101">
              <a:extLst>
                <a:ext uri="{FF2B5EF4-FFF2-40B4-BE49-F238E27FC236}">
                  <a16:creationId xmlns:a16="http://schemas.microsoft.com/office/drawing/2014/main" id="{BBE7E151-80EA-4E68-98BC-F0C4C42AF2FF}"/>
                </a:ext>
              </a:extLst>
            </p:cNvPr>
            <p:cNvSpPr>
              <a:spLocks noChangeAspect="1" noChangeArrowheads="1"/>
            </p:cNvSpPr>
            <p:nvPr userDrawn="1"/>
          </p:nvSpPr>
          <p:spPr bwMode="auto">
            <a:xfrm>
              <a:off x="2192656"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2" name="Oval 102">
              <a:extLst>
                <a:ext uri="{FF2B5EF4-FFF2-40B4-BE49-F238E27FC236}">
                  <a16:creationId xmlns:a16="http://schemas.microsoft.com/office/drawing/2014/main" id="{9622DB76-818C-4D29-86B2-4A1755452F06}"/>
                </a:ext>
              </a:extLst>
            </p:cNvPr>
            <p:cNvSpPr>
              <a:spLocks noChangeAspect="1" noChangeArrowheads="1"/>
            </p:cNvSpPr>
            <p:nvPr userDrawn="1"/>
          </p:nvSpPr>
          <p:spPr bwMode="auto">
            <a:xfrm>
              <a:off x="2304233"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3" name="Oval 103">
              <a:extLst>
                <a:ext uri="{FF2B5EF4-FFF2-40B4-BE49-F238E27FC236}">
                  <a16:creationId xmlns:a16="http://schemas.microsoft.com/office/drawing/2014/main" id="{5BBA3F06-9BE1-46D5-8993-45EAFA884D62}"/>
                </a:ext>
              </a:extLst>
            </p:cNvPr>
            <p:cNvSpPr>
              <a:spLocks noChangeAspect="1" noChangeArrowheads="1"/>
            </p:cNvSpPr>
            <p:nvPr userDrawn="1"/>
          </p:nvSpPr>
          <p:spPr bwMode="auto">
            <a:xfrm>
              <a:off x="2417316"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4" name="Oval 104">
              <a:extLst>
                <a:ext uri="{FF2B5EF4-FFF2-40B4-BE49-F238E27FC236}">
                  <a16:creationId xmlns:a16="http://schemas.microsoft.com/office/drawing/2014/main" id="{570C0AC4-806E-4320-ADDC-225F3286A1A9}"/>
                </a:ext>
              </a:extLst>
            </p:cNvPr>
            <p:cNvSpPr>
              <a:spLocks noChangeAspect="1" noChangeArrowheads="1"/>
            </p:cNvSpPr>
            <p:nvPr userDrawn="1"/>
          </p:nvSpPr>
          <p:spPr bwMode="auto">
            <a:xfrm>
              <a:off x="3091299"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5" name="Oval 105">
              <a:extLst>
                <a:ext uri="{FF2B5EF4-FFF2-40B4-BE49-F238E27FC236}">
                  <a16:creationId xmlns:a16="http://schemas.microsoft.com/office/drawing/2014/main" id="{37DDA800-9082-4CF1-B220-5EA9557DEA83}"/>
                </a:ext>
              </a:extLst>
            </p:cNvPr>
            <p:cNvSpPr>
              <a:spLocks noChangeAspect="1" noChangeArrowheads="1"/>
            </p:cNvSpPr>
            <p:nvPr userDrawn="1"/>
          </p:nvSpPr>
          <p:spPr bwMode="auto">
            <a:xfrm>
              <a:off x="3204383"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6" name="Oval 106">
              <a:extLst>
                <a:ext uri="{FF2B5EF4-FFF2-40B4-BE49-F238E27FC236}">
                  <a16:creationId xmlns:a16="http://schemas.microsoft.com/office/drawing/2014/main" id="{DE9056C7-8E68-4B33-9571-1A2458AE52DA}"/>
                </a:ext>
              </a:extLst>
            </p:cNvPr>
            <p:cNvSpPr>
              <a:spLocks noChangeAspect="1" noChangeArrowheads="1"/>
            </p:cNvSpPr>
            <p:nvPr userDrawn="1"/>
          </p:nvSpPr>
          <p:spPr bwMode="auto">
            <a:xfrm>
              <a:off x="3315959"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7" name="Oval 107">
              <a:extLst>
                <a:ext uri="{FF2B5EF4-FFF2-40B4-BE49-F238E27FC236}">
                  <a16:creationId xmlns:a16="http://schemas.microsoft.com/office/drawing/2014/main" id="{B673EA8D-6FCF-47DB-824A-DB89AF3CFB2D}"/>
                </a:ext>
              </a:extLst>
            </p:cNvPr>
            <p:cNvSpPr>
              <a:spLocks noChangeAspect="1" noChangeArrowheads="1"/>
            </p:cNvSpPr>
            <p:nvPr userDrawn="1"/>
          </p:nvSpPr>
          <p:spPr bwMode="auto">
            <a:xfrm>
              <a:off x="3429044"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8" name="Oval 108">
              <a:extLst>
                <a:ext uri="{FF2B5EF4-FFF2-40B4-BE49-F238E27FC236}">
                  <a16:creationId xmlns:a16="http://schemas.microsoft.com/office/drawing/2014/main" id="{7B59B4A7-B52A-4989-B966-0BA5F2B37E74}"/>
                </a:ext>
              </a:extLst>
            </p:cNvPr>
            <p:cNvSpPr>
              <a:spLocks noChangeAspect="1" noChangeArrowheads="1"/>
            </p:cNvSpPr>
            <p:nvPr userDrawn="1"/>
          </p:nvSpPr>
          <p:spPr bwMode="auto">
            <a:xfrm>
              <a:off x="354062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9" name="Oval 109">
              <a:extLst>
                <a:ext uri="{FF2B5EF4-FFF2-40B4-BE49-F238E27FC236}">
                  <a16:creationId xmlns:a16="http://schemas.microsoft.com/office/drawing/2014/main" id="{A4DC70AE-B335-4F0C-B5FD-AA45672A69E9}"/>
                </a:ext>
              </a:extLst>
            </p:cNvPr>
            <p:cNvSpPr>
              <a:spLocks noChangeAspect="1" noChangeArrowheads="1"/>
            </p:cNvSpPr>
            <p:nvPr userDrawn="1"/>
          </p:nvSpPr>
          <p:spPr bwMode="auto">
            <a:xfrm>
              <a:off x="3653706"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0" name="Oval 110">
              <a:extLst>
                <a:ext uri="{FF2B5EF4-FFF2-40B4-BE49-F238E27FC236}">
                  <a16:creationId xmlns:a16="http://schemas.microsoft.com/office/drawing/2014/main" id="{97BF6CDF-CB84-4439-9C2A-0D37C1FA9882}"/>
                </a:ext>
              </a:extLst>
            </p:cNvPr>
            <p:cNvSpPr>
              <a:spLocks noChangeAspect="1" noChangeArrowheads="1"/>
            </p:cNvSpPr>
            <p:nvPr userDrawn="1"/>
          </p:nvSpPr>
          <p:spPr bwMode="auto">
            <a:xfrm>
              <a:off x="3765282"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1" name="Oval 111">
              <a:extLst>
                <a:ext uri="{FF2B5EF4-FFF2-40B4-BE49-F238E27FC236}">
                  <a16:creationId xmlns:a16="http://schemas.microsoft.com/office/drawing/2014/main" id="{E85FF19A-AE9D-4350-BBEC-E35D3471C40C}"/>
                </a:ext>
              </a:extLst>
            </p:cNvPr>
            <p:cNvSpPr>
              <a:spLocks noChangeAspect="1" noChangeArrowheads="1"/>
            </p:cNvSpPr>
            <p:nvPr userDrawn="1"/>
          </p:nvSpPr>
          <p:spPr bwMode="auto">
            <a:xfrm>
              <a:off x="567565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2" name="Oval 112">
              <a:extLst>
                <a:ext uri="{FF2B5EF4-FFF2-40B4-BE49-F238E27FC236}">
                  <a16:creationId xmlns:a16="http://schemas.microsoft.com/office/drawing/2014/main" id="{20CCF0D8-2535-4511-8F1A-F0350AB53AB8}"/>
                </a:ext>
              </a:extLst>
            </p:cNvPr>
            <p:cNvSpPr>
              <a:spLocks noChangeAspect="1" noChangeArrowheads="1"/>
            </p:cNvSpPr>
            <p:nvPr userDrawn="1"/>
          </p:nvSpPr>
          <p:spPr bwMode="auto">
            <a:xfrm>
              <a:off x="6238058"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3" name="Oval 113">
              <a:extLst>
                <a:ext uri="{FF2B5EF4-FFF2-40B4-BE49-F238E27FC236}">
                  <a16:creationId xmlns:a16="http://schemas.microsoft.com/office/drawing/2014/main" id="{74F903E3-43BC-41D5-90CA-BEA1FDAB649E}"/>
                </a:ext>
              </a:extLst>
            </p:cNvPr>
            <p:cNvSpPr>
              <a:spLocks noChangeAspect="1" noChangeArrowheads="1"/>
            </p:cNvSpPr>
            <p:nvPr userDrawn="1"/>
          </p:nvSpPr>
          <p:spPr bwMode="auto">
            <a:xfrm>
              <a:off x="6349634"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4" name="Oval 114">
              <a:extLst>
                <a:ext uri="{FF2B5EF4-FFF2-40B4-BE49-F238E27FC236}">
                  <a16:creationId xmlns:a16="http://schemas.microsoft.com/office/drawing/2014/main" id="{835226DD-1EF1-44B4-80D4-EF4FDDA44188}"/>
                </a:ext>
              </a:extLst>
            </p:cNvPr>
            <p:cNvSpPr>
              <a:spLocks noChangeAspect="1" noChangeArrowheads="1"/>
            </p:cNvSpPr>
            <p:nvPr userDrawn="1"/>
          </p:nvSpPr>
          <p:spPr bwMode="auto">
            <a:xfrm>
              <a:off x="6462718"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5" name="Oval 115">
              <a:extLst>
                <a:ext uri="{FF2B5EF4-FFF2-40B4-BE49-F238E27FC236}">
                  <a16:creationId xmlns:a16="http://schemas.microsoft.com/office/drawing/2014/main" id="{93D49E45-4192-4BF0-91BC-30F8991AFBE6}"/>
                </a:ext>
              </a:extLst>
            </p:cNvPr>
            <p:cNvSpPr>
              <a:spLocks noChangeAspect="1" noChangeArrowheads="1"/>
            </p:cNvSpPr>
            <p:nvPr userDrawn="1"/>
          </p:nvSpPr>
          <p:spPr bwMode="auto">
            <a:xfrm>
              <a:off x="6574294"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6" name="Oval 116">
              <a:extLst>
                <a:ext uri="{FF2B5EF4-FFF2-40B4-BE49-F238E27FC236}">
                  <a16:creationId xmlns:a16="http://schemas.microsoft.com/office/drawing/2014/main" id="{957DCD3F-EF58-44B5-B30D-F1403FA673CC}"/>
                </a:ext>
              </a:extLst>
            </p:cNvPr>
            <p:cNvSpPr>
              <a:spLocks noChangeAspect="1" noChangeArrowheads="1"/>
            </p:cNvSpPr>
            <p:nvPr userDrawn="1"/>
          </p:nvSpPr>
          <p:spPr bwMode="auto">
            <a:xfrm>
              <a:off x="668738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7" name="Oval 117">
              <a:extLst>
                <a:ext uri="{FF2B5EF4-FFF2-40B4-BE49-F238E27FC236}">
                  <a16:creationId xmlns:a16="http://schemas.microsoft.com/office/drawing/2014/main" id="{18A2AA5D-60BF-4773-AFB3-B7DF35838017}"/>
                </a:ext>
              </a:extLst>
            </p:cNvPr>
            <p:cNvSpPr>
              <a:spLocks noChangeAspect="1" noChangeArrowheads="1"/>
            </p:cNvSpPr>
            <p:nvPr userDrawn="1"/>
          </p:nvSpPr>
          <p:spPr bwMode="auto">
            <a:xfrm>
              <a:off x="6798957"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8" name="Oval 118">
              <a:extLst>
                <a:ext uri="{FF2B5EF4-FFF2-40B4-BE49-F238E27FC236}">
                  <a16:creationId xmlns:a16="http://schemas.microsoft.com/office/drawing/2014/main" id="{CA86107D-4D86-4F57-AADD-C3B6E4A2B683}"/>
                </a:ext>
              </a:extLst>
            </p:cNvPr>
            <p:cNvSpPr>
              <a:spLocks noChangeAspect="1" noChangeArrowheads="1"/>
            </p:cNvSpPr>
            <p:nvPr userDrawn="1"/>
          </p:nvSpPr>
          <p:spPr bwMode="auto">
            <a:xfrm>
              <a:off x="691204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9" name="Oval 119">
              <a:extLst>
                <a:ext uri="{FF2B5EF4-FFF2-40B4-BE49-F238E27FC236}">
                  <a16:creationId xmlns:a16="http://schemas.microsoft.com/office/drawing/2014/main" id="{0A6BB3E0-CC53-4CE1-A6DE-B0AED4AE438A}"/>
                </a:ext>
              </a:extLst>
            </p:cNvPr>
            <p:cNvSpPr>
              <a:spLocks noChangeAspect="1" noChangeArrowheads="1"/>
            </p:cNvSpPr>
            <p:nvPr userDrawn="1"/>
          </p:nvSpPr>
          <p:spPr bwMode="auto">
            <a:xfrm>
              <a:off x="7023616"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0" name="Oval 120">
              <a:extLst>
                <a:ext uri="{FF2B5EF4-FFF2-40B4-BE49-F238E27FC236}">
                  <a16:creationId xmlns:a16="http://schemas.microsoft.com/office/drawing/2014/main" id="{24B0F220-C1F0-483B-BF85-4203090BA7EE}"/>
                </a:ext>
              </a:extLst>
            </p:cNvPr>
            <p:cNvSpPr>
              <a:spLocks noChangeAspect="1" noChangeArrowheads="1"/>
            </p:cNvSpPr>
            <p:nvPr userDrawn="1"/>
          </p:nvSpPr>
          <p:spPr bwMode="auto">
            <a:xfrm>
              <a:off x="713670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1" name="Oval 121">
              <a:extLst>
                <a:ext uri="{FF2B5EF4-FFF2-40B4-BE49-F238E27FC236}">
                  <a16:creationId xmlns:a16="http://schemas.microsoft.com/office/drawing/2014/main" id="{507687E8-860D-4129-930E-4F8E26668943}"/>
                </a:ext>
              </a:extLst>
            </p:cNvPr>
            <p:cNvSpPr>
              <a:spLocks noChangeAspect="1" noChangeArrowheads="1"/>
            </p:cNvSpPr>
            <p:nvPr userDrawn="1"/>
          </p:nvSpPr>
          <p:spPr bwMode="auto">
            <a:xfrm>
              <a:off x="7248277"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2" name="Oval 122">
              <a:extLst>
                <a:ext uri="{FF2B5EF4-FFF2-40B4-BE49-F238E27FC236}">
                  <a16:creationId xmlns:a16="http://schemas.microsoft.com/office/drawing/2014/main" id="{42CC8627-5E3E-40B7-9C0A-8AB76BEC6CAF}"/>
                </a:ext>
              </a:extLst>
            </p:cNvPr>
            <p:cNvSpPr>
              <a:spLocks noChangeAspect="1" noChangeArrowheads="1"/>
            </p:cNvSpPr>
            <p:nvPr userDrawn="1"/>
          </p:nvSpPr>
          <p:spPr bwMode="auto">
            <a:xfrm>
              <a:off x="7586024"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3" name="Oval 123">
              <a:extLst>
                <a:ext uri="{FF2B5EF4-FFF2-40B4-BE49-F238E27FC236}">
                  <a16:creationId xmlns:a16="http://schemas.microsoft.com/office/drawing/2014/main" id="{5BA60E40-2068-48EA-8050-B19299DEBAC6}"/>
                </a:ext>
              </a:extLst>
            </p:cNvPr>
            <p:cNvSpPr>
              <a:spLocks noChangeAspect="1" noChangeArrowheads="1"/>
            </p:cNvSpPr>
            <p:nvPr userDrawn="1"/>
          </p:nvSpPr>
          <p:spPr bwMode="auto">
            <a:xfrm>
              <a:off x="140558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4" name="Oval 124">
              <a:extLst>
                <a:ext uri="{FF2B5EF4-FFF2-40B4-BE49-F238E27FC236}">
                  <a16:creationId xmlns:a16="http://schemas.microsoft.com/office/drawing/2014/main" id="{07D92EE1-02A1-4F17-98A7-61E11D9D2885}"/>
                </a:ext>
              </a:extLst>
            </p:cNvPr>
            <p:cNvSpPr>
              <a:spLocks noChangeAspect="1" noChangeArrowheads="1"/>
            </p:cNvSpPr>
            <p:nvPr userDrawn="1"/>
          </p:nvSpPr>
          <p:spPr bwMode="auto">
            <a:xfrm>
              <a:off x="151867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5" name="Oval 125">
              <a:extLst>
                <a:ext uri="{FF2B5EF4-FFF2-40B4-BE49-F238E27FC236}">
                  <a16:creationId xmlns:a16="http://schemas.microsoft.com/office/drawing/2014/main" id="{2DCD6B3E-AE63-4BC1-950A-72CA4A0C024E}"/>
                </a:ext>
              </a:extLst>
            </p:cNvPr>
            <p:cNvSpPr>
              <a:spLocks noChangeAspect="1" noChangeArrowheads="1"/>
            </p:cNvSpPr>
            <p:nvPr userDrawn="1"/>
          </p:nvSpPr>
          <p:spPr bwMode="auto">
            <a:xfrm>
              <a:off x="1630250"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6" name="Oval 126">
              <a:extLst>
                <a:ext uri="{FF2B5EF4-FFF2-40B4-BE49-F238E27FC236}">
                  <a16:creationId xmlns:a16="http://schemas.microsoft.com/office/drawing/2014/main" id="{6AA1F494-B1FA-43A2-89FF-E2E8CAFA1E09}"/>
                </a:ext>
              </a:extLst>
            </p:cNvPr>
            <p:cNvSpPr>
              <a:spLocks noChangeAspect="1" noChangeArrowheads="1"/>
            </p:cNvSpPr>
            <p:nvPr userDrawn="1"/>
          </p:nvSpPr>
          <p:spPr bwMode="auto">
            <a:xfrm>
              <a:off x="1743333"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7" name="Oval 127">
              <a:extLst>
                <a:ext uri="{FF2B5EF4-FFF2-40B4-BE49-F238E27FC236}">
                  <a16:creationId xmlns:a16="http://schemas.microsoft.com/office/drawing/2014/main" id="{6B8014EF-1004-49FB-8550-0412E95F1735}"/>
                </a:ext>
              </a:extLst>
            </p:cNvPr>
            <p:cNvSpPr>
              <a:spLocks noChangeAspect="1" noChangeArrowheads="1"/>
            </p:cNvSpPr>
            <p:nvPr userDrawn="1"/>
          </p:nvSpPr>
          <p:spPr bwMode="auto">
            <a:xfrm>
              <a:off x="1854910"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8" name="Oval 128">
              <a:extLst>
                <a:ext uri="{FF2B5EF4-FFF2-40B4-BE49-F238E27FC236}">
                  <a16:creationId xmlns:a16="http://schemas.microsoft.com/office/drawing/2014/main" id="{0BBCF7E2-EEBA-48EF-8A28-29D3C8E169CD}"/>
                </a:ext>
              </a:extLst>
            </p:cNvPr>
            <p:cNvSpPr>
              <a:spLocks noChangeAspect="1" noChangeArrowheads="1"/>
            </p:cNvSpPr>
            <p:nvPr userDrawn="1"/>
          </p:nvSpPr>
          <p:spPr bwMode="auto">
            <a:xfrm>
              <a:off x="1967995"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9" name="Oval 129">
              <a:extLst>
                <a:ext uri="{FF2B5EF4-FFF2-40B4-BE49-F238E27FC236}">
                  <a16:creationId xmlns:a16="http://schemas.microsoft.com/office/drawing/2014/main" id="{2DCB6215-C27D-4805-AF81-28E874016EC2}"/>
                </a:ext>
              </a:extLst>
            </p:cNvPr>
            <p:cNvSpPr>
              <a:spLocks noChangeAspect="1" noChangeArrowheads="1"/>
            </p:cNvSpPr>
            <p:nvPr userDrawn="1"/>
          </p:nvSpPr>
          <p:spPr bwMode="auto">
            <a:xfrm>
              <a:off x="207957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0" name="Oval 130">
              <a:extLst>
                <a:ext uri="{FF2B5EF4-FFF2-40B4-BE49-F238E27FC236}">
                  <a16:creationId xmlns:a16="http://schemas.microsoft.com/office/drawing/2014/main" id="{2794A762-340E-4CFE-8FBC-2C2A62110982}"/>
                </a:ext>
              </a:extLst>
            </p:cNvPr>
            <p:cNvSpPr>
              <a:spLocks noChangeAspect="1" noChangeArrowheads="1"/>
            </p:cNvSpPr>
            <p:nvPr userDrawn="1"/>
          </p:nvSpPr>
          <p:spPr bwMode="auto">
            <a:xfrm>
              <a:off x="2192656"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1" name="Oval 131">
              <a:extLst>
                <a:ext uri="{FF2B5EF4-FFF2-40B4-BE49-F238E27FC236}">
                  <a16:creationId xmlns:a16="http://schemas.microsoft.com/office/drawing/2014/main" id="{83CD943E-FF52-460B-BDEB-6972665B19A1}"/>
                </a:ext>
              </a:extLst>
            </p:cNvPr>
            <p:cNvSpPr>
              <a:spLocks noChangeAspect="1" noChangeArrowheads="1"/>
            </p:cNvSpPr>
            <p:nvPr userDrawn="1"/>
          </p:nvSpPr>
          <p:spPr bwMode="auto">
            <a:xfrm>
              <a:off x="2304233"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2" name="Oval 132">
              <a:extLst>
                <a:ext uri="{FF2B5EF4-FFF2-40B4-BE49-F238E27FC236}">
                  <a16:creationId xmlns:a16="http://schemas.microsoft.com/office/drawing/2014/main" id="{3DB23B32-7A85-44E2-B3CC-CDA62A2B6F37}"/>
                </a:ext>
              </a:extLst>
            </p:cNvPr>
            <p:cNvSpPr>
              <a:spLocks noChangeAspect="1" noChangeArrowheads="1"/>
            </p:cNvSpPr>
            <p:nvPr userDrawn="1"/>
          </p:nvSpPr>
          <p:spPr bwMode="auto">
            <a:xfrm>
              <a:off x="2417316"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3" name="Oval 133">
              <a:extLst>
                <a:ext uri="{FF2B5EF4-FFF2-40B4-BE49-F238E27FC236}">
                  <a16:creationId xmlns:a16="http://schemas.microsoft.com/office/drawing/2014/main" id="{E729A52D-C8E8-4E0A-97D3-2888605C67FF}"/>
                </a:ext>
              </a:extLst>
            </p:cNvPr>
            <p:cNvSpPr>
              <a:spLocks noChangeAspect="1" noChangeArrowheads="1"/>
            </p:cNvSpPr>
            <p:nvPr userDrawn="1"/>
          </p:nvSpPr>
          <p:spPr bwMode="auto">
            <a:xfrm>
              <a:off x="252889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4" name="Oval 134">
              <a:extLst>
                <a:ext uri="{FF2B5EF4-FFF2-40B4-BE49-F238E27FC236}">
                  <a16:creationId xmlns:a16="http://schemas.microsoft.com/office/drawing/2014/main" id="{DD4014FD-B03B-45C6-B875-411AAC5F3113}"/>
                </a:ext>
              </a:extLst>
            </p:cNvPr>
            <p:cNvSpPr>
              <a:spLocks noChangeAspect="1" noChangeArrowheads="1"/>
            </p:cNvSpPr>
            <p:nvPr userDrawn="1"/>
          </p:nvSpPr>
          <p:spPr bwMode="auto">
            <a:xfrm>
              <a:off x="3091299"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5" name="Oval 135">
              <a:extLst>
                <a:ext uri="{FF2B5EF4-FFF2-40B4-BE49-F238E27FC236}">
                  <a16:creationId xmlns:a16="http://schemas.microsoft.com/office/drawing/2014/main" id="{D4ABDB76-7B84-400C-B2EF-EB53C5E74154}"/>
                </a:ext>
              </a:extLst>
            </p:cNvPr>
            <p:cNvSpPr>
              <a:spLocks noChangeAspect="1" noChangeArrowheads="1"/>
            </p:cNvSpPr>
            <p:nvPr userDrawn="1"/>
          </p:nvSpPr>
          <p:spPr bwMode="auto">
            <a:xfrm>
              <a:off x="320438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6" name="Oval 136">
              <a:extLst>
                <a:ext uri="{FF2B5EF4-FFF2-40B4-BE49-F238E27FC236}">
                  <a16:creationId xmlns:a16="http://schemas.microsoft.com/office/drawing/2014/main" id="{1B0F3B45-46A5-422E-B337-083E8BDF723C}"/>
                </a:ext>
              </a:extLst>
            </p:cNvPr>
            <p:cNvSpPr>
              <a:spLocks noChangeAspect="1" noChangeArrowheads="1"/>
            </p:cNvSpPr>
            <p:nvPr userDrawn="1"/>
          </p:nvSpPr>
          <p:spPr bwMode="auto">
            <a:xfrm>
              <a:off x="3315959"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7" name="Oval 137">
              <a:extLst>
                <a:ext uri="{FF2B5EF4-FFF2-40B4-BE49-F238E27FC236}">
                  <a16:creationId xmlns:a16="http://schemas.microsoft.com/office/drawing/2014/main" id="{C8281CD4-B2EE-46FE-BAF0-6590839A3D99}"/>
                </a:ext>
              </a:extLst>
            </p:cNvPr>
            <p:cNvSpPr>
              <a:spLocks noChangeAspect="1" noChangeArrowheads="1"/>
            </p:cNvSpPr>
            <p:nvPr userDrawn="1"/>
          </p:nvSpPr>
          <p:spPr bwMode="auto">
            <a:xfrm>
              <a:off x="342904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8" name="Oval 138">
              <a:extLst>
                <a:ext uri="{FF2B5EF4-FFF2-40B4-BE49-F238E27FC236}">
                  <a16:creationId xmlns:a16="http://schemas.microsoft.com/office/drawing/2014/main" id="{EF3AF9DE-3BD7-4E6B-85C6-CD7760E3AFED}"/>
                </a:ext>
              </a:extLst>
            </p:cNvPr>
            <p:cNvSpPr>
              <a:spLocks noChangeAspect="1" noChangeArrowheads="1"/>
            </p:cNvSpPr>
            <p:nvPr userDrawn="1"/>
          </p:nvSpPr>
          <p:spPr bwMode="auto">
            <a:xfrm>
              <a:off x="3540621"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9" name="Oval 139">
              <a:extLst>
                <a:ext uri="{FF2B5EF4-FFF2-40B4-BE49-F238E27FC236}">
                  <a16:creationId xmlns:a16="http://schemas.microsoft.com/office/drawing/2014/main" id="{07CF0D78-379F-44C3-8F5F-F06A6E6D3594}"/>
                </a:ext>
              </a:extLst>
            </p:cNvPr>
            <p:cNvSpPr>
              <a:spLocks noChangeAspect="1" noChangeArrowheads="1"/>
            </p:cNvSpPr>
            <p:nvPr userDrawn="1"/>
          </p:nvSpPr>
          <p:spPr bwMode="auto">
            <a:xfrm>
              <a:off x="3653706"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0" name="Oval 140">
              <a:extLst>
                <a:ext uri="{FF2B5EF4-FFF2-40B4-BE49-F238E27FC236}">
                  <a16:creationId xmlns:a16="http://schemas.microsoft.com/office/drawing/2014/main" id="{32404E01-34C3-4FB2-B0D2-C549623C578E}"/>
                </a:ext>
              </a:extLst>
            </p:cNvPr>
            <p:cNvSpPr>
              <a:spLocks noChangeAspect="1" noChangeArrowheads="1"/>
            </p:cNvSpPr>
            <p:nvPr userDrawn="1"/>
          </p:nvSpPr>
          <p:spPr bwMode="auto">
            <a:xfrm>
              <a:off x="3765282"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1" name="Oval 141">
              <a:extLst>
                <a:ext uri="{FF2B5EF4-FFF2-40B4-BE49-F238E27FC236}">
                  <a16:creationId xmlns:a16="http://schemas.microsoft.com/office/drawing/2014/main" id="{8FE1B573-7CBD-44BB-9D56-410237CB033F}"/>
                </a:ext>
              </a:extLst>
            </p:cNvPr>
            <p:cNvSpPr>
              <a:spLocks noChangeAspect="1" noChangeArrowheads="1"/>
            </p:cNvSpPr>
            <p:nvPr userDrawn="1"/>
          </p:nvSpPr>
          <p:spPr bwMode="auto">
            <a:xfrm>
              <a:off x="477700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2" name="Oval 142">
              <a:extLst>
                <a:ext uri="{FF2B5EF4-FFF2-40B4-BE49-F238E27FC236}">
                  <a16:creationId xmlns:a16="http://schemas.microsoft.com/office/drawing/2014/main" id="{75D574D6-2B3A-4F28-9C2D-6C8D98694DE7}"/>
                </a:ext>
              </a:extLst>
            </p:cNvPr>
            <p:cNvSpPr>
              <a:spLocks noChangeAspect="1" noChangeArrowheads="1"/>
            </p:cNvSpPr>
            <p:nvPr userDrawn="1"/>
          </p:nvSpPr>
          <p:spPr bwMode="auto">
            <a:xfrm>
              <a:off x="4888585"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3" name="Oval 143">
              <a:extLst>
                <a:ext uri="{FF2B5EF4-FFF2-40B4-BE49-F238E27FC236}">
                  <a16:creationId xmlns:a16="http://schemas.microsoft.com/office/drawing/2014/main" id="{178BCF9B-313E-4EE2-ADD8-571ADCE5E648}"/>
                </a:ext>
              </a:extLst>
            </p:cNvPr>
            <p:cNvSpPr>
              <a:spLocks noChangeAspect="1" noChangeArrowheads="1"/>
            </p:cNvSpPr>
            <p:nvPr userDrawn="1"/>
          </p:nvSpPr>
          <p:spPr bwMode="auto">
            <a:xfrm>
              <a:off x="5001670"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4" name="Oval 144">
              <a:extLst>
                <a:ext uri="{FF2B5EF4-FFF2-40B4-BE49-F238E27FC236}">
                  <a16:creationId xmlns:a16="http://schemas.microsoft.com/office/drawing/2014/main" id="{33B95A70-8603-4163-895B-09F161E53874}"/>
                </a:ext>
              </a:extLst>
            </p:cNvPr>
            <p:cNvSpPr>
              <a:spLocks noChangeAspect="1" noChangeArrowheads="1"/>
            </p:cNvSpPr>
            <p:nvPr userDrawn="1"/>
          </p:nvSpPr>
          <p:spPr bwMode="auto">
            <a:xfrm>
              <a:off x="5562568"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5" name="Oval 145">
              <a:extLst>
                <a:ext uri="{FF2B5EF4-FFF2-40B4-BE49-F238E27FC236}">
                  <a16:creationId xmlns:a16="http://schemas.microsoft.com/office/drawing/2014/main" id="{A89DE847-4F30-42D4-A6B2-E1E7DD861490}"/>
                </a:ext>
              </a:extLst>
            </p:cNvPr>
            <p:cNvSpPr>
              <a:spLocks noChangeAspect="1" noChangeArrowheads="1"/>
            </p:cNvSpPr>
            <p:nvPr userDrawn="1"/>
          </p:nvSpPr>
          <p:spPr bwMode="auto">
            <a:xfrm>
              <a:off x="601339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6" name="Oval 146">
              <a:extLst>
                <a:ext uri="{FF2B5EF4-FFF2-40B4-BE49-F238E27FC236}">
                  <a16:creationId xmlns:a16="http://schemas.microsoft.com/office/drawing/2014/main" id="{68AD4D5F-5382-43FC-99F1-281045E3B6E9}"/>
                </a:ext>
              </a:extLst>
            </p:cNvPr>
            <p:cNvSpPr>
              <a:spLocks noChangeAspect="1" noChangeArrowheads="1"/>
            </p:cNvSpPr>
            <p:nvPr userDrawn="1"/>
          </p:nvSpPr>
          <p:spPr bwMode="auto">
            <a:xfrm>
              <a:off x="612497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7" name="Oval 147">
              <a:extLst>
                <a:ext uri="{FF2B5EF4-FFF2-40B4-BE49-F238E27FC236}">
                  <a16:creationId xmlns:a16="http://schemas.microsoft.com/office/drawing/2014/main" id="{A17A4704-6337-44EF-9744-CA5C66C5D9A7}"/>
                </a:ext>
              </a:extLst>
            </p:cNvPr>
            <p:cNvSpPr>
              <a:spLocks noChangeAspect="1" noChangeArrowheads="1"/>
            </p:cNvSpPr>
            <p:nvPr userDrawn="1"/>
          </p:nvSpPr>
          <p:spPr bwMode="auto">
            <a:xfrm>
              <a:off x="6238058"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8" name="Oval 148">
              <a:extLst>
                <a:ext uri="{FF2B5EF4-FFF2-40B4-BE49-F238E27FC236}">
                  <a16:creationId xmlns:a16="http://schemas.microsoft.com/office/drawing/2014/main" id="{89474D28-CD08-4EF9-9E20-7D29DA735B2E}"/>
                </a:ext>
              </a:extLst>
            </p:cNvPr>
            <p:cNvSpPr>
              <a:spLocks noChangeAspect="1" noChangeArrowheads="1"/>
            </p:cNvSpPr>
            <p:nvPr userDrawn="1"/>
          </p:nvSpPr>
          <p:spPr bwMode="auto">
            <a:xfrm>
              <a:off x="6349634"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9" name="Oval 149">
              <a:extLst>
                <a:ext uri="{FF2B5EF4-FFF2-40B4-BE49-F238E27FC236}">
                  <a16:creationId xmlns:a16="http://schemas.microsoft.com/office/drawing/2014/main" id="{651C5693-A386-4135-BEA6-1355EDCD4812}"/>
                </a:ext>
              </a:extLst>
            </p:cNvPr>
            <p:cNvSpPr>
              <a:spLocks noChangeAspect="1" noChangeArrowheads="1"/>
            </p:cNvSpPr>
            <p:nvPr userDrawn="1"/>
          </p:nvSpPr>
          <p:spPr bwMode="auto">
            <a:xfrm>
              <a:off x="646271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0" name="Oval 150">
              <a:extLst>
                <a:ext uri="{FF2B5EF4-FFF2-40B4-BE49-F238E27FC236}">
                  <a16:creationId xmlns:a16="http://schemas.microsoft.com/office/drawing/2014/main" id="{D376DB6C-BB34-4484-9DC8-745478854E31}"/>
                </a:ext>
              </a:extLst>
            </p:cNvPr>
            <p:cNvSpPr>
              <a:spLocks noChangeAspect="1" noChangeArrowheads="1"/>
            </p:cNvSpPr>
            <p:nvPr userDrawn="1"/>
          </p:nvSpPr>
          <p:spPr bwMode="auto">
            <a:xfrm>
              <a:off x="657429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1" name="Oval 151">
              <a:extLst>
                <a:ext uri="{FF2B5EF4-FFF2-40B4-BE49-F238E27FC236}">
                  <a16:creationId xmlns:a16="http://schemas.microsoft.com/office/drawing/2014/main" id="{7A300853-35BF-4FB4-A087-18FF4D9CD6A9}"/>
                </a:ext>
              </a:extLst>
            </p:cNvPr>
            <p:cNvSpPr>
              <a:spLocks noChangeAspect="1" noChangeArrowheads="1"/>
            </p:cNvSpPr>
            <p:nvPr userDrawn="1"/>
          </p:nvSpPr>
          <p:spPr bwMode="auto">
            <a:xfrm>
              <a:off x="668738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2" name="Oval 152">
              <a:extLst>
                <a:ext uri="{FF2B5EF4-FFF2-40B4-BE49-F238E27FC236}">
                  <a16:creationId xmlns:a16="http://schemas.microsoft.com/office/drawing/2014/main" id="{AAA22A26-95DD-4D2D-A1B7-FAAF97A9F774}"/>
                </a:ext>
              </a:extLst>
            </p:cNvPr>
            <p:cNvSpPr>
              <a:spLocks noChangeAspect="1" noChangeArrowheads="1"/>
            </p:cNvSpPr>
            <p:nvPr userDrawn="1"/>
          </p:nvSpPr>
          <p:spPr bwMode="auto">
            <a:xfrm>
              <a:off x="6798957"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3" name="Oval 153">
              <a:extLst>
                <a:ext uri="{FF2B5EF4-FFF2-40B4-BE49-F238E27FC236}">
                  <a16:creationId xmlns:a16="http://schemas.microsoft.com/office/drawing/2014/main" id="{0BBFF7A6-D5E4-43E8-AC3C-D47C4113B080}"/>
                </a:ext>
              </a:extLst>
            </p:cNvPr>
            <p:cNvSpPr>
              <a:spLocks noChangeAspect="1" noChangeArrowheads="1"/>
            </p:cNvSpPr>
            <p:nvPr userDrawn="1"/>
          </p:nvSpPr>
          <p:spPr bwMode="auto">
            <a:xfrm>
              <a:off x="6912041"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4" name="Oval 154">
              <a:extLst>
                <a:ext uri="{FF2B5EF4-FFF2-40B4-BE49-F238E27FC236}">
                  <a16:creationId xmlns:a16="http://schemas.microsoft.com/office/drawing/2014/main" id="{90FD097E-EFD2-4D6F-A9E4-7A595B2D3D07}"/>
                </a:ext>
              </a:extLst>
            </p:cNvPr>
            <p:cNvSpPr>
              <a:spLocks noChangeAspect="1" noChangeArrowheads="1"/>
            </p:cNvSpPr>
            <p:nvPr userDrawn="1"/>
          </p:nvSpPr>
          <p:spPr bwMode="auto">
            <a:xfrm>
              <a:off x="7023616"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5" name="Oval 155">
              <a:extLst>
                <a:ext uri="{FF2B5EF4-FFF2-40B4-BE49-F238E27FC236}">
                  <a16:creationId xmlns:a16="http://schemas.microsoft.com/office/drawing/2014/main" id="{B3AF34C6-CD06-4EE7-9D0A-8163AB981A44}"/>
                </a:ext>
              </a:extLst>
            </p:cNvPr>
            <p:cNvSpPr>
              <a:spLocks noChangeAspect="1" noChangeArrowheads="1"/>
            </p:cNvSpPr>
            <p:nvPr userDrawn="1"/>
          </p:nvSpPr>
          <p:spPr bwMode="auto">
            <a:xfrm>
              <a:off x="713670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6" name="Oval 156">
              <a:extLst>
                <a:ext uri="{FF2B5EF4-FFF2-40B4-BE49-F238E27FC236}">
                  <a16:creationId xmlns:a16="http://schemas.microsoft.com/office/drawing/2014/main" id="{8DF0D44B-27F6-483B-B376-81135B28AC70}"/>
                </a:ext>
              </a:extLst>
            </p:cNvPr>
            <p:cNvSpPr>
              <a:spLocks noChangeAspect="1" noChangeArrowheads="1"/>
            </p:cNvSpPr>
            <p:nvPr userDrawn="1"/>
          </p:nvSpPr>
          <p:spPr bwMode="auto">
            <a:xfrm>
              <a:off x="7248277"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7" name="Oval 157">
              <a:extLst>
                <a:ext uri="{FF2B5EF4-FFF2-40B4-BE49-F238E27FC236}">
                  <a16:creationId xmlns:a16="http://schemas.microsoft.com/office/drawing/2014/main" id="{0C6E888C-CC49-4AA8-80F9-A663DC4827E6}"/>
                </a:ext>
              </a:extLst>
            </p:cNvPr>
            <p:cNvSpPr>
              <a:spLocks noChangeAspect="1" noChangeArrowheads="1"/>
            </p:cNvSpPr>
            <p:nvPr userDrawn="1"/>
          </p:nvSpPr>
          <p:spPr bwMode="auto">
            <a:xfrm>
              <a:off x="7361362"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8" name="Oval 158">
              <a:extLst>
                <a:ext uri="{FF2B5EF4-FFF2-40B4-BE49-F238E27FC236}">
                  <a16:creationId xmlns:a16="http://schemas.microsoft.com/office/drawing/2014/main" id="{06D82472-F8E0-4450-9F24-348B6E8FCBC9}"/>
                </a:ext>
              </a:extLst>
            </p:cNvPr>
            <p:cNvSpPr>
              <a:spLocks noChangeAspect="1" noChangeArrowheads="1"/>
            </p:cNvSpPr>
            <p:nvPr userDrawn="1"/>
          </p:nvSpPr>
          <p:spPr bwMode="auto">
            <a:xfrm>
              <a:off x="7472939"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9" name="Oval 159">
              <a:extLst>
                <a:ext uri="{FF2B5EF4-FFF2-40B4-BE49-F238E27FC236}">
                  <a16:creationId xmlns:a16="http://schemas.microsoft.com/office/drawing/2014/main" id="{AAA96B2B-1F2D-4D2E-8A37-69EC55388EB7}"/>
                </a:ext>
              </a:extLst>
            </p:cNvPr>
            <p:cNvSpPr>
              <a:spLocks noChangeAspect="1" noChangeArrowheads="1"/>
            </p:cNvSpPr>
            <p:nvPr userDrawn="1"/>
          </p:nvSpPr>
          <p:spPr bwMode="auto">
            <a:xfrm>
              <a:off x="7586024"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0" name="Oval 160">
              <a:extLst>
                <a:ext uri="{FF2B5EF4-FFF2-40B4-BE49-F238E27FC236}">
                  <a16:creationId xmlns:a16="http://schemas.microsoft.com/office/drawing/2014/main" id="{57C90A9F-6E34-4F13-88B6-F5BFF5B208E8}"/>
                </a:ext>
              </a:extLst>
            </p:cNvPr>
            <p:cNvSpPr>
              <a:spLocks noChangeAspect="1" noChangeArrowheads="1"/>
            </p:cNvSpPr>
            <p:nvPr userDrawn="1"/>
          </p:nvSpPr>
          <p:spPr bwMode="auto">
            <a:xfrm>
              <a:off x="7697599"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1" name="Oval 161">
              <a:extLst>
                <a:ext uri="{FF2B5EF4-FFF2-40B4-BE49-F238E27FC236}">
                  <a16:creationId xmlns:a16="http://schemas.microsoft.com/office/drawing/2014/main" id="{4BCA185B-C3EB-45B7-943D-BAC6301610AF}"/>
                </a:ext>
              </a:extLst>
            </p:cNvPr>
            <p:cNvSpPr>
              <a:spLocks noChangeAspect="1" noChangeArrowheads="1"/>
            </p:cNvSpPr>
            <p:nvPr userDrawn="1"/>
          </p:nvSpPr>
          <p:spPr bwMode="auto">
            <a:xfrm>
              <a:off x="781068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2" name="Oval 162">
              <a:extLst>
                <a:ext uri="{FF2B5EF4-FFF2-40B4-BE49-F238E27FC236}">
                  <a16:creationId xmlns:a16="http://schemas.microsoft.com/office/drawing/2014/main" id="{A1F1A457-4EBA-44FE-9C2B-A89AF40A9E20}"/>
                </a:ext>
              </a:extLst>
            </p:cNvPr>
            <p:cNvSpPr>
              <a:spLocks noChangeAspect="1" noChangeArrowheads="1"/>
            </p:cNvSpPr>
            <p:nvPr userDrawn="1"/>
          </p:nvSpPr>
          <p:spPr bwMode="auto">
            <a:xfrm>
              <a:off x="844690"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3" name="Oval 163">
              <a:extLst>
                <a:ext uri="{FF2B5EF4-FFF2-40B4-BE49-F238E27FC236}">
                  <a16:creationId xmlns:a16="http://schemas.microsoft.com/office/drawing/2014/main" id="{191C237F-9162-4ED6-867E-E49E021D27EC}"/>
                </a:ext>
              </a:extLst>
            </p:cNvPr>
            <p:cNvSpPr>
              <a:spLocks noChangeAspect="1" noChangeArrowheads="1"/>
            </p:cNvSpPr>
            <p:nvPr userDrawn="1"/>
          </p:nvSpPr>
          <p:spPr bwMode="auto">
            <a:xfrm>
              <a:off x="956267"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4" name="Oval 164">
              <a:extLst>
                <a:ext uri="{FF2B5EF4-FFF2-40B4-BE49-F238E27FC236}">
                  <a16:creationId xmlns:a16="http://schemas.microsoft.com/office/drawing/2014/main" id="{105F1538-6AE7-48B5-8910-29DCE8D565CE}"/>
                </a:ext>
              </a:extLst>
            </p:cNvPr>
            <p:cNvSpPr>
              <a:spLocks noChangeAspect="1" noChangeArrowheads="1"/>
            </p:cNvSpPr>
            <p:nvPr userDrawn="1"/>
          </p:nvSpPr>
          <p:spPr bwMode="auto">
            <a:xfrm>
              <a:off x="106935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5" name="Oval 165">
              <a:extLst>
                <a:ext uri="{FF2B5EF4-FFF2-40B4-BE49-F238E27FC236}">
                  <a16:creationId xmlns:a16="http://schemas.microsoft.com/office/drawing/2014/main" id="{976924EC-BBA8-4673-B20D-56ABF54B6093}"/>
                </a:ext>
              </a:extLst>
            </p:cNvPr>
            <p:cNvSpPr>
              <a:spLocks noChangeAspect="1" noChangeArrowheads="1"/>
            </p:cNvSpPr>
            <p:nvPr userDrawn="1"/>
          </p:nvSpPr>
          <p:spPr bwMode="auto">
            <a:xfrm>
              <a:off x="118092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6" name="Oval 166">
              <a:extLst>
                <a:ext uri="{FF2B5EF4-FFF2-40B4-BE49-F238E27FC236}">
                  <a16:creationId xmlns:a16="http://schemas.microsoft.com/office/drawing/2014/main" id="{45F6F2D6-E57D-4D79-A2D8-CA2076C3556A}"/>
                </a:ext>
              </a:extLst>
            </p:cNvPr>
            <p:cNvSpPr>
              <a:spLocks noChangeAspect="1" noChangeArrowheads="1"/>
            </p:cNvSpPr>
            <p:nvPr userDrawn="1"/>
          </p:nvSpPr>
          <p:spPr bwMode="auto">
            <a:xfrm>
              <a:off x="129401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7" name="Oval 167">
              <a:extLst>
                <a:ext uri="{FF2B5EF4-FFF2-40B4-BE49-F238E27FC236}">
                  <a16:creationId xmlns:a16="http://schemas.microsoft.com/office/drawing/2014/main" id="{AB0D924A-CCC0-4FCC-BFEC-93DA3A06BD88}"/>
                </a:ext>
              </a:extLst>
            </p:cNvPr>
            <p:cNvSpPr>
              <a:spLocks noChangeAspect="1" noChangeArrowheads="1"/>
            </p:cNvSpPr>
            <p:nvPr userDrawn="1"/>
          </p:nvSpPr>
          <p:spPr bwMode="auto">
            <a:xfrm>
              <a:off x="140558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8" name="Oval 168">
              <a:extLst>
                <a:ext uri="{FF2B5EF4-FFF2-40B4-BE49-F238E27FC236}">
                  <a16:creationId xmlns:a16="http://schemas.microsoft.com/office/drawing/2014/main" id="{5070F4D6-3FDB-4379-93C1-58642D319CE7}"/>
                </a:ext>
              </a:extLst>
            </p:cNvPr>
            <p:cNvSpPr>
              <a:spLocks noChangeAspect="1" noChangeArrowheads="1"/>
            </p:cNvSpPr>
            <p:nvPr userDrawn="1"/>
          </p:nvSpPr>
          <p:spPr bwMode="auto">
            <a:xfrm>
              <a:off x="151867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9" name="Oval 169">
              <a:extLst>
                <a:ext uri="{FF2B5EF4-FFF2-40B4-BE49-F238E27FC236}">
                  <a16:creationId xmlns:a16="http://schemas.microsoft.com/office/drawing/2014/main" id="{DE9BAB6F-ECF2-48C4-A0B3-CB956C0C9D29}"/>
                </a:ext>
              </a:extLst>
            </p:cNvPr>
            <p:cNvSpPr>
              <a:spLocks noChangeAspect="1" noChangeArrowheads="1"/>
            </p:cNvSpPr>
            <p:nvPr userDrawn="1"/>
          </p:nvSpPr>
          <p:spPr bwMode="auto">
            <a:xfrm>
              <a:off x="163025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0" name="Oval 170">
              <a:extLst>
                <a:ext uri="{FF2B5EF4-FFF2-40B4-BE49-F238E27FC236}">
                  <a16:creationId xmlns:a16="http://schemas.microsoft.com/office/drawing/2014/main" id="{672C9A44-89BC-4B90-BDBA-AF3E8D7FEA25}"/>
                </a:ext>
              </a:extLst>
            </p:cNvPr>
            <p:cNvSpPr>
              <a:spLocks noChangeAspect="1" noChangeArrowheads="1"/>
            </p:cNvSpPr>
            <p:nvPr userDrawn="1"/>
          </p:nvSpPr>
          <p:spPr bwMode="auto">
            <a:xfrm>
              <a:off x="174333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1" name="Oval 171">
              <a:extLst>
                <a:ext uri="{FF2B5EF4-FFF2-40B4-BE49-F238E27FC236}">
                  <a16:creationId xmlns:a16="http://schemas.microsoft.com/office/drawing/2014/main" id="{F54A4E2E-34F6-4CA5-8079-87858D490332}"/>
                </a:ext>
              </a:extLst>
            </p:cNvPr>
            <p:cNvSpPr>
              <a:spLocks noChangeAspect="1" noChangeArrowheads="1"/>
            </p:cNvSpPr>
            <p:nvPr userDrawn="1"/>
          </p:nvSpPr>
          <p:spPr bwMode="auto">
            <a:xfrm>
              <a:off x="1854910"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2" name="Oval 172">
              <a:extLst>
                <a:ext uri="{FF2B5EF4-FFF2-40B4-BE49-F238E27FC236}">
                  <a16:creationId xmlns:a16="http://schemas.microsoft.com/office/drawing/2014/main" id="{5D5BCC9A-B1F5-4FEB-8212-406FA891E6B3}"/>
                </a:ext>
              </a:extLst>
            </p:cNvPr>
            <p:cNvSpPr>
              <a:spLocks noChangeAspect="1" noChangeArrowheads="1"/>
            </p:cNvSpPr>
            <p:nvPr userDrawn="1"/>
          </p:nvSpPr>
          <p:spPr bwMode="auto">
            <a:xfrm>
              <a:off x="196799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3" name="Oval 173">
              <a:extLst>
                <a:ext uri="{FF2B5EF4-FFF2-40B4-BE49-F238E27FC236}">
                  <a16:creationId xmlns:a16="http://schemas.microsoft.com/office/drawing/2014/main" id="{009E851A-2286-4DDA-AC9C-C10CFF70B78E}"/>
                </a:ext>
              </a:extLst>
            </p:cNvPr>
            <p:cNvSpPr>
              <a:spLocks noChangeAspect="1" noChangeArrowheads="1"/>
            </p:cNvSpPr>
            <p:nvPr userDrawn="1"/>
          </p:nvSpPr>
          <p:spPr bwMode="auto">
            <a:xfrm>
              <a:off x="207957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4" name="Oval 174">
              <a:extLst>
                <a:ext uri="{FF2B5EF4-FFF2-40B4-BE49-F238E27FC236}">
                  <a16:creationId xmlns:a16="http://schemas.microsoft.com/office/drawing/2014/main" id="{ADB19A3E-B35B-459D-AF39-E4FC3E49A66C}"/>
                </a:ext>
              </a:extLst>
            </p:cNvPr>
            <p:cNvSpPr>
              <a:spLocks noChangeAspect="1" noChangeArrowheads="1"/>
            </p:cNvSpPr>
            <p:nvPr userDrawn="1"/>
          </p:nvSpPr>
          <p:spPr bwMode="auto">
            <a:xfrm>
              <a:off x="219265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5" name="Oval 175">
              <a:extLst>
                <a:ext uri="{FF2B5EF4-FFF2-40B4-BE49-F238E27FC236}">
                  <a16:creationId xmlns:a16="http://schemas.microsoft.com/office/drawing/2014/main" id="{CD7B1A0D-4A19-4C64-AD6B-25800296BF79}"/>
                </a:ext>
              </a:extLst>
            </p:cNvPr>
            <p:cNvSpPr>
              <a:spLocks noChangeAspect="1" noChangeArrowheads="1"/>
            </p:cNvSpPr>
            <p:nvPr userDrawn="1"/>
          </p:nvSpPr>
          <p:spPr bwMode="auto">
            <a:xfrm>
              <a:off x="230423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6" name="Oval 176">
              <a:extLst>
                <a:ext uri="{FF2B5EF4-FFF2-40B4-BE49-F238E27FC236}">
                  <a16:creationId xmlns:a16="http://schemas.microsoft.com/office/drawing/2014/main" id="{662B6D74-2AE2-476C-A4BF-465376232969}"/>
                </a:ext>
              </a:extLst>
            </p:cNvPr>
            <p:cNvSpPr>
              <a:spLocks noChangeAspect="1" noChangeArrowheads="1"/>
            </p:cNvSpPr>
            <p:nvPr userDrawn="1"/>
          </p:nvSpPr>
          <p:spPr bwMode="auto">
            <a:xfrm>
              <a:off x="241731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7" name="Oval 177">
              <a:extLst>
                <a:ext uri="{FF2B5EF4-FFF2-40B4-BE49-F238E27FC236}">
                  <a16:creationId xmlns:a16="http://schemas.microsoft.com/office/drawing/2014/main" id="{24D5ECDC-6CA6-4E97-9A4E-2FD2BD3D5E3F}"/>
                </a:ext>
              </a:extLst>
            </p:cNvPr>
            <p:cNvSpPr>
              <a:spLocks noChangeAspect="1" noChangeArrowheads="1"/>
            </p:cNvSpPr>
            <p:nvPr userDrawn="1"/>
          </p:nvSpPr>
          <p:spPr bwMode="auto">
            <a:xfrm>
              <a:off x="252889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8" name="Oval 178">
              <a:extLst>
                <a:ext uri="{FF2B5EF4-FFF2-40B4-BE49-F238E27FC236}">
                  <a16:creationId xmlns:a16="http://schemas.microsoft.com/office/drawing/2014/main" id="{20B2F7F5-8F83-4284-B985-AA3B113D8BA8}"/>
                </a:ext>
              </a:extLst>
            </p:cNvPr>
            <p:cNvSpPr>
              <a:spLocks noChangeAspect="1" noChangeArrowheads="1"/>
            </p:cNvSpPr>
            <p:nvPr userDrawn="1"/>
          </p:nvSpPr>
          <p:spPr bwMode="auto">
            <a:xfrm>
              <a:off x="264197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9" name="Oval 179">
              <a:extLst>
                <a:ext uri="{FF2B5EF4-FFF2-40B4-BE49-F238E27FC236}">
                  <a16:creationId xmlns:a16="http://schemas.microsoft.com/office/drawing/2014/main" id="{4F6BFAEF-352C-4398-BF7B-358E83C699F8}"/>
                </a:ext>
              </a:extLst>
            </p:cNvPr>
            <p:cNvSpPr>
              <a:spLocks noChangeAspect="1" noChangeArrowheads="1"/>
            </p:cNvSpPr>
            <p:nvPr userDrawn="1"/>
          </p:nvSpPr>
          <p:spPr bwMode="auto">
            <a:xfrm>
              <a:off x="275355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0" name="Oval 180">
              <a:extLst>
                <a:ext uri="{FF2B5EF4-FFF2-40B4-BE49-F238E27FC236}">
                  <a16:creationId xmlns:a16="http://schemas.microsoft.com/office/drawing/2014/main" id="{FD7F1B67-F4BE-450D-A56F-09ABEB73E3A4}"/>
                </a:ext>
              </a:extLst>
            </p:cNvPr>
            <p:cNvSpPr>
              <a:spLocks noChangeAspect="1" noChangeArrowheads="1"/>
            </p:cNvSpPr>
            <p:nvPr userDrawn="1"/>
          </p:nvSpPr>
          <p:spPr bwMode="auto">
            <a:xfrm>
              <a:off x="320438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1" name="Oval 181">
              <a:extLst>
                <a:ext uri="{FF2B5EF4-FFF2-40B4-BE49-F238E27FC236}">
                  <a16:creationId xmlns:a16="http://schemas.microsoft.com/office/drawing/2014/main" id="{46CCCA8C-C5FE-43C3-A4DB-DB60960F7838}"/>
                </a:ext>
              </a:extLst>
            </p:cNvPr>
            <p:cNvSpPr>
              <a:spLocks noChangeAspect="1" noChangeArrowheads="1"/>
            </p:cNvSpPr>
            <p:nvPr userDrawn="1"/>
          </p:nvSpPr>
          <p:spPr bwMode="auto">
            <a:xfrm>
              <a:off x="3315959"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2" name="Oval 182">
              <a:extLst>
                <a:ext uri="{FF2B5EF4-FFF2-40B4-BE49-F238E27FC236}">
                  <a16:creationId xmlns:a16="http://schemas.microsoft.com/office/drawing/2014/main" id="{653431F2-9660-4BEF-9FE2-4343070ADF9F}"/>
                </a:ext>
              </a:extLst>
            </p:cNvPr>
            <p:cNvSpPr>
              <a:spLocks noChangeAspect="1" noChangeArrowheads="1"/>
            </p:cNvSpPr>
            <p:nvPr userDrawn="1"/>
          </p:nvSpPr>
          <p:spPr bwMode="auto">
            <a:xfrm>
              <a:off x="342904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3" name="Oval 183">
              <a:extLst>
                <a:ext uri="{FF2B5EF4-FFF2-40B4-BE49-F238E27FC236}">
                  <a16:creationId xmlns:a16="http://schemas.microsoft.com/office/drawing/2014/main" id="{DAD86D75-D9D3-411D-B641-531CCDA8E774}"/>
                </a:ext>
              </a:extLst>
            </p:cNvPr>
            <p:cNvSpPr>
              <a:spLocks noChangeAspect="1" noChangeArrowheads="1"/>
            </p:cNvSpPr>
            <p:nvPr userDrawn="1"/>
          </p:nvSpPr>
          <p:spPr bwMode="auto">
            <a:xfrm>
              <a:off x="354062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4" name="Oval 184">
              <a:extLst>
                <a:ext uri="{FF2B5EF4-FFF2-40B4-BE49-F238E27FC236}">
                  <a16:creationId xmlns:a16="http://schemas.microsoft.com/office/drawing/2014/main" id="{D41A0B9F-1BA2-4DBB-AA85-C356D4ED4694}"/>
                </a:ext>
              </a:extLst>
            </p:cNvPr>
            <p:cNvSpPr>
              <a:spLocks noChangeAspect="1" noChangeArrowheads="1"/>
            </p:cNvSpPr>
            <p:nvPr userDrawn="1"/>
          </p:nvSpPr>
          <p:spPr bwMode="auto">
            <a:xfrm>
              <a:off x="365370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5" name="Oval 185">
              <a:extLst>
                <a:ext uri="{FF2B5EF4-FFF2-40B4-BE49-F238E27FC236}">
                  <a16:creationId xmlns:a16="http://schemas.microsoft.com/office/drawing/2014/main" id="{7775D712-8319-41FF-8B58-7798C2DC5BD3}"/>
                </a:ext>
              </a:extLst>
            </p:cNvPr>
            <p:cNvSpPr>
              <a:spLocks noChangeAspect="1" noChangeArrowheads="1"/>
            </p:cNvSpPr>
            <p:nvPr userDrawn="1"/>
          </p:nvSpPr>
          <p:spPr bwMode="auto">
            <a:xfrm>
              <a:off x="466392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6" name="Oval 186">
              <a:extLst>
                <a:ext uri="{FF2B5EF4-FFF2-40B4-BE49-F238E27FC236}">
                  <a16:creationId xmlns:a16="http://schemas.microsoft.com/office/drawing/2014/main" id="{2A00740D-9302-4F02-968D-38EF42EF72FB}"/>
                </a:ext>
              </a:extLst>
            </p:cNvPr>
            <p:cNvSpPr>
              <a:spLocks noChangeAspect="1" noChangeArrowheads="1"/>
            </p:cNvSpPr>
            <p:nvPr userDrawn="1"/>
          </p:nvSpPr>
          <p:spPr bwMode="auto">
            <a:xfrm>
              <a:off x="477700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7" name="Oval 187">
              <a:extLst>
                <a:ext uri="{FF2B5EF4-FFF2-40B4-BE49-F238E27FC236}">
                  <a16:creationId xmlns:a16="http://schemas.microsoft.com/office/drawing/2014/main" id="{04ACEC42-E29B-4A7B-B197-E17E1258E610}"/>
                </a:ext>
              </a:extLst>
            </p:cNvPr>
            <p:cNvSpPr>
              <a:spLocks noChangeAspect="1" noChangeArrowheads="1"/>
            </p:cNvSpPr>
            <p:nvPr userDrawn="1"/>
          </p:nvSpPr>
          <p:spPr bwMode="auto">
            <a:xfrm>
              <a:off x="4888585"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8" name="Oval 188">
              <a:extLst>
                <a:ext uri="{FF2B5EF4-FFF2-40B4-BE49-F238E27FC236}">
                  <a16:creationId xmlns:a16="http://schemas.microsoft.com/office/drawing/2014/main" id="{2BA848D2-0BA6-4CEE-9DBB-F24E05834A10}"/>
                </a:ext>
              </a:extLst>
            </p:cNvPr>
            <p:cNvSpPr>
              <a:spLocks noChangeAspect="1" noChangeArrowheads="1"/>
            </p:cNvSpPr>
            <p:nvPr userDrawn="1"/>
          </p:nvSpPr>
          <p:spPr bwMode="auto">
            <a:xfrm>
              <a:off x="500167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9" name="Oval 189">
              <a:extLst>
                <a:ext uri="{FF2B5EF4-FFF2-40B4-BE49-F238E27FC236}">
                  <a16:creationId xmlns:a16="http://schemas.microsoft.com/office/drawing/2014/main" id="{BE208EE1-8EB3-43E3-9064-77990F9F83AA}"/>
                </a:ext>
              </a:extLst>
            </p:cNvPr>
            <p:cNvSpPr>
              <a:spLocks noChangeAspect="1" noChangeArrowheads="1"/>
            </p:cNvSpPr>
            <p:nvPr userDrawn="1"/>
          </p:nvSpPr>
          <p:spPr bwMode="auto">
            <a:xfrm>
              <a:off x="511324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0" name="Oval 190">
              <a:extLst>
                <a:ext uri="{FF2B5EF4-FFF2-40B4-BE49-F238E27FC236}">
                  <a16:creationId xmlns:a16="http://schemas.microsoft.com/office/drawing/2014/main" id="{60161A2E-784B-40DF-A47A-CF7CF9CAEAB8}"/>
                </a:ext>
              </a:extLst>
            </p:cNvPr>
            <p:cNvSpPr>
              <a:spLocks noChangeAspect="1" noChangeArrowheads="1"/>
            </p:cNvSpPr>
            <p:nvPr userDrawn="1"/>
          </p:nvSpPr>
          <p:spPr bwMode="auto">
            <a:xfrm>
              <a:off x="556256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1" name="Oval 191">
              <a:extLst>
                <a:ext uri="{FF2B5EF4-FFF2-40B4-BE49-F238E27FC236}">
                  <a16:creationId xmlns:a16="http://schemas.microsoft.com/office/drawing/2014/main" id="{CD8916FB-D643-4763-A62A-E271A47A1CBB}"/>
                </a:ext>
              </a:extLst>
            </p:cNvPr>
            <p:cNvSpPr>
              <a:spLocks noChangeAspect="1" noChangeArrowheads="1"/>
            </p:cNvSpPr>
            <p:nvPr userDrawn="1"/>
          </p:nvSpPr>
          <p:spPr bwMode="auto">
            <a:xfrm>
              <a:off x="567565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2" name="Oval 192">
              <a:extLst>
                <a:ext uri="{FF2B5EF4-FFF2-40B4-BE49-F238E27FC236}">
                  <a16:creationId xmlns:a16="http://schemas.microsoft.com/office/drawing/2014/main" id="{242534D4-5A14-45B2-B070-610DB31DFD89}"/>
                </a:ext>
              </a:extLst>
            </p:cNvPr>
            <p:cNvSpPr>
              <a:spLocks noChangeAspect="1" noChangeArrowheads="1"/>
            </p:cNvSpPr>
            <p:nvPr userDrawn="1"/>
          </p:nvSpPr>
          <p:spPr bwMode="auto">
            <a:xfrm>
              <a:off x="578722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3" name="Oval 193">
              <a:extLst>
                <a:ext uri="{FF2B5EF4-FFF2-40B4-BE49-F238E27FC236}">
                  <a16:creationId xmlns:a16="http://schemas.microsoft.com/office/drawing/2014/main" id="{52920722-D64F-4147-AE9C-3F4B9C16D02B}"/>
                </a:ext>
              </a:extLst>
            </p:cNvPr>
            <p:cNvSpPr>
              <a:spLocks noChangeAspect="1" noChangeArrowheads="1"/>
            </p:cNvSpPr>
            <p:nvPr userDrawn="1"/>
          </p:nvSpPr>
          <p:spPr bwMode="auto">
            <a:xfrm>
              <a:off x="590031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4" name="Oval 194">
              <a:extLst>
                <a:ext uri="{FF2B5EF4-FFF2-40B4-BE49-F238E27FC236}">
                  <a16:creationId xmlns:a16="http://schemas.microsoft.com/office/drawing/2014/main" id="{F627EB12-26C7-4994-9383-C6125BC5F4C8}"/>
                </a:ext>
              </a:extLst>
            </p:cNvPr>
            <p:cNvSpPr>
              <a:spLocks noChangeAspect="1" noChangeArrowheads="1"/>
            </p:cNvSpPr>
            <p:nvPr userDrawn="1"/>
          </p:nvSpPr>
          <p:spPr bwMode="auto">
            <a:xfrm>
              <a:off x="601339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5" name="Oval 195">
              <a:extLst>
                <a:ext uri="{FF2B5EF4-FFF2-40B4-BE49-F238E27FC236}">
                  <a16:creationId xmlns:a16="http://schemas.microsoft.com/office/drawing/2014/main" id="{91A6FA7A-3281-4BDD-9040-71F1F05BF06F}"/>
                </a:ext>
              </a:extLst>
            </p:cNvPr>
            <p:cNvSpPr>
              <a:spLocks noChangeAspect="1" noChangeArrowheads="1"/>
            </p:cNvSpPr>
            <p:nvPr userDrawn="1"/>
          </p:nvSpPr>
          <p:spPr bwMode="auto">
            <a:xfrm>
              <a:off x="612497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6" name="Oval 196">
              <a:extLst>
                <a:ext uri="{FF2B5EF4-FFF2-40B4-BE49-F238E27FC236}">
                  <a16:creationId xmlns:a16="http://schemas.microsoft.com/office/drawing/2014/main" id="{AD17E10E-E403-4DF5-8D84-753B99388C6E}"/>
                </a:ext>
              </a:extLst>
            </p:cNvPr>
            <p:cNvSpPr>
              <a:spLocks noChangeAspect="1" noChangeArrowheads="1"/>
            </p:cNvSpPr>
            <p:nvPr userDrawn="1"/>
          </p:nvSpPr>
          <p:spPr bwMode="auto">
            <a:xfrm>
              <a:off x="623805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7" name="Oval 197">
              <a:extLst>
                <a:ext uri="{FF2B5EF4-FFF2-40B4-BE49-F238E27FC236}">
                  <a16:creationId xmlns:a16="http://schemas.microsoft.com/office/drawing/2014/main" id="{6DBE9FE6-F818-443A-ACBF-9AF55CB30C19}"/>
                </a:ext>
              </a:extLst>
            </p:cNvPr>
            <p:cNvSpPr>
              <a:spLocks noChangeAspect="1" noChangeArrowheads="1"/>
            </p:cNvSpPr>
            <p:nvPr userDrawn="1"/>
          </p:nvSpPr>
          <p:spPr bwMode="auto">
            <a:xfrm>
              <a:off x="6349634"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8" name="Oval 198">
              <a:extLst>
                <a:ext uri="{FF2B5EF4-FFF2-40B4-BE49-F238E27FC236}">
                  <a16:creationId xmlns:a16="http://schemas.microsoft.com/office/drawing/2014/main" id="{4FEF34D4-DC5E-41EE-BFC8-BD7497706EF7}"/>
                </a:ext>
              </a:extLst>
            </p:cNvPr>
            <p:cNvSpPr>
              <a:spLocks noChangeAspect="1" noChangeArrowheads="1"/>
            </p:cNvSpPr>
            <p:nvPr userDrawn="1"/>
          </p:nvSpPr>
          <p:spPr bwMode="auto">
            <a:xfrm>
              <a:off x="646271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9" name="Oval 199">
              <a:extLst>
                <a:ext uri="{FF2B5EF4-FFF2-40B4-BE49-F238E27FC236}">
                  <a16:creationId xmlns:a16="http://schemas.microsoft.com/office/drawing/2014/main" id="{4DC57F6A-6AA0-43E4-BB0D-B142E1005D7E}"/>
                </a:ext>
              </a:extLst>
            </p:cNvPr>
            <p:cNvSpPr>
              <a:spLocks noChangeAspect="1" noChangeArrowheads="1"/>
            </p:cNvSpPr>
            <p:nvPr userDrawn="1"/>
          </p:nvSpPr>
          <p:spPr bwMode="auto">
            <a:xfrm>
              <a:off x="657429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0" name="Oval 200">
              <a:extLst>
                <a:ext uri="{FF2B5EF4-FFF2-40B4-BE49-F238E27FC236}">
                  <a16:creationId xmlns:a16="http://schemas.microsoft.com/office/drawing/2014/main" id="{1BCC283C-F083-40A6-96F1-87DB0B451370}"/>
                </a:ext>
              </a:extLst>
            </p:cNvPr>
            <p:cNvSpPr>
              <a:spLocks noChangeAspect="1" noChangeArrowheads="1"/>
            </p:cNvSpPr>
            <p:nvPr userDrawn="1"/>
          </p:nvSpPr>
          <p:spPr bwMode="auto">
            <a:xfrm>
              <a:off x="668738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1" name="Oval 201">
              <a:extLst>
                <a:ext uri="{FF2B5EF4-FFF2-40B4-BE49-F238E27FC236}">
                  <a16:creationId xmlns:a16="http://schemas.microsoft.com/office/drawing/2014/main" id="{1D48101E-2D83-4381-8F96-552A09FA81AB}"/>
                </a:ext>
              </a:extLst>
            </p:cNvPr>
            <p:cNvSpPr>
              <a:spLocks noChangeAspect="1" noChangeArrowheads="1"/>
            </p:cNvSpPr>
            <p:nvPr userDrawn="1"/>
          </p:nvSpPr>
          <p:spPr bwMode="auto">
            <a:xfrm>
              <a:off x="679895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2" name="Oval 202">
              <a:extLst>
                <a:ext uri="{FF2B5EF4-FFF2-40B4-BE49-F238E27FC236}">
                  <a16:creationId xmlns:a16="http://schemas.microsoft.com/office/drawing/2014/main" id="{F5643D45-E2FC-4AC2-AF72-852D0CBC4D33}"/>
                </a:ext>
              </a:extLst>
            </p:cNvPr>
            <p:cNvSpPr>
              <a:spLocks noChangeAspect="1" noChangeArrowheads="1"/>
            </p:cNvSpPr>
            <p:nvPr userDrawn="1"/>
          </p:nvSpPr>
          <p:spPr bwMode="auto">
            <a:xfrm>
              <a:off x="691204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3" name="Oval 203">
              <a:extLst>
                <a:ext uri="{FF2B5EF4-FFF2-40B4-BE49-F238E27FC236}">
                  <a16:creationId xmlns:a16="http://schemas.microsoft.com/office/drawing/2014/main" id="{1C21FEC4-A12C-4D00-BDD8-EC313DF82C9D}"/>
                </a:ext>
              </a:extLst>
            </p:cNvPr>
            <p:cNvSpPr>
              <a:spLocks noChangeAspect="1" noChangeArrowheads="1"/>
            </p:cNvSpPr>
            <p:nvPr userDrawn="1"/>
          </p:nvSpPr>
          <p:spPr bwMode="auto">
            <a:xfrm>
              <a:off x="702361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4" name="Oval 204">
              <a:extLst>
                <a:ext uri="{FF2B5EF4-FFF2-40B4-BE49-F238E27FC236}">
                  <a16:creationId xmlns:a16="http://schemas.microsoft.com/office/drawing/2014/main" id="{B86DC01B-D7B6-4F07-B74F-C65C788390BD}"/>
                </a:ext>
              </a:extLst>
            </p:cNvPr>
            <p:cNvSpPr>
              <a:spLocks noChangeAspect="1" noChangeArrowheads="1"/>
            </p:cNvSpPr>
            <p:nvPr userDrawn="1"/>
          </p:nvSpPr>
          <p:spPr bwMode="auto">
            <a:xfrm>
              <a:off x="713670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5" name="Oval 205">
              <a:extLst>
                <a:ext uri="{FF2B5EF4-FFF2-40B4-BE49-F238E27FC236}">
                  <a16:creationId xmlns:a16="http://schemas.microsoft.com/office/drawing/2014/main" id="{4EDEB3F9-B9E7-4E0B-ABEC-8C58A0A08E52}"/>
                </a:ext>
              </a:extLst>
            </p:cNvPr>
            <p:cNvSpPr>
              <a:spLocks noChangeAspect="1" noChangeArrowheads="1"/>
            </p:cNvSpPr>
            <p:nvPr userDrawn="1"/>
          </p:nvSpPr>
          <p:spPr bwMode="auto">
            <a:xfrm>
              <a:off x="724827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6" name="Oval 206">
              <a:extLst>
                <a:ext uri="{FF2B5EF4-FFF2-40B4-BE49-F238E27FC236}">
                  <a16:creationId xmlns:a16="http://schemas.microsoft.com/office/drawing/2014/main" id="{061ED207-75A5-440B-9D96-8C03AA72E4AF}"/>
                </a:ext>
              </a:extLst>
            </p:cNvPr>
            <p:cNvSpPr>
              <a:spLocks noChangeAspect="1" noChangeArrowheads="1"/>
            </p:cNvSpPr>
            <p:nvPr userDrawn="1"/>
          </p:nvSpPr>
          <p:spPr bwMode="auto">
            <a:xfrm>
              <a:off x="736136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7" name="Oval 207">
              <a:extLst>
                <a:ext uri="{FF2B5EF4-FFF2-40B4-BE49-F238E27FC236}">
                  <a16:creationId xmlns:a16="http://schemas.microsoft.com/office/drawing/2014/main" id="{78AD8D10-20ED-4D73-AC1F-B2C0808F6AEF}"/>
                </a:ext>
              </a:extLst>
            </p:cNvPr>
            <p:cNvSpPr>
              <a:spLocks noChangeAspect="1" noChangeArrowheads="1"/>
            </p:cNvSpPr>
            <p:nvPr userDrawn="1"/>
          </p:nvSpPr>
          <p:spPr bwMode="auto">
            <a:xfrm>
              <a:off x="7472939"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8" name="Oval 208">
              <a:extLst>
                <a:ext uri="{FF2B5EF4-FFF2-40B4-BE49-F238E27FC236}">
                  <a16:creationId xmlns:a16="http://schemas.microsoft.com/office/drawing/2014/main" id="{5EB5AA03-AD22-4A55-9285-B01DFC5495E0}"/>
                </a:ext>
              </a:extLst>
            </p:cNvPr>
            <p:cNvSpPr>
              <a:spLocks noChangeAspect="1" noChangeArrowheads="1"/>
            </p:cNvSpPr>
            <p:nvPr userDrawn="1"/>
          </p:nvSpPr>
          <p:spPr bwMode="auto">
            <a:xfrm>
              <a:off x="7586024"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9" name="Oval 209">
              <a:extLst>
                <a:ext uri="{FF2B5EF4-FFF2-40B4-BE49-F238E27FC236}">
                  <a16:creationId xmlns:a16="http://schemas.microsoft.com/office/drawing/2014/main" id="{13D07A41-6475-474E-BE3B-4A88F1AB4999}"/>
                </a:ext>
              </a:extLst>
            </p:cNvPr>
            <p:cNvSpPr>
              <a:spLocks noChangeAspect="1" noChangeArrowheads="1"/>
            </p:cNvSpPr>
            <p:nvPr userDrawn="1"/>
          </p:nvSpPr>
          <p:spPr bwMode="auto">
            <a:xfrm>
              <a:off x="7697599"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0" name="Oval 210">
              <a:extLst>
                <a:ext uri="{FF2B5EF4-FFF2-40B4-BE49-F238E27FC236}">
                  <a16:creationId xmlns:a16="http://schemas.microsoft.com/office/drawing/2014/main" id="{9E480419-312C-4B69-BADC-0DA2D3C818FE}"/>
                </a:ext>
              </a:extLst>
            </p:cNvPr>
            <p:cNvSpPr>
              <a:spLocks noChangeAspect="1" noChangeArrowheads="1"/>
            </p:cNvSpPr>
            <p:nvPr userDrawn="1"/>
          </p:nvSpPr>
          <p:spPr bwMode="auto">
            <a:xfrm>
              <a:off x="781068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1" name="Oval 211">
              <a:extLst>
                <a:ext uri="{FF2B5EF4-FFF2-40B4-BE49-F238E27FC236}">
                  <a16:creationId xmlns:a16="http://schemas.microsoft.com/office/drawing/2014/main" id="{BF9142EE-CB01-454F-8E78-87030A06FC6D}"/>
                </a:ext>
              </a:extLst>
            </p:cNvPr>
            <p:cNvSpPr>
              <a:spLocks noChangeAspect="1" noChangeArrowheads="1"/>
            </p:cNvSpPr>
            <p:nvPr userDrawn="1"/>
          </p:nvSpPr>
          <p:spPr bwMode="auto">
            <a:xfrm>
              <a:off x="7922259"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2" name="Oval 212">
              <a:extLst>
                <a:ext uri="{FF2B5EF4-FFF2-40B4-BE49-F238E27FC236}">
                  <a16:creationId xmlns:a16="http://schemas.microsoft.com/office/drawing/2014/main" id="{C6667240-1937-406D-B437-BB02B3EBF9AA}"/>
                </a:ext>
              </a:extLst>
            </p:cNvPr>
            <p:cNvSpPr>
              <a:spLocks noChangeAspect="1" noChangeArrowheads="1"/>
            </p:cNvSpPr>
            <p:nvPr userDrawn="1"/>
          </p:nvSpPr>
          <p:spPr bwMode="auto">
            <a:xfrm>
              <a:off x="803534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3" name="Oval 213">
              <a:extLst>
                <a:ext uri="{FF2B5EF4-FFF2-40B4-BE49-F238E27FC236}">
                  <a16:creationId xmlns:a16="http://schemas.microsoft.com/office/drawing/2014/main" id="{C30E447A-3187-4A38-89E2-59C713EAD932}"/>
                </a:ext>
              </a:extLst>
            </p:cNvPr>
            <p:cNvSpPr>
              <a:spLocks noChangeAspect="1" noChangeArrowheads="1"/>
            </p:cNvSpPr>
            <p:nvPr userDrawn="1"/>
          </p:nvSpPr>
          <p:spPr bwMode="auto">
            <a:xfrm>
              <a:off x="814692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4" name="Oval 214">
              <a:extLst>
                <a:ext uri="{FF2B5EF4-FFF2-40B4-BE49-F238E27FC236}">
                  <a16:creationId xmlns:a16="http://schemas.microsoft.com/office/drawing/2014/main" id="{1C8BA2A7-12D4-4C85-907A-082BA8DA715A}"/>
                </a:ext>
              </a:extLst>
            </p:cNvPr>
            <p:cNvSpPr>
              <a:spLocks noChangeAspect="1" noChangeArrowheads="1"/>
            </p:cNvSpPr>
            <p:nvPr userDrawn="1"/>
          </p:nvSpPr>
          <p:spPr bwMode="auto">
            <a:xfrm>
              <a:off x="8260005"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5" name="Oval 215">
              <a:extLst>
                <a:ext uri="{FF2B5EF4-FFF2-40B4-BE49-F238E27FC236}">
                  <a16:creationId xmlns:a16="http://schemas.microsoft.com/office/drawing/2014/main" id="{0989F640-CDD0-4D2D-9FC5-2BC457D3771E}"/>
                </a:ext>
              </a:extLst>
            </p:cNvPr>
            <p:cNvSpPr>
              <a:spLocks noChangeAspect="1" noChangeArrowheads="1"/>
            </p:cNvSpPr>
            <p:nvPr userDrawn="1"/>
          </p:nvSpPr>
          <p:spPr bwMode="auto">
            <a:xfrm>
              <a:off x="837158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6" name="Oval 216">
              <a:extLst>
                <a:ext uri="{FF2B5EF4-FFF2-40B4-BE49-F238E27FC236}">
                  <a16:creationId xmlns:a16="http://schemas.microsoft.com/office/drawing/2014/main" id="{25F5CA02-5EF9-40FD-BA74-4087EB043282}"/>
                </a:ext>
              </a:extLst>
            </p:cNvPr>
            <p:cNvSpPr>
              <a:spLocks noChangeAspect="1" noChangeArrowheads="1"/>
            </p:cNvSpPr>
            <p:nvPr userDrawn="1"/>
          </p:nvSpPr>
          <p:spPr bwMode="auto">
            <a:xfrm>
              <a:off x="848466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7" name="Oval 217">
              <a:extLst>
                <a:ext uri="{FF2B5EF4-FFF2-40B4-BE49-F238E27FC236}">
                  <a16:creationId xmlns:a16="http://schemas.microsoft.com/office/drawing/2014/main" id="{1A2B1B7A-E3E6-400A-B47C-D6F70DF8F5F7}"/>
                </a:ext>
              </a:extLst>
            </p:cNvPr>
            <p:cNvSpPr>
              <a:spLocks noChangeAspect="1" noChangeArrowheads="1"/>
            </p:cNvSpPr>
            <p:nvPr userDrawn="1"/>
          </p:nvSpPr>
          <p:spPr bwMode="auto">
            <a:xfrm>
              <a:off x="859624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8" name="Oval 218">
              <a:extLst>
                <a:ext uri="{FF2B5EF4-FFF2-40B4-BE49-F238E27FC236}">
                  <a16:creationId xmlns:a16="http://schemas.microsoft.com/office/drawing/2014/main" id="{65317179-A6A3-4CE7-BFBA-CDB1EB37A9E6}"/>
                </a:ext>
              </a:extLst>
            </p:cNvPr>
            <p:cNvSpPr>
              <a:spLocks noChangeAspect="1" noChangeArrowheads="1"/>
            </p:cNvSpPr>
            <p:nvPr userDrawn="1"/>
          </p:nvSpPr>
          <p:spPr bwMode="auto">
            <a:xfrm>
              <a:off x="50694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9" name="Oval 219">
              <a:extLst>
                <a:ext uri="{FF2B5EF4-FFF2-40B4-BE49-F238E27FC236}">
                  <a16:creationId xmlns:a16="http://schemas.microsoft.com/office/drawing/2014/main" id="{846AEF15-C48A-42FF-BCC3-F1AB45B7C18E}"/>
                </a:ext>
              </a:extLst>
            </p:cNvPr>
            <p:cNvSpPr>
              <a:spLocks noChangeAspect="1" noChangeArrowheads="1"/>
            </p:cNvSpPr>
            <p:nvPr userDrawn="1"/>
          </p:nvSpPr>
          <p:spPr bwMode="auto">
            <a:xfrm>
              <a:off x="62003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0" name="Oval 220">
              <a:extLst>
                <a:ext uri="{FF2B5EF4-FFF2-40B4-BE49-F238E27FC236}">
                  <a16:creationId xmlns:a16="http://schemas.microsoft.com/office/drawing/2014/main" id="{45951CD1-07F1-4B0A-8680-21694F72B86C}"/>
                </a:ext>
              </a:extLst>
            </p:cNvPr>
            <p:cNvSpPr>
              <a:spLocks noChangeAspect="1" noChangeArrowheads="1"/>
            </p:cNvSpPr>
            <p:nvPr userDrawn="1"/>
          </p:nvSpPr>
          <p:spPr bwMode="auto">
            <a:xfrm>
              <a:off x="73160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1" name="Oval 221">
              <a:extLst>
                <a:ext uri="{FF2B5EF4-FFF2-40B4-BE49-F238E27FC236}">
                  <a16:creationId xmlns:a16="http://schemas.microsoft.com/office/drawing/2014/main" id="{FFC8BD77-2D21-4098-A49A-7F6448BA6BC3}"/>
                </a:ext>
              </a:extLst>
            </p:cNvPr>
            <p:cNvSpPr>
              <a:spLocks noChangeAspect="1" noChangeArrowheads="1"/>
            </p:cNvSpPr>
            <p:nvPr userDrawn="1"/>
          </p:nvSpPr>
          <p:spPr bwMode="auto">
            <a:xfrm>
              <a:off x="84469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2" name="Oval 222">
              <a:extLst>
                <a:ext uri="{FF2B5EF4-FFF2-40B4-BE49-F238E27FC236}">
                  <a16:creationId xmlns:a16="http://schemas.microsoft.com/office/drawing/2014/main" id="{7A3186F1-63BA-41D1-9E3A-EB9184576925}"/>
                </a:ext>
              </a:extLst>
            </p:cNvPr>
            <p:cNvSpPr>
              <a:spLocks noChangeAspect="1" noChangeArrowheads="1"/>
            </p:cNvSpPr>
            <p:nvPr userDrawn="1"/>
          </p:nvSpPr>
          <p:spPr bwMode="auto">
            <a:xfrm>
              <a:off x="956267"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3" name="Oval 223">
              <a:extLst>
                <a:ext uri="{FF2B5EF4-FFF2-40B4-BE49-F238E27FC236}">
                  <a16:creationId xmlns:a16="http://schemas.microsoft.com/office/drawing/2014/main" id="{9940F7BD-447D-4003-B3C4-78D6279BA6E1}"/>
                </a:ext>
              </a:extLst>
            </p:cNvPr>
            <p:cNvSpPr>
              <a:spLocks noChangeAspect="1" noChangeArrowheads="1"/>
            </p:cNvSpPr>
            <p:nvPr userDrawn="1"/>
          </p:nvSpPr>
          <p:spPr bwMode="auto">
            <a:xfrm>
              <a:off x="106935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4" name="Oval 224">
              <a:extLst>
                <a:ext uri="{FF2B5EF4-FFF2-40B4-BE49-F238E27FC236}">
                  <a16:creationId xmlns:a16="http://schemas.microsoft.com/office/drawing/2014/main" id="{486AFD1A-D0A2-438A-AF79-14713F47BECC}"/>
                </a:ext>
              </a:extLst>
            </p:cNvPr>
            <p:cNvSpPr>
              <a:spLocks noChangeAspect="1" noChangeArrowheads="1"/>
            </p:cNvSpPr>
            <p:nvPr userDrawn="1"/>
          </p:nvSpPr>
          <p:spPr bwMode="auto">
            <a:xfrm>
              <a:off x="118092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5" name="Oval 225">
              <a:extLst>
                <a:ext uri="{FF2B5EF4-FFF2-40B4-BE49-F238E27FC236}">
                  <a16:creationId xmlns:a16="http://schemas.microsoft.com/office/drawing/2014/main" id="{D3144BC3-2E76-4DB9-A086-EF18B5200998}"/>
                </a:ext>
              </a:extLst>
            </p:cNvPr>
            <p:cNvSpPr>
              <a:spLocks noChangeAspect="1" noChangeArrowheads="1"/>
            </p:cNvSpPr>
            <p:nvPr userDrawn="1"/>
          </p:nvSpPr>
          <p:spPr bwMode="auto">
            <a:xfrm>
              <a:off x="129401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6" name="Oval 226">
              <a:extLst>
                <a:ext uri="{FF2B5EF4-FFF2-40B4-BE49-F238E27FC236}">
                  <a16:creationId xmlns:a16="http://schemas.microsoft.com/office/drawing/2014/main" id="{952BDE83-E1B8-49CA-B513-A54DC5CA84BA}"/>
                </a:ext>
              </a:extLst>
            </p:cNvPr>
            <p:cNvSpPr>
              <a:spLocks noChangeAspect="1" noChangeArrowheads="1"/>
            </p:cNvSpPr>
            <p:nvPr userDrawn="1"/>
          </p:nvSpPr>
          <p:spPr bwMode="auto">
            <a:xfrm>
              <a:off x="140558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7" name="Oval 227">
              <a:extLst>
                <a:ext uri="{FF2B5EF4-FFF2-40B4-BE49-F238E27FC236}">
                  <a16:creationId xmlns:a16="http://schemas.microsoft.com/office/drawing/2014/main" id="{EFDE8CDC-A0F5-4365-9615-6CEF0E2B8920}"/>
                </a:ext>
              </a:extLst>
            </p:cNvPr>
            <p:cNvSpPr>
              <a:spLocks noChangeAspect="1" noChangeArrowheads="1"/>
            </p:cNvSpPr>
            <p:nvPr userDrawn="1"/>
          </p:nvSpPr>
          <p:spPr bwMode="auto">
            <a:xfrm>
              <a:off x="151867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8" name="Oval 228">
              <a:extLst>
                <a:ext uri="{FF2B5EF4-FFF2-40B4-BE49-F238E27FC236}">
                  <a16:creationId xmlns:a16="http://schemas.microsoft.com/office/drawing/2014/main" id="{D9E9D460-49CC-41A1-A07B-449AE11965A3}"/>
                </a:ext>
              </a:extLst>
            </p:cNvPr>
            <p:cNvSpPr>
              <a:spLocks noChangeAspect="1" noChangeArrowheads="1"/>
            </p:cNvSpPr>
            <p:nvPr userDrawn="1"/>
          </p:nvSpPr>
          <p:spPr bwMode="auto">
            <a:xfrm>
              <a:off x="163025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9" name="Oval 229">
              <a:extLst>
                <a:ext uri="{FF2B5EF4-FFF2-40B4-BE49-F238E27FC236}">
                  <a16:creationId xmlns:a16="http://schemas.microsoft.com/office/drawing/2014/main" id="{C30B0CB3-CD3B-4361-ACCD-A776F3FBFF7C}"/>
                </a:ext>
              </a:extLst>
            </p:cNvPr>
            <p:cNvSpPr>
              <a:spLocks noChangeAspect="1" noChangeArrowheads="1"/>
            </p:cNvSpPr>
            <p:nvPr userDrawn="1"/>
          </p:nvSpPr>
          <p:spPr bwMode="auto">
            <a:xfrm>
              <a:off x="174333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0" name="Oval 230">
              <a:extLst>
                <a:ext uri="{FF2B5EF4-FFF2-40B4-BE49-F238E27FC236}">
                  <a16:creationId xmlns:a16="http://schemas.microsoft.com/office/drawing/2014/main" id="{51244E5E-0049-4802-9371-7AFB1EABC71D}"/>
                </a:ext>
              </a:extLst>
            </p:cNvPr>
            <p:cNvSpPr>
              <a:spLocks noChangeAspect="1" noChangeArrowheads="1"/>
            </p:cNvSpPr>
            <p:nvPr userDrawn="1"/>
          </p:nvSpPr>
          <p:spPr bwMode="auto">
            <a:xfrm>
              <a:off x="185491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1" name="Oval 231">
              <a:extLst>
                <a:ext uri="{FF2B5EF4-FFF2-40B4-BE49-F238E27FC236}">
                  <a16:creationId xmlns:a16="http://schemas.microsoft.com/office/drawing/2014/main" id="{DEA9CDDE-113A-4CAA-9C30-7C42CB6C1DD3}"/>
                </a:ext>
              </a:extLst>
            </p:cNvPr>
            <p:cNvSpPr>
              <a:spLocks noChangeAspect="1" noChangeArrowheads="1"/>
            </p:cNvSpPr>
            <p:nvPr userDrawn="1"/>
          </p:nvSpPr>
          <p:spPr bwMode="auto">
            <a:xfrm>
              <a:off x="196799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2" name="Oval 232">
              <a:extLst>
                <a:ext uri="{FF2B5EF4-FFF2-40B4-BE49-F238E27FC236}">
                  <a16:creationId xmlns:a16="http://schemas.microsoft.com/office/drawing/2014/main" id="{62B2922C-04BD-4C80-B5DC-E7C3B0F1B2E1}"/>
                </a:ext>
              </a:extLst>
            </p:cNvPr>
            <p:cNvSpPr>
              <a:spLocks noChangeAspect="1" noChangeArrowheads="1"/>
            </p:cNvSpPr>
            <p:nvPr userDrawn="1"/>
          </p:nvSpPr>
          <p:spPr bwMode="auto">
            <a:xfrm>
              <a:off x="207957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3" name="Oval 233">
              <a:extLst>
                <a:ext uri="{FF2B5EF4-FFF2-40B4-BE49-F238E27FC236}">
                  <a16:creationId xmlns:a16="http://schemas.microsoft.com/office/drawing/2014/main" id="{7577D742-BD84-481A-A867-C9CC68CD0D03}"/>
                </a:ext>
              </a:extLst>
            </p:cNvPr>
            <p:cNvSpPr>
              <a:spLocks noChangeAspect="1" noChangeArrowheads="1"/>
            </p:cNvSpPr>
            <p:nvPr userDrawn="1"/>
          </p:nvSpPr>
          <p:spPr bwMode="auto">
            <a:xfrm>
              <a:off x="219265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4" name="Oval 234">
              <a:extLst>
                <a:ext uri="{FF2B5EF4-FFF2-40B4-BE49-F238E27FC236}">
                  <a16:creationId xmlns:a16="http://schemas.microsoft.com/office/drawing/2014/main" id="{51DC57F8-4B5D-4A66-83FA-3868AF83B609}"/>
                </a:ext>
              </a:extLst>
            </p:cNvPr>
            <p:cNvSpPr>
              <a:spLocks noChangeAspect="1" noChangeArrowheads="1"/>
            </p:cNvSpPr>
            <p:nvPr userDrawn="1"/>
          </p:nvSpPr>
          <p:spPr bwMode="auto">
            <a:xfrm>
              <a:off x="230423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5" name="Oval 235">
              <a:extLst>
                <a:ext uri="{FF2B5EF4-FFF2-40B4-BE49-F238E27FC236}">
                  <a16:creationId xmlns:a16="http://schemas.microsoft.com/office/drawing/2014/main" id="{265B4544-FAB1-4A66-9918-D9E0017A4CD1}"/>
                </a:ext>
              </a:extLst>
            </p:cNvPr>
            <p:cNvSpPr>
              <a:spLocks noChangeAspect="1" noChangeArrowheads="1"/>
            </p:cNvSpPr>
            <p:nvPr userDrawn="1"/>
          </p:nvSpPr>
          <p:spPr bwMode="auto">
            <a:xfrm>
              <a:off x="252889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6" name="Oval 236">
              <a:extLst>
                <a:ext uri="{FF2B5EF4-FFF2-40B4-BE49-F238E27FC236}">
                  <a16:creationId xmlns:a16="http://schemas.microsoft.com/office/drawing/2014/main" id="{35DD0B4E-630C-4EDC-B53E-F7431A66E3C6}"/>
                </a:ext>
              </a:extLst>
            </p:cNvPr>
            <p:cNvSpPr>
              <a:spLocks noChangeAspect="1" noChangeArrowheads="1"/>
            </p:cNvSpPr>
            <p:nvPr userDrawn="1"/>
          </p:nvSpPr>
          <p:spPr bwMode="auto">
            <a:xfrm>
              <a:off x="264197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7" name="Oval 237">
              <a:extLst>
                <a:ext uri="{FF2B5EF4-FFF2-40B4-BE49-F238E27FC236}">
                  <a16:creationId xmlns:a16="http://schemas.microsoft.com/office/drawing/2014/main" id="{81DBFFEF-61E7-40FD-B72F-F93BDB88E432}"/>
                </a:ext>
              </a:extLst>
            </p:cNvPr>
            <p:cNvSpPr>
              <a:spLocks noChangeAspect="1" noChangeArrowheads="1"/>
            </p:cNvSpPr>
            <p:nvPr userDrawn="1"/>
          </p:nvSpPr>
          <p:spPr bwMode="auto">
            <a:xfrm>
              <a:off x="275355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8" name="Oval 238">
              <a:extLst>
                <a:ext uri="{FF2B5EF4-FFF2-40B4-BE49-F238E27FC236}">
                  <a16:creationId xmlns:a16="http://schemas.microsoft.com/office/drawing/2014/main" id="{9849F4AD-233B-4562-8400-26EBC8A0B50E}"/>
                </a:ext>
              </a:extLst>
            </p:cNvPr>
            <p:cNvSpPr>
              <a:spLocks noChangeAspect="1" noChangeArrowheads="1"/>
            </p:cNvSpPr>
            <p:nvPr userDrawn="1"/>
          </p:nvSpPr>
          <p:spPr bwMode="auto">
            <a:xfrm>
              <a:off x="320438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9" name="Oval 239">
              <a:extLst>
                <a:ext uri="{FF2B5EF4-FFF2-40B4-BE49-F238E27FC236}">
                  <a16:creationId xmlns:a16="http://schemas.microsoft.com/office/drawing/2014/main" id="{509B8AE7-4039-40C4-BD19-C7DADE486176}"/>
                </a:ext>
              </a:extLst>
            </p:cNvPr>
            <p:cNvSpPr>
              <a:spLocks noChangeAspect="1" noChangeArrowheads="1"/>
            </p:cNvSpPr>
            <p:nvPr userDrawn="1"/>
          </p:nvSpPr>
          <p:spPr bwMode="auto">
            <a:xfrm>
              <a:off x="3315959"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0" name="Oval 240">
              <a:extLst>
                <a:ext uri="{FF2B5EF4-FFF2-40B4-BE49-F238E27FC236}">
                  <a16:creationId xmlns:a16="http://schemas.microsoft.com/office/drawing/2014/main" id="{182480E7-2AA2-42E5-8CA1-6996E2180024}"/>
                </a:ext>
              </a:extLst>
            </p:cNvPr>
            <p:cNvSpPr>
              <a:spLocks noChangeAspect="1" noChangeArrowheads="1"/>
            </p:cNvSpPr>
            <p:nvPr userDrawn="1"/>
          </p:nvSpPr>
          <p:spPr bwMode="auto">
            <a:xfrm>
              <a:off x="342904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1" name="Oval 241">
              <a:extLst>
                <a:ext uri="{FF2B5EF4-FFF2-40B4-BE49-F238E27FC236}">
                  <a16:creationId xmlns:a16="http://schemas.microsoft.com/office/drawing/2014/main" id="{5462D9FE-AC39-417E-9802-4F8DF706CD95}"/>
                </a:ext>
              </a:extLst>
            </p:cNvPr>
            <p:cNvSpPr>
              <a:spLocks noChangeAspect="1" noChangeArrowheads="1"/>
            </p:cNvSpPr>
            <p:nvPr userDrawn="1"/>
          </p:nvSpPr>
          <p:spPr bwMode="auto">
            <a:xfrm>
              <a:off x="387836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2" name="Oval 242">
              <a:extLst>
                <a:ext uri="{FF2B5EF4-FFF2-40B4-BE49-F238E27FC236}">
                  <a16:creationId xmlns:a16="http://schemas.microsoft.com/office/drawing/2014/main" id="{2133011F-F443-427A-B785-05FE91EBF807}"/>
                </a:ext>
              </a:extLst>
            </p:cNvPr>
            <p:cNvSpPr>
              <a:spLocks noChangeAspect="1" noChangeArrowheads="1"/>
            </p:cNvSpPr>
            <p:nvPr userDrawn="1"/>
          </p:nvSpPr>
          <p:spPr bwMode="auto">
            <a:xfrm>
              <a:off x="466392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3" name="Oval 243">
              <a:extLst>
                <a:ext uri="{FF2B5EF4-FFF2-40B4-BE49-F238E27FC236}">
                  <a16:creationId xmlns:a16="http://schemas.microsoft.com/office/drawing/2014/main" id="{9E5D41F1-9C48-4C52-9D15-04640550ABC3}"/>
                </a:ext>
              </a:extLst>
            </p:cNvPr>
            <p:cNvSpPr>
              <a:spLocks noChangeAspect="1" noChangeArrowheads="1"/>
            </p:cNvSpPr>
            <p:nvPr userDrawn="1"/>
          </p:nvSpPr>
          <p:spPr bwMode="auto">
            <a:xfrm>
              <a:off x="477700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4" name="Oval 244">
              <a:extLst>
                <a:ext uri="{FF2B5EF4-FFF2-40B4-BE49-F238E27FC236}">
                  <a16:creationId xmlns:a16="http://schemas.microsoft.com/office/drawing/2014/main" id="{4B3E8D96-46CB-4E8A-8EEE-947DB732B548}"/>
                </a:ext>
              </a:extLst>
            </p:cNvPr>
            <p:cNvSpPr>
              <a:spLocks noChangeAspect="1" noChangeArrowheads="1"/>
            </p:cNvSpPr>
            <p:nvPr userDrawn="1"/>
          </p:nvSpPr>
          <p:spPr bwMode="auto">
            <a:xfrm>
              <a:off x="4888585"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5" name="Oval 245">
              <a:extLst>
                <a:ext uri="{FF2B5EF4-FFF2-40B4-BE49-F238E27FC236}">
                  <a16:creationId xmlns:a16="http://schemas.microsoft.com/office/drawing/2014/main" id="{CC5EBD07-494E-4EFE-BFFF-EA0F33F49928}"/>
                </a:ext>
              </a:extLst>
            </p:cNvPr>
            <p:cNvSpPr>
              <a:spLocks noChangeAspect="1" noChangeArrowheads="1"/>
            </p:cNvSpPr>
            <p:nvPr userDrawn="1"/>
          </p:nvSpPr>
          <p:spPr bwMode="auto">
            <a:xfrm>
              <a:off x="500167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6" name="Oval 246">
              <a:extLst>
                <a:ext uri="{FF2B5EF4-FFF2-40B4-BE49-F238E27FC236}">
                  <a16:creationId xmlns:a16="http://schemas.microsoft.com/office/drawing/2014/main" id="{4BB1C71D-F29E-4501-8D0C-10F748F8CAC9}"/>
                </a:ext>
              </a:extLst>
            </p:cNvPr>
            <p:cNvSpPr>
              <a:spLocks noChangeAspect="1" noChangeArrowheads="1"/>
            </p:cNvSpPr>
            <p:nvPr userDrawn="1"/>
          </p:nvSpPr>
          <p:spPr bwMode="auto">
            <a:xfrm>
              <a:off x="5113246"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7" name="Oval 247">
              <a:extLst>
                <a:ext uri="{FF2B5EF4-FFF2-40B4-BE49-F238E27FC236}">
                  <a16:creationId xmlns:a16="http://schemas.microsoft.com/office/drawing/2014/main" id="{EECF1B80-8D7A-4388-8294-63C9C8F26962}"/>
                </a:ext>
              </a:extLst>
            </p:cNvPr>
            <p:cNvSpPr>
              <a:spLocks noChangeAspect="1" noChangeArrowheads="1"/>
            </p:cNvSpPr>
            <p:nvPr userDrawn="1"/>
          </p:nvSpPr>
          <p:spPr bwMode="auto">
            <a:xfrm>
              <a:off x="522633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8" name="Oval 248">
              <a:extLst>
                <a:ext uri="{FF2B5EF4-FFF2-40B4-BE49-F238E27FC236}">
                  <a16:creationId xmlns:a16="http://schemas.microsoft.com/office/drawing/2014/main" id="{21A8FE5C-3ADE-4D9F-A31F-53CEBB5E7457}"/>
                </a:ext>
              </a:extLst>
            </p:cNvPr>
            <p:cNvSpPr>
              <a:spLocks noChangeAspect="1" noChangeArrowheads="1"/>
            </p:cNvSpPr>
            <p:nvPr userDrawn="1"/>
          </p:nvSpPr>
          <p:spPr bwMode="auto">
            <a:xfrm>
              <a:off x="533790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9" name="Oval 249">
              <a:extLst>
                <a:ext uri="{FF2B5EF4-FFF2-40B4-BE49-F238E27FC236}">
                  <a16:creationId xmlns:a16="http://schemas.microsoft.com/office/drawing/2014/main" id="{FB32339A-F6FC-42EE-AD98-DF655DE6EA1F}"/>
                </a:ext>
              </a:extLst>
            </p:cNvPr>
            <p:cNvSpPr>
              <a:spLocks noChangeAspect="1" noChangeArrowheads="1"/>
            </p:cNvSpPr>
            <p:nvPr userDrawn="1"/>
          </p:nvSpPr>
          <p:spPr bwMode="auto">
            <a:xfrm>
              <a:off x="545099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0" name="Oval 250">
              <a:extLst>
                <a:ext uri="{FF2B5EF4-FFF2-40B4-BE49-F238E27FC236}">
                  <a16:creationId xmlns:a16="http://schemas.microsoft.com/office/drawing/2014/main" id="{8FF97A5D-94D5-4DE5-A8B2-7BBD823D2887}"/>
                </a:ext>
              </a:extLst>
            </p:cNvPr>
            <p:cNvSpPr>
              <a:spLocks noChangeAspect="1" noChangeArrowheads="1"/>
            </p:cNvSpPr>
            <p:nvPr userDrawn="1"/>
          </p:nvSpPr>
          <p:spPr bwMode="auto">
            <a:xfrm>
              <a:off x="556256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1" name="Oval 251">
              <a:extLst>
                <a:ext uri="{FF2B5EF4-FFF2-40B4-BE49-F238E27FC236}">
                  <a16:creationId xmlns:a16="http://schemas.microsoft.com/office/drawing/2014/main" id="{B45731F7-CF59-4691-A1AE-2F5FD6C5FA4F}"/>
                </a:ext>
              </a:extLst>
            </p:cNvPr>
            <p:cNvSpPr>
              <a:spLocks noChangeAspect="1" noChangeArrowheads="1"/>
            </p:cNvSpPr>
            <p:nvPr userDrawn="1"/>
          </p:nvSpPr>
          <p:spPr bwMode="auto">
            <a:xfrm>
              <a:off x="5675651"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2" name="Oval 252">
              <a:extLst>
                <a:ext uri="{FF2B5EF4-FFF2-40B4-BE49-F238E27FC236}">
                  <a16:creationId xmlns:a16="http://schemas.microsoft.com/office/drawing/2014/main" id="{61F2179C-9362-4D49-B5AF-CDC9D34AB644}"/>
                </a:ext>
              </a:extLst>
            </p:cNvPr>
            <p:cNvSpPr>
              <a:spLocks noChangeAspect="1" noChangeArrowheads="1"/>
            </p:cNvSpPr>
            <p:nvPr userDrawn="1"/>
          </p:nvSpPr>
          <p:spPr bwMode="auto">
            <a:xfrm>
              <a:off x="578722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3" name="Oval 253">
              <a:extLst>
                <a:ext uri="{FF2B5EF4-FFF2-40B4-BE49-F238E27FC236}">
                  <a16:creationId xmlns:a16="http://schemas.microsoft.com/office/drawing/2014/main" id="{347CA682-491C-4C10-8E1A-5CB6D322B0AB}"/>
                </a:ext>
              </a:extLst>
            </p:cNvPr>
            <p:cNvSpPr>
              <a:spLocks noChangeAspect="1" noChangeArrowheads="1"/>
            </p:cNvSpPr>
            <p:nvPr userDrawn="1"/>
          </p:nvSpPr>
          <p:spPr bwMode="auto">
            <a:xfrm>
              <a:off x="590031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4" name="Oval 254">
              <a:extLst>
                <a:ext uri="{FF2B5EF4-FFF2-40B4-BE49-F238E27FC236}">
                  <a16:creationId xmlns:a16="http://schemas.microsoft.com/office/drawing/2014/main" id="{7C2A4485-B3B3-48BA-829D-5D9B5AC21CF9}"/>
                </a:ext>
              </a:extLst>
            </p:cNvPr>
            <p:cNvSpPr>
              <a:spLocks noChangeAspect="1" noChangeArrowheads="1"/>
            </p:cNvSpPr>
            <p:nvPr userDrawn="1"/>
          </p:nvSpPr>
          <p:spPr bwMode="auto">
            <a:xfrm>
              <a:off x="601339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5" name="Oval 255">
              <a:extLst>
                <a:ext uri="{FF2B5EF4-FFF2-40B4-BE49-F238E27FC236}">
                  <a16:creationId xmlns:a16="http://schemas.microsoft.com/office/drawing/2014/main" id="{DD4435D5-8C38-406D-BFEB-61E644F9A36F}"/>
                </a:ext>
              </a:extLst>
            </p:cNvPr>
            <p:cNvSpPr>
              <a:spLocks noChangeAspect="1" noChangeArrowheads="1"/>
            </p:cNvSpPr>
            <p:nvPr userDrawn="1"/>
          </p:nvSpPr>
          <p:spPr bwMode="auto">
            <a:xfrm>
              <a:off x="612497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6" name="Oval 256">
              <a:extLst>
                <a:ext uri="{FF2B5EF4-FFF2-40B4-BE49-F238E27FC236}">
                  <a16:creationId xmlns:a16="http://schemas.microsoft.com/office/drawing/2014/main" id="{E32F172D-C7C4-4333-BEC6-A02087CAE87A}"/>
                </a:ext>
              </a:extLst>
            </p:cNvPr>
            <p:cNvSpPr>
              <a:spLocks noChangeAspect="1" noChangeArrowheads="1"/>
            </p:cNvSpPr>
            <p:nvPr userDrawn="1"/>
          </p:nvSpPr>
          <p:spPr bwMode="auto">
            <a:xfrm>
              <a:off x="623805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7" name="Oval 257">
              <a:extLst>
                <a:ext uri="{FF2B5EF4-FFF2-40B4-BE49-F238E27FC236}">
                  <a16:creationId xmlns:a16="http://schemas.microsoft.com/office/drawing/2014/main" id="{5E80960A-416C-462C-94E3-3335799B79A6}"/>
                </a:ext>
              </a:extLst>
            </p:cNvPr>
            <p:cNvSpPr>
              <a:spLocks noChangeAspect="1" noChangeArrowheads="1"/>
            </p:cNvSpPr>
            <p:nvPr userDrawn="1"/>
          </p:nvSpPr>
          <p:spPr bwMode="auto">
            <a:xfrm>
              <a:off x="6349634"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8" name="Oval 258">
              <a:extLst>
                <a:ext uri="{FF2B5EF4-FFF2-40B4-BE49-F238E27FC236}">
                  <a16:creationId xmlns:a16="http://schemas.microsoft.com/office/drawing/2014/main" id="{25B05C72-5CA4-459F-AFD0-714B86617D99}"/>
                </a:ext>
              </a:extLst>
            </p:cNvPr>
            <p:cNvSpPr>
              <a:spLocks noChangeAspect="1" noChangeArrowheads="1"/>
            </p:cNvSpPr>
            <p:nvPr userDrawn="1"/>
          </p:nvSpPr>
          <p:spPr bwMode="auto">
            <a:xfrm>
              <a:off x="646271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9" name="Oval 259">
              <a:extLst>
                <a:ext uri="{FF2B5EF4-FFF2-40B4-BE49-F238E27FC236}">
                  <a16:creationId xmlns:a16="http://schemas.microsoft.com/office/drawing/2014/main" id="{5B433B1E-3EB3-486A-B461-0B7533B7BCAE}"/>
                </a:ext>
              </a:extLst>
            </p:cNvPr>
            <p:cNvSpPr>
              <a:spLocks noChangeAspect="1" noChangeArrowheads="1"/>
            </p:cNvSpPr>
            <p:nvPr userDrawn="1"/>
          </p:nvSpPr>
          <p:spPr bwMode="auto">
            <a:xfrm>
              <a:off x="657429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0" name="Oval 260">
              <a:extLst>
                <a:ext uri="{FF2B5EF4-FFF2-40B4-BE49-F238E27FC236}">
                  <a16:creationId xmlns:a16="http://schemas.microsoft.com/office/drawing/2014/main" id="{3860C5BE-B196-4DB0-A106-8F44114A25D0}"/>
                </a:ext>
              </a:extLst>
            </p:cNvPr>
            <p:cNvSpPr>
              <a:spLocks noChangeAspect="1" noChangeArrowheads="1"/>
            </p:cNvSpPr>
            <p:nvPr userDrawn="1"/>
          </p:nvSpPr>
          <p:spPr bwMode="auto">
            <a:xfrm>
              <a:off x="668738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1" name="Oval 261">
              <a:extLst>
                <a:ext uri="{FF2B5EF4-FFF2-40B4-BE49-F238E27FC236}">
                  <a16:creationId xmlns:a16="http://schemas.microsoft.com/office/drawing/2014/main" id="{53F15A36-5158-4336-88A8-BB00D07B6959}"/>
                </a:ext>
              </a:extLst>
            </p:cNvPr>
            <p:cNvSpPr>
              <a:spLocks noChangeAspect="1" noChangeArrowheads="1"/>
            </p:cNvSpPr>
            <p:nvPr userDrawn="1"/>
          </p:nvSpPr>
          <p:spPr bwMode="auto">
            <a:xfrm>
              <a:off x="679895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2" name="Oval 262">
              <a:extLst>
                <a:ext uri="{FF2B5EF4-FFF2-40B4-BE49-F238E27FC236}">
                  <a16:creationId xmlns:a16="http://schemas.microsoft.com/office/drawing/2014/main" id="{550DDF4E-E5A1-4D12-9C49-686E0B363134}"/>
                </a:ext>
              </a:extLst>
            </p:cNvPr>
            <p:cNvSpPr>
              <a:spLocks noChangeAspect="1" noChangeArrowheads="1"/>
            </p:cNvSpPr>
            <p:nvPr userDrawn="1"/>
          </p:nvSpPr>
          <p:spPr bwMode="auto">
            <a:xfrm>
              <a:off x="6912041"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3" name="Oval 263">
              <a:extLst>
                <a:ext uri="{FF2B5EF4-FFF2-40B4-BE49-F238E27FC236}">
                  <a16:creationId xmlns:a16="http://schemas.microsoft.com/office/drawing/2014/main" id="{F53E4C5B-4D0F-4B68-A3A7-DF05211946A7}"/>
                </a:ext>
              </a:extLst>
            </p:cNvPr>
            <p:cNvSpPr>
              <a:spLocks noChangeAspect="1" noChangeArrowheads="1"/>
            </p:cNvSpPr>
            <p:nvPr userDrawn="1"/>
          </p:nvSpPr>
          <p:spPr bwMode="auto">
            <a:xfrm>
              <a:off x="702361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4" name="Oval 264">
              <a:extLst>
                <a:ext uri="{FF2B5EF4-FFF2-40B4-BE49-F238E27FC236}">
                  <a16:creationId xmlns:a16="http://schemas.microsoft.com/office/drawing/2014/main" id="{3280E868-6B4F-48E2-8F0A-8FCB58731AA3}"/>
                </a:ext>
              </a:extLst>
            </p:cNvPr>
            <p:cNvSpPr>
              <a:spLocks noChangeAspect="1" noChangeArrowheads="1"/>
            </p:cNvSpPr>
            <p:nvPr userDrawn="1"/>
          </p:nvSpPr>
          <p:spPr bwMode="auto">
            <a:xfrm>
              <a:off x="713670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5" name="Oval 265">
              <a:extLst>
                <a:ext uri="{FF2B5EF4-FFF2-40B4-BE49-F238E27FC236}">
                  <a16:creationId xmlns:a16="http://schemas.microsoft.com/office/drawing/2014/main" id="{24178F5D-82F5-474C-885E-17FFDF9DBDEE}"/>
                </a:ext>
              </a:extLst>
            </p:cNvPr>
            <p:cNvSpPr>
              <a:spLocks noChangeAspect="1" noChangeArrowheads="1"/>
            </p:cNvSpPr>
            <p:nvPr userDrawn="1"/>
          </p:nvSpPr>
          <p:spPr bwMode="auto">
            <a:xfrm>
              <a:off x="724827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6" name="Oval 266">
              <a:extLst>
                <a:ext uri="{FF2B5EF4-FFF2-40B4-BE49-F238E27FC236}">
                  <a16:creationId xmlns:a16="http://schemas.microsoft.com/office/drawing/2014/main" id="{E0365215-7438-4A0E-B622-07610FF7853C}"/>
                </a:ext>
              </a:extLst>
            </p:cNvPr>
            <p:cNvSpPr>
              <a:spLocks noChangeAspect="1" noChangeArrowheads="1"/>
            </p:cNvSpPr>
            <p:nvPr userDrawn="1"/>
          </p:nvSpPr>
          <p:spPr bwMode="auto">
            <a:xfrm>
              <a:off x="736136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7" name="Oval 267">
              <a:extLst>
                <a:ext uri="{FF2B5EF4-FFF2-40B4-BE49-F238E27FC236}">
                  <a16:creationId xmlns:a16="http://schemas.microsoft.com/office/drawing/2014/main" id="{E5CD0604-B3CE-4F9C-A4D6-874AF5BDD941}"/>
                </a:ext>
              </a:extLst>
            </p:cNvPr>
            <p:cNvSpPr>
              <a:spLocks noChangeAspect="1" noChangeArrowheads="1"/>
            </p:cNvSpPr>
            <p:nvPr userDrawn="1"/>
          </p:nvSpPr>
          <p:spPr bwMode="auto">
            <a:xfrm>
              <a:off x="7472939"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8" name="Oval 268">
              <a:extLst>
                <a:ext uri="{FF2B5EF4-FFF2-40B4-BE49-F238E27FC236}">
                  <a16:creationId xmlns:a16="http://schemas.microsoft.com/office/drawing/2014/main" id="{85AEDD9D-9A00-45A0-AD1A-909D3ACDF335}"/>
                </a:ext>
              </a:extLst>
            </p:cNvPr>
            <p:cNvSpPr>
              <a:spLocks noChangeAspect="1" noChangeArrowheads="1"/>
            </p:cNvSpPr>
            <p:nvPr userDrawn="1"/>
          </p:nvSpPr>
          <p:spPr bwMode="auto">
            <a:xfrm>
              <a:off x="7586024"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9" name="Oval 269">
              <a:extLst>
                <a:ext uri="{FF2B5EF4-FFF2-40B4-BE49-F238E27FC236}">
                  <a16:creationId xmlns:a16="http://schemas.microsoft.com/office/drawing/2014/main" id="{89945C89-BD29-4B41-A0DA-3B2DCE18DCD8}"/>
                </a:ext>
              </a:extLst>
            </p:cNvPr>
            <p:cNvSpPr>
              <a:spLocks noChangeAspect="1" noChangeArrowheads="1"/>
            </p:cNvSpPr>
            <p:nvPr userDrawn="1"/>
          </p:nvSpPr>
          <p:spPr bwMode="auto">
            <a:xfrm>
              <a:off x="7697599"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0" name="Oval 270">
              <a:extLst>
                <a:ext uri="{FF2B5EF4-FFF2-40B4-BE49-F238E27FC236}">
                  <a16:creationId xmlns:a16="http://schemas.microsoft.com/office/drawing/2014/main" id="{800B8CBA-5ACF-4412-845D-992CA40D1DED}"/>
                </a:ext>
              </a:extLst>
            </p:cNvPr>
            <p:cNvSpPr>
              <a:spLocks noChangeAspect="1" noChangeArrowheads="1"/>
            </p:cNvSpPr>
            <p:nvPr userDrawn="1"/>
          </p:nvSpPr>
          <p:spPr bwMode="auto">
            <a:xfrm>
              <a:off x="781068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1" name="Oval 271">
              <a:extLst>
                <a:ext uri="{FF2B5EF4-FFF2-40B4-BE49-F238E27FC236}">
                  <a16:creationId xmlns:a16="http://schemas.microsoft.com/office/drawing/2014/main" id="{663B72CF-FC6F-4479-BCFF-FB47871D23A2}"/>
                </a:ext>
              </a:extLst>
            </p:cNvPr>
            <p:cNvSpPr>
              <a:spLocks noChangeAspect="1" noChangeArrowheads="1"/>
            </p:cNvSpPr>
            <p:nvPr userDrawn="1"/>
          </p:nvSpPr>
          <p:spPr bwMode="auto">
            <a:xfrm>
              <a:off x="7922259"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2" name="Oval 272">
              <a:extLst>
                <a:ext uri="{FF2B5EF4-FFF2-40B4-BE49-F238E27FC236}">
                  <a16:creationId xmlns:a16="http://schemas.microsoft.com/office/drawing/2014/main" id="{8E3C14DE-8E66-491B-8776-A01D0E4AD9F6}"/>
                </a:ext>
              </a:extLst>
            </p:cNvPr>
            <p:cNvSpPr>
              <a:spLocks noChangeAspect="1" noChangeArrowheads="1"/>
            </p:cNvSpPr>
            <p:nvPr userDrawn="1"/>
          </p:nvSpPr>
          <p:spPr bwMode="auto">
            <a:xfrm>
              <a:off x="803534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3" name="Oval 273">
              <a:extLst>
                <a:ext uri="{FF2B5EF4-FFF2-40B4-BE49-F238E27FC236}">
                  <a16:creationId xmlns:a16="http://schemas.microsoft.com/office/drawing/2014/main" id="{30B76640-E194-4060-AB0D-8AF008C2AA4D}"/>
                </a:ext>
              </a:extLst>
            </p:cNvPr>
            <p:cNvSpPr>
              <a:spLocks noChangeAspect="1" noChangeArrowheads="1"/>
            </p:cNvSpPr>
            <p:nvPr userDrawn="1"/>
          </p:nvSpPr>
          <p:spPr bwMode="auto">
            <a:xfrm>
              <a:off x="814692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4" name="Oval 274">
              <a:extLst>
                <a:ext uri="{FF2B5EF4-FFF2-40B4-BE49-F238E27FC236}">
                  <a16:creationId xmlns:a16="http://schemas.microsoft.com/office/drawing/2014/main" id="{2602C4D4-F849-4D6D-B09F-8DC96EFE40F0}"/>
                </a:ext>
              </a:extLst>
            </p:cNvPr>
            <p:cNvSpPr>
              <a:spLocks noChangeAspect="1" noChangeArrowheads="1"/>
            </p:cNvSpPr>
            <p:nvPr userDrawn="1"/>
          </p:nvSpPr>
          <p:spPr bwMode="auto">
            <a:xfrm>
              <a:off x="8260005"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5" name="Oval 275">
              <a:extLst>
                <a:ext uri="{FF2B5EF4-FFF2-40B4-BE49-F238E27FC236}">
                  <a16:creationId xmlns:a16="http://schemas.microsoft.com/office/drawing/2014/main" id="{F53999F7-E31F-4616-B1E4-B2FC77188AE1}"/>
                </a:ext>
              </a:extLst>
            </p:cNvPr>
            <p:cNvSpPr>
              <a:spLocks noChangeAspect="1" noChangeArrowheads="1"/>
            </p:cNvSpPr>
            <p:nvPr userDrawn="1"/>
          </p:nvSpPr>
          <p:spPr bwMode="auto">
            <a:xfrm>
              <a:off x="837158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6" name="Oval 276">
              <a:extLst>
                <a:ext uri="{FF2B5EF4-FFF2-40B4-BE49-F238E27FC236}">
                  <a16:creationId xmlns:a16="http://schemas.microsoft.com/office/drawing/2014/main" id="{9834D0E6-E1A4-4228-82D9-1886079AAE4E}"/>
                </a:ext>
              </a:extLst>
            </p:cNvPr>
            <p:cNvSpPr>
              <a:spLocks noChangeAspect="1" noChangeArrowheads="1"/>
            </p:cNvSpPr>
            <p:nvPr userDrawn="1"/>
          </p:nvSpPr>
          <p:spPr bwMode="auto">
            <a:xfrm>
              <a:off x="848466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7" name="Oval 277">
              <a:extLst>
                <a:ext uri="{FF2B5EF4-FFF2-40B4-BE49-F238E27FC236}">
                  <a16:creationId xmlns:a16="http://schemas.microsoft.com/office/drawing/2014/main" id="{7F8B4899-CD58-4272-A0B3-7068CB02B2BA}"/>
                </a:ext>
              </a:extLst>
            </p:cNvPr>
            <p:cNvSpPr>
              <a:spLocks noChangeAspect="1" noChangeArrowheads="1"/>
            </p:cNvSpPr>
            <p:nvPr userDrawn="1"/>
          </p:nvSpPr>
          <p:spPr bwMode="auto">
            <a:xfrm>
              <a:off x="859624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8" name="Oval 278">
              <a:extLst>
                <a:ext uri="{FF2B5EF4-FFF2-40B4-BE49-F238E27FC236}">
                  <a16:creationId xmlns:a16="http://schemas.microsoft.com/office/drawing/2014/main" id="{EB903693-981D-4F8D-9193-55C8F2CFF226}"/>
                </a:ext>
              </a:extLst>
            </p:cNvPr>
            <p:cNvSpPr>
              <a:spLocks noChangeAspect="1" noChangeArrowheads="1"/>
            </p:cNvSpPr>
            <p:nvPr userDrawn="1"/>
          </p:nvSpPr>
          <p:spPr bwMode="auto">
            <a:xfrm>
              <a:off x="870932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9" name="Oval 279">
              <a:extLst>
                <a:ext uri="{FF2B5EF4-FFF2-40B4-BE49-F238E27FC236}">
                  <a16:creationId xmlns:a16="http://schemas.microsoft.com/office/drawing/2014/main" id="{0B86D30C-CCCE-4EC8-B34D-C7F0BAC90928}"/>
                </a:ext>
              </a:extLst>
            </p:cNvPr>
            <p:cNvSpPr>
              <a:spLocks noChangeAspect="1" noChangeArrowheads="1"/>
            </p:cNvSpPr>
            <p:nvPr userDrawn="1"/>
          </p:nvSpPr>
          <p:spPr bwMode="auto">
            <a:xfrm>
              <a:off x="50694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0" name="Oval 280">
              <a:extLst>
                <a:ext uri="{FF2B5EF4-FFF2-40B4-BE49-F238E27FC236}">
                  <a16:creationId xmlns:a16="http://schemas.microsoft.com/office/drawing/2014/main" id="{46BA7926-5C0A-417A-B36B-EF649AF7F659}"/>
                </a:ext>
              </a:extLst>
            </p:cNvPr>
            <p:cNvSpPr>
              <a:spLocks noChangeAspect="1" noChangeArrowheads="1"/>
            </p:cNvSpPr>
            <p:nvPr userDrawn="1"/>
          </p:nvSpPr>
          <p:spPr bwMode="auto">
            <a:xfrm>
              <a:off x="62003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1" name="Oval 281">
              <a:extLst>
                <a:ext uri="{FF2B5EF4-FFF2-40B4-BE49-F238E27FC236}">
                  <a16:creationId xmlns:a16="http://schemas.microsoft.com/office/drawing/2014/main" id="{9F207367-4E59-4A4C-96EA-7D6110D79D76}"/>
                </a:ext>
              </a:extLst>
            </p:cNvPr>
            <p:cNvSpPr>
              <a:spLocks noChangeAspect="1" noChangeArrowheads="1"/>
            </p:cNvSpPr>
            <p:nvPr userDrawn="1"/>
          </p:nvSpPr>
          <p:spPr bwMode="auto">
            <a:xfrm>
              <a:off x="73160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2" name="Oval 282">
              <a:extLst>
                <a:ext uri="{FF2B5EF4-FFF2-40B4-BE49-F238E27FC236}">
                  <a16:creationId xmlns:a16="http://schemas.microsoft.com/office/drawing/2014/main" id="{04BCA29C-8BE7-427B-B2E8-7A7EA5CCFFAE}"/>
                </a:ext>
              </a:extLst>
            </p:cNvPr>
            <p:cNvSpPr>
              <a:spLocks noChangeAspect="1" noChangeArrowheads="1"/>
            </p:cNvSpPr>
            <p:nvPr userDrawn="1"/>
          </p:nvSpPr>
          <p:spPr bwMode="auto">
            <a:xfrm>
              <a:off x="84469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3" name="Oval 283">
              <a:extLst>
                <a:ext uri="{FF2B5EF4-FFF2-40B4-BE49-F238E27FC236}">
                  <a16:creationId xmlns:a16="http://schemas.microsoft.com/office/drawing/2014/main" id="{8EC89DE3-867F-4D45-BC24-BF764F41DD80}"/>
                </a:ext>
              </a:extLst>
            </p:cNvPr>
            <p:cNvSpPr>
              <a:spLocks noChangeAspect="1" noChangeArrowheads="1"/>
            </p:cNvSpPr>
            <p:nvPr userDrawn="1"/>
          </p:nvSpPr>
          <p:spPr bwMode="auto">
            <a:xfrm>
              <a:off x="956267"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4" name="Oval 284">
              <a:extLst>
                <a:ext uri="{FF2B5EF4-FFF2-40B4-BE49-F238E27FC236}">
                  <a16:creationId xmlns:a16="http://schemas.microsoft.com/office/drawing/2014/main" id="{604047CD-2CCA-4834-BB0A-F4028E8B5948}"/>
                </a:ext>
              </a:extLst>
            </p:cNvPr>
            <p:cNvSpPr>
              <a:spLocks noChangeAspect="1" noChangeArrowheads="1"/>
            </p:cNvSpPr>
            <p:nvPr userDrawn="1"/>
          </p:nvSpPr>
          <p:spPr bwMode="auto">
            <a:xfrm>
              <a:off x="1069352"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5" name="Oval 285">
              <a:extLst>
                <a:ext uri="{FF2B5EF4-FFF2-40B4-BE49-F238E27FC236}">
                  <a16:creationId xmlns:a16="http://schemas.microsoft.com/office/drawing/2014/main" id="{1A435AB5-EE31-49F0-90A9-BFC8883FB1F3}"/>
                </a:ext>
              </a:extLst>
            </p:cNvPr>
            <p:cNvSpPr>
              <a:spLocks noChangeAspect="1" noChangeArrowheads="1"/>
            </p:cNvSpPr>
            <p:nvPr userDrawn="1"/>
          </p:nvSpPr>
          <p:spPr bwMode="auto">
            <a:xfrm>
              <a:off x="118092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6" name="Oval 286">
              <a:extLst>
                <a:ext uri="{FF2B5EF4-FFF2-40B4-BE49-F238E27FC236}">
                  <a16:creationId xmlns:a16="http://schemas.microsoft.com/office/drawing/2014/main" id="{75F61147-8F93-46C6-84D3-A26011D18F0F}"/>
                </a:ext>
              </a:extLst>
            </p:cNvPr>
            <p:cNvSpPr>
              <a:spLocks noChangeAspect="1" noChangeArrowheads="1"/>
            </p:cNvSpPr>
            <p:nvPr userDrawn="1"/>
          </p:nvSpPr>
          <p:spPr bwMode="auto">
            <a:xfrm>
              <a:off x="129401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7" name="Oval 287">
              <a:extLst>
                <a:ext uri="{FF2B5EF4-FFF2-40B4-BE49-F238E27FC236}">
                  <a16:creationId xmlns:a16="http://schemas.microsoft.com/office/drawing/2014/main" id="{39431D93-D2DD-480A-B271-7572B2280A28}"/>
                </a:ext>
              </a:extLst>
            </p:cNvPr>
            <p:cNvSpPr>
              <a:spLocks noChangeAspect="1" noChangeArrowheads="1"/>
            </p:cNvSpPr>
            <p:nvPr userDrawn="1"/>
          </p:nvSpPr>
          <p:spPr bwMode="auto">
            <a:xfrm>
              <a:off x="140558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8" name="Oval 288">
              <a:extLst>
                <a:ext uri="{FF2B5EF4-FFF2-40B4-BE49-F238E27FC236}">
                  <a16:creationId xmlns:a16="http://schemas.microsoft.com/office/drawing/2014/main" id="{233FAFEC-6169-4F55-B9BB-10289222944C}"/>
                </a:ext>
              </a:extLst>
            </p:cNvPr>
            <p:cNvSpPr>
              <a:spLocks noChangeAspect="1" noChangeArrowheads="1"/>
            </p:cNvSpPr>
            <p:nvPr userDrawn="1"/>
          </p:nvSpPr>
          <p:spPr bwMode="auto">
            <a:xfrm>
              <a:off x="151867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9" name="Oval 289">
              <a:extLst>
                <a:ext uri="{FF2B5EF4-FFF2-40B4-BE49-F238E27FC236}">
                  <a16:creationId xmlns:a16="http://schemas.microsoft.com/office/drawing/2014/main" id="{0B69C950-D06F-41F8-AC50-80FE11E843F0}"/>
                </a:ext>
              </a:extLst>
            </p:cNvPr>
            <p:cNvSpPr>
              <a:spLocks noChangeAspect="1" noChangeArrowheads="1"/>
            </p:cNvSpPr>
            <p:nvPr userDrawn="1"/>
          </p:nvSpPr>
          <p:spPr bwMode="auto">
            <a:xfrm>
              <a:off x="163025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0" name="Oval 290">
              <a:extLst>
                <a:ext uri="{FF2B5EF4-FFF2-40B4-BE49-F238E27FC236}">
                  <a16:creationId xmlns:a16="http://schemas.microsoft.com/office/drawing/2014/main" id="{6DAD1DCC-BD8A-430D-9B99-A42E190564CB}"/>
                </a:ext>
              </a:extLst>
            </p:cNvPr>
            <p:cNvSpPr>
              <a:spLocks noChangeAspect="1" noChangeArrowheads="1"/>
            </p:cNvSpPr>
            <p:nvPr userDrawn="1"/>
          </p:nvSpPr>
          <p:spPr bwMode="auto">
            <a:xfrm>
              <a:off x="174333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1" name="Oval 291">
              <a:extLst>
                <a:ext uri="{FF2B5EF4-FFF2-40B4-BE49-F238E27FC236}">
                  <a16:creationId xmlns:a16="http://schemas.microsoft.com/office/drawing/2014/main" id="{9C572F6C-44E5-43D3-AB12-35CB152C8BB0}"/>
                </a:ext>
              </a:extLst>
            </p:cNvPr>
            <p:cNvSpPr>
              <a:spLocks noChangeAspect="1" noChangeArrowheads="1"/>
            </p:cNvSpPr>
            <p:nvPr userDrawn="1"/>
          </p:nvSpPr>
          <p:spPr bwMode="auto">
            <a:xfrm>
              <a:off x="185491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2" name="Oval 292">
              <a:extLst>
                <a:ext uri="{FF2B5EF4-FFF2-40B4-BE49-F238E27FC236}">
                  <a16:creationId xmlns:a16="http://schemas.microsoft.com/office/drawing/2014/main" id="{21644CD1-E14E-4BAD-96B2-895412C421F0}"/>
                </a:ext>
              </a:extLst>
            </p:cNvPr>
            <p:cNvSpPr>
              <a:spLocks noChangeAspect="1" noChangeArrowheads="1"/>
            </p:cNvSpPr>
            <p:nvPr userDrawn="1"/>
          </p:nvSpPr>
          <p:spPr bwMode="auto">
            <a:xfrm>
              <a:off x="196799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3" name="Oval 293">
              <a:extLst>
                <a:ext uri="{FF2B5EF4-FFF2-40B4-BE49-F238E27FC236}">
                  <a16:creationId xmlns:a16="http://schemas.microsoft.com/office/drawing/2014/main" id="{BBF3AFA2-9E25-4A3D-8CFD-37E4E3BBBEEE}"/>
                </a:ext>
              </a:extLst>
            </p:cNvPr>
            <p:cNvSpPr>
              <a:spLocks noChangeAspect="1" noChangeArrowheads="1"/>
            </p:cNvSpPr>
            <p:nvPr userDrawn="1"/>
          </p:nvSpPr>
          <p:spPr bwMode="auto">
            <a:xfrm>
              <a:off x="207957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4" name="Oval 294">
              <a:extLst>
                <a:ext uri="{FF2B5EF4-FFF2-40B4-BE49-F238E27FC236}">
                  <a16:creationId xmlns:a16="http://schemas.microsoft.com/office/drawing/2014/main" id="{9A905066-B08E-41BC-9CF1-441CD084FEC1}"/>
                </a:ext>
              </a:extLst>
            </p:cNvPr>
            <p:cNvSpPr>
              <a:spLocks noChangeAspect="1" noChangeArrowheads="1"/>
            </p:cNvSpPr>
            <p:nvPr userDrawn="1"/>
          </p:nvSpPr>
          <p:spPr bwMode="auto">
            <a:xfrm>
              <a:off x="219265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5" name="Oval 295">
              <a:extLst>
                <a:ext uri="{FF2B5EF4-FFF2-40B4-BE49-F238E27FC236}">
                  <a16:creationId xmlns:a16="http://schemas.microsoft.com/office/drawing/2014/main" id="{58C118E2-CEE8-4EA3-884E-E21B758A0C3B}"/>
                </a:ext>
              </a:extLst>
            </p:cNvPr>
            <p:cNvSpPr>
              <a:spLocks noChangeAspect="1" noChangeArrowheads="1"/>
            </p:cNvSpPr>
            <p:nvPr userDrawn="1"/>
          </p:nvSpPr>
          <p:spPr bwMode="auto">
            <a:xfrm>
              <a:off x="230423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6" name="Oval 296">
              <a:extLst>
                <a:ext uri="{FF2B5EF4-FFF2-40B4-BE49-F238E27FC236}">
                  <a16:creationId xmlns:a16="http://schemas.microsoft.com/office/drawing/2014/main" id="{2EC3570B-B027-4378-87FE-E795EB3135A1}"/>
                </a:ext>
              </a:extLst>
            </p:cNvPr>
            <p:cNvSpPr>
              <a:spLocks noChangeAspect="1" noChangeArrowheads="1"/>
            </p:cNvSpPr>
            <p:nvPr userDrawn="1"/>
          </p:nvSpPr>
          <p:spPr bwMode="auto">
            <a:xfrm>
              <a:off x="264197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7" name="Oval 297">
              <a:extLst>
                <a:ext uri="{FF2B5EF4-FFF2-40B4-BE49-F238E27FC236}">
                  <a16:creationId xmlns:a16="http://schemas.microsoft.com/office/drawing/2014/main" id="{36772538-2701-4FFA-9945-08094009205C}"/>
                </a:ext>
              </a:extLst>
            </p:cNvPr>
            <p:cNvSpPr>
              <a:spLocks noChangeAspect="1" noChangeArrowheads="1"/>
            </p:cNvSpPr>
            <p:nvPr userDrawn="1"/>
          </p:nvSpPr>
          <p:spPr bwMode="auto">
            <a:xfrm>
              <a:off x="275355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8" name="Oval 298">
              <a:extLst>
                <a:ext uri="{FF2B5EF4-FFF2-40B4-BE49-F238E27FC236}">
                  <a16:creationId xmlns:a16="http://schemas.microsoft.com/office/drawing/2014/main" id="{89480AF0-96F5-43C5-9515-9AADC3E56D0E}"/>
                </a:ext>
              </a:extLst>
            </p:cNvPr>
            <p:cNvSpPr>
              <a:spLocks noChangeAspect="1" noChangeArrowheads="1"/>
            </p:cNvSpPr>
            <p:nvPr userDrawn="1"/>
          </p:nvSpPr>
          <p:spPr bwMode="auto">
            <a:xfrm>
              <a:off x="320438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9" name="Oval 299">
              <a:extLst>
                <a:ext uri="{FF2B5EF4-FFF2-40B4-BE49-F238E27FC236}">
                  <a16:creationId xmlns:a16="http://schemas.microsoft.com/office/drawing/2014/main" id="{1548D38B-73B8-4EA2-8CC6-7326AB918593}"/>
                </a:ext>
              </a:extLst>
            </p:cNvPr>
            <p:cNvSpPr>
              <a:spLocks noChangeAspect="1" noChangeArrowheads="1"/>
            </p:cNvSpPr>
            <p:nvPr userDrawn="1"/>
          </p:nvSpPr>
          <p:spPr bwMode="auto">
            <a:xfrm>
              <a:off x="3315959"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0" name="Oval 300">
              <a:extLst>
                <a:ext uri="{FF2B5EF4-FFF2-40B4-BE49-F238E27FC236}">
                  <a16:creationId xmlns:a16="http://schemas.microsoft.com/office/drawing/2014/main" id="{91F555E0-A236-4AA6-A236-F984C698C186}"/>
                </a:ext>
              </a:extLst>
            </p:cNvPr>
            <p:cNvSpPr>
              <a:spLocks noChangeAspect="1" noChangeArrowheads="1"/>
            </p:cNvSpPr>
            <p:nvPr userDrawn="1"/>
          </p:nvSpPr>
          <p:spPr bwMode="auto">
            <a:xfrm>
              <a:off x="387836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1" name="Oval 301">
              <a:extLst>
                <a:ext uri="{FF2B5EF4-FFF2-40B4-BE49-F238E27FC236}">
                  <a16:creationId xmlns:a16="http://schemas.microsoft.com/office/drawing/2014/main" id="{8E6B875C-13AF-4ADA-9100-E8A36544B53D}"/>
                </a:ext>
              </a:extLst>
            </p:cNvPr>
            <p:cNvSpPr>
              <a:spLocks noChangeAspect="1" noChangeArrowheads="1"/>
            </p:cNvSpPr>
            <p:nvPr userDrawn="1"/>
          </p:nvSpPr>
          <p:spPr bwMode="auto">
            <a:xfrm>
              <a:off x="398994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2" name="Oval 302">
              <a:extLst>
                <a:ext uri="{FF2B5EF4-FFF2-40B4-BE49-F238E27FC236}">
                  <a16:creationId xmlns:a16="http://schemas.microsoft.com/office/drawing/2014/main" id="{3D4F9AC6-6326-4485-83AC-D3A63A2069AE}"/>
                </a:ext>
              </a:extLst>
            </p:cNvPr>
            <p:cNvSpPr>
              <a:spLocks noChangeAspect="1" noChangeArrowheads="1"/>
            </p:cNvSpPr>
            <p:nvPr userDrawn="1"/>
          </p:nvSpPr>
          <p:spPr bwMode="auto">
            <a:xfrm>
              <a:off x="455234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3" name="Oval 303">
              <a:extLst>
                <a:ext uri="{FF2B5EF4-FFF2-40B4-BE49-F238E27FC236}">
                  <a16:creationId xmlns:a16="http://schemas.microsoft.com/office/drawing/2014/main" id="{AF1DD282-250F-4ECC-8CF2-E61042767EAC}"/>
                </a:ext>
              </a:extLst>
            </p:cNvPr>
            <p:cNvSpPr>
              <a:spLocks noChangeAspect="1" noChangeArrowheads="1"/>
            </p:cNvSpPr>
            <p:nvPr userDrawn="1"/>
          </p:nvSpPr>
          <p:spPr bwMode="auto">
            <a:xfrm>
              <a:off x="466392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4" name="Oval 304">
              <a:extLst>
                <a:ext uri="{FF2B5EF4-FFF2-40B4-BE49-F238E27FC236}">
                  <a16:creationId xmlns:a16="http://schemas.microsoft.com/office/drawing/2014/main" id="{623B58E5-EB11-4624-802F-90889BD0CFD5}"/>
                </a:ext>
              </a:extLst>
            </p:cNvPr>
            <p:cNvSpPr>
              <a:spLocks noChangeAspect="1" noChangeArrowheads="1"/>
            </p:cNvSpPr>
            <p:nvPr userDrawn="1"/>
          </p:nvSpPr>
          <p:spPr bwMode="auto">
            <a:xfrm>
              <a:off x="477700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5" name="Oval 305">
              <a:extLst>
                <a:ext uri="{FF2B5EF4-FFF2-40B4-BE49-F238E27FC236}">
                  <a16:creationId xmlns:a16="http://schemas.microsoft.com/office/drawing/2014/main" id="{8B9066D8-7287-44F1-8423-4FC5F2C8CECD}"/>
                </a:ext>
              </a:extLst>
            </p:cNvPr>
            <p:cNvSpPr>
              <a:spLocks noChangeAspect="1" noChangeArrowheads="1"/>
            </p:cNvSpPr>
            <p:nvPr userDrawn="1"/>
          </p:nvSpPr>
          <p:spPr bwMode="auto">
            <a:xfrm>
              <a:off x="488858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6" name="Oval 306">
              <a:extLst>
                <a:ext uri="{FF2B5EF4-FFF2-40B4-BE49-F238E27FC236}">
                  <a16:creationId xmlns:a16="http://schemas.microsoft.com/office/drawing/2014/main" id="{8E9A8D9F-91E9-4108-BE0B-87E70D251205}"/>
                </a:ext>
              </a:extLst>
            </p:cNvPr>
            <p:cNvSpPr>
              <a:spLocks noChangeAspect="1" noChangeArrowheads="1"/>
            </p:cNvSpPr>
            <p:nvPr userDrawn="1"/>
          </p:nvSpPr>
          <p:spPr bwMode="auto">
            <a:xfrm>
              <a:off x="500167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7" name="Oval 307">
              <a:extLst>
                <a:ext uri="{FF2B5EF4-FFF2-40B4-BE49-F238E27FC236}">
                  <a16:creationId xmlns:a16="http://schemas.microsoft.com/office/drawing/2014/main" id="{F56F2A0C-1294-43B4-A15C-6BAFC3418880}"/>
                </a:ext>
              </a:extLst>
            </p:cNvPr>
            <p:cNvSpPr>
              <a:spLocks noChangeAspect="1" noChangeArrowheads="1"/>
            </p:cNvSpPr>
            <p:nvPr userDrawn="1"/>
          </p:nvSpPr>
          <p:spPr bwMode="auto">
            <a:xfrm>
              <a:off x="5113246"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8" name="Oval 308">
              <a:extLst>
                <a:ext uri="{FF2B5EF4-FFF2-40B4-BE49-F238E27FC236}">
                  <a16:creationId xmlns:a16="http://schemas.microsoft.com/office/drawing/2014/main" id="{B6C377EC-5B16-4712-8195-AC33D5D34700}"/>
                </a:ext>
              </a:extLst>
            </p:cNvPr>
            <p:cNvSpPr>
              <a:spLocks noChangeAspect="1" noChangeArrowheads="1"/>
            </p:cNvSpPr>
            <p:nvPr userDrawn="1"/>
          </p:nvSpPr>
          <p:spPr bwMode="auto">
            <a:xfrm>
              <a:off x="522633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9" name="Oval 309">
              <a:extLst>
                <a:ext uri="{FF2B5EF4-FFF2-40B4-BE49-F238E27FC236}">
                  <a16:creationId xmlns:a16="http://schemas.microsoft.com/office/drawing/2014/main" id="{4229EC74-2C0A-468F-B002-3848E96417AC}"/>
                </a:ext>
              </a:extLst>
            </p:cNvPr>
            <p:cNvSpPr>
              <a:spLocks noChangeAspect="1" noChangeArrowheads="1"/>
            </p:cNvSpPr>
            <p:nvPr userDrawn="1"/>
          </p:nvSpPr>
          <p:spPr bwMode="auto">
            <a:xfrm>
              <a:off x="533790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0" name="Oval 310">
              <a:extLst>
                <a:ext uri="{FF2B5EF4-FFF2-40B4-BE49-F238E27FC236}">
                  <a16:creationId xmlns:a16="http://schemas.microsoft.com/office/drawing/2014/main" id="{2F856A1C-3AF6-4FD4-8D2C-E2ABD21D3768}"/>
                </a:ext>
              </a:extLst>
            </p:cNvPr>
            <p:cNvSpPr>
              <a:spLocks noChangeAspect="1" noChangeArrowheads="1"/>
            </p:cNvSpPr>
            <p:nvPr userDrawn="1"/>
          </p:nvSpPr>
          <p:spPr bwMode="auto">
            <a:xfrm>
              <a:off x="545099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1" name="Oval 311">
              <a:extLst>
                <a:ext uri="{FF2B5EF4-FFF2-40B4-BE49-F238E27FC236}">
                  <a16:creationId xmlns:a16="http://schemas.microsoft.com/office/drawing/2014/main" id="{809EC3AF-E20F-456A-8C6A-68BF952BA690}"/>
                </a:ext>
              </a:extLst>
            </p:cNvPr>
            <p:cNvSpPr>
              <a:spLocks noChangeAspect="1" noChangeArrowheads="1"/>
            </p:cNvSpPr>
            <p:nvPr userDrawn="1"/>
          </p:nvSpPr>
          <p:spPr bwMode="auto">
            <a:xfrm>
              <a:off x="556256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2" name="Oval 312">
              <a:extLst>
                <a:ext uri="{FF2B5EF4-FFF2-40B4-BE49-F238E27FC236}">
                  <a16:creationId xmlns:a16="http://schemas.microsoft.com/office/drawing/2014/main" id="{D53E21C2-2134-4A51-9B6D-6CD824F6285F}"/>
                </a:ext>
              </a:extLst>
            </p:cNvPr>
            <p:cNvSpPr>
              <a:spLocks noChangeAspect="1" noChangeArrowheads="1"/>
            </p:cNvSpPr>
            <p:nvPr userDrawn="1"/>
          </p:nvSpPr>
          <p:spPr bwMode="auto">
            <a:xfrm>
              <a:off x="567565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3" name="Oval 313">
              <a:extLst>
                <a:ext uri="{FF2B5EF4-FFF2-40B4-BE49-F238E27FC236}">
                  <a16:creationId xmlns:a16="http://schemas.microsoft.com/office/drawing/2014/main" id="{ED576EB3-BE8A-4733-9017-ED03B3802DBA}"/>
                </a:ext>
              </a:extLst>
            </p:cNvPr>
            <p:cNvSpPr>
              <a:spLocks noChangeAspect="1" noChangeArrowheads="1"/>
            </p:cNvSpPr>
            <p:nvPr userDrawn="1"/>
          </p:nvSpPr>
          <p:spPr bwMode="auto">
            <a:xfrm>
              <a:off x="578722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4" name="Oval 314">
              <a:extLst>
                <a:ext uri="{FF2B5EF4-FFF2-40B4-BE49-F238E27FC236}">
                  <a16:creationId xmlns:a16="http://schemas.microsoft.com/office/drawing/2014/main" id="{C5E2B98E-9B43-4973-B21E-A39B0BBC66A1}"/>
                </a:ext>
              </a:extLst>
            </p:cNvPr>
            <p:cNvSpPr>
              <a:spLocks noChangeAspect="1" noChangeArrowheads="1"/>
            </p:cNvSpPr>
            <p:nvPr userDrawn="1"/>
          </p:nvSpPr>
          <p:spPr bwMode="auto">
            <a:xfrm>
              <a:off x="590031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5" name="Oval 315">
              <a:extLst>
                <a:ext uri="{FF2B5EF4-FFF2-40B4-BE49-F238E27FC236}">
                  <a16:creationId xmlns:a16="http://schemas.microsoft.com/office/drawing/2014/main" id="{EF6A840B-B52A-40AE-A2E2-1F783137448C}"/>
                </a:ext>
              </a:extLst>
            </p:cNvPr>
            <p:cNvSpPr>
              <a:spLocks noChangeAspect="1" noChangeArrowheads="1"/>
            </p:cNvSpPr>
            <p:nvPr userDrawn="1"/>
          </p:nvSpPr>
          <p:spPr bwMode="auto">
            <a:xfrm>
              <a:off x="601339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6" name="Oval 316">
              <a:extLst>
                <a:ext uri="{FF2B5EF4-FFF2-40B4-BE49-F238E27FC236}">
                  <a16:creationId xmlns:a16="http://schemas.microsoft.com/office/drawing/2014/main" id="{26D5175A-DC69-4D0D-9403-9F9E68E9AFE0}"/>
                </a:ext>
              </a:extLst>
            </p:cNvPr>
            <p:cNvSpPr>
              <a:spLocks noChangeAspect="1" noChangeArrowheads="1"/>
            </p:cNvSpPr>
            <p:nvPr userDrawn="1"/>
          </p:nvSpPr>
          <p:spPr bwMode="auto">
            <a:xfrm>
              <a:off x="6124974"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7" name="Oval 317">
              <a:extLst>
                <a:ext uri="{FF2B5EF4-FFF2-40B4-BE49-F238E27FC236}">
                  <a16:creationId xmlns:a16="http://schemas.microsoft.com/office/drawing/2014/main" id="{672B11B8-47C7-4D86-891E-9557846F893E}"/>
                </a:ext>
              </a:extLst>
            </p:cNvPr>
            <p:cNvSpPr>
              <a:spLocks noChangeAspect="1" noChangeArrowheads="1"/>
            </p:cNvSpPr>
            <p:nvPr userDrawn="1"/>
          </p:nvSpPr>
          <p:spPr bwMode="auto">
            <a:xfrm>
              <a:off x="623805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8" name="Oval 318">
              <a:extLst>
                <a:ext uri="{FF2B5EF4-FFF2-40B4-BE49-F238E27FC236}">
                  <a16:creationId xmlns:a16="http://schemas.microsoft.com/office/drawing/2014/main" id="{F7B67C2E-9722-4349-91BD-423EC165DA4C}"/>
                </a:ext>
              </a:extLst>
            </p:cNvPr>
            <p:cNvSpPr>
              <a:spLocks noChangeAspect="1" noChangeArrowheads="1"/>
            </p:cNvSpPr>
            <p:nvPr userDrawn="1"/>
          </p:nvSpPr>
          <p:spPr bwMode="auto">
            <a:xfrm>
              <a:off x="6349634"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9" name="Oval 319">
              <a:extLst>
                <a:ext uri="{FF2B5EF4-FFF2-40B4-BE49-F238E27FC236}">
                  <a16:creationId xmlns:a16="http://schemas.microsoft.com/office/drawing/2014/main" id="{06C7850C-622B-4B23-A8C9-5C339E5B7A05}"/>
                </a:ext>
              </a:extLst>
            </p:cNvPr>
            <p:cNvSpPr>
              <a:spLocks noChangeAspect="1" noChangeArrowheads="1"/>
            </p:cNvSpPr>
            <p:nvPr userDrawn="1"/>
          </p:nvSpPr>
          <p:spPr bwMode="auto">
            <a:xfrm>
              <a:off x="646271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0" name="Oval 320">
              <a:extLst>
                <a:ext uri="{FF2B5EF4-FFF2-40B4-BE49-F238E27FC236}">
                  <a16:creationId xmlns:a16="http://schemas.microsoft.com/office/drawing/2014/main" id="{ACF63FB3-DFB4-4542-9904-ACC48758E7E2}"/>
                </a:ext>
              </a:extLst>
            </p:cNvPr>
            <p:cNvSpPr>
              <a:spLocks noChangeAspect="1" noChangeArrowheads="1"/>
            </p:cNvSpPr>
            <p:nvPr userDrawn="1"/>
          </p:nvSpPr>
          <p:spPr bwMode="auto">
            <a:xfrm>
              <a:off x="6574294"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1" name="Oval 321">
              <a:extLst>
                <a:ext uri="{FF2B5EF4-FFF2-40B4-BE49-F238E27FC236}">
                  <a16:creationId xmlns:a16="http://schemas.microsoft.com/office/drawing/2014/main" id="{96795AB8-4579-4CFC-BA58-F2F21C83312F}"/>
                </a:ext>
              </a:extLst>
            </p:cNvPr>
            <p:cNvSpPr>
              <a:spLocks noChangeAspect="1" noChangeArrowheads="1"/>
            </p:cNvSpPr>
            <p:nvPr userDrawn="1"/>
          </p:nvSpPr>
          <p:spPr bwMode="auto">
            <a:xfrm>
              <a:off x="668738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2" name="Oval 322">
              <a:extLst>
                <a:ext uri="{FF2B5EF4-FFF2-40B4-BE49-F238E27FC236}">
                  <a16:creationId xmlns:a16="http://schemas.microsoft.com/office/drawing/2014/main" id="{D9590406-3655-42F0-9361-0828944FDE4B}"/>
                </a:ext>
              </a:extLst>
            </p:cNvPr>
            <p:cNvSpPr>
              <a:spLocks noChangeAspect="1" noChangeArrowheads="1"/>
            </p:cNvSpPr>
            <p:nvPr userDrawn="1"/>
          </p:nvSpPr>
          <p:spPr bwMode="auto">
            <a:xfrm>
              <a:off x="679895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3" name="Oval 323">
              <a:extLst>
                <a:ext uri="{FF2B5EF4-FFF2-40B4-BE49-F238E27FC236}">
                  <a16:creationId xmlns:a16="http://schemas.microsoft.com/office/drawing/2014/main" id="{6392911A-0E9C-43ED-9EA8-5F3DABABDF8B}"/>
                </a:ext>
              </a:extLst>
            </p:cNvPr>
            <p:cNvSpPr>
              <a:spLocks noChangeAspect="1" noChangeArrowheads="1"/>
            </p:cNvSpPr>
            <p:nvPr userDrawn="1"/>
          </p:nvSpPr>
          <p:spPr bwMode="auto">
            <a:xfrm>
              <a:off x="691204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4" name="Oval 324">
              <a:extLst>
                <a:ext uri="{FF2B5EF4-FFF2-40B4-BE49-F238E27FC236}">
                  <a16:creationId xmlns:a16="http://schemas.microsoft.com/office/drawing/2014/main" id="{27B31CFD-ED7C-4268-93B2-25776BF93C2A}"/>
                </a:ext>
              </a:extLst>
            </p:cNvPr>
            <p:cNvSpPr>
              <a:spLocks noChangeAspect="1" noChangeArrowheads="1"/>
            </p:cNvSpPr>
            <p:nvPr userDrawn="1"/>
          </p:nvSpPr>
          <p:spPr bwMode="auto">
            <a:xfrm>
              <a:off x="702361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5" name="Oval 325">
              <a:extLst>
                <a:ext uri="{FF2B5EF4-FFF2-40B4-BE49-F238E27FC236}">
                  <a16:creationId xmlns:a16="http://schemas.microsoft.com/office/drawing/2014/main" id="{0F6316A9-E898-4202-A8F0-FE6CBFAD8396}"/>
                </a:ext>
              </a:extLst>
            </p:cNvPr>
            <p:cNvSpPr>
              <a:spLocks noChangeAspect="1" noChangeArrowheads="1"/>
            </p:cNvSpPr>
            <p:nvPr userDrawn="1"/>
          </p:nvSpPr>
          <p:spPr bwMode="auto">
            <a:xfrm>
              <a:off x="713670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6" name="Oval 326">
              <a:extLst>
                <a:ext uri="{FF2B5EF4-FFF2-40B4-BE49-F238E27FC236}">
                  <a16:creationId xmlns:a16="http://schemas.microsoft.com/office/drawing/2014/main" id="{40D3B525-76D0-4B1D-9728-C4D39F9DB669}"/>
                </a:ext>
              </a:extLst>
            </p:cNvPr>
            <p:cNvSpPr>
              <a:spLocks noChangeAspect="1" noChangeArrowheads="1"/>
            </p:cNvSpPr>
            <p:nvPr userDrawn="1"/>
          </p:nvSpPr>
          <p:spPr bwMode="auto">
            <a:xfrm>
              <a:off x="724827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7" name="Oval 327">
              <a:extLst>
                <a:ext uri="{FF2B5EF4-FFF2-40B4-BE49-F238E27FC236}">
                  <a16:creationId xmlns:a16="http://schemas.microsoft.com/office/drawing/2014/main" id="{D7C9BE0B-30EB-40DD-A240-01B6BA75676A}"/>
                </a:ext>
              </a:extLst>
            </p:cNvPr>
            <p:cNvSpPr>
              <a:spLocks noChangeAspect="1" noChangeArrowheads="1"/>
            </p:cNvSpPr>
            <p:nvPr userDrawn="1"/>
          </p:nvSpPr>
          <p:spPr bwMode="auto">
            <a:xfrm>
              <a:off x="736136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8" name="Oval 328">
              <a:extLst>
                <a:ext uri="{FF2B5EF4-FFF2-40B4-BE49-F238E27FC236}">
                  <a16:creationId xmlns:a16="http://schemas.microsoft.com/office/drawing/2014/main" id="{5D0E3371-3EFF-4AF8-854D-53D92A34D28E}"/>
                </a:ext>
              </a:extLst>
            </p:cNvPr>
            <p:cNvSpPr>
              <a:spLocks noChangeAspect="1" noChangeArrowheads="1"/>
            </p:cNvSpPr>
            <p:nvPr userDrawn="1"/>
          </p:nvSpPr>
          <p:spPr bwMode="auto">
            <a:xfrm>
              <a:off x="747293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9" name="Oval 329">
              <a:extLst>
                <a:ext uri="{FF2B5EF4-FFF2-40B4-BE49-F238E27FC236}">
                  <a16:creationId xmlns:a16="http://schemas.microsoft.com/office/drawing/2014/main" id="{6ECA22C5-4E08-4039-8846-64D5C270D85E}"/>
                </a:ext>
              </a:extLst>
            </p:cNvPr>
            <p:cNvSpPr>
              <a:spLocks noChangeAspect="1" noChangeArrowheads="1"/>
            </p:cNvSpPr>
            <p:nvPr userDrawn="1"/>
          </p:nvSpPr>
          <p:spPr bwMode="auto">
            <a:xfrm>
              <a:off x="758602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0" name="Oval 330">
              <a:extLst>
                <a:ext uri="{FF2B5EF4-FFF2-40B4-BE49-F238E27FC236}">
                  <a16:creationId xmlns:a16="http://schemas.microsoft.com/office/drawing/2014/main" id="{AE4B2311-66D6-4331-B1F8-08B6CB500B36}"/>
                </a:ext>
              </a:extLst>
            </p:cNvPr>
            <p:cNvSpPr>
              <a:spLocks noChangeAspect="1" noChangeArrowheads="1"/>
            </p:cNvSpPr>
            <p:nvPr userDrawn="1"/>
          </p:nvSpPr>
          <p:spPr bwMode="auto">
            <a:xfrm>
              <a:off x="7697599"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1" name="Oval 331">
              <a:extLst>
                <a:ext uri="{FF2B5EF4-FFF2-40B4-BE49-F238E27FC236}">
                  <a16:creationId xmlns:a16="http://schemas.microsoft.com/office/drawing/2014/main" id="{CEA673D5-F754-45CB-8FDB-5D1671C9D336}"/>
                </a:ext>
              </a:extLst>
            </p:cNvPr>
            <p:cNvSpPr>
              <a:spLocks noChangeAspect="1" noChangeArrowheads="1"/>
            </p:cNvSpPr>
            <p:nvPr userDrawn="1"/>
          </p:nvSpPr>
          <p:spPr bwMode="auto">
            <a:xfrm>
              <a:off x="781068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2" name="Oval 332">
              <a:extLst>
                <a:ext uri="{FF2B5EF4-FFF2-40B4-BE49-F238E27FC236}">
                  <a16:creationId xmlns:a16="http://schemas.microsoft.com/office/drawing/2014/main" id="{33A85FA1-6EAD-475C-A307-DF0A43BD4E3E}"/>
                </a:ext>
              </a:extLst>
            </p:cNvPr>
            <p:cNvSpPr>
              <a:spLocks noChangeAspect="1" noChangeArrowheads="1"/>
            </p:cNvSpPr>
            <p:nvPr userDrawn="1"/>
          </p:nvSpPr>
          <p:spPr bwMode="auto">
            <a:xfrm>
              <a:off x="792225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3" name="Oval 333">
              <a:extLst>
                <a:ext uri="{FF2B5EF4-FFF2-40B4-BE49-F238E27FC236}">
                  <a16:creationId xmlns:a16="http://schemas.microsoft.com/office/drawing/2014/main" id="{A703D52D-A4D6-4EAA-978D-5FD1F1CCC45B}"/>
                </a:ext>
              </a:extLst>
            </p:cNvPr>
            <p:cNvSpPr>
              <a:spLocks noChangeAspect="1" noChangeArrowheads="1"/>
            </p:cNvSpPr>
            <p:nvPr userDrawn="1"/>
          </p:nvSpPr>
          <p:spPr bwMode="auto">
            <a:xfrm>
              <a:off x="803534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4" name="Oval 334">
              <a:extLst>
                <a:ext uri="{FF2B5EF4-FFF2-40B4-BE49-F238E27FC236}">
                  <a16:creationId xmlns:a16="http://schemas.microsoft.com/office/drawing/2014/main" id="{8AA425B7-42D3-4DCF-B656-7582229371FE}"/>
                </a:ext>
              </a:extLst>
            </p:cNvPr>
            <p:cNvSpPr>
              <a:spLocks noChangeAspect="1" noChangeArrowheads="1"/>
            </p:cNvSpPr>
            <p:nvPr userDrawn="1"/>
          </p:nvSpPr>
          <p:spPr bwMode="auto">
            <a:xfrm>
              <a:off x="814692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5" name="Oval 335">
              <a:extLst>
                <a:ext uri="{FF2B5EF4-FFF2-40B4-BE49-F238E27FC236}">
                  <a16:creationId xmlns:a16="http://schemas.microsoft.com/office/drawing/2014/main" id="{028C7263-B164-40D8-8E57-A2C8A89167B8}"/>
                </a:ext>
              </a:extLst>
            </p:cNvPr>
            <p:cNvSpPr>
              <a:spLocks noChangeAspect="1" noChangeArrowheads="1"/>
            </p:cNvSpPr>
            <p:nvPr userDrawn="1"/>
          </p:nvSpPr>
          <p:spPr bwMode="auto">
            <a:xfrm>
              <a:off x="826000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6" name="Oval 336">
              <a:extLst>
                <a:ext uri="{FF2B5EF4-FFF2-40B4-BE49-F238E27FC236}">
                  <a16:creationId xmlns:a16="http://schemas.microsoft.com/office/drawing/2014/main" id="{0346E133-1872-4827-9CC4-3A3A65EC6CCE}"/>
                </a:ext>
              </a:extLst>
            </p:cNvPr>
            <p:cNvSpPr>
              <a:spLocks noChangeAspect="1" noChangeArrowheads="1"/>
            </p:cNvSpPr>
            <p:nvPr userDrawn="1"/>
          </p:nvSpPr>
          <p:spPr bwMode="auto">
            <a:xfrm>
              <a:off x="837158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7" name="Oval 337">
              <a:extLst>
                <a:ext uri="{FF2B5EF4-FFF2-40B4-BE49-F238E27FC236}">
                  <a16:creationId xmlns:a16="http://schemas.microsoft.com/office/drawing/2014/main" id="{E6853DB0-5E56-4F61-8514-DCC4C893F636}"/>
                </a:ext>
              </a:extLst>
            </p:cNvPr>
            <p:cNvSpPr>
              <a:spLocks noChangeAspect="1" noChangeArrowheads="1"/>
            </p:cNvSpPr>
            <p:nvPr userDrawn="1"/>
          </p:nvSpPr>
          <p:spPr bwMode="auto">
            <a:xfrm>
              <a:off x="848466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8" name="Oval 338">
              <a:extLst>
                <a:ext uri="{FF2B5EF4-FFF2-40B4-BE49-F238E27FC236}">
                  <a16:creationId xmlns:a16="http://schemas.microsoft.com/office/drawing/2014/main" id="{12761391-E58B-468E-823F-8974EA8DB90A}"/>
                </a:ext>
              </a:extLst>
            </p:cNvPr>
            <p:cNvSpPr>
              <a:spLocks noChangeAspect="1" noChangeArrowheads="1"/>
            </p:cNvSpPr>
            <p:nvPr userDrawn="1"/>
          </p:nvSpPr>
          <p:spPr bwMode="auto">
            <a:xfrm>
              <a:off x="39536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9" name="Oval 339">
              <a:extLst>
                <a:ext uri="{FF2B5EF4-FFF2-40B4-BE49-F238E27FC236}">
                  <a16:creationId xmlns:a16="http://schemas.microsoft.com/office/drawing/2014/main" id="{080E35D1-17B2-414A-82C3-DF52D743E20B}"/>
                </a:ext>
              </a:extLst>
            </p:cNvPr>
            <p:cNvSpPr>
              <a:spLocks noChangeAspect="1" noChangeArrowheads="1"/>
            </p:cNvSpPr>
            <p:nvPr userDrawn="1"/>
          </p:nvSpPr>
          <p:spPr bwMode="auto">
            <a:xfrm>
              <a:off x="50694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0" name="Oval 340">
              <a:extLst>
                <a:ext uri="{FF2B5EF4-FFF2-40B4-BE49-F238E27FC236}">
                  <a16:creationId xmlns:a16="http://schemas.microsoft.com/office/drawing/2014/main" id="{386452DC-B09A-4C64-929F-A8686F71CCB5}"/>
                </a:ext>
              </a:extLst>
            </p:cNvPr>
            <p:cNvSpPr>
              <a:spLocks noChangeAspect="1" noChangeArrowheads="1"/>
            </p:cNvSpPr>
            <p:nvPr userDrawn="1"/>
          </p:nvSpPr>
          <p:spPr bwMode="auto">
            <a:xfrm>
              <a:off x="62003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1" name="Oval 341">
              <a:extLst>
                <a:ext uri="{FF2B5EF4-FFF2-40B4-BE49-F238E27FC236}">
                  <a16:creationId xmlns:a16="http://schemas.microsoft.com/office/drawing/2014/main" id="{3F628E39-A53A-45B9-BC14-3A998A1BF64C}"/>
                </a:ext>
              </a:extLst>
            </p:cNvPr>
            <p:cNvSpPr>
              <a:spLocks noChangeAspect="1" noChangeArrowheads="1"/>
            </p:cNvSpPr>
            <p:nvPr userDrawn="1"/>
          </p:nvSpPr>
          <p:spPr bwMode="auto">
            <a:xfrm>
              <a:off x="73160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2" name="Oval 342">
              <a:extLst>
                <a:ext uri="{FF2B5EF4-FFF2-40B4-BE49-F238E27FC236}">
                  <a16:creationId xmlns:a16="http://schemas.microsoft.com/office/drawing/2014/main" id="{BA8B4986-4FB7-4756-BBAF-E3AE4D7565D1}"/>
                </a:ext>
              </a:extLst>
            </p:cNvPr>
            <p:cNvSpPr>
              <a:spLocks noChangeAspect="1" noChangeArrowheads="1"/>
            </p:cNvSpPr>
            <p:nvPr userDrawn="1"/>
          </p:nvSpPr>
          <p:spPr bwMode="auto">
            <a:xfrm>
              <a:off x="844690"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3" name="Oval 343">
              <a:extLst>
                <a:ext uri="{FF2B5EF4-FFF2-40B4-BE49-F238E27FC236}">
                  <a16:creationId xmlns:a16="http://schemas.microsoft.com/office/drawing/2014/main" id="{C1606B5A-4B38-44DF-A3CA-7766EDF55D57}"/>
                </a:ext>
              </a:extLst>
            </p:cNvPr>
            <p:cNvSpPr>
              <a:spLocks noChangeAspect="1" noChangeArrowheads="1"/>
            </p:cNvSpPr>
            <p:nvPr userDrawn="1"/>
          </p:nvSpPr>
          <p:spPr bwMode="auto">
            <a:xfrm>
              <a:off x="956267"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4" name="Oval 344">
              <a:extLst>
                <a:ext uri="{FF2B5EF4-FFF2-40B4-BE49-F238E27FC236}">
                  <a16:creationId xmlns:a16="http://schemas.microsoft.com/office/drawing/2014/main" id="{613127C3-94E0-4132-BB93-35B466DC2B9A}"/>
                </a:ext>
              </a:extLst>
            </p:cNvPr>
            <p:cNvSpPr>
              <a:spLocks noChangeAspect="1" noChangeArrowheads="1"/>
            </p:cNvSpPr>
            <p:nvPr userDrawn="1"/>
          </p:nvSpPr>
          <p:spPr bwMode="auto">
            <a:xfrm>
              <a:off x="1069352"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5" name="Oval 345">
              <a:extLst>
                <a:ext uri="{FF2B5EF4-FFF2-40B4-BE49-F238E27FC236}">
                  <a16:creationId xmlns:a16="http://schemas.microsoft.com/office/drawing/2014/main" id="{707FCAF2-508A-4993-A7A8-0584BDBD96BC}"/>
                </a:ext>
              </a:extLst>
            </p:cNvPr>
            <p:cNvSpPr>
              <a:spLocks noChangeAspect="1" noChangeArrowheads="1"/>
            </p:cNvSpPr>
            <p:nvPr userDrawn="1"/>
          </p:nvSpPr>
          <p:spPr bwMode="auto">
            <a:xfrm>
              <a:off x="118092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6" name="Oval 346">
              <a:extLst>
                <a:ext uri="{FF2B5EF4-FFF2-40B4-BE49-F238E27FC236}">
                  <a16:creationId xmlns:a16="http://schemas.microsoft.com/office/drawing/2014/main" id="{28DE9F57-1711-4C06-8850-4EE182494744}"/>
                </a:ext>
              </a:extLst>
            </p:cNvPr>
            <p:cNvSpPr>
              <a:spLocks noChangeAspect="1" noChangeArrowheads="1"/>
            </p:cNvSpPr>
            <p:nvPr userDrawn="1"/>
          </p:nvSpPr>
          <p:spPr bwMode="auto">
            <a:xfrm>
              <a:off x="1294012"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7" name="Oval 347">
              <a:extLst>
                <a:ext uri="{FF2B5EF4-FFF2-40B4-BE49-F238E27FC236}">
                  <a16:creationId xmlns:a16="http://schemas.microsoft.com/office/drawing/2014/main" id="{7DCF7FF7-33FE-4579-97CC-0375E153426E}"/>
                </a:ext>
              </a:extLst>
            </p:cNvPr>
            <p:cNvSpPr>
              <a:spLocks noChangeAspect="1" noChangeArrowheads="1"/>
            </p:cNvSpPr>
            <p:nvPr userDrawn="1"/>
          </p:nvSpPr>
          <p:spPr bwMode="auto">
            <a:xfrm>
              <a:off x="140558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8" name="Oval 348">
              <a:extLst>
                <a:ext uri="{FF2B5EF4-FFF2-40B4-BE49-F238E27FC236}">
                  <a16:creationId xmlns:a16="http://schemas.microsoft.com/office/drawing/2014/main" id="{7E970033-00A5-457C-B92C-58F774B46EAB}"/>
                </a:ext>
              </a:extLst>
            </p:cNvPr>
            <p:cNvSpPr>
              <a:spLocks noChangeAspect="1" noChangeArrowheads="1"/>
            </p:cNvSpPr>
            <p:nvPr userDrawn="1"/>
          </p:nvSpPr>
          <p:spPr bwMode="auto">
            <a:xfrm>
              <a:off x="151867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9" name="Oval 349">
              <a:extLst>
                <a:ext uri="{FF2B5EF4-FFF2-40B4-BE49-F238E27FC236}">
                  <a16:creationId xmlns:a16="http://schemas.microsoft.com/office/drawing/2014/main" id="{EA1D5FD3-39CF-47F6-94DD-F58669926AF6}"/>
                </a:ext>
              </a:extLst>
            </p:cNvPr>
            <p:cNvSpPr>
              <a:spLocks noChangeAspect="1" noChangeArrowheads="1"/>
            </p:cNvSpPr>
            <p:nvPr userDrawn="1"/>
          </p:nvSpPr>
          <p:spPr bwMode="auto">
            <a:xfrm>
              <a:off x="1630250"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0" name="Oval 350">
              <a:extLst>
                <a:ext uri="{FF2B5EF4-FFF2-40B4-BE49-F238E27FC236}">
                  <a16:creationId xmlns:a16="http://schemas.microsoft.com/office/drawing/2014/main" id="{E1929611-1D54-4FEA-9FEC-BCFD769E39B9}"/>
                </a:ext>
              </a:extLst>
            </p:cNvPr>
            <p:cNvSpPr>
              <a:spLocks noChangeAspect="1" noChangeArrowheads="1"/>
            </p:cNvSpPr>
            <p:nvPr userDrawn="1"/>
          </p:nvSpPr>
          <p:spPr bwMode="auto">
            <a:xfrm>
              <a:off x="174333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1" name="Oval 351">
              <a:extLst>
                <a:ext uri="{FF2B5EF4-FFF2-40B4-BE49-F238E27FC236}">
                  <a16:creationId xmlns:a16="http://schemas.microsoft.com/office/drawing/2014/main" id="{361A2375-8FED-46A9-9D33-2C5789036845}"/>
                </a:ext>
              </a:extLst>
            </p:cNvPr>
            <p:cNvSpPr>
              <a:spLocks noChangeAspect="1" noChangeArrowheads="1"/>
            </p:cNvSpPr>
            <p:nvPr userDrawn="1"/>
          </p:nvSpPr>
          <p:spPr bwMode="auto">
            <a:xfrm>
              <a:off x="1854910"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2" name="Oval 352">
              <a:extLst>
                <a:ext uri="{FF2B5EF4-FFF2-40B4-BE49-F238E27FC236}">
                  <a16:creationId xmlns:a16="http://schemas.microsoft.com/office/drawing/2014/main" id="{52FD6C26-7A0E-47DC-AFA0-4F38F4AA1090}"/>
                </a:ext>
              </a:extLst>
            </p:cNvPr>
            <p:cNvSpPr>
              <a:spLocks noChangeAspect="1" noChangeArrowheads="1"/>
            </p:cNvSpPr>
            <p:nvPr userDrawn="1"/>
          </p:nvSpPr>
          <p:spPr bwMode="auto">
            <a:xfrm>
              <a:off x="1967995"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3" name="Oval 353">
              <a:extLst>
                <a:ext uri="{FF2B5EF4-FFF2-40B4-BE49-F238E27FC236}">
                  <a16:creationId xmlns:a16="http://schemas.microsoft.com/office/drawing/2014/main" id="{19A0DC28-BAA8-4529-9A74-90BA82706FC5}"/>
                </a:ext>
              </a:extLst>
            </p:cNvPr>
            <p:cNvSpPr>
              <a:spLocks noChangeAspect="1" noChangeArrowheads="1"/>
            </p:cNvSpPr>
            <p:nvPr userDrawn="1"/>
          </p:nvSpPr>
          <p:spPr bwMode="auto">
            <a:xfrm>
              <a:off x="207957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4" name="Oval 354">
              <a:extLst>
                <a:ext uri="{FF2B5EF4-FFF2-40B4-BE49-F238E27FC236}">
                  <a16:creationId xmlns:a16="http://schemas.microsoft.com/office/drawing/2014/main" id="{D8BF9D45-1BFE-45CB-8416-FB5FD88EF455}"/>
                </a:ext>
              </a:extLst>
            </p:cNvPr>
            <p:cNvSpPr>
              <a:spLocks noChangeAspect="1" noChangeArrowheads="1"/>
            </p:cNvSpPr>
            <p:nvPr userDrawn="1"/>
          </p:nvSpPr>
          <p:spPr bwMode="auto">
            <a:xfrm>
              <a:off x="252889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5" name="Oval 355">
              <a:extLst>
                <a:ext uri="{FF2B5EF4-FFF2-40B4-BE49-F238E27FC236}">
                  <a16:creationId xmlns:a16="http://schemas.microsoft.com/office/drawing/2014/main" id="{3483DB78-5C97-4051-979A-B703856A2481}"/>
                </a:ext>
              </a:extLst>
            </p:cNvPr>
            <p:cNvSpPr>
              <a:spLocks noChangeAspect="1" noChangeArrowheads="1"/>
            </p:cNvSpPr>
            <p:nvPr userDrawn="1"/>
          </p:nvSpPr>
          <p:spPr bwMode="auto">
            <a:xfrm>
              <a:off x="3315959"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6" name="Oval 356">
              <a:extLst>
                <a:ext uri="{FF2B5EF4-FFF2-40B4-BE49-F238E27FC236}">
                  <a16:creationId xmlns:a16="http://schemas.microsoft.com/office/drawing/2014/main" id="{200AD128-9DA8-4D61-99F9-C79E3E653115}"/>
                </a:ext>
              </a:extLst>
            </p:cNvPr>
            <p:cNvSpPr>
              <a:spLocks noChangeAspect="1" noChangeArrowheads="1"/>
            </p:cNvSpPr>
            <p:nvPr userDrawn="1"/>
          </p:nvSpPr>
          <p:spPr bwMode="auto">
            <a:xfrm>
              <a:off x="3765282"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7" name="Oval 357">
              <a:extLst>
                <a:ext uri="{FF2B5EF4-FFF2-40B4-BE49-F238E27FC236}">
                  <a16:creationId xmlns:a16="http://schemas.microsoft.com/office/drawing/2014/main" id="{2E08CF45-3376-44CF-AE06-49E049CDB4CC}"/>
                </a:ext>
              </a:extLst>
            </p:cNvPr>
            <p:cNvSpPr>
              <a:spLocks noChangeAspect="1" noChangeArrowheads="1"/>
            </p:cNvSpPr>
            <p:nvPr userDrawn="1"/>
          </p:nvSpPr>
          <p:spPr bwMode="auto">
            <a:xfrm>
              <a:off x="443926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8" name="Oval 358">
              <a:extLst>
                <a:ext uri="{FF2B5EF4-FFF2-40B4-BE49-F238E27FC236}">
                  <a16:creationId xmlns:a16="http://schemas.microsoft.com/office/drawing/2014/main" id="{ADF44AF4-C89A-44E8-A0E7-D9B5C0ADCA53}"/>
                </a:ext>
              </a:extLst>
            </p:cNvPr>
            <p:cNvSpPr>
              <a:spLocks noChangeAspect="1" noChangeArrowheads="1"/>
            </p:cNvSpPr>
            <p:nvPr userDrawn="1"/>
          </p:nvSpPr>
          <p:spPr bwMode="auto">
            <a:xfrm>
              <a:off x="455234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9" name="Oval 359">
              <a:extLst>
                <a:ext uri="{FF2B5EF4-FFF2-40B4-BE49-F238E27FC236}">
                  <a16:creationId xmlns:a16="http://schemas.microsoft.com/office/drawing/2014/main" id="{A13B63EB-C5EA-459A-85BC-FBFA83C8A9AB}"/>
                </a:ext>
              </a:extLst>
            </p:cNvPr>
            <p:cNvSpPr>
              <a:spLocks noChangeAspect="1" noChangeArrowheads="1"/>
            </p:cNvSpPr>
            <p:nvPr userDrawn="1"/>
          </p:nvSpPr>
          <p:spPr bwMode="auto">
            <a:xfrm>
              <a:off x="4663925" y="2074514"/>
              <a:ext cx="85943" cy="85942"/>
            </a:xfrm>
            <a:prstGeom prst="ellipse">
              <a:avLst/>
            </a:prstGeom>
            <a:grpFill/>
            <a:ln>
              <a:noFill/>
            </a:ln>
            <a:effectLst/>
          </p:spPr>
          <p:txBody>
            <a:bodyPr wrap="none" anchor="ctr"/>
            <a:lstStyle/>
            <a:p>
              <a:pPr defTabSz="1242260">
                <a:defRPr/>
              </a:pPr>
              <a:endParaRPr lang="en-US" sz="2446" kern="0" dirty="0">
                <a:solidFill>
                  <a:srgbClr val="292929"/>
                </a:solidFill>
              </a:endParaRPr>
            </a:p>
          </p:txBody>
        </p:sp>
        <p:sp>
          <p:nvSpPr>
            <p:cNvPr id="2830" name="Oval 360">
              <a:extLst>
                <a:ext uri="{FF2B5EF4-FFF2-40B4-BE49-F238E27FC236}">
                  <a16:creationId xmlns:a16="http://schemas.microsoft.com/office/drawing/2014/main" id="{1503F9B9-1224-40EB-B36C-96CF6EB0E91F}"/>
                </a:ext>
              </a:extLst>
            </p:cNvPr>
            <p:cNvSpPr>
              <a:spLocks noChangeAspect="1" noChangeArrowheads="1"/>
            </p:cNvSpPr>
            <p:nvPr userDrawn="1"/>
          </p:nvSpPr>
          <p:spPr bwMode="auto">
            <a:xfrm>
              <a:off x="4888585"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1" name="Oval 361">
              <a:extLst>
                <a:ext uri="{FF2B5EF4-FFF2-40B4-BE49-F238E27FC236}">
                  <a16:creationId xmlns:a16="http://schemas.microsoft.com/office/drawing/2014/main" id="{15BA58C0-F5EB-4937-A68E-A884697DBEF4}"/>
                </a:ext>
              </a:extLst>
            </p:cNvPr>
            <p:cNvSpPr>
              <a:spLocks noChangeAspect="1" noChangeArrowheads="1"/>
            </p:cNvSpPr>
            <p:nvPr userDrawn="1"/>
          </p:nvSpPr>
          <p:spPr bwMode="auto">
            <a:xfrm>
              <a:off x="5001670"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2" name="Oval 362">
              <a:extLst>
                <a:ext uri="{FF2B5EF4-FFF2-40B4-BE49-F238E27FC236}">
                  <a16:creationId xmlns:a16="http://schemas.microsoft.com/office/drawing/2014/main" id="{379D9343-B6BA-4B41-B00D-4E903F47C801}"/>
                </a:ext>
              </a:extLst>
            </p:cNvPr>
            <p:cNvSpPr>
              <a:spLocks noChangeAspect="1" noChangeArrowheads="1"/>
            </p:cNvSpPr>
            <p:nvPr userDrawn="1"/>
          </p:nvSpPr>
          <p:spPr bwMode="auto">
            <a:xfrm>
              <a:off x="5113246"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3" name="Oval 363">
              <a:extLst>
                <a:ext uri="{FF2B5EF4-FFF2-40B4-BE49-F238E27FC236}">
                  <a16:creationId xmlns:a16="http://schemas.microsoft.com/office/drawing/2014/main" id="{41EE7A73-3748-4615-A422-6970C0BCDA2C}"/>
                </a:ext>
              </a:extLst>
            </p:cNvPr>
            <p:cNvSpPr>
              <a:spLocks noChangeAspect="1" noChangeArrowheads="1"/>
            </p:cNvSpPr>
            <p:nvPr userDrawn="1"/>
          </p:nvSpPr>
          <p:spPr bwMode="auto">
            <a:xfrm>
              <a:off x="5226330" y="2074514"/>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2834" name="Oval 364">
              <a:extLst>
                <a:ext uri="{FF2B5EF4-FFF2-40B4-BE49-F238E27FC236}">
                  <a16:creationId xmlns:a16="http://schemas.microsoft.com/office/drawing/2014/main" id="{89FAD991-94BA-4AE9-9CE5-DEF359E8871B}"/>
                </a:ext>
              </a:extLst>
            </p:cNvPr>
            <p:cNvSpPr>
              <a:spLocks noChangeAspect="1" noChangeArrowheads="1"/>
            </p:cNvSpPr>
            <p:nvPr userDrawn="1"/>
          </p:nvSpPr>
          <p:spPr bwMode="auto">
            <a:xfrm>
              <a:off x="533790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5" name="Oval 365">
              <a:extLst>
                <a:ext uri="{FF2B5EF4-FFF2-40B4-BE49-F238E27FC236}">
                  <a16:creationId xmlns:a16="http://schemas.microsoft.com/office/drawing/2014/main" id="{E69E6539-4B18-4CB0-8E66-F3669AF8B132}"/>
                </a:ext>
              </a:extLst>
            </p:cNvPr>
            <p:cNvSpPr>
              <a:spLocks noChangeAspect="1" noChangeArrowheads="1"/>
            </p:cNvSpPr>
            <p:nvPr userDrawn="1"/>
          </p:nvSpPr>
          <p:spPr bwMode="auto">
            <a:xfrm>
              <a:off x="545099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6" name="Oval 366">
              <a:extLst>
                <a:ext uri="{FF2B5EF4-FFF2-40B4-BE49-F238E27FC236}">
                  <a16:creationId xmlns:a16="http://schemas.microsoft.com/office/drawing/2014/main" id="{973DCFBE-97BF-44DF-9AB6-76028705412D}"/>
                </a:ext>
              </a:extLst>
            </p:cNvPr>
            <p:cNvSpPr>
              <a:spLocks noChangeAspect="1" noChangeArrowheads="1"/>
            </p:cNvSpPr>
            <p:nvPr userDrawn="1"/>
          </p:nvSpPr>
          <p:spPr bwMode="auto">
            <a:xfrm>
              <a:off x="556256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7" name="Oval 367">
              <a:extLst>
                <a:ext uri="{FF2B5EF4-FFF2-40B4-BE49-F238E27FC236}">
                  <a16:creationId xmlns:a16="http://schemas.microsoft.com/office/drawing/2014/main" id="{ABA4E004-2BD0-4CF4-8C49-7421F3E136C4}"/>
                </a:ext>
              </a:extLst>
            </p:cNvPr>
            <p:cNvSpPr>
              <a:spLocks noChangeAspect="1" noChangeArrowheads="1"/>
            </p:cNvSpPr>
            <p:nvPr userDrawn="1"/>
          </p:nvSpPr>
          <p:spPr bwMode="auto">
            <a:xfrm>
              <a:off x="567565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8" name="Oval 368">
              <a:extLst>
                <a:ext uri="{FF2B5EF4-FFF2-40B4-BE49-F238E27FC236}">
                  <a16:creationId xmlns:a16="http://schemas.microsoft.com/office/drawing/2014/main" id="{C468449D-54C5-48DA-B30D-C92AD8B7B7C7}"/>
                </a:ext>
              </a:extLst>
            </p:cNvPr>
            <p:cNvSpPr>
              <a:spLocks noChangeAspect="1" noChangeArrowheads="1"/>
            </p:cNvSpPr>
            <p:nvPr userDrawn="1"/>
          </p:nvSpPr>
          <p:spPr bwMode="auto">
            <a:xfrm>
              <a:off x="578722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9" name="Oval 369">
              <a:extLst>
                <a:ext uri="{FF2B5EF4-FFF2-40B4-BE49-F238E27FC236}">
                  <a16:creationId xmlns:a16="http://schemas.microsoft.com/office/drawing/2014/main" id="{7DFBEA00-8870-4F01-9958-A04BB2C6BB9C}"/>
                </a:ext>
              </a:extLst>
            </p:cNvPr>
            <p:cNvSpPr>
              <a:spLocks noChangeAspect="1" noChangeArrowheads="1"/>
            </p:cNvSpPr>
            <p:nvPr userDrawn="1"/>
          </p:nvSpPr>
          <p:spPr bwMode="auto">
            <a:xfrm>
              <a:off x="590031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0" name="Oval 370">
              <a:extLst>
                <a:ext uri="{FF2B5EF4-FFF2-40B4-BE49-F238E27FC236}">
                  <a16:creationId xmlns:a16="http://schemas.microsoft.com/office/drawing/2014/main" id="{9030C6B3-1039-4674-BD90-75A36AB0FD8B}"/>
                </a:ext>
              </a:extLst>
            </p:cNvPr>
            <p:cNvSpPr>
              <a:spLocks noChangeAspect="1" noChangeArrowheads="1"/>
            </p:cNvSpPr>
            <p:nvPr userDrawn="1"/>
          </p:nvSpPr>
          <p:spPr bwMode="auto">
            <a:xfrm>
              <a:off x="601339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1" name="Oval 371">
              <a:extLst>
                <a:ext uri="{FF2B5EF4-FFF2-40B4-BE49-F238E27FC236}">
                  <a16:creationId xmlns:a16="http://schemas.microsoft.com/office/drawing/2014/main" id="{3F082DDB-72C5-48BB-9187-89C7E7770FA4}"/>
                </a:ext>
              </a:extLst>
            </p:cNvPr>
            <p:cNvSpPr>
              <a:spLocks noChangeAspect="1" noChangeArrowheads="1"/>
            </p:cNvSpPr>
            <p:nvPr userDrawn="1"/>
          </p:nvSpPr>
          <p:spPr bwMode="auto">
            <a:xfrm>
              <a:off x="6124974"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2" name="Oval 372">
              <a:extLst>
                <a:ext uri="{FF2B5EF4-FFF2-40B4-BE49-F238E27FC236}">
                  <a16:creationId xmlns:a16="http://schemas.microsoft.com/office/drawing/2014/main" id="{BB75802F-8CC1-4099-8164-EE0BD6A3B11B}"/>
                </a:ext>
              </a:extLst>
            </p:cNvPr>
            <p:cNvSpPr>
              <a:spLocks noChangeAspect="1" noChangeArrowheads="1"/>
            </p:cNvSpPr>
            <p:nvPr userDrawn="1"/>
          </p:nvSpPr>
          <p:spPr bwMode="auto">
            <a:xfrm>
              <a:off x="623805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3" name="Oval 373">
              <a:extLst>
                <a:ext uri="{FF2B5EF4-FFF2-40B4-BE49-F238E27FC236}">
                  <a16:creationId xmlns:a16="http://schemas.microsoft.com/office/drawing/2014/main" id="{16CDB9D5-1277-4E21-A256-1C4A57600786}"/>
                </a:ext>
              </a:extLst>
            </p:cNvPr>
            <p:cNvSpPr>
              <a:spLocks noChangeAspect="1" noChangeArrowheads="1"/>
            </p:cNvSpPr>
            <p:nvPr userDrawn="1"/>
          </p:nvSpPr>
          <p:spPr bwMode="auto">
            <a:xfrm>
              <a:off x="6349634"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4" name="Oval 374">
              <a:extLst>
                <a:ext uri="{FF2B5EF4-FFF2-40B4-BE49-F238E27FC236}">
                  <a16:creationId xmlns:a16="http://schemas.microsoft.com/office/drawing/2014/main" id="{399052E8-6F13-4433-B44F-75A764D047E5}"/>
                </a:ext>
              </a:extLst>
            </p:cNvPr>
            <p:cNvSpPr>
              <a:spLocks noChangeAspect="1" noChangeArrowheads="1"/>
            </p:cNvSpPr>
            <p:nvPr userDrawn="1"/>
          </p:nvSpPr>
          <p:spPr bwMode="auto">
            <a:xfrm>
              <a:off x="646271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5" name="Oval 375">
              <a:extLst>
                <a:ext uri="{FF2B5EF4-FFF2-40B4-BE49-F238E27FC236}">
                  <a16:creationId xmlns:a16="http://schemas.microsoft.com/office/drawing/2014/main" id="{F9F73CA0-9800-49A7-80EE-228B3AE6E7E4}"/>
                </a:ext>
              </a:extLst>
            </p:cNvPr>
            <p:cNvSpPr>
              <a:spLocks noChangeAspect="1" noChangeArrowheads="1"/>
            </p:cNvSpPr>
            <p:nvPr userDrawn="1"/>
          </p:nvSpPr>
          <p:spPr bwMode="auto">
            <a:xfrm>
              <a:off x="6574294"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6" name="Oval 376">
              <a:extLst>
                <a:ext uri="{FF2B5EF4-FFF2-40B4-BE49-F238E27FC236}">
                  <a16:creationId xmlns:a16="http://schemas.microsoft.com/office/drawing/2014/main" id="{1E71766E-7FC2-40E0-9B67-D0CBDF46CA44}"/>
                </a:ext>
              </a:extLst>
            </p:cNvPr>
            <p:cNvSpPr>
              <a:spLocks noChangeAspect="1" noChangeArrowheads="1"/>
            </p:cNvSpPr>
            <p:nvPr userDrawn="1"/>
          </p:nvSpPr>
          <p:spPr bwMode="auto">
            <a:xfrm>
              <a:off x="668738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7" name="Oval 377">
              <a:extLst>
                <a:ext uri="{FF2B5EF4-FFF2-40B4-BE49-F238E27FC236}">
                  <a16:creationId xmlns:a16="http://schemas.microsoft.com/office/drawing/2014/main" id="{EBB286C3-C4E3-45AF-9648-84D5BC89EE01}"/>
                </a:ext>
              </a:extLst>
            </p:cNvPr>
            <p:cNvSpPr>
              <a:spLocks noChangeAspect="1" noChangeArrowheads="1"/>
            </p:cNvSpPr>
            <p:nvPr userDrawn="1"/>
          </p:nvSpPr>
          <p:spPr bwMode="auto">
            <a:xfrm>
              <a:off x="679895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8" name="Oval 378">
              <a:extLst>
                <a:ext uri="{FF2B5EF4-FFF2-40B4-BE49-F238E27FC236}">
                  <a16:creationId xmlns:a16="http://schemas.microsoft.com/office/drawing/2014/main" id="{4EC928B8-D974-4917-AA51-B89B92EDE347}"/>
                </a:ext>
              </a:extLst>
            </p:cNvPr>
            <p:cNvSpPr>
              <a:spLocks noChangeAspect="1" noChangeArrowheads="1"/>
            </p:cNvSpPr>
            <p:nvPr userDrawn="1"/>
          </p:nvSpPr>
          <p:spPr bwMode="auto">
            <a:xfrm>
              <a:off x="691204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9" name="Oval 379">
              <a:extLst>
                <a:ext uri="{FF2B5EF4-FFF2-40B4-BE49-F238E27FC236}">
                  <a16:creationId xmlns:a16="http://schemas.microsoft.com/office/drawing/2014/main" id="{E27A9BE8-3774-419F-AD90-0361D9FA08B2}"/>
                </a:ext>
              </a:extLst>
            </p:cNvPr>
            <p:cNvSpPr>
              <a:spLocks noChangeAspect="1" noChangeArrowheads="1"/>
            </p:cNvSpPr>
            <p:nvPr userDrawn="1"/>
          </p:nvSpPr>
          <p:spPr bwMode="auto">
            <a:xfrm>
              <a:off x="702361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0" name="Oval 380">
              <a:extLst>
                <a:ext uri="{FF2B5EF4-FFF2-40B4-BE49-F238E27FC236}">
                  <a16:creationId xmlns:a16="http://schemas.microsoft.com/office/drawing/2014/main" id="{6DFDD157-37EE-4F0B-A0FB-7B870D0C1183}"/>
                </a:ext>
              </a:extLst>
            </p:cNvPr>
            <p:cNvSpPr>
              <a:spLocks noChangeAspect="1" noChangeArrowheads="1"/>
            </p:cNvSpPr>
            <p:nvPr userDrawn="1"/>
          </p:nvSpPr>
          <p:spPr bwMode="auto">
            <a:xfrm>
              <a:off x="713670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1" name="Oval 381">
              <a:extLst>
                <a:ext uri="{FF2B5EF4-FFF2-40B4-BE49-F238E27FC236}">
                  <a16:creationId xmlns:a16="http://schemas.microsoft.com/office/drawing/2014/main" id="{D2F25455-6BB7-4B21-AE04-FA82452E8DD6}"/>
                </a:ext>
              </a:extLst>
            </p:cNvPr>
            <p:cNvSpPr>
              <a:spLocks noChangeAspect="1" noChangeArrowheads="1"/>
            </p:cNvSpPr>
            <p:nvPr userDrawn="1"/>
          </p:nvSpPr>
          <p:spPr bwMode="auto">
            <a:xfrm>
              <a:off x="724827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2" name="Oval 382">
              <a:extLst>
                <a:ext uri="{FF2B5EF4-FFF2-40B4-BE49-F238E27FC236}">
                  <a16:creationId xmlns:a16="http://schemas.microsoft.com/office/drawing/2014/main" id="{B697A4B5-6399-425D-BE87-5238D504B033}"/>
                </a:ext>
              </a:extLst>
            </p:cNvPr>
            <p:cNvSpPr>
              <a:spLocks noChangeAspect="1" noChangeArrowheads="1"/>
            </p:cNvSpPr>
            <p:nvPr userDrawn="1"/>
          </p:nvSpPr>
          <p:spPr bwMode="auto">
            <a:xfrm>
              <a:off x="7361362"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3" name="Oval 383">
              <a:extLst>
                <a:ext uri="{FF2B5EF4-FFF2-40B4-BE49-F238E27FC236}">
                  <a16:creationId xmlns:a16="http://schemas.microsoft.com/office/drawing/2014/main" id="{EDA2AAED-5845-49D0-AE24-D975D598F1C2}"/>
                </a:ext>
              </a:extLst>
            </p:cNvPr>
            <p:cNvSpPr>
              <a:spLocks noChangeAspect="1" noChangeArrowheads="1"/>
            </p:cNvSpPr>
            <p:nvPr userDrawn="1"/>
          </p:nvSpPr>
          <p:spPr bwMode="auto">
            <a:xfrm>
              <a:off x="747293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4" name="Oval 384">
              <a:extLst>
                <a:ext uri="{FF2B5EF4-FFF2-40B4-BE49-F238E27FC236}">
                  <a16:creationId xmlns:a16="http://schemas.microsoft.com/office/drawing/2014/main" id="{1F53A7F7-88B3-4215-B376-47D0DAEA8A0F}"/>
                </a:ext>
              </a:extLst>
            </p:cNvPr>
            <p:cNvSpPr>
              <a:spLocks noChangeAspect="1" noChangeArrowheads="1"/>
            </p:cNvSpPr>
            <p:nvPr userDrawn="1"/>
          </p:nvSpPr>
          <p:spPr bwMode="auto">
            <a:xfrm>
              <a:off x="758602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5" name="Oval 385">
              <a:extLst>
                <a:ext uri="{FF2B5EF4-FFF2-40B4-BE49-F238E27FC236}">
                  <a16:creationId xmlns:a16="http://schemas.microsoft.com/office/drawing/2014/main" id="{2474A9E8-DCB3-4296-A0A0-03FBD2E07470}"/>
                </a:ext>
              </a:extLst>
            </p:cNvPr>
            <p:cNvSpPr>
              <a:spLocks noChangeAspect="1" noChangeArrowheads="1"/>
            </p:cNvSpPr>
            <p:nvPr userDrawn="1"/>
          </p:nvSpPr>
          <p:spPr bwMode="auto">
            <a:xfrm>
              <a:off x="7697599"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6" name="Oval 386">
              <a:extLst>
                <a:ext uri="{FF2B5EF4-FFF2-40B4-BE49-F238E27FC236}">
                  <a16:creationId xmlns:a16="http://schemas.microsoft.com/office/drawing/2014/main" id="{8F3C83F3-08FF-44D0-899C-4FF3B1F77D15}"/>
                </a:ext>
              </a:extLst>
            </p:cNvPr>
            <p:cNvSpPr>
              <a:spLocks noChangeAspect="1" noChangeArrowheads="1"/>
            </p:cNvSpPr>
            <p:nvPr userDrawn="1"/>
          </p:nvSpPr>
          <p:spPr bwMode="auto">
            <a:xfrm>
              <a:off x="781068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7" name="Oval 387">
              <a:extLst>
                <a:ext uri="{FF2B5EF4-FFF2-40B4-BE49-F238E27FC236}">
                  <a16:creationId xmlns:a16="http://schemas.microsoft.com/office/drawing/2014/main" id="{3289C903-D7BD-4B2F-9AAB-295B0DF580B0}"/>
                </a:ext>
              </a:extLst>
            </p:cNvPr>
            <p:cNvSpPr>
              <a:spLocks noChangeAspect="1" noChangeArrowheads="1"/>
            </p:cNvSpPr>
            <p:nvPr userDrawn="1"/>
          </p:nvSpPr>
          <p:spPr bwMode="auto">
            <a:xfrm>
              <a:off x="792225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8" name="Oval 388">
              <a:extLst>
                <a:ext uri="{FF2B5EF4-FFF2-40B4-BE49-F238E27FC236}">
                  <a16:creationId xmlns:a16="http://schemas.microsoft.com/office/drawing/2014/main" id="{E72A6BC2-E6EB-4FEF-9CDB-400D78D5B40D}"/>
                </a:ext>
              </a:extLst>
            </p:cNvPr>
            <p:cNvSpPr>
              <a:spLocks noChangeAspect="1" noChangeArrowheads="1"/>
            </p:cNvSpPr>
            <p:nvPr userDrawn="1"/>
          </p:nvSpPr>
          <p:spPr bwMode="auto">
            <a:xfrm>
              <a:off x="8035345"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9" name="Oval 389">
              <a:extLst>
                <a:ext uri="{FF2B5EF4-FFF2-40B4-BE49-F238E27FC236}">
                  <a16:creationId xmlns:a16="http://schemas.microsoft.com/office/drawing/2014/main" id="{827B2A8F-A6D5-4D8D-9607-4BC8A6BF8528}"/>
                </a:ext>
              </a:extLst>
            </p:cNvPr>
            <p:cNvSpPr>
              <a:spLocks noChangeAspect="1" noChangeArrowheads="1"/>
            </p:cNvSpPr>
            <p:nvPr userDrawn="1"/>
          </p:nvSpPr>
          <p:spPr bwMode="auto">
            <a:xfrm>
              <a:off x="814692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0" name="Oval 390">
              <a:extLst>
                <a:ext uri="{FF2B5EF4-FFF2-40B4-BE49-F238E27FC236}">
                  <a16:creationId xmlns:a16="http://schemas.microsoft.com/office/drawing/2014/main" id="{99B0AD83-C389-4903-BBE3-9AB65CDC3F1B}"/>
                </a:ext>
              </a:extLst>
            </p:cNvPr>
            <p:cNvSpPr>
              <a:spLocks noChangeAspect="1" noChangeArrowheads="1"/>
            </p:cNvSpPr>
            <p:nvPr userDrawn="1"/>
          </p:nvSpPr>
          <p:spPr bwMode="auto">
            <a:xfrm>
              <a:off x="8260005"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1" name="Oval 391">
              <a:extLst>
                <a:ext uri="{FF2B5EF4-FFF2-40B4-BE49-F238E27FC236}">
                  <a16:creationId xmlns:a16="http://schemas.microsoft.com/office/drawing/2014/main" id="{3448D6EC-E796-4CA8-9230-732C47FC4219}"/>
                </a:ext>
              </a:extLst>
            </p:cNvPr>
            <p:cNvSpPr>
              <a:spLocks noChangeAspect="1" noChangeArrowheads="1"/>
            </p:cNvSpPr>
            <p:nvPr userDrawn="1"/>
          </p:nvSpPr>
          <p:spPr bwMode="auto">
            <a:xfrm>
              <a:off x="837158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2" name="Oval 392">
              <a:extLst>
                <a:ext uri="{FF2B5EF4-FFF2-40B4-BE49-F238E27FC236}">
                  <a16:creationId xmlns:a16="http://schemas.microsoft.com/office/drawing/2014/main" id="{32649840-FBDD-488C-9B49-70F70217C375}"/>
                </a:ext>
              </a:extLst>
            </p:cNvPr>
            <p:cNvSpPr>
              <a:spLocks noChangeAspect="1" noChangeArrowheads="1"/>
            </p:cNvSpPr>
            <p:nvPr userDrawn="1"/>
          </p:nvSpPr>
          <p:spPr bwMode="auto">
            <a:xfrm>
              <a:off x="39536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3" name="Oval 393">
              <a:extLst>
                <a:ext uri="{FF2B5EF4-FFF2-40B4-BE49-F238E27FC236}">
                  <a16:creationId xmlns:a16="http://schemas.microsoft.com/office/drawing/2014/main" id="{3F9CFDDE-EE36-4201-8B83-563100B989A2}"/>
                </a:ext>
              </a:extLst>
            </p:cNvPr>
            <p:cNvSpPr>
              <a:spLocks noChangeAspect="1" noChangeArrowheads="1"/>
            </p:cNvSpPr>
            <p:nvPr userDrawn="1"/>
          </p:nvSpPr>
          <p:spPr bwMode="auto">
            <a:xfrm>
              <a:off x="50694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4" name="Oval 394">
              <a:extLst>
                <a:ext uri="{FF2B5EF4-FFF2-40B4-BE49-F238E27FC236}">
                  <a16:creationId xmlns:a16="http://schemas.microsoft.com/office/drawing/2014/main" id="{8EDED1D2-4946-435E-BA32-3F6B970FF0A9}"/>
                </a:ext>
              </a:extLst>
            </p:cNvPr>
            <p:cNvSpPr>
              <a:spLocks noChangeAspect="1" noChangeArrowheads="1"/>
            </p:cNvSpPr>
            <p:nvPr userDrawn="1"/>
          </p:nvSpPr>
          <p:spPr bwMode="auto">
            <a:xfrm>
              <a:off x="62003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5" name="Oval 395">
              <a:extLst>
                <a:ext uri="{FF2B5EF4-FFF2-40B4-BE49-F238E27FC236}">
                  <a16:creationId xmlns:a16="http://schemas.microsoft.com/office/drawing/2014/main" id="{6A8B6673-17B5-43E9-BD6C-65687C4C7310}"/>
                </a:ext>
              </a:extLst>
            </p:cNvPr>
            <p:cNvSpPr>
              <a:spLocks noChangeAspect="1" noChangeArrowheads="1"/>
            </p:cNvSpPr>
            <p:nvPr userDrawn="1"/>
          </p:nvSpPr>
          <p:spPr bwMode="auto">
            <a:xfrm>
              <a:off x="73160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6" name="Oval 396">
              <a:extLst>
                <a:ext uri="{FF2B5EF4-FFF2-40B4-BE49-F238E27FC236}">
                  <a16:creationId xmlns:a16="http://schemas.microsoft.com/office/drawing/2014/main" id="{3CCDE230-03DD-4D83-A141-2FC5B331A162}"/>
                </a:ext>
              </a:extLst>
            </p:cNvPr>
            <p:cNvSpPr>
              <a:spLocks noChangeAspect="1" noChangeArrowheads="1"/>
            </p:cNvSpPr>
            <p:nvPr userDrawn="1"/>
          </p:nvSpPr>
          <p:spPr bwMode="auto">
            <a:xfrm>
              <a:off x="1180929"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7" name="Oval 397">
              <a:extLst>
                <a:ext uri="{FF2B5EF4-FFF2-40B4-BE49-F238E27FC236}">
                  <a16:creationId xmlns:a16="http://schemas.microsoft.com/office/drawing/2014/main" id="{A3314363-0A69-4D5B-8BC0-5F9E07AFC6BA}"/>
                </a:ext>
              </a:extLst>
            </p:cNvPr>
            <p:cNvSpPr>
              <a:spLocks noChangeAspect="1" noChangeArrowheads="1"/>
            </p:cNvSpPr>
            <p:nvPr userDrawn="1"/>
          </p:nvSpPr>
          <p:spPr bwMode="auto">
            <a:xfrm>
              <a:off x="1294012"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8" name="Oval 398">
              <a:extLst>
                <a:ext uri="{FF2B5EF4-FFF2-40B4-BE49-F238E27FC236}">
                  <a16:creationId xmlns:a16="http://schemas.microsoft.com/office/drawing/2014/main" id="{A0C70FAD-5655-46A5-BFF7-A230CAD79650}"/>
                </a:ext>
              </a:extLst>
            </p:cNvPr>
            <p:cNvSpPr>
              <a:spLocks noChangeAspect="1" noChangeArrowheads="1"/>
            </p:cNvSpPr>
            <p:nvPr userDrawn="1"/>
          </p:nvSpPr>
          <p:spPr bwMode="auto">
            <a:xfrm>
              <a:off x="1405589"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9" name="Oval 399">
              <a:extLst>
                <a:ext uri="{FF2B5EF4-FFF2-40B4-BE49-F238E27FC236}">
                  <a16:creationId xmlns:a16="http://schemas.microsoft.com/office/drawing/2014/main" id="{B1EE7C3B-C269-404D-A864-203BEC0A0EAB}"/>
                </a:ext>
              </a:extLst>
            </p:cNvPr>
            <p:cNvSpPr>
              <a:spLocks noChangeAspect="1" noChangeArrowheads="1"/>
            </p:cNvSpPr>
            <p:nvPr userDrawn="1"/>
          </p:nvSpPr>
          <p:spPr bwMode="auto">
            <a:xfrm>
              <a:off x="1518674"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0" name="Oval 400">
              <a:extLst>
                <a:ext uri="{FF2B5EF4-FFF2-40B4-BE49-F238E27FC236}">
                  <a16:creationId xmlns:a16="http://schemas.microsoft.com/office/drawing/2014/main" id="{2F52894C-786E-4DE3-A9A3-1D00E79C727D}"/>
                </a:ext>
              </a:extLst>
            </p:cNvPr>
            <p:cNvSpPr>
              <a:spLocks noChangeAspect="1" noChangeArrowheads="1"/>
            </p:cNvSpPr>
            <p:nvPr userDrawn="1"/>
          </p:nvSpPr>
          <p:spPr bwMode="auto">
            <a:xfrm>
              <a:off x="1630250"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1" name="Oval 401">
              <a:extLst>
                <a:ext uri="{FF2B5EF4-FFF2-40B4-BE49-F238E27FC236}">
                  <a16:creationId xmlns:a16="http://schemas.microsoft.com/office/drawing/2014/main" id="{5EF9CAAB-B3B7-45C4-BADC-8794EB791C27}"/>
                </a:ext>
              </a:extLst>
            </p:cNvPr>
            <p:cNvSpPr>
              <a:spLocks noChangeAspect="1" noChangeArrowheads="1"/>
            </p:cNvSpPr>
            <p:nvPr userDrawn="1"/>
          </p:nvSpPr>
          <p:spPr bwMode="auto">
            <a:xfrm>
              <a:off x="174333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2" name="Oval 402">
              <a:extLst>
                <a:ext uri="{FF2B5EF4-FFF2-40B4-BE49-F238E27FC236}">
                  <a16:creationId xmlns:a16="http://schemas.microsoft.com/office/drawing/2014/main" id="{DD31C81F-26C2-490A-BAE2-F020485C675E}"/>
                </a:ext>
              </a:extLst>
            </p:cNvPr>
            <p:cNvSpPr>
              <a:spLocks noChangeAspect="1" noChangeArrowheads="1"/>
            </p:cNvSpPr>
            <p:nvPr userDrawn="1"/>
          </p:nvSpPr>
          <p:spPr bwMode="auto">
            <a:xfrm>
              <a:off x="1854910"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3" name="Oval 403">
              <a:extLst>
                <a:ext uri="{FF2B5EF4-FFF2-40B4-BE49-F238E27FC236}">
                  <a16:creationId xmlns:a16="http://schemas.microsoft.com/office/drawing/2014/main" id="{47576E3A-261B-4A63-805A-F14B7AAE4262}"/>
                </a:ext>
              </a:extLst>
            </p:cNvPr>
            <p:cNvSpPr>
              <a:spLocks noChangeAspect="1" noChangeArrowheads="1"/>
            </p:cNvSpPr>
            <p:nvPr userDrawn="1"/>
          </p:nvSpPr>
          <p:spPr bwMode="auto">
            <a:xfrm>
              <a:off x="196799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4" name="Oval 404">
              <a:extLst>
                <a:ext uri="{FF2B5EF4-FFF2-40B4-BE49-F238E27FC236}">
                  <a16:creationId xmlns:a16="http://schemas.microsoft.com/office/drawing/2014/main" id="{22808838-4381-44C4-8904-658016E950A2}"/>
                </a:ext>
              </a:extLst>
            </p:cNvPr>
            <p:cNvSpPr>
              <a:spLocks noChangeAspect="1" noChangeArrowheads="1"/>
            </p:cNvSpPr>
            <p:nvPr userDrawn="1"/>
          </p:nvSpPr>
          <p:spPr bwMode="auto">
            <a:xfrm>
              <a:off x="2079572"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5" name="Oval 405">
              <a:extLst>
                <a:ext uri="{FF2B5EF4-FFF2-40B4-BE49-F238E27FC236}">
                  <a16:creationId xmlns:a16="http://schemas.microsoft.com/office/drawing/2014/main" id="{1F1FD906-A260-4A29-9A2A-3EA16AB3B63F}"/>
                </a:ext>
              </a:extLst>
            </p:cNvPr>
            <p:cNvSpPr>
              <a:spLocks noChangeAspect="1" noChangeArrowheads="1"/>
            </p:cNvSpPr>
            <p:nvPr userDrawn="1"/>
          </p:nvSpPr>
          <p:spPr bwMode="auto">
            <a:xfrm>
              <a:off x="252889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6" name="Oval 406">
              <a:extLst>
                <a:ext uri="{FF2B5EF4-FFF2-40B4-BE49-F238E27FC236}">
                  <a16:creationId xmlns:a16="http://schemas.microsoft.com/office/drawing/2014/main" id="{FB9856E3-5289-4289-802E-DED5F396E266}"/>
                </a:ext>
              </a:extLst>
            </p:cNvPr>
            <p:cNvSpPr>
              <a:spLocks noChangeAspect="1" noChangeArrowheads="1"/>
            </p:cNvSpPr>
            <p:nvPr userDrawn="1"/>
          </p:nvSpPr>
          <p:spPr bwMode="auto">
            <a:xfrm>
              <a:off x="2641977"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7" name="Oval 407">
              <a:extLst>
                <a:ext uri="{FF2B5EF4-FFF2-40B4-BE49-F238E27FC236}">
                  <a16:creationId xmlns:a16="http://schemas.microsoft.com/office/drawing/2014/main" id="{A526892B-D3B9-48A3-9FDF-35033FE06BB3}"/>
                </a:ext>
              </a:extLst>
            </p:cNvPr>
            <p:cNvSpPr>
              <a:spLocks noChangeAspect="1" noChangeArrowheads="1"/>
            </p:cNvSpPr>
            <p:nvPr userDrawn="1"/>
          </p:nvSpPr>
          <p:spPr bwMode="auto">
            <a:xfrm>
              <a:off x="2753553"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8" name="Oval 408">
              <a:extLst>
                <a:ext uri="{FF2B5EF4-FFF2-40B4-BE49-F238E27FC236}">
                  <a16:creationId xmlns:a16="http://schemas.microsoft.com/office/drawing/2014/main" id="{65104FE8-DA7F-47FA-B0B3-552769C233CF}"/>
                </a:ext>
              </a:extLst>
            </p:cNvPr>
            <p:cNvSpPr>
              <a:spLocks noChangeAspect="1" noChangeArrowheads="1"/>
            </p:cNvSpPr>
            <p:nvPr userDrawn="1"/>
          </p:nvSpPr>
          <p:spPr bwMode="auto">
            <a:xfrm>
              <a:off x="4214604" y="2178551"/>
              <a:ext cx="85943" cy="85944"/>
            </a:xfrm>
            <a:prstGeom prst="ellipse">
              <a:avLst/>
            </a:prstGeom>
            <a:grpFill/>
            <a:ln>
              <a:noFill/>
            </a:ln>
            <a:effectLst/>
          </p:spPr>
          <p:txBody>
            <a:bodyPr wrap="none" anchor="ctr"/>
            <a:lstStyle/>
            <a:p>
              <a:pPr defTabSz="1242260">
                <a:defRPr/>
              </a:pPr>
              <a:endParaRPr lang="en-US" sz="2446" kern="0" dirty="0">
                <a:solidFill>
                  <a:srgbClr val="292929"/>
                </a:solidFill>
              </a:endParaRPr>
            </a:p>
          </p:txBody>
        </p:sp>
        <p:sp>
          <p:nvSpPr>
            <p:cNvPr id="2879" name="Oval 409">
              <a:extLst>
                <a:ext uri="{FF2B5EF4-FFF2-40B4-BE49-F238E27FC236}">
                  <a16:creationId xmlns:a16="http://schemas.microsoft.com/office/drawing/2014/main" id="{0DDEC765-FCAC-4C10-81A0-A30B04BAD61E}"/>
                </a:ext>
              </a:extLst>
            </p:cNvPr>
            <p:cNvSpPr>
              <a:spLocks noChangeAspect="1" noChangeArrowheads="1"/>
            </p:cNvSpPr>
            <p:nvPr userDrawn="1"/>
          </p:nvSpPr>
          <p:spPr bwMode="auto">
            <a:xfrm>
              <a:off x="443926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0" name="Oval 410">
              <a:extLst>
                <a:ext uri="{FF2B5EF4-FFF2-40B4-BE49-F238E27FC236}">
                  <a16:creationId xmlns:a16="http://schemas.microsoft.com/office/drawing/2014/main" id="{EBAC0D40-5EF9-4E9A-83C3-F771976C7D87}"/>
                </a:ext>
              </a:extLst>
            </p:cNvPr>
            <p:cNvSpPr>
              <a:spLocks noChangeAspect="1" noChangeArrowheads="1"/>
            </p:cNvSpPr>
            <p:nvPr userDrawn="1"/>
          </p:nvSpPr>
          <p:spPr bwMode="auto">
            <a:xfrm>
              <a:off x="4552349"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1" name="Oval 411">
              <a:extLst>
                <a:ext uri="{FF2B5EF4-FFF2-40B4-BE49-F238E27FC236}">
                  <a16:creationId xmlns:a16="http://schemas.microsoft.com/office/drawing/2014/main" id="{5DC52CCD-280B-47CD-8052-8D95C60AA0A7}"/>
                </a:ext>
              </a:extLst>
            </p:cNvPr>
            <p:cNvSpPr>
              <a:spLocks noChangeAspect="1" noChangeArrowheads="1"/>
            </p:cNvSpPr>
            <p:nvPr userDrawn="1"/>
          </p:nvSpPr>
          <p:spPr bwMode="auto">
            <a:xfrm>
              <a:off x="466392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2" name="Oval 412">
              <a:extLst>
                <a:ext uri="{FF2B5EF4-FFF2-40B4-BE49-F238E27FC236}">
                  <a16:creationId xmlns:a16="http://schemas.microsoft.com/office/drawing/2014/main" id="{14863548-61F1-4C66-B368-DC27DE5F54D7}"/>
                </a:ext>
              </a:extLst>
            </p:cNvPr>
            <p:cNvSpPr>
              <a:spLocks noChangeAspect="1" noChangeArrowheads="1"/>
            </p:cNvSpPr>
            <p:nvPr userDrawn="1"/>
          </p:nvSpPr>
          <p:spPr bwMode="auto">
            <a:xfrm>
              <a:off x="4888585"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3" name="Oval 413">
              <a:extLst>
                <a:ext uri="{FF2B5EF4-FFF2-40B4-BE49-F238E27FC236}">
                  <a16:creationId xmlns:a16="http://schemas.microsoft.com/office/drawing/2014/main" id="{7CA6C50F-0148-42C5-82B8-D4A714E4D3F3}"/>
                </a:ext>
              </a:extLst>
            </p:cNvPr>
            <p:cNvSpPr>
              <a:spLocks noChangeAspect="1" noChangeArrowheads="1"/>
            </p:cNvSpPr>
            <p:nvPr userDrawn="1"/>
          </p:nvSpPr>
          <p:spPr bwMode="auto">
            <a:xfrm>
              <a:off x="5001670"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4" name="Oval 414">
              <a:extLst>
                <a:ext uri="{FF2B5EF4-FFF2-40B4-BE49-F238E27FC236}">
                  <a16:creationId xmlns:a16="http://schemas.microsoft.com/office/drawing/2014/main" id="{C6FA8253-1525-4FFC-916F-745232909AF7}"/>
                </a:ext>
              </a:extLst>
            </p:cNvPr>
            <p:cNvSpPr>
              <a:spLocks noChangeAspect="1" noChangeArrowheads="1"/>
            </p:cNvSpPr>
            <p:nvPr userDrawn="1"/>
          </p:nvSpPr>
          <p:spPr bwMode="auto">
            <a:xfrm>
              <a:off x="511324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5" name="Oval 415">
              <a:extLst>
                <a:ext uri="{FF2B5EF4-FFF2-40B4-BE49-F238E27FC236}">
                  <a16:creationId xmlns:a16="http://schemas.microsoft.com/office/drawing/2014/main" id="{1102EB3B-A764-4EDB-BC13-19B175FB629B}"/>
                </a:ext>
              </a:extLst>
            </p:cNvPr>
            <p:cNvSpPr>
              <a:spLocks noChangeAspect="1" noChangeArrowheads="1"/>
            </p:cNvSpPr>
            <p:nvPr userDrawn="1"/>
          </p:nvSpPr>
          <p:spPr bwMode="auto">
            <a:xfrm>
              <a:off x="5226330"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6" name="Oval 416">
              <a:extLst>
                <a:ext uri="{FF2B5EF4-FFF2-40B4-BE49-F238E27FC236}">
                  <a16:creationId xmlns:a16="http://schemas.microsoft.com/office/drawing/2014/main" id="{C596D7DF-8862-4863-872A-E62A491A650D}"/>
                </a:ext>
              </a:extLst>
            </p:cNvPr>
            <p:cNvSpPr>
              <a:spLocks noChangeAspect="1" noChangeArrowheads="1"/>
            </p:cNvSpPr>
            <p:nvPr userDrawn="1"/>
          </p:nvSpPr>
          <p:spPr bwMode="auto">
            <a:xfrm>
              <a:off x="5337907"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7" name="Oval 417">
              <a:extLst>
                <a:ext uri="{FF2B5EF4-FFF2-40B4-BE49-F238E27FC236}">
                  <a16:creationId xmlns:a16="http://schemas.microsoft.com/office/drawing/2014/main" id="{8EEDEEE1-071F-4ECE-BA89-8B3BD315EDEB}"/>
                </a:ext>
              </a:extLst>
            </p:cNvPr>
            <p:cNvSpPr>
              <a:spLocks noChangeAspect="1" noChangeArrowheads="1"/>
            </p:cNvSpPr>
            <p:nvPr userDrawn="1"/>
          </p:nvSpPr>
          <p:spPr bwMode="auto">
            <a:xfrm>
              <a:off x="545099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8" name="Oval 418">
              <a:extLst>
                <a:ext uri="{FF2B5EF4-FFF2-40B4-BE49-F238E27FC236}">
                  <a16:creationId xmlns:a16="http://schemas.microsoft.com/office/drawing/2014/main" id="{AEF38AC8-23C0-42B8-993E-F14CB53734FC}"/>
                </a:ext>
              </a:extLst>
            </p:cNvPr>
            <p:cNvSpPr>
              <a:spLocks noChangeAspect="1" noChangeArrowheads="1"/>
            </p:cNvSpPr>
            <p:nvPr userDrawn="1"/>
          </p:nvSpPr>
          <p:spPr bwMode="auto">
            <a:xfrm>
              <a:off x="5562568"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9" name="Oval 419">
              <a:extLst>
                <a:ext uri="{FF2B5EF4-FFF2-40B4-BE49-F238E27FC236}">
                  <a16:creationId xmlns:a16="http://schemas.microsoft.com/office/drawing/2014/main" id="{DFD67E9C-ACF8-4769-8A63-69913DAB5E96}"/>
                </a:ext>
              </a:extLst>
            </p:cNvPr>
            <p:cNvSpPr>
              <a:spLocks noChangeAspect="1" noChangeArrowheads="1"/>
            </p:cNvSpPr>
            <p:nvPr userDrawn="1"/>
          </p:nvSpPr>
          <p:spPr bwMode="auto">
            <a:xfrm>
              <a:off x="5675651"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0" name="Oval 420">
              <a:extLst>
                <a:ext uri="{FF2B5EF4-FFF2-40B4-BE49-F238E27FC236}">
                  <a16:creationId xmlns:a16="http://schemas.microsoft.com/office/drawing/2014/main" id="{A0F48C49-C9F7-48A8-A9CE-11E08FED0F90}"/>
                </a:ext>
              </a:extLst>
            </p:cNvPr>
            <p:cNvSpPr>
              <a:spLocks noChangeAspect="1" noChangeArrowheads="1"/>
            </p:cNvSpPr>
            <p:nvPr userDrawn="1"/>
          </p:nvSpPr>
          <p:spPr bwMode="auto">
            <a:xfrm>
              <a:off x="578722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1" name="Oval 421">
              <a:extLst>
                <a:ext uri="{FF2B5EF4-FFF2-40B4-BE49-F238E27FC236}">
                  <a16:creationId xmlns:a16="http://schemas.microsoft.com/office/drawing/2014/main" id="{394C4E6A-99D6-4A3C-9ABD-60A28FDD31D0}"/>
                </a:ext>
              </a:extLst>
            </p:cNvPr>
            <p:cNvSpPr>
              <a:spLocks noChangeAspect="1" noChangeArrowheads="1"/>
            </p:cNvSpPr>
            <p:nvPr userDrawn="1"/>
          </p:nvSpPr>
          <p:spPr bwMode="auto">
            <a:xfrm>
              <a:off x="590031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2" name="Oval 422">
              <a:extLst>
                <a:ext uri="{FF2B5EF4-FFF2-40B4-BE49-F238E27FC236}">
                  <a16:creationId xmlns:a16="http://schemas.microsoft.com/office/drawing/2014/main" id="{11A9DC12-4993-4D26-9767-5E8E5E302CEC}"/>
                </a:ext>
              </a:extLst>
            </p:cNvPr>
            <p:cNvSpPr>
              <a:spLocks noChangeAspect="1" noChangeArrowheads="1"/>
            </p:cNvSpPr>
            <p:nvPr userDrawn="1"/>
          </p:nvSpPr>
          <p:spPr bwMode="auto">
            <a:xfrm>
              <a:off x="601339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3" name="Oval 423">
              <a:extLst>
                <a:ext uri="{FF2B5EF4-FFF2-40B4-BE49-F238E27FC236}">
                  <a16:creationId xmlns:a16="http://schemas.microsoft.com/office/drawing/2014/main" id="{58640559-1803-4AB9-9940-D318756CAAC1}"/>
                </a:ext>
              </a:extLst>
            </p:cNvPr>
            <p:cNvSpPr>
              <a:spLocks noChangeAspect="1" noChangeArrowheads="1"/>
            </p:cNvSpPr>
            <p:nvPr userDrawn="1"/>
          </p:nvSpPr>
          <p:spPr bwMode="auto">
            <a:xfrm>
              <a:off x="612497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4" name="Oval 424">
              <a:extLst>
                <a:ext uri="{FF2B5EF4-FFF2-40B4-BE49-F238E27FC236}">
                  <a16:creationId xmlns:a16="http://schemas.microsoft.com/office/drawing/2014/main" id="{B373C85E-6ED0-4E31-BB29-9121E73E9790}"/>
                </a:ext>
              </a:extLst>
            </p:cNvPr>
            <p:cNvSpPr>
              <a:spLocks noChangeAspect="1" noChangeArrowheads="1"/>
            </p:cNvSpPr>
            <p:nvPr userDrawn="1"/>
          </p:nvSpPr>
          <p:spPr bwMode="auto">
            <a:xfrm>
              <a:off x="6238058"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5" name="Oval 425">
              <a:extLst>
                <a:ext uri="{FF2B5EF4-FFF2-40B4-BE49-F238E27FC236}">
                  <a16:creationId xmlns:a16="http://schemas.microsoft.com/office/drawing/2014/main" id="{C2C41456-55E9-4901-AE77-1F1204490B9D}"/>
                </a:ext>
              </a:extLst>
            </p:cNvPr>
            <p:cNvSpPr>
              <a:spLocks noChangeAspect="1" noChangeArrowheads="1"/>
            </p:cNvSpPr>
            <p:nvPr userDrawn="1"/>
          </p:nvSpPr>
          <p:spPr bwMode="auto">
            <a:xfrm>
              <a:off x="6349634"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6" name="Oval 426">
              <a:extLst>
                <a:ext uri="{FF2B5EF4-FFF2-40B4-BE49-F238E27FC236}">
                  <a16:creationId xmlns:a16="http://schemas.microsoft.com/office/drawing/2014/main" id="{279A3BA8-8893-46B1-99A2-A4C1FD11C3DC}"/>
                </a:ext>
              </a:extLst>
            </p:cNvPr>
            <p:cNvSpPr>
              <a:spLocks noChangeAspect="1" noChangeArrowheads="1"/>
            </p:cNvSpPr>
            <p:nvPr userDrawn="1"/>
          </p:nvSpPr>
          <p:spPr bwMode="auto">
            <a:xfrm>
              <a:off x="646271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7" name="Oval 427">
              <a:extLst>
                <a:ext uri="{FF2B5EF4-FFF2-40B4-BE49-F238E27FC236}">
                  <a16:creationId xmlns:a16="http://schemas.microsoft.com/office/drawing/2014/main" id="{71771A5B-74E7-4B1F-96EB-772D6DFC6E75}"/>
                </a:ext>
              </a:extLst>
            </p:cNvPr>
            <p:cNvSpPr>
              <a:spLocks noChangeAspect="1" noChangeArrowheads="1"/>
            </p:cNvSpPr>
            <p:nvPr userDrawn="1"/>
          </p:nvSpPr>
          <p:spPr bwMode="auto">
            <a:xfrm>
              <a:off x="657429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8" name="Oval 428">
              <a:extLst>
                <a:ext uri="{FF2B5EF4-FFF2-40B4-BE49-F238E27FC236}">
                  <a16:creationId xmlns:a16="http://schemas.microsoft.com/office/drawing/2014/main" id="{AB923984-6BC6-4FBA-86DF-C6E7DCC75316}"/>
                </a:ext>
              </a:extLst>
            </p:cNvPr>
            <p:cNvSpPr>
              <a:spLocks noChangeAspect="1" noChangeArrowheads="1"/>
            </p:cNvSpPr>
            <p:nvPr userDrawn="1"/>
          </p:nvSpPr>
          <p:spPr bwMode="auto">
            <a:xfrm>
              <a:off x="668738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9" name="Oval 429">
              <a:extLst>
                <a:ext uri="{FF2B5EF4-FFF2-40B4-BE49-F238E27FC236}">
                  <a16:creationId xmlns:a16="http://schemas.microsoft.com/office/drawing/2014/main" id="{AEFD2983-4541-4AB7-83F4-64AE3CBB6867}"/>
                </a:ext>
              </a:extLst>
            </p:cNvPr>
            <p:cNvSpPr>
              <a:spLocks noChangeAspect="1" noChangeArrowheads="1"/>
            </p:cNvSpPr>
            <p:nvPr userDrawn="1"/>
          </p:nvSpPr>
          <p:spPr bwMode="auto">
            <a:xfrm>
              <a:off x="679895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0" name="Oval 430">
              <a:extLst>
                <a:ext uri="{FF2B5EF4-FFF2-40B4-BE49-F238E27FC236}">
                  <a16:creationId xmlns:a16="http://schemas.microsoft.com/office/drawing/2014/main" id="{9BBE821F-D21A-4420-B782-2F5E5BB6B4D8}"/>
                </a:ext>
              </a:extLst>
            </p:cNvPr>
            <p:cNvSpPr>
              <a:spLocks noChangeAspect="1" noChangeArrowheads="1"/>
            </p:cNvSpPr>
            <p:nvPr userDrawn="1"/>
          </p:nvSpPr>
          <p:spPr bwMode="auto">
            <a:xfrm>
              <a:off x="6912041"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1" name="Oval 431">
              <a:extLst>
                <a:ext uri="{FF2B5EF4-FFF2-40B4-BE49-F238E27FC236}">
                  <a16:creationId xmlns:a16="http://schemas.microsoft.com/office/drawing/2014/main" id="{ED429B12-45BA-4166-850B-AA39401470DB}"/>
                </a:ext>
              </a:extLst>
            </p:cNvPr>
            <p:cNvSpPr>
              <a:spLocks noChangeAspect="1" noChangeArrowheads="1"/>
            </p:cNvSpPr>
            <p:nvPr userDrawn="1"/>
          </p:nvSpPr>
          <p:spPr bwMode="auto">
            <a:xfrm>
              <a:off x="7023616"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2" name="Oval 432">
              <a:extLst>
                <a:ext uri="{FF2B5EF4-FFF2-40B4-BE49-F238E27FC236}">
                  <a16:creationId xmlns:a16="http://schemas.microsoft.com/office/drawing/2014/main" id="{1C11C470-82B9-4B12-8153-468AEAEB72C2}"/>
                </a:ext>
              </a:extLst>
            </p:cNvPr>
            <p:cNvSpPr>
              <a:spLocks noChangeAspect="1" noChangeArrowheads="1"/>
            </p:cNvSpPr>
            <p:nvPr userDrawn="1"/>
          </p:nvSpPr>
          <p:spPr bwMode="auto">
            <a:xfrm>
              <a:off x="713670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3" name="Oval 433">
              <a:extLst>
                <a:ext uri="{FF2B5EF4-FFF2-40B4-BE49-F238E27FC236}">
                  <a16:creationId xmlns:a16="http://schemas.microsoft.com/office/drawing/2014/main" id="{C84F2E99-E803-45C0-AB3C-8371012DB0A7}"/>
                </a:ext>
              </a:extLst>
            </p:cNvPr>
            <p:cNvSpPr>
              <a:spLocks noChangeAspect="1" noChangeArrowheads="1"/>
            </p:cNvSpPr>
            <p:nvPr userDrawn="1"/>
          </p:nvSpPr>
          <p:spPr bwMode="auto">
            <a:xfrm>
              <a:off x="724827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4" name="Oval 434">
              <a:extLst>
                <a:ext uri="{FF2B5EF4-FFF2-40B4-BE49-F238E27FC236}">
                  <a16:creationId xmlns:a16="http://schemas.microsoft.com/office/drawing/2014/main" id="{F807A091-533A-4247-9438-FF9593B533B6}"/>
                </a:ext>
              </a:extLst>
            </p:cNvPr>
            <p:cNvSpPr>
              <a:spLocks noChangeAspect="1" noChangeArrowheads="1"/>
            </p:cNvSpPr>
            <p:nvPr userDrawn="1"/>
          </p:nvSpPr>
          <p:spPr bwMode="auto">
            <a:xfrm>
              <a:off x="7361362"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5" name="Oval 435">
              <a:extLst>
                <a:ext uri="{FF2B5EF4-FFF2-40B4-BE49-F238E27FC236}">
                  <a16:creationId xmlns:a16="http://schemas.microsoft.com/office/drawing/2014/main" id="{723DDB0A-0E44-4B2E-A622-99B54CFC2144}"/>
                </a:ext>
              </a:extLst>
            </p:cNvPr>
            <p:cNvSpPr>
              <a:spLocks noChangeAspect="1" noChangeArrowheads="1"/>
            </p:cNvSpPr>
            <p:nvPr userDrawn="1"/>
          </p:nvSpPr>
          <p:spPr bwMode="auto">
            <a:xfrm>
              <a:off x="7472939"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6" name="Oval 436">
              <a:extLst>
                <a:ext uri="{FF2B5EF4-FFF2-40B4-BE49-F238E27FC236}">
                  <a16:creationId xmlns:a16="http://schemas.microsoft.com/office/drawing/2014/main" id="{C3EEDC83-A570-4AA8-A337-E0FD183AC618}"/>
                </a:ext>
              </a:extLst>
            </p:cNvPr>
            <p:cNvSpPr>
              <a:spLocks noChangeAspect="1" noChangeArrowheads="1"/>
            </p:cNvSpPr>
            <p:nvPr userDrawn="1"/>
          </p:nvSpPr>
          <p:spPr bwMode="auto">
            <a:xfrm>
              <a:off x="758602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7" name="Oval 437">
              <a:extLst>
                <a:ext uri="{FF2B5EF4-FFF2-40B4-BE49-F238E27FC236}">
                  <a16:creationId xmlns:a16="http://schemas.microsoft.com/office/drawing/2014/main" id="{4E2F9D7A-B756-4EEC-B5A9-901903466FB1}"/>
                </a:ext>
              </a:extLst>
            </p:cNvPr>
            <p:cNvSpPr>
              <a:spLocks noChangeAspect="1" noChangeArrowheads="1"/>
            </p:cNvSpPr>
            <p:nvPr userDrawn="1"/>
          </p:nvSpPr>
          <p:spPr bwMode="auto">
            <a:xfrm>
              <a:off x="803534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8" name="Oval 438">
              <a:extLst>
                <a:ext uri="{FF2B5EF4-FFF2-40B4-BE49-F238E27FC236}">
                  <a16:creationId xmlns:a16="http://schemas.microsoft.com/office/drawing/2014/main" id="{9F817534-21EC-4B5F-92CA-59089A6E5198}"/>
                </a:ext>
              </a:extLst>
            </p:cNvPr>
            <p:cNvSpPr>
              <a:spLocks noChangeAspect="1" noChangeArrowheads="1"/>
            </p:cNvSpPr>
            <p:nvPr userDrawn="1"/>
          </p:nvSpPr>
          <p:spPr bwMode="auto">
            <a:xfrm>
              <a:off x="814692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9" name="Oval 439">
              <a:extLst>
                <a:ext uri="{FF2B5EF4-FFF2-40B4-BE49-F238E27FC236}">
                  <a16:creationId xmlns:a16="http://schemas.microsoft.com/office/drawing/2014/main" id="{C2EB9C91-9FFF-4645-AB56-594052BDC520}"/>
                </a:ext>
              </a:extLst>
            </p:cNvPr>
            <p:cNvSpPr>
              <a:spLocks noChangeAspect="1" noChangeArrowheads="1"/>
            </p:cNvSpPr>
            <p:nvPr userDrawn="1"/>
          </p:nvSpPr>
          <p:spPr bwMode="auto">
            <a:xfrm>
              <a:off x="506946"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0" name="Oval 440">
              <a:extLst>
                <a:ext uri="{FF2B5EF4-FFF2-40B4-BE49-F238E27FC236}">
                  <a16:creationId xmlns:a16="http://schemas.microsoft.com/office/drawing/2014/main" id="{3B54AA09-CB65-475A-AAE3-B4658900CC1E}"/>
                </a:ext>
              </a:extLst>
            </p:cNvPr>
            <p:cNvSpPr>
              <a:spLocks noChangeAspect="1" noChangeArrowheads="1"/>
            </p:cNvSpPr>
            <p:nvPr userDrawn="1"/>
          </p:nvSpPr>
          <p:spPr bwMode="auto">
            <a:xfrm>
              <a:off x="62003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1" name="Oval 441">
              <a:extLst>
                <a:ext uri="{FF2B5EF4-FFF2-40B4-BE49-F238E27FC236}">
                  <a16:creationId xmlns:a16="http://schemas.microsoft.com/office/drawing/2014/main" id="{65625A14-D7D9-433E-B693-5EBAF2B8D891}"/>
                </a:ext>
              </a:extLst>
            </p:cNvPr>
            <p:cNvSpPr>
              <a:spLocks noChangeAspect="1" noChangeArrowheads="1"/>
            </p:cNvSpPr>
            <p:nvPr userDrawn="1"/>
          </p:nvSpPr>
          <p:spPr bwMode="auto">
            <a:xfrm>
              <a:off x="73160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2" name="Oval 442">
              <a:extLst>
                <a:ext uri="{FF2B5EF4-FFF2-40B4-BE49-F238E27FC236}">
                  <a16:creationId xmlns:a16="http://schemas.microsoft.com/office/drawing/2014/main" id="{04E4272C-8D58-41A4-9B25-78CC351E42FE}"/>
                </a:ext>
              </a:extLst>
            </p:cNvPr>
            <p:cNvSpPr>
              <a:spLocks noChangeAspect="1" noChangeArrowheads="1"/>
            </p:cNvSpPr>
            <p:nvPr userDrawn="1"/>
          </p:nvSpPr>
          <p:spPr bwMode="auto">
            <a:xfrm>
              <a:off x="118092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3" name="Oval 443">
              <a:extLst>
                <a:ext uri="{FF2B5EF4-FFF2-40B4-BE49-F238E27FC236}">
                  <a16:creationId xmlns:a16="http://schemas.microsoft.com/office/drawing/2014/main" id="{E9C7E8BB-29D3-417E-9699-583D381BA880}"/>
                </a:ext>
              </a:extLst>
            </p:cNvPr>
            <p:cNvSpPr>
              <a:spLocks noChangeAspect="1" noChangeArrowheads="1"/>
            </p:cNvSpPr>
            <p:nvPr userDrawn="1"/>
          </p:nvSpPr>
          <p:spPr bwMode="auto">
            <a:xfrm>
              <a:off x="1294012"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4" name="Oval 444">
              <a:extLst>
                <a:ext uri="{FF2B5EF4-FFF2-40B4-BE49-F238E27FC236}">
                  <a16:creationId xmlns:a16="http://schemas.microsoft.com/office/drawing/2014/main" id="{47F83E05-8566-4458-BF60-F65F68293443}"/>
                </a:ext>
              </a:extLst>
            </p:cNvPr>
            <p:cNvSpPr>
              <a:spLocks noChangeAspect="1" noChangeArrowheads="1"/>
            </p:cNvSpPr>
            <p:nvPr userDrawn="1"/>
          </p:nvSpPr>
          <p:spPr bwMode="auto">
            <a:xfrm>
              <a:off x="1405589"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5" name="Oval 445">
              <a:extLst>
                <a:ext uri="{FF2B5EF4-FFF2-40B4-BE49-F238E27FC236}">
                  <a16:creationId xmlns:a16="http://schemas.microsoft.com/office/drawing/2014/main" id="{A3B99C5C-7A4F-40D2-9755-812F6B62DD10}"/>
                </a:ext>
              </a:extLst>
            </p:cNvPr>
            <p:cNvSpPr>
              <a:spLocks noChangeAspect="1" noChangeArrowheads="1"/>
            </p:cNvSpPr>
            <p:nvPr userDrawn="1"/>
          </p:nvSpPr>
          <p:spPr bwMode="auto">
            <a:xfrm>
              <a:off x="151867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6" name="Oval 446">
              <a:extLst>
                <a:ext uri="{FF2B5EF4-FFF2-40B4-BE49-F238E27FC236}">
                  <a16:creationId xmlns:a16="http://schemas.microsoft.com/office/drawing/2014/main" id="{7B56B93E-4988-4230-9A79-A6297835F3AA}"/>
                </a:ext>
              </a:extLst>
            </p:cNvPr>
            <p:cNvSpPr>
              <a:spLocks noChangeAspect="1" noChangeArrowheads="1"/>
            </p:cNvSpPr>
            <p:nvPr userDrawn="1"/>
          </p:nvSpPr>
          <p:spPr bwMode="auto">
            <a:xfrm>
              <a:off x="1630250"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7" name="Oval 447">
              <a:extLst>
                <a:ext uri="{FF2B5EF4-FFF2-40B4-BE49-F238E27FC236}">
                  <a16:creationId xmlns:a16="http://schemas.microsoft.com/office/drawing/2014/main" id="{F536AD1D-68A9-4063-970A-DE446B782BF1}"/>
                </a:ext>
              </a:extLst>
            </p:cNvPr>
            <p:cNvSpPr>
              <a:spLocks noChangeAspect="1" noChangeArrowheads="1"/>
            </p:cNvSpPr>
            <p:nvPr userDrawn="1"/>
          </p:nvSpPr>
          <p:spPr bwMode="auto">
            <a:xfrm>
              <a:off x="174333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8" name="Oval 448">
              <a:extLst>
                <a:ext uri="{FF2B5EF4-FFF2-40B4-BE49-F238E27FC236}">
                  <a16:creationId xmlns:a16="http://schemas.microsoft.com/office/drawing/2014/main" id="{88A1F814-91CE-4B31-AD6F-886D5BCEBBE0}"/>
                </a:ext>
              </a:extLst>
            </p:cNvPr>
            <p:cNvSpPr>
              <a:spLocks noChangeAspect="1" noChangeArrowheads="1"/>
            </p:cNvSpPr>
            <p:nvPr userDrawn="1"/>
          </p:nvSpPr>
          <p:spPr bwMode="auto">
            <a:xfrm>
              <a:off x="1854910"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9" name="Oval 449">
              <a:extLst>
                <a:ext uri="{FF2B5EF4-FFF2-40B4-BE49-F238E27FC236}">
                  <a16:creationId xmlns:a16="http://schemas.microsoft.com/office/drawing/2014/main" id="{21B394FC-A747-438B-8B88-ECCCE1AF431E}"/>
                </a:ext>
              </a:extLst>
            </p:cNvPr>
            <p:cNvSpPr>
              <a:spLocks noChangeAspect="1" noChangeArrowheads="1"/>
            </p:cNvSpPr>
            <p:nvPr userDrawn="1"/>
          </p:nvSpPr>
          <p:spPr bwMode="auto">
            <a:xfrm>
              <a:off x="1967995"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0" name="Oval 450">
              <a:extLst>
                <a:ext uri="{FF2B5EF4-FFF2-40B4-BE49-F238E27FC236}">
                  <a16:creationId xmlns:a16="http://schemas.microsoft.com/office/drawing/2014/main" id="{E3096F51-CA6D-4E1E-94CD-D9C45EF2E57D}"/>
                </a:ext>
              </a:extLst>
            </p:cNvPr>
            <p:cNvSpPr>
              <a:spLocks noChangeAspect="1" noChangeArrowheads="1"/>
            </p:cNvSpPr>
            <p:nvPr userDrawn="1"/>
          </p:nvSpPr>
          <p:spPr bwMode="auto">
            <a:xfrm>
              <a:off x="2079572"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1" name="Oval 451">
              <a:extLst>
                <a:ext uri="{FF2B5EF4-FFF2-40B4-BE49-F238E27FC236}">
                  <a16:creationId xmlns:a16="http://schemas.microsoft.com/office/drawing/2014/main" id="{CDAC985B-29AE-4D92-96D9-D64EE34C6B23}"/>
                </a:ext>
              </a:extLst>
            </p:cNvPr>
            <p:cNvSpPr>
              <a:spLocks noChangeAspect="1" noChangeArrowheads="1"/>
            </p:cNvSpPr>
            <p:nvPr userDrawn="1"/>
          </p:nvSpPr>
          <p:spPr bwMode="auto">
            <a:xfrm>
              <a:off x="219265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2" name="Oval 452">
              <a:extLst>
                <a:ext uri="{FF2B5EF4-FFF2-40B4-BE49-F238E27FC236}">
                  <a16:creationId xmlns:a16="http://schemas.microsoft.com/office/drawing/2014/main" id="{B81B058C-F977-48A5-8EF7-E91DAA402FD7}"/>
                </a:ext>
              </a:extLst>
            </p:cNvPr>
            <p:cNvSpPr>
              <a:spLocks noChangeAspect="1" noChangeArrowheads="1"/>
            </p:cNvSpPr>
            <p:nvPr userDrawn="1"/>
          </p:nvSpPr>
          <p:spPr bwMode="auto">
            <a:xfrm>
              <a:off x="2528893"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3" name="Oval 453">
              <a:extLst>
                <a:ext uri="{FF2B5EF4-FFF2-40B4-BE49-F238E27FC236}">
                  <a16:creationId xmlns:a16="http://schemas.microsoft.com/office/drawing/2014/main" id="{BC93EB03-3095-45B8-95A9-9C7E4E494EDA}"/>
                </a:ext>
              </a:extLst>
            </p:cNvPr>
            <p:cNvSpPr>
              <a:spLocks noChangeAspect="1" noChangeArrowheads="1"/>
            </p:cNvSpPr>
            <p:nvPr userDrawn="1"/>
          </p:nvSpPr>
          <p:spPr bwMode="auto">
            <a:xfrm>
              <a:off x="264197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4" name="Oval 454">
              <a:extLst>
                <a:ext uri="{FF2B5EF4-FFF2-40B4-BE49-F238E27FC236}">
                  <a16:creationId xmlns:a16="http://schemas.microsoft.com/office/drawing/2014/main" id="{9EE70C2A-C529-478B-B1D8-75C1BCFFB117}"/>
                </a:ext>
              </a:extLst>
            </p:cNvPr>
            <p:cNvSpPr>
              <a:spLocks noChangeAspect="1" noChangeArrowheads="1"/>
            </p:cNvSpPr>
            <p:nvPr userDrawn="1"/>
          </p:nvSpPr>
          <p:spPr bwMode="auto">
            <a:xfrm>
              <a:off x="2753553"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5" name="Oval 455">
              <a:extLst>
                <a:ext uri="{FF2B5EF4-FFF2-40B4-BE49-F238E27FC236}">
                  <a16:creationId xmlns:a16="http://schemas.microsoft.com/office/drawing/2014/main" id="{636267E6-D91C-4B9A-9F47-8384D027F0CC}"/>
                </a:ext>
              </a:extLst>
            </p:cNvPr>
            <p:cNvSpPr>
              <a:spLocks noChangeAspect="1" noChangeArrowheads="1"/>
            </p:cNvSpPr>
            <p:nvPr userDrawn="1"/>
          </p:nvSpPr>
          <p:spPr bwMode="auto">
            <a:xfrm>
              <a:off x="286663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6" name="Oval 456">
              <a:extLst>
                <a:ext uri="{FF2B5EF4-FFF2-40B4-BE49-F238E27FC236}">
                  <a16:creationId xmlns:a16="http://schemas.microsoft.com/office/drawing/2014/main" id="{B362CF0B-5A38-4BE7-A154-9E20FAB31D6A}"/>
                </a:ext>
              </a:extLst>
            </p:cNvPr>
            <p:cNvSpPr>
              <a:spLocks noChangeAspect="1" noChangeArrowheads="1"/>
            </p:cNvSpPr>
            <p:nvPr userDrawn="1"/>
          </p:nvSpPr>
          <p:spPr bwMode="auto">
            <a:xfrm>
              <a:off x="421460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7" name="Oval 457">
              <a:extLst>
                <a:ext uri="{FF2B5EF4-FFF2-40B4-BE49-F238E27FC236}">
                  <a16:creationId xmlns:a16="http://schemas.microsoft.com/office/drawing/2014/main" id="{CF152F10-6BC9-4A5E-961E-182BD30C7BC5}"/>
                </a:ext>
              </a:extLst>
            </p:cNvPr>
            <p:cNvSpPr>
              <a:spLocks noChangeAspect="1" noChangeArrowheads="1"/>
            </p:cNvSpPr>
            <p:nvPr userDrawn="1"/>
          </p:nvSpPr>
          <p:spPr bwMode="auto">
            <a:xfrm>
              <a:off x="455234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8" name="Oval 458">
              <a:extLst>
                <a:ext uri="{FF2B5EF4-FFF2-40B4-BE49-F238E27FC236}">
                  <a16:creationId xmlns:a16="http://schemas.microsoft.com/office/drawing/2014/main" id="{E7D8C5E7-AB65-40A2-8BBA-C41AED8CDE2D}"/>
                </a:ext>
              </a:extLst>
            </p:cNvPr>
            <p:cNvSpPr>
              <a:spLocks noChangeAspect="1" noChangeArrowheads="1"/>
            </p:cNvSpPr>
            <p:nvPr userDrawn="1"/>
          </p:nvSpPr>
          <p:spPr bwMode="auto">
            <a:xfrm>
              <a:off x="4888585"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9" name="Oval 459">
              <a:extLst>
                <a:ext uri="{FF2B5EF4-FFF2-40B4-BE49-F238E27FC236}">
                  <a16:creationId xmlns:a16="http://schemas.microsoft.com/office/drawing/2014/main" id="{1DCDBD7D-8C32-4A83-A5B1-8681ED3C4060}"/>
                </a:ext>
              </a:extLst>
            </p:cNvPr>
            <p:cNvSpPr>
              <a:spLocks noChangeAspect="1" noChangeArrowheads="1"/>
            </p:cNvSpPr>
            <p:nvPr userDrawn="1"/>
          </p:nvSpPr>
          <p:spPr bwMode="auto">
            <a:xfrm>
              <a:off x="5001670"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0" name="Oval 460">
              <a:extLst>
                <a:ext uri="{FF2B5EF4-FFF2-40B4-BE49-F238E27FC236}">
                  <a16:creationId xmlns:a16="http://schemas.microsoft.com/office/drawing/2014/main" id="{8D49255B-92F0-461C-8F03-3C1A5D248AE0}"/>
                </a:ext>
              </a:extLst>
            </p:cNvPr>
            <p:cNvSpPr>
              <a:spLocks noChangeAspect="1" noChangeArrowheads="1"/>
            </p:cNvSpPr>
            <p:nvPr userDrawn="1"/>
          </p:nvSpPr>
          <p:spPr bwMode="auto">
            <a:xfrm>
              <a:off x="511324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1" name="Oval 461">
              <a:extLst>
                <a:ext uri="{FF2B5EF4-FFF2-40B4-BE49-F238E27FC236}">
                  <a16:creationId xmlns:a16="http://schemas.microsoft.com/office/drawing/2014/main" id="{64DD3911-61FF-4E82-9E70-957BFC4B797A}"/>
                </a:ext>
              </a:extLst>
            </p:cNvPr>
            <p:cNvSpPr>
              <a:spLocks noChangeAspect="1" noChangeArrowheads="1"/>
            </p:cNvSpPr>
            <p:nvPr userDrawn="1"/>
          </p:nvSpPr>
          <p:spPr bwMode="auto">
            <a:xfrm>
              <a:off x="5226330"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2" name="Oval 462">
              <a:extLst>
                <a:ext uri="{FF2B5EF4-FFF2-40B4-BE49-F238E27FC236}">
                  <a16:creationId xmlns:a16="http://schemas.microsoft.com/office/drawing/2014/main" id="{1D94490F-352C-48E7-89E4-4E54F678E249}"/>
                </a:ext>
              </a:extLst>
            </p:cNvPr>
            <p:cNvSpPr>
              <a:spLocks noChangeAspect="1" noChangeArrowheads="1"/>
            </p:cNvSpPr>
            <p:nvPr userDrawn="1"/>
          </p:nvSpPr>
          <p:spPr bwMode="auto">
            <a:xfrm>
              <a:off x="533790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3" name="Oval 463">
              <a:extLst>
                <a:ext uri="{FF2B5EF4-FFF2-40B4-BE49-F238E27FC236}">
                  <a16:creationId xmlns:a16="http://schemas.microsoft.com/office/drawing/2014/main" id="{1776B54A-52A1-4997-9838-ED0AB3B21AFA}"/>
                </a:ext>
              </a:extLst>
            </p:cNvPr>
            <p:cNvSpPr>
              <a:spLocks noChangeAspect="1" noChangeArrowheads="1"/>
            </p:cNvSpPr>
            <p:nvPr userDrawn="1"/>
          </p:nvSpPr>
          <p:spPr bwMode="auto">
            <a:xfrm>
              <a:off x="545099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4" name="Oval 464">
              <a:extLst>
                <a:ext uri="{FF2B5EF4-FFF2-40B4-BE49-F238E27FC236}">
                  <a16:creationId xmlns:a16="http://schemas.microsoft.com/office/drawing/2014/main" id="{9436A7A2-45DE-4D26-B216-EEB870AAB6C1}"/>
                </a:ext>
              </a:extLst>
            </p:cNvPr>
            <p:cNvSpPr>
              <a:spLocks noChangeAspect="1" noChangeArrowheads="1"/>
            </p:cNvSpPr>
            <p:nvPr userDrawn="1"/>
          </p:nvSpPr>
          <p:spPr bwMode="auto">
            <a:xfrm>
              <a:off x="5562568"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5" name="Oval 465">
              <a:extLst>
                <a:ext uri="{FF2B5EF4-FFF2-40B4-BE49-F238E27FC236}">
                  <a16:creationId xmlns:a16="http://schemas.microsoft.com/office/drawing/2014/main" id="{18878EC3-B925-4C65-878B-1CD337CED585}"/>
                </a:ext>
              </a:extLst>
            </p:cNvPr>
            <p:cNvSpPr>
              <a:spLocks noChangeAspect="1" noChangeArrowheads="1"/>
            </p:cNvSpPr>
            <p:nvPr userDrawn="1"/>
          </p:nvSpPr>
          <p:spPr bwMode="auto">
            <a:xfrm>
              <a:off x="5675651"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6" name="Oval 466">
              <a:extLst>
                <a:ext uri="{FF2B5EF4-FFF2-40B4-BE49-F238E27FC236}">
                  <a16:creationId xmlns:a16="http://schemas.microsoft.com/office/drawing/2014/main" id="{11B8B532-0B32-4568-A3C0-B44EF566AFA2}"/>
                </a:ext>
              </a:extLst>
            </p:cNvPr>
            <p:cNvSpPr>
              <a:spLocks noChangeAspect="1" noChangeArrowheads="1"/>
            </p:cNvSpPr>
            <p:nvPr userDrawn="1"/>
          </p:nvSpPr>
          <p:spPr bwMode="auto">
            <a:xfrm>
              <a:off x="578722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7" name="Oval 467">
              <a:extLst>
                <a:ext uri="{FF2B5EF4-FFF2-40B4-BE49-F238E27FC236}">
                  <a16:creationId xmlns:a16="http://schemas.microsoft.com/office/drawing/2014/main" id="{04361B0D-7012-4978-81C2-1CA99D5A458C}"/>
                </a:ext>
              </a:extLst>
            </p:cNvPr>
            <p:cNvSpPr>
              <a:spLocks noChangeAspect="1" noChangeArrowheads="1"/>
            </p:cNvSpPr>
            <p:nvPr userDrawn="1"/>
          </p:nvSpPr>
          <p:spPr bwMode="auto">
            <a:xfrm>
              <a:off x="5900313"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8" name="Oval 468">
              <a:extLst>
                <a:ext uri="{FF2B5EF4-FFF2-40B4-BE49-F238E27FC236}">
                  <a16:creationId xmlns:a16="http://schemas.microsoft.com/office/drawing/2014/main" id="{E82B0019-C4CF-4341-A7C6-3A2812309DA5}"/>
                </a:ext>
              </a:extLst>
            </p:cNvPr>
            <p:cNvSpPr>
              <a:spLocks noChangeAspect="1" noChangeArrowheads="1"/>
            </p:cNvSpPr>
            <p:nvPr userDrawn="1"/>
          </p:nvSpPr>
          <p:spPr bwMode="auto">
            <a:xfrm>
              <a:off x="601339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9" name="Oval 469">
              <a:extLst>
                <a:ext uri="{FF2B5EF4-FFF2-40B4-BE49-F238E27FC236}">
                  <a16:creationId xmlns:a16="http://schemas.microsoft.com/office/drawing/2014/main" id="{D105A9C9-1F13-4028-B74A-1066990274B3}"/>
                </a:ext>
              </a:extLst>
            </p:cNvPr>
            <p:cNvSpPr>
              <a:spLocks noChangeAspect="1" noChangeArrowheads="1"/>
            </p:cNvSpPr>
            <p:nvPr userDrawn="1"/>
          </p:nvSpPr>
          <p:spPr bwMode="auto">
            <a:xfrm>
              <a:off x="612497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0" name="Oval 470">
              <a:extLst>
                <a:ext uri="{FF2B5EF4-FFF2-40B4-BE49-F238E27FC236}">
                  <a16:creationId xmlns:a16="http://schemas.microsoft.com/office/drawing/2014/main" id="{8140D6DB-58BD-4167-BE18-BBD9B114EF95}"/>
                </a:ext>
              </a:extLst>
            </p:cNvPr>
            <p:cNvSpPr>
              <a:spLocks noChangeAspect="1" noChangeArrowheads="1"/>
            </p:cNvSpPr>
            <p:nvPr userDrawn="1"/>
          </p:nvSpPr>
          <p:spPr bwMode="auto">
            <a:xfrm>
              <a:off x="6238058"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1" name="Oval 471">
              <a:extLst>
                <a:ext uri="{FF2B5EF4-FFF2-40B4-BE49-F238E27FC236}">
                  <a16:creationId xmlns:a16="http://schemas.microsoft.com/office/drawing/2014/main" id="{6080CD60-A627-484F-942D-8DE410EF25B5}"/>
                </a:ext>
              </a:extLst>
            </p:cNvPr>
            <p:cNvSpPr>
              <a:spLocks noChangeAspect="1" noChangeArrowheads="1"/>
            </p:cNvSpPr>
            <p:nvPr userDrawn="1"/>
          </p:nvSpPr>
          <p:spPr bwMode="auto">
            <a:xfrm>
              <a:off x="634963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2" name="Oval 472">
              <a:extLst>
                <a:ext uri="{FF2B5EF4-FFF2-40B4-BE49-F238E27FC236}">
                  <a16:creationId xmlns:a16="http://schemas.microsoft.com/office/drawing/2014/main" id="{9E33979B-4A1B-4B17-8CEE-BE0B1BBE2D1A}"/>
                </a:ext>
              </a:extLst>
            </p:cNvPr>
            <p:cNvSpPr>
              <a:spLocks noChangeAspect="1" noChangeArrowheads="1"/>
            </p:cNvSpPr>
            <p:nvPr userDrawn="1"/>
          </p:nvSpPr>
          <p:spPr bwMode="auto">
            <a:xfrm>
              <a:off x="646271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3" name="Oval 473">
              <a:extLst>
                <a:ext uri="{FF2B5EF4-FFF2-40B4-BE49-F238E27FC236}">
                  <a16:creationId xmlns:a16="http://schemas.microsoft.com/office/drawing/2014/main" id="{E50CE884-B441-4A4C-9687-7DC6221EB92C}"/>
                </a:ext>
              </a:extLst>
            </p:cNvPr>
            <p:cNvSpPr>
              <a:spLocks noChangeAspect="1" noChangeArrowheads="1"/>
            </p:cNvSpPr>
            <p:nvPr userDrawn="1"/>
          </p:nvSpPr>
          <p:spPr bwMode="auto">
            <a:xfrm>
              <a:off x="657429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4" name="Oval 474">
              <a:extLst>
                <a:ext uri="{FF2B5EF4-FFF2-40B4-BE49-F238E27FC236}">
                  <a16:creationId xmlns:a16="http://schemas.microsoft.com/office/drawing/2014/main" id="{5B9B8EA8-AC97-4821-A5F4-A5DA3D044861}"/>
                </a:ext>
              </a:extLst>
            </p:cNvPr>
            <p:cNvSpPr>
              <a:spLocks noChangeAspect="1" noChangeArrowheads="1"/>
            </p:cNvSpPr>
            <p:nvPr userDrawn="1"/>
          </p:nvSpPr>
          <p:spPr bwMode="auto">
            <a:xfrm>
              <a:off x="668738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5" name="Oval 475">
              <a:extLst>
                <a:ext uri="{FF2B5EF4-FFF2-40B4-BE49-F238E27FC236}">
                  <a16:creationId xmlns:a16="http://schemas.microsoft.com/office/drawing/2014/main" id="{2D3A3DAA-17B1-445A-A1AB-D8A48D438C6E}"/>
                </a:ext>
              </a:extLst>
            </p:cNvPr>
            <p:cNvSpPr>
              <a:spLocks noChangeAspect="1" noChangeArrowheads="1"/>
            </p:cNvSpPr>
            <p:nvPr userDrawn="1"/>
          </p:nvSpPr>
          <p:spPr bwMode="auto">
            <a:xfrm>
              <a:off x="679895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6" name="Oval 476">
              <a:extLst>
                <a:ext uri="{FF2B5EF4-FFF2-40B4-BE49-F238E27FC236}">
                  <a16:creationId xmlns:a16="http://schemas.microsoft.com/office/drawing/2014/main" id="{33229DFD-7794-489F-AA72-FE1D316AA817}"/>
                </a:ext>
              </a:extLst>
            </p:cNvPr>
            <p:cNvSpPr>
              <a:spLocks noChangeAspect="1" noChangeArrowheads="1"/>
            </p:cNvSpPr>
            <p:nvPr userDrawn="1"/>
          </p:nvSpPr>
          <p:spPr bwMode="auto">
            <a:xfrm>
              <a:off x="6912041"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7" name="Oval 477">
              <a:extLst>
                <a:ext uri="{FF2B5EF4-FFF2-40B4-BE49-F238E27FC236}">
                  <a16:creationId xmlns:a16="http://schemas.microsoft.com/office/drawing/2014/main" id="{6DF44DB2-3E07-40B2-B9F8-417175B5E37A}"/>
                </a:ext>
              </a:extLst>
            </p:cNvPr>
            <p:cNvSpPr>
              <a:spLocks noChangeAspect="1" noChangeArrowheads="1"/>
            </p:cNvSpPr>
            <p:nvPr userDrawn="1"/>
          </p:nvSpPr>
          <p:spPr bwMode="auto">
            <a:xfrm>
              <a:off x="7023616"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8" name="Oval 478">
              <a:extLst>
                <a:ext uri="{FF2B5EF4-FFF2-40B4-BE49-F238E27FC236}">
                  <a16:creationId xmlns:a16="http://schemas.microsoft.com/office/drawing/2014/main" id="{C1F54285-42B1-410D-A8EE-A9D1DACBB7F6}"/>
                </a:ext>
              </a:extLst>
            </p:cNvPr>
            <p:cNvSpPr>
              <a:spLocks noChangeAspect="1" noChangeArrowheads="1"/>
            </p:cNvSpPr>
            <p:nvPr userDrawn="1"/>
          </p:nvSpPr>
          <p:spPr bwMode="auto">
            <a:xfrm>
              <a:off x="713670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9" name="Oval 479">
              <a:extLst>
                <a:ext uri="{FF2B5EF4-FFF2-40B4-BE49-F238E27FC236}">
                  <a16:creationId xmlns:a16="http://schemas.microsoft.com/office/drawing/2014/main" id="{4A4FED19-21BB-44EE-B3AD-D16089EB0941}"/>
                </a:ext>
              </a:extLst>
            </p:cNvPr>
            <p:cNvSpPr>
              <a:spLocks noChangeAspect="1" noChangeArrowheads="1"/>
            </p:cNvSpPr>
            <p:nvPr userDrawn="1"/>
          </p:nvSpPr>
          <p:spPr bwMode="auto">
            <a:xfrm>
              <a:off x="724827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0" name="Oval 480">
              <a:extLst>
                <a:ext uri="{FF2B5EF4-FFF2-40B4-BE49-F238E27FC236}">
                  <a16:creationId xmlns:a16="http://schemas.microsoft.com/office/drawing/2014/main" id="{32FF8243-6541-49F7-9117-95D5749C18DD}"/>
                </a:ext>
              </a:extLst>
            </p:cNvPr>
            <p:cNvSpPr>
              <a:spLocks noChangeAspect="1" noChangeArrowheads="1"/>
            </p:cNvSpPr>
            <p:nvPr userDrawn="1"/>
          </p:nvSpPr>
          <p:spPr bwMode="auto">
            <a:xfrm>
              <a:off x="7361362"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1" name="Oval 481">
              <a:extLst>
                <a:ext uri="{FF2B5EF4-FFF2-40B4-BE49-F238E27FC236}">
                  <a16:creationId xmlns:a16="http://schemas.microsoft.com/office/drawing/2014/main" id="{B976DE52-EA03-484F-AF85-E7EE17628AA9}"/>
                </a:ext>
              </a:extLst>
            </p:cNvPr>
            <p:cNvSpPr>
              <a:spLocks noChangeAspect="1" noChangeArrowheads="1"/>
            </p:cNvSpPr>
            <p:nvPr userDrawn="1"/>
          </p:nvSpPr>
          <p:spPr bwMode="auto">
            <a:xfrm>
              <a:off x="7472939"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2" name="Oval 482">
              <a:extLst>
                <a:ext uri="{FF2B5EF4-FFF2-40B4-BE49-F238E27FC236}">
                  <a16:creationId xmlns:a16="http://schemas.microsoft.com/office/drawing/2014/main" id="{57427527-A18D-4884-B9D0-B1F8CBD3E5BD}"/>
                </a:ext>
              </a:extLst>
            </p:cNvPr>
            <p:cNvSpPr>
              <a:spLocks noChangeAspect="1" noChangeArrowheads="1"/>
            </p:cNvSpPr>
            <p:nvPr userDrawn="1"/>
          </p:nvSpPr>
          <p:spPr bwMode="auto">
            <a:xfrm>
              <a:off x="8035345"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3" name="Oval 483">
              <a:extLst>
                <a:ext uri="{FF2B5EF4-FFF2-40B4-BE49-F238E27FC236}">
                  <a16:creationId xmlns:a16="http://schemas.microsoft.com/office/drawing/2014/main" id="{FA798269-494D-425A-ACB8-ED1AE808BD21}"/>
                </a:ext>
              </a:extLst>
            </p:cNvPr>
            <p:cNvSpPr>
              <a:spLocks noChangeAspect="1" noChangeArrowheads="1"/>
            </p:cNvSpPr>
            <p:nvPr userDrawn="1"/>
          </p:nvSpPr>
          <p:spPr bwMode="auto">
            <a:xfrm>
              <a:off x="814692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4" name="Oval 484">
              <a:extLst>
                <a:ext uri="{FF2B5EF4-FFF2-40B4-BE49-F238E27FC236}">
                  <a16:creationId xmlns:a16="http://schemas.microsoft.com/office/drawing/2014/main" id="{5A679954-C4D4-4E41-BDD3-4B61A8A74D02}"/>
                </a:ext>
              </a:extLst>
            </p:cNvPr>
            <p:cNvSpPr>
              <a:spLocks noChangeAspect="1" noChangeArrowheads="1"/>
            </p:cNvSpPr>
            <p:nvPr userDrawn="1"/>
          </p:nvSpPr>
          <p:spPr bwMode="auto">
            <a:xfrm>
              <a:off x="506946"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5" name="Oval 485">
              <a:extLst>
                <a:ext uri="{FF2B5EF4-FFF2-40B4-BE49-F238E27FC236}">
                  <a16:creationId xmlns:a16="http://schemas.microsoft.com/office/drawing/2014/main" id="{AC2F4AAC-A573-4E40-8035-D3AA211E0301}"/>
                </a:ext>
              </a:extLst>
            </p:cNvPr>
            <p:cNvSpPr>
              <a:spLocks noChangeAspect="1" noChangeArrowheads="1"/>
            </p:cNvSpPr>
            <p:nvPr userDrawn="1"/>
          </p:nvSpPr>
          <p:spPr bwMode="auto">
            <a:xfrm>
              <a:off x="118092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6" name="Oval 486">
              <a:extLst>
                <a:ext uri="{FF2B5EF4-FFF2-40B4-BE49-F238E27FC236}">
                  <a16:creationId xmlns:a16="http://schemas.microsoft.com/office/drawing/2014/main" id="{8FE58516-D903-4636-85B0-2622CEF2784B}"/>
                </a:ext>
              </a:extLst>
            </p:cNvPr>
            <p:cNvSpPr>
              <a:spLocks noChangeAspect="1" noChangeArrowheads="1"/>
            </p:cNvSpPr>
            <p:nvPr userDrawn="1"/>
          </p:nvSpPr>
          <p:spPr bwMode="auto">
            <a:xfrm>
              <a:off x="129401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7" name="Oval 487">
              <a:extLst>
                <a:ext uri="{FF2B5EF4-FFF2-40B4-BE49-F238E27FC236}">
                  <a16:creationId xmlns:a16="http://schemas.microsoft.com/office/drawing/2014/main" id="{12CAA0AD-60C0-4F75-AA9F-125B21AB7742}"/>
                </a:ext>
              </a:extLst>
            </p:cNvPr>
            <p:cNvSpPr>
              <a:spLocks noChangeAspect="1" noChangeArrowheads="1"/>
            </p:cNvSpPr>
            <p:nvPr userDrawn="1"/>
          </p:nvSpPr>
          <p:spPr bwMode="auto">
            <a:xfrm>
              <a:off x="140558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8" name="Oval 488">
              <a:extLst>
                <a:ext uri="{FF2B5EF4-FFF2-40B4-BE49-F238E27FC236}">
                  <a16:creationId xmlns:a16="http://schemas.microsoft.com/office/drawing/2014/main" id="{6C994401-5118-4553-9F40-C13D736A8943}"/>
                </a:ext>
              </a:extLst>
            </p:cNvPr>
            <p:cNvSpPr>
              <a:spLocks noChangeAspect="1" noChangeArrowheads="1"/>
            </p:cNvSpPr>
            <p:nvPr userDrawn="1"/>
          </p:nvSpPr>
          <p:spPr bwMode="auto">
            <a:xfrm>
              <a:off x="151867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9" name="Oval 489">
              <a:extLst>
                <a:ext uri="{FF2B5EF4-FFF2-40B4-BE49-F238E27FC236}">
                  <a16:creationId xmlns:a16="http://schemas.microsoft.com/office/drawing/2014/main" id="{69489BAA-AFD3-404F-ABC9-359596EA7A7F}"/>
                </a:ext>
              </a:extLst>
            </p:cNvPr>
            <p:cNvSpPr>
              <a:spLocks noChangeAspect="1" noChangeArrowheads="1"/>
            </p:cNvSpPr>
            <p:nvPr userDrawn="1"/>
          </p:nvSpPr>
          <p:spPr bwMode="auto">
            <a:xfrm>
              <a:off x="163025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0" name="Oval 490">
              <a:extLst>
                <a:ext uri="{FF2B5EF4-FFF2-40B4-BE49-F238E27FC236}">
                  <a16:creationId xmlns:a16="http://schemas.microsoft.com/office/drawing/2014/main" id="{00947E4F-E9F1-468F-8A20-D939DF00D8B6}"/>
                </a:ext>
              </a:extLst>
            </p:cNvPr>
            <p:cNvSpPr>
              <a:spLocks noChangeAspect="1" noChangeArrowheads="1"/>
            </p:cNvSpPr>
            <p:nvPr userDrawn="1"/>
          </p:nvSpPr>
          <p:spPr bwMode="auto">
            <a:xfrm>
              <a:off x="174333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1" name="Oval 491">
              <a:extLst>
                <a:ext uri="{FF2B5EF4-FFF2-40B4-BE49-F238E27FC236}">
                  <a16:creationId xmlns:a16="http://schemas.microsoft.com/office/drawing/2014/main" id="{713754A9-FAB0-4794-9BA3-2092D694080C}"/>
                </a:ext>
              </a:extLst>
            </p:cNvPr>
            <p:cNvSpPr>
              <a:spLocks noChangeAspect="1" noChangeArrowheads="1"/>
            </p:cNvSpPr>
            <p:nvPr userDrawn="1"/>
          </p:nvSpPr>
          <p:spPr bwMode="auto">
            <a:xfrm>
              <a:off x="1854910"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2" name="Oval 492">
              <a:extLst>
                <a:ext uri="{FF2B5EF4-FFF2-40B4-BE49-F238E27FC236}">
                  <a16:creationId xmlns:a16="http://schemas.microsoft.com/office/drawing/2014/main" id="{3FED1951-779F-43D9-9892-A646FC01860C}"/>
                </a:ext>
              </a:extLst>
            </p:cNvPr>
            <p:cNvSpPr>
              <a:spLocks noChangeAspect="1" noChangeArrowheads="1"/>
            </p:cNvSpPr>
            <p:nvPr userDrawn="1"/>
          </p:nvSpPr>
          <p:spPr bwMode="auto">
            <a:xfrm>
              <a:off x="196799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3" name="Oval 493">
              <a:extLst>
                <a:ext uri="{FF2B5EF4-FFF2-40B4-BE49-F238E27FC236}">
                  <a16:creationId xmlns:a16="http://schemas.microsoft.com/office/drawing/2014/main" id="{619A5205-54C7-485D-B0BA-A76803EC3D2E}"/>
                </a:ext>
              </a:extLst>
            </p:cNvPr>
            <p:cNvSpPr>
              <a:spLocks noChangeAspect="1" noChangeArrowheads="1"/>
            </p:cNvSpPr>
            <p:nvPr userDrawn="1"/>
          </p:nvSpPr>
          <p:spPr bwMode="auto">
            <a:xfrm>
              <a:off x="2079572"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4" name="Oval 494">
              <a:extLst>
                <a:ext uri="{FF2B5EF4-FFF2-40B4-BE49-F238E27FC236}">
                  <a16:creationId xmlns:a16="http://schemas.microsoft.com/office/drawing/2014/main" id="{A55B359A-FB11-47EE-B0BA-27774AB45DDC}"/>
                </a:ext>
              </a:extLst>
            </p:cNvPr>
            <p:cNvSpPr>
              <a:spLocks noChangeAspect="1" noChangeArrowheads="1"/>
            </p:cNvSpPr>
            <p:nvPr userDrawn="1"/>
          </p:nvSpPr>
          <p:spPr bwMode="auto">
            <a:xfrm>
              <a:off x="219265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5" name="Oval 495">
              <a:extLst>
                <a:ext uri="{FF2B5EF4-FFF2-40B4-BE49-F238E27FC236}">
                  <a16:creationId xmlns:a16="http://schemas.microsoft.com/office/drawing/2014/main" id="{0593EA7A-3DE8-4BCA-B11A-3E995D9527B5}"/>
                </a:ext>
              </a:extLst>
            </p:cNvPr>
            <p:cNvSpPr>
              <a:spLocks noChangeAspect="1" noChangeArrowheads="1"/>
            </p:cNvSpPr>
            <p:nvPr userDrawn="1"/>
          </p:nvSpPr>
          <p:spPr bwMode="auto">
            <a:xfrm>
              <a:off x="2304233"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6" name="Oval 496">
              <a:extLst>
                <a:ext uri="{FF2B5EF4-FFF2-40B4-BE49-F238E27FC236}">
                  <a16:creationId xmlns:a16="http://schemas.microsoft.com/office/drawing/2014/main" id="{E946C8D9-C952-4399-970F-9C4428F3C7D6}"/>
                </a:ext>
              </a:extLst>
            </p:cNvPr>
            <p:cNvSpPr>
              <a:spLocks noChangeAspect="1" noChangeArrowheads="1"/>
            </p:cNvSpPr>
            <p:nvPr userDrawn="1"/>
          </p:nvSpPr>
          <p:spPr bwMode="auto">
            <a:xfrm>
              <a:off x="241731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7" name="Oval 497">
              <a:extLst>
                <a:ext uri="{FF2B5EF4-FFF2-40B4-BE49-F238E27FC236}">
                  <a16:creationId xmlns:a16="http://schemas.microsoft.com/office/drawing/2014/main" id="{1C346A62-7E41-4B31-938B-F232BEA0EDD8}"/>
                </a:ext>
              </a:extLst>
            </p:cNvPr>
            <p:cNvSpPr>
              <a:spLocks noChangeAspect="1" noChangeArrowheads="1"/>
            </p:cNvSpPr>
            <p:nvPr userDrawn="1"/>
          </p:nvSpPr>
          <p:spPr bwMode="auto">
            <a:xfrm>
              <a:off x="2528893"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8" name="Oval 498">
              <a:extLst>
                <a:ext uri="{FF2B5EF4-FFF2-40B4-BE49-F238E27FC236}">
                  <a16:creationId xmlns:a16="http://schemas.microsoft.com/office/drawing/2014/main" id="{C74B7544-D7F7-4CCE-847B-DC8F4EF35322}"/>
                </a:ext>
              </a:extLst>
            </p:cNvPr>
            <p:cNvSpPr>
              <a:spLocks noChangeAspect="1" noChangeArrowheads="1"/>
            </p:cNvSpPr>
            <p:nvPr userDrawn="1"/>
          </p:nvSpPr>
          <p:spPr bwMode="auto">
            <a:xfrm>
              <a:off x="264197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9" name="Oval 499">
              <a:extLst>
                <a:ext uri="{FF2B5EF4-FFF2-40B4-BE49-F238E27FC236}">
                  <a16:creationId xmlns:a16="http://schemas.microsoft.com/office/drawing/2014/main" id="{E60ACD2F-C931-48D9-AFBF-EE9227DD52BC}"/>
                </a:ext>
              </a:extLst>
            </p:cNvPr>
            <p:cNvSpPr>
              <a:spLocks noChangeAspect="1" noChangeArrowheads="1"/>
            </p:cNvSpPr>
            <p:nvPr userDrawn="1"/>
          </p:nvSpPr>
          <p:spPr bwMode="auto">
            <a:xfrm>
              <a:off x="2753553"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0" name="Oval 500">
              <a:extLst>
                <a:ext uri="{FF2B5EF4-FFF2-40B4-BE49-F238E27FC236}">
                  <a16:creationId xmlns:a16="http://schemas.microsoft.com/office/drawing/2014/main" id="{A641218F-EF3F-4564-BF9C-B3295145739A}"/>
                </a:ext>
              </a:extLst>
            </p:cNvPr>
            <p:cNvSpPr>
              <a:spLocks noChangeAspect="1" noChangeArrowheads="1"/>
            </p:cNvSpPr>
            <p:nvPr userDrawn="1"/>
          </p:nvSpPr>
          <p:spPr bwMode="auto">
            <a:xfrm>
              <a:off x="286664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1" name="Oval 501">
              <a:extLst>
                <a:ext uri="{FF2B5EF4-FFF2-40B4-BE49-F238E27FC236}">
                  <a16:creationId xmlns:a16="http://schemas.microsoft.com/office/drawing/2014/main" id="{2F6B57CA-9D85-487A-ABCE-5C263683F1E2}"/>
                </a:ext>
              </a:extLst>
            </p:cNvPr>
            <p:cNvSpPr>
              <a:spLocks noChangeAspect="1" noChangeArrowheads="1"/>
            </p:cNvSpPr>
            <p:nvPr userDrawn="1"/>
          </p:nvSpPr>
          <p:spPr bwMode="auto">
            <a:xfrm>
              <a:off x="2978216"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2" name="Oval 502">
              <a:extLst>
                <a:ext uri="{FF2B5EF4-FFF2-40B4-BE49-F238E27FC236}">
                  <a16:creationId xmlns:a16="http://schemas.microsoft.com/office/drawing/2014/main" id="{DA2484B3-5C62-4F09-B452-0B871CA1C6EE}"/>
                </a:ext>
              </a:extLst>
            </p:cNvPr>
            <p:cNvSpPr>
              <a:spLocks noChangeAspect="1" noChangeArrowheads="1"/>
            </p:cNvSpPr>
            <p:nvPr userDrawn="1"/>
          </p:nvSpPr>
          <p:spPr bwMode="auto">
            <a:xfrm>
              <a:off x="410302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3" name="Oval 503">
              <a:extLst>
                <a:ext uri="{FF2B5EF4-FFF2-40B4-BE49-F238E27FC236}">
                  <a16:creationId xmlns:a16="http://schemas.microsoft.com/office/drawing/2014/main" id="{29AFAAC9-D50A-4704-BAC6-2D6BEC89DD87}"/>
                </a:ext>
              </a:extLst>
            </p:cNvPr>
            <p:cNvSpPr>
              <a:spLocks noChangeAspect="1" noChangeArrowheads="1"/>
            </p:cNvSpPr>
            <p:nvPr userDrawn="1"/>
          </p:nvSpPr>
          <p:spPr bwMode="auto">
            <a:xfrm>
              <a:off x="421460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4" name="Oval 504">
              <a:extLst>
                <a:ext uri="{FF2B5EF4-FFF2-40B4-BE49-F238E27FC236}">
                  <a16:creationId xmlns:a16="http://schemas.microsoft.com/office/drawing/2014/main" id="{BC4E86BD-530B-41DB-AF6E-9E6165CF0D91}"/>
                </a:ext>
              </a:extLst>
            </p:cNvPr>
            <p:cNvSpPr>
              <a:spLocks noChangeAspect="1" noChangeArrowheads="1"/>
            </p:cNvSpPr>
            <p:nvPr userDrawn="1"/>
          </p:nvSpPr>
          <p:spPr bwMode="auto">
            <a:xfrm>
              <a:off x="432768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5" name="Oval 505">
              <a:extLst>
                <a:ext uri="{FF2B5EF4-FFF2-40B4-BE49-F238E27FC236}">
                  <a16:creationId xmlns:a16="http://schemas.microsoft.com/office/drawing/2014/main" id="{A8164310-3756-415A-9FF7-F0B19FFC2092}"/>
                </a:ext>
              </a:extLst>
            </p:cNvPr>
            <p:cNvSpPr>
              <a:spLocks noChangeAspect="1" noChangeArrowheads="1"/>
            </p:cNvSpPr>
            <p:nvPr userDrawn="1"/>
          </p:nvSpPr>
          <p:spPr bwMode="auto">
            <a:xfrm>
              <a:off x="443926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6" name="Oval 506">
              <a:extLst>
                <a:ext uri="{FF2B5EF4-FFF2-40B4-BE49-F238E27FC236}">
                  <a16:creationId xmlns:a16="http://schemas.microsoft.com/office/drawing/2014/main" id="{EBD651AA-611C-467B-A037-201E713EC51B}"/>
                </a:ext>
              </a:extLst>
            </p:cNvPr>
            <p:cNvSpPr>
              <a:spLocks noChangeAspect="1" noChangeArrowheads="1"/>
            </p:cNvSpPr>
            <p:nvPr userDrawn="1"/>
          </p:nvSpPr>
          <p:spPr bwMode="auto">
            <a:xfrm>
              <a:off x="455234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7" name="Oval 507">
              <a:extLst>
                <a:ext uri="{FF2B5EF4-FFF2-40B4-BE49-F238E27FC236}">
                  <a16:creationId xmlns:a16="http://schemas.microsoft.com/office/drawing/2014/main" id="{C0FB612E-7563-4DFF-95B2-235A6083D9D5}"/>
                </a:ext>
              </a:extLst>
            </p:cNvPr>
            <p:cNvSpPr>
              <a:spLocks noChangeAspect="1" noChangeArrowheads="1"/>
            </p:cNvSpPr>
            <p:nvPr userDrawn="1"/>
          </p:nvSpPr>
          <p:spPr bwMode="auto">
            <a:xfrm>
              <a:off x="466392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8" name="Oval 508">
              <a:extLst>
                <a:ext uri="{FF2B5EF4-FFF2-40B4-BE49-F238E27FC236}">
                  <a16:creationId xmlns:a16="http://schemas.microsoft.com/office/drawing/2014/main" id="{14A399C4-0BDA-42B4-A1E9-DBFE56337CBF}"/>
                </a:ext>
              </a:extLst>
            </p:cNvPr>
            <p:cNvSpPr>
              <a:spLocks noChangeAspect="1" noChangeArrowheads="1"/>
            </p:cNvSpPr>
            <p:nvPr userDrawn="1"/>
          </p:nvSpPr>
          <p:spPr bwMode="auto">
            <a:xfrm>
              <a:off x="477700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9" name="Oval 509">
              <a:extLst>
                <a:ext uri="{FF2B5EF4-FFF2-40B4-BE49-F238E27FC236}">
                  <a16:creationId xmlns:a16="http://schemas.microsoft.com/office/drawing/2014/main" id="{538AF475-5A20-4342-A95B-37612D36C173}"/>
                </a:ext>
              </a:extLst>
            </p:cNvPr>
            <p:cNvSpPr>
              <a:spLocks noChangeAspect="1" noChangeArrowheads="1"/>
            </p:cNvSpPr>
            <p:nvPr userDrawn="1"/>
          </p:nvSpPr>
          <p:spPr bwMode="auto">
            <a:xfrm>
              <a:off x="4888585" y="2385119"/>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2980" name="Oval 510">
              <a:extLst>
                <a:ext uri="{FF2B5EF4-FFF2-40B4-BE49-F238E27FC236}">
                  <a16:creationId xmlns:a16="http://schemas.microsoft.com/office/drawing/2014/main" id="{C65AACA7-B7EB-4860-949F-E951816EC5A7}"/>
                </a:ext>
              </a:extLst>
            </p:cNvPr>
            <p:cNvSpPr>
              <a:spLocks noChangeAspect="1" noChangeArrowheads="1"/>
            </p:cNvSpPr>
            <p:nvPr userDrawn="1"/>
          </p:nvSpPr>
          <p:spPr bwMode="auto">
            <a:xfrm>
              <a:off x="500167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1" name="Oval 511">
              <a:extLst>
                <a:ext uri="{FF2B5EF4-FFF2-40B4-BE49-F238E27FC236}">
                  <a16:creationId xmlns:a16="http://schemas.microsoft.com/office/drawing/2014/main" id="{979FA023-72C9-4C43-B4A5-A5430AA29210}"/>
                </a:ext>
              </a:extLst>
            </p:cNvPr>
            <p:cNvSpPr>
              <a:spLocks noChangeAspect="1" noChangeArrowheads="1"/>
            </p:cNvSpPr>
            <p:nvPr userDrawn="1"/>
          </p:nvSpPr>
          <p:spPr bwMode="auto">
            <a:xfrm>
              <a:off x="511324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2" name="Oval 512">
              <a:extLst>
                <a:ext uri="{FF2B5EF4-FFF2-40B4-BE49-F238E27FC236}">
                  <a16:creationId xmlns:a16="http://schemas.microsoft.com/office/drawing/2014/main" id="{635182F8-B9B5-4D12-859A-3E00CD2C21EA}"/>
                </a:ext>
              </a:extLst>
            </p:cNvPr>
            <p:cNvSpPr>
              <a:spLocks noChangeAspect="1" noChangeArrowheads="1"/>
            </p:cNvSpPr>
            <p:nvPr userDrawn="1"/>
          </p:nvSpPr>
          <p:spPr bwMode="auto">
            <a:xfrm>
              <a:off x="5226330"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3" name="Oval 513">
              <a:extLst>
                <a:ext uri="{FF2B5EF4-FFF2-40B4-BE49-F238E27FC236}">
                  <a16:creationId xmlns:a16="http://schemas.microsoft.com/office/drawing/2014/main" id="{E0BB1CF7-3465-4340-A347-3D2065650933}"/>
                </a:ext>
              </a:extLst>
            </p:cNvPr>
            <p:cNvSpPr>
              <a:spLocks noChangeAspect="1" noChangeArrowheads="1"/>
            </p:cNvSpPr>
            <p:nvPr userDrawn="1"/>
          </p:nvSpPr>
          <p:spPr bwMode="auto">
            <a:xfrm>
              <a:off x="533790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4" name="Oval 514">
              <a:extLst>
                <a:ext uri="{FF2B5EF4-FFF2-40B4-BE49-F238E27FC236}">
                  <a16:creationId xmlns:a16="http://schemas.microsoft.com/office/drawing/2014/main" id="{8ADFE7FC-65DD-4647-9F8E-F3CDB471888D}"/>
                </a:ext>
              </a:extLst>
            </p:cNvPr>
            <p:cNvSpPr>
              <a:spLocks noChangeAspect="1" noChangeArrowheads="1"/>
            </p:cNvSpPr>
            <p:nvPr userDrawn="1"/>
          </p:nvSpPr>
          <p:spPr bwMode="auto">
            <a:xfrm>
              <a:off x="5450992"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5" name="Oval 515">
              <a:extLst>
                <a:ext uri="{FF2B5EF4-FFF2-40B4-BE49-F238E27FC236}">
                  <a16:creationId xmlns:a16="http://schemas.microsoft.com/office/drawing/2014/main" id="{F3FBBD56-FBAA-4805-A913-9D91162D65BE}"/>
                </a:ext>
              </a:extLst>
            </p:cNvPr>
            <p:cNvSpPr>
              <a:spLocks noChangeAspect="1" noChangeArrowheads="1"/>
            </p:cNvSpPr>
            <p:nvPr userDrawn="1"/>
          </p:nvSpPr>
          <p:spPr bwMode="auto">
            <a:xfrm>
              <a:off x="5562568"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6" name="Oval 516">
              <a:extLst>
                <a:ext uri="{FF2B5EF4-FFF2-40B4-BE49-F238E27FC236}">
                  <a16:creationId xmlns:a16="http://schemas.microsoft.com/office/drawing/2014/main" id="{08308FF5-9E97-4F9D-88BF-60590FAC45D1}"/>
                </a:ext>
              </a:extLst>
            </p:cNvPr>
            <p:cNvSpPr>
              <a:spLocks noChangeAspect="1" noChangeArrowheads="1"/>
            </p:cNvSpPr>
            <p:nvPr userDrawn="1"/>
          </p:nvSpPr>
          <p:spPr bwMode="auto">
            <a:xfrm>
              <a:off x="567565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7" name="Oval 517">
              <a:extLst>
                <a:ext uri="{FF2B5EF4-FFF2-40B4-BE49-F238E27FC236}">
                  <a16:creationId xmlns:a16="http://schemas.microsoft.com/office/drawing/2014/main" id="{D4B6B4E2-BED8-45E8-8EEA-1DEB6272482D}"/>
                </a:ext>
              </a:extLst>
            </p:cNvPr>
            <p:cNvSpPr>
              <a:spLocks noChangeAspect="1" noChangeArrowheads="1"/>
            </p:cNvSpPr>
            <p:nvPr userDrawn="1"/>
          </p:nvSpPr>
          <p:spPr bwMode="auto">
            <a:xfrm>
              <a:off x="578722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8" name="Oval 518">
              <a:extLst>
                <a:ext uri="{FF2B5EF4-FFF2-40B4-BE49-F238E27FC236}">
                  <a16:creationId xmlns:a16="http://schemas.microsoft.com/office/drawing/2014/main" id="{2BF71F7C-01AB-4381-8FC4-874EC8DBE729}"/>
                </a:ext>
              </a:extLst>
            </p:cNvPr>
            <p:cNvSpPr>
              <a:spLocks noChangeAspect="1" noChangeArrowheads="1"/>
            </p:cNvSpPr>
            <p:nvPr userDrawn="1"/>
          </p:nvSpPr>
          <p:spPr bwMode="auto">
            <a:xfrm>
              <a:off x="5900313"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9" name="Oval 519">
              <a:extLst>
                <a:ext uri="{FF2B5EF4-FFF2-40B4-BE49-F238E27FC236}">
                  <a16:creationId xmlns:a16="http://schemas.microsoft.com/office/drawing/2014/main" id="{D40585EA-6D33-41E8-8EC9-66AE78D71C67}"/>
                </a:ext>
              </a:extLst>
            </p:cNvPr>
            <p:cNvSpPr>
              <a:spLocks noChangeAspect="1" noChangeArrowheads="1"/>
            </p:cNvSpPr>
            <p:nvPr userDrawn="1"/>
          </p:nvSpPr>
          <p:spPr bwMode="auto">
            <a:xfrm>
              <a:off x="601339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0" name="Oval 520">
              <a:extLst>
                <a:ext uri="{FF2B5EF4-FFF2-40B4-BE49-F238E27FC236}">
                  <a16:creationId xmlns:a16="http://schemas.microsoft.com/office/drawing/2014/main" id="{00FE69F0-9320-43F7-B9C1-DAD2C0D3BB6D}"/>
                </a:ext>
              </a:extLst>
            </p:cNvPr>
            <p:cNvSpPr>
              <a:spLocks noChangeAspect="1" noChangeArrowheads="1"/>
            </p:cNvSpPr>
            <p:nvPr userDrawn="1"/>
          </p:nvSpPr>
          <p:spPr bwMode="auto">
            <a:xfrm>
              <a:off x="612497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1" name="Oval 521">
              <a:extLst>
                <a:ext uri="{FF2B5EF4-FFF2-40B4-BE49-F238E27FC236}">
                  <a16:creationId xmlns:a16="http://schemas.microsoft.com/office/drawing/2014/main" id="{837CA6AA-CFCB-4663-A864-294D689CEFCC}"/>
                </a:ext>
              </a:extLst>
            </p:cNvPr>
            <p:cNvSpPr>
              <a:spLocks noChangeAspect="1" noChangeArrowheads="1"/>
            </p:cNvSpPr>
            <p:nvPr userDrawn="1"/>
          </p:nvSpPr>
          <p:spPr bwMode="auto">
            <a:xfrm>
              <a:off x="6238058"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2" name="Oval 522">
              <a:extLst>
                <a:ext uri="{FF2B5EF4-FFF2-40B4-BE49-F238E27FC236}">
                  <a16:creationId xmlns:a16="http://schemas.microsoft.com/office/drawing/2014/main" id="{8796D14D-6008-4C0D-B1CD-8D49F9D53CA4}"/>
                </a:ext>
              </a:extLst>
            </p:cNvPr>
            <p:cNvSpPr>
              <a:spLocks noChangeAspect="1" noChangeArrowheads="1"/>
            </p:cNvSpPr>
            <p:nvPr userDrawn="1"/>
          </p:nvSpPr>
          <p:spPr bwMode="auto">
            <a:xfrm>
              <a:off x="634963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3" name="Oval 523">
              <a:extLst>
                <a:ext uri="{FF2B5EF4-FFF2-40B4-BE49-F238E27FC236}">
                  <a16:creationId xmlns:a16="http://schemas.microsoft.com/office/drawing/2014/main" id="{FA8C7A9B-98CC-4D93-9B97-7E7BA030D620}"/>
                </a:ext>
              </a:extLst>
            </p:cNvPr>
            <p:cNvSpPr>
              <a:spLocks noChangeAspect="1" noChangeArrowheads="1"/>
            </p:cNvSpPr>
            <p:nvPr userDrawn="1"/>
          </p:nvSpPr>
          <p:spPr bwMode="auto">
            <a:xfrm>
              <a:off x="646271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4" name="Oval 524">
              <a:extLst>
                <a:ext uri="{FF2B5EF4-FFF2-40B4-BE49-F238E27FC236}">
                  <a16:creationId xmlns:a16="http://schemas.microsoft.com/office/drawing/2014/main" id="{6CA8D81B-2E15-4BAC-AA85-29DE94D30F09}"/>
                </a:ext>
              </a:extLst>
            </p:cNvPr>
            <p:cNvSpPr>
              <a:spLocks noChangeAspect="1" noChangeArrowheads="1"/>
            </p:cNvSpPr>
            <p:nvPr userDrawn="1"/>
          </p:nvSpPr>
          <p:spPr bwMode="auto">
            <a:xfrm>
              <a:off x="657429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5" name="Oval 525">
              <a:extLst>
                <a:ext uri="{FF2B5EF4-FFF2-40B4-BE49-F238E27FC236}">
                  <a16:creationId xmlns:a16="http://schemas.microsoft.com/office/drawing/2014/main" id="{FD88852C-E0B5-4C9F-9D7A-ADD8D1ED8CAC}"/>
                </a:ext>
              </a:extLst>
            </p:cNvPr>
            <p:cNvSpPr>
              <a:spLocks noChangeAspect="1" noChangeArrowheads="1"/>
            </p:cNvSpPr>
            <p:nvPr userDrawn="1"/>
          </p:nvSpPr>
          <p:spPr bwMode="auto">
            <a:xfrm>
              <a:off x="6687381"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6" name="Oval 526">
              <a:extLst>
                <a:ext uri="{FF2B5EF4-FFF2-40B4-BE49-F238E27FC236}">
                  <a16:creationId xmlns:a16="http://schemas.microsoft.com/office/drawing/2014/main" id="{5D35FAE5-4005-41E9-B834-5D94E9BCAF0D}"/>
                </a:ext>
              </a:extLst>
            </p:cNvPr>
            <p:cNvSpPr>
              <a:spLocks noChangeAspect="1" noChangeArrowheads="1"/>
            </p:cNvSpPr>
            <p:nvPr userDrawn="1"/>
          </p:nvSpPr>
          <p:spPr bwMode="auto">
            <a:xfrm>
              <a:off x="679895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7" name="Oval 527">
              <a:extLst>
                <a:ext uri="{FF2B5EF4-FFF2-40B4-BE49-F238E27FC236}">
                  <a16:creationId xmlns:a16="http://schemas.microsoft.com/office/drawing/2014/main" id="{CC08E8EC-40DC-4C97-9255-3C630FF8306D}"/>
                </a:ext>
              </a:extLst>
            </p:cNvPr>
            <p:cNvSpPr>
              <a:spLocks noChangeAspect="1" noChangeArrowheads="1"/>
            </p:cNvSpPr>
            <p:nvPr userDrawn="1"/>
          </p:nvSpPr>
          <p:spPr bwMode="auto">
            <a:xfrm>
              <a:off x="6912041"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8" name="Oval 528">
              <a:extLst>
                <a:ext uri="{FF2B5EF4-FFF2-40B4-BE49-F238E27FC236}">
                  <a16:creationId xmlns:a16="http://schemas.microsoft.com/office/drawing/2014/main" id="{C47F0762-4DEA-4982-B0FE-89A406D992AB}"/>
                </a:ext>
              </a:extLst>
            </p:cNvPr>
            <p:cNvSpPr>
              <a:spLocks noChangeAspect="1" noChangeArrowheads="1"/>
            </p:cNvSpPr>
            <p:nvPr userDrawn="1"/>
          </p:nvSpPr>
          <p:spPr bwMode="auto">
            <a:xfrm>
              <a:off x="7023616"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9" name="Oval 529">
              <a:extLst>
                <a:ext uri="{FF2B5EF4-FFF2-40B4-BE49-F238E27FC236}">
                  <a16:creationId xmlns:a16="http://schemas.microsoft.com/office/drawing/2014/main" id="{7268C374-A129-4FCA-95CC-49CE6BC8BE53}"/>
                </a:ext>
              </a:extLst>
            </p:cNvPr>
            <p:cNvSpPr>
              <a:spLocks noChangeAspect="1" noChangeArrowheads="1"/>
            </p:cNvSpPr>
            <p:nvPr userDrawn="1"/>
          </p:nvSpPr>
          <p:spPr bwMode="auto">
            <a:xfrm>
              <a:off x="7136701"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0" name="Oval 530">
              <a:extLst>
                <a:ext uri="{FF2B5EF4-FFF2-40B4-BE49-F238E27FC236}">
                  <a16:creationId xmlns:a16="http://schemas.microsoft.com/office/drawing/2014/main" id="{8C40FB87-5F96-4A65-81D4-4D5222E37FC6}"/>
                </a:ext>
              </a:extLst>
            </p:cNvPr>
            <p:cNvSpPr>
              <a:spLocks noChangeAspect="1" noChangeArrowheads="1"/>
            </p:cNvSpPr>
            <p:nvPr userDrawn="1"/>
          </p:nvSpPr>
          <p:spPr bwMode="auto">
            <a:xfrm>
              <a:off x="724827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1" name="Oval 531">
              <a:extLst>
                <a:ext uri="{FF2B5EF4-FFF2-40B4-BE49-F238E27FC236}">
                  <a16:creationId xmlns:a16="http://schemas.microsoft.com/office/drawing/2014/main" id="{5A1C21A1-8582-4AB2-B68E-99CBF945C233}"/>
                </a:ext>
              </a:extLst>
            </p:cNvPr>
            <p:cNvSpPr>
              <a:spLocks noChangeAspect="1" noChangeArrowheads="1"/>
            </p:cNvSpPr>
            <p:nvPr userDrawn="1"/>
          </p:nvSpPr>
          <p:spPr bwMode="auto">
            <a:xfrm>
              <a:off x="736136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2" name="Oval 532">
              <a:extLst>
                <a:ext uri="{FF2B5EF4-FFF2-40B4-BE49-F238E27FC236}">
                  <a16:creationId xmlns:a16="http://schemas.microsoft.com/office/drawing/2014/main" id="{FE8FFDDA-5802-40A7-8E09-E080ED0F90AC}"/>
                </a:ext>
              </a:extLst>
            </p:cNvPr>
            <p:cNvSpPr>
              <a:spLocks noChangeAspect="1" noChangeArrowheads="1"/>
            </p:cNvSpPr>
            <p:nvPr userDrawn="1"/>
          </p:nvSpPr>
          <p:spPr bwMode="auto">
            <a:xfrm>
              <a:off x="747293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3" name="Oval 533">
              <a:extLst>
                <a:ext uri="{FF2B5EF4-FFF2-40B4-BE49-F238E27FC236}">
                  <a16:creationId xmlns:a16="http://schemas.microsoft.com/office/drawing/2014/main" id="{219E9C85-26DD-4810-8743-DDF2AD8D3D64}"/>
                </a:ext>
              </a:extLst>
            </p:cNvPr>
            <p:cNvSpPr>
              <a:spLocks noChangeAspect="1" noChangeArrowheads="1"/>
            </p:cNvSpPr>
            <p:nvPr userDrawn="1"/>
          </p:nvSpPr>
          <p:spPr bwMode="auto">
            <a:xfrm>
              <a:off x="758602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4" name="Oval 534">
              <a:extLst>
                <a:ext uri="{FF2B5EF4-FFF2-40B4-BE49-F238E27FC236}">
                  <a16:creationId xmlns:a16="http://schemas.microsoft.com/office/drawing/2014/main" id="{2ADEE882-CA06-4328-BCA2-928C4AFFC027}"/>
                </a:ext>
              </a:extLst>
            </p:cNvPr>
            <p:cNvSpPr>
              <a:spLocks noChangeAspect="1" noChangeArrowheads="1"/>
            </p:cNvSpPr>
            <p:nvPr userDrawn="1"/>
          </p:nvSpPr>
          <p:spPr bwMode="auto">
            <a:xfrm>
              <a:off x="769759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5" name="Oval 535">
              <a:extLst>
                <a:ext uri="{FF2B5EF4-FFF2-40B4-BE49-F238E27FC236}">
                  <a16:creationId xmlns:a16="http://schemas.microsoft.com/office/drawing/2014/main" id="{63DF5778-FC8B-4DA7-ADD7-E7C0BC45A2F3}"/>
                </a:ext>
              </a:extLst>
            </p:cNvPr>
            <p:cNvSpPr>
              <a:spLocks noChangeAspect="1" noChangeArrowheads="1"/>
            </p:cNvSpPr>
            <p:nvPr userDrawn="1"/>
          </p:nvSpPr>
          <p:spPr bwMode="auto">
            <a:xfrm>
              <a:off x="803534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6" name="Oval 536">
              <a:extLst>
                <a:ext uri="{FF2B5EF4-FFF2-40B4-BE49-F238E27FC236}">
                  <a16:creationId xmlns:a16="http://schemas.microsoft.com/office/drawing/2014/main" id="{2CE7F8A3-0678-471C-85AA-11A1B96A638D}"/>
                </a:ext>
              </a:extLst>
            </p:cNvPr>
            <p:cNvSpPr>
              <a:spLocks noChangeAspect="1" noChangeArrowheads="1"/>
            </p:cNvSpPr>
            <p:nvPr userDrawn="1"/>
          </p:nvSpPr>
          <p:spPr bwMode="auto">
            <a:xfrm>
              <a:off x="140558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7" name="Oval 537">
              <a:extLst>
                <a:ext uri="{FF2B5EF4-FFF2-40B4-BE49-F238E27FC236}">
                  <a16:creationId xmlns:a16="http://schemas.microsoft.com/office/drawing/2014/main" id="{3522F080-9EC4-443A-B70F-00F77E893C33}"/>
                </a:ext>
              </a:extLst>
            </p:cNvPr>
            <p:cNvSpPr>
              <a:spLocks noChangeAspect="1" noChangeArrowheads="1"/>
            </p:cNvSpPr>
            <p:nvPr userDrawn="1"/>
          </p:nvSpPr>
          <p:spPr bwMode="auto">
            <a:xfrm>
              <a:off x="151867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8" name="Oval 538">
              <a:extLst>
                <a:ext uri="{FF2B5EF4-FFF2-40B4-BE49-F238E27FC236}">
                  <a16:creationId xmlns:a16="http://schemas.microsoft.com/office/drawing/2014/main" id="{75AFEA17-E2E4-4722-BC11-FB7CFE38062C}"/>
                </a:ext>
              </a:extLst>
            </p:cNvPr>
            <p:cNvSpPr>
              <a:spLocks noChangeAspect="1" noChangeArrowheads="1"/>
            </p:cNvSpPr>
            <p:nvPr userDrawn="1"/>
          </p:nvSpPr>
          <p:spPr bwMode="auto">
            <a:xfrm>
              <a:off x="163025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9" name="Oval 539">
              <a:extLst>
                <a:ext uri="{FF2B5EF4-FFF2-40B4-BE49-F238E27FC236}">
                  <a16:creationId xmlns:a16="http://schemas.microsoft.com/office/drawing/2014/main" id="{74E5A3F2-5F72-4D37-B441-DE2D1C3AAB1E}"/>
                </a:ext>
              </a:extLst>
            </p:cNvPr>
            <p:cNvSpPr>
              <a:spLocks noChangeAspect="1" noChangeArrowheads="1"/>
            </p:cNvSpPr>
            <p:nvPr userDrawn="1"/>
          </p:nvSpPr>
          <p:spPr bwMode="auto">
            <a:xfrm>
              <a:off x="174333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0" name="Oval 540">
              <a:extLst>
                <a:ext uri="{FF2B5EF4-FFF2-40B4-BE49-F238E27FC236}">
                  <a16:creationId xmlns:a16="http://schemas.microsoft.com/office/drawing/2014/main" id="{95474F1B-32EA-4F72-8A3D-98F250BD9382}"/>
                </a:ext>
              </a:extLst>
            </p:cNvPr>
            <p:cNvSpPr>
              <a:spLocks noChangeAspect="1" noChangeArrowheads="1"/>
            </p:cNvSpPr>
            <p:nvPr userDrawn="1"/>
          </p:nvSpPr>
          <p:spPr bwMode="auto">
            <a:xfrm>
              <a:off x="1854910"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1" name="Oval 541">
              <a:extLst>
                <a:ext uri="{FF2B5EF4-FFF2-40B4-BE49-F238E27FC236}">
                  <a16:creationId xmlns:a16="http://schemas.microsoft.com/office/drawing/2014/main" id="{19A3F2C5-8C86-4C7F-91B8-C11C40A053FF}"/>
                </a:ext>
              </a:extLst>
            </p:cNvPr>
            <p:cNvSpPr>
              <a:spLocks noChangeAspect="1" noChangeArrowheads="1"/>
            </p:cNvSpPr>
            <p:nvPr userDrawn="1"/>
          </p:nvSpPr>
          <p:spPr bwMode="auto">
            <a:xfrm>
              <a:off x="196799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2" name="Oval 542">
              <a:extLst>
                <a:ext uri="{FF2B5EF4-FFF2-40B4-BE49-F238E27FC236}">
                  <a16:creationId xmlns:a16="http://schemas.microsoft.com/office/drawing/2014/main" id="{635DA81A-78E7-439F-A1B8-3D6F3C9057F3}"/>
                </a:ext>
              </a:extLst>
            </p:cNvPr>
            <p:cNvSpPr>
              <a:spLocks noChangeAspect="1" noChangeArrowheads="1"/>
            </p:cNvSpPr>
            <p:nvPr userDrawn="1"/>
          </p:nvSpPr>
          <p:spPr bwMode="auto">
            <a:xfrm>
              <a:off x="2079572"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3" name="Oval 543">
              <a:extLst>
                <a:ext uri="{FF2B5EF4-FFF2-40B4-BE49-F238E27FC236}">
                  <a16:creationId xmlns:a16="http://schemas.microsoft.com/office/drawing/2014/main" id="{8B304892-EAB0-4659-981D-DFF62317B77C}"/>
                </a:ext>
              </a:extLst>
            </p:cNvPr>
            <p:cNvSpPr>
              <a:spLocks noChangeAspect="1" noChangeArrowheads="1"/>
            </p:cNvSpPr>
            <p:nvPr userDrawn="1"/>
          </p:nvSpPr>
          <p:spPr bwMode="auto">
            <a:xfrm>
              <a:off x="219265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4" name="Oval 544">
              <a:extLst>
                <a:ext uri="{FF2B5EF4-FFF2-40B4-BE49-F238E27FC236}">
                  <a16:creationId xmlns:a16="http://schemas.microsoft.com/office/drawing/2014/main" id="{71F9C915-32A4-4F27-9789-F6AE3FFF4B6A}"/>
                </a:ext>
              </a:extLst>
            </p:cNvPr>
            <p:cNvSpPr>
              <a:spLocks noChangeAspect="1" noChangeArrowheads="1"/>
            </p:cNvSpPr>
            <p:nvPr userDrawn="1"/>
          </p:nvSpPr>
          <p:spPr bwMode="auto">
            <a:xfrm>
              <a:off x="2304233"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5" name="Oval 545">
              <a:extLst>
                <a:ext uri="{FF2B5EF4-FFF2-40B4-BE49-F238E27FC236}">
                  <a16:creationId xmlns:a16="http://schemas.microsoft.com/office/drawing/2014/main" id="{5D6D68E4-C52C-4D92-A609-7F5E7A52B74C}"/>
                </a:ext>
              </a:extLst>
            </p:cNvPr>
            <p:cNvSpPr>
              <a:spLocks noChangeAspect="1" noChangeArrowheads="1"/>
            </p:cNvSpPr>
            <p:nvPr userDrawn="1"/>
          </p:nvSpPr>
          <p:spPr bwMode="auto">
            <a:xfrm>
              <a:off x="241731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6" name="Oval 546">
              <a:extLst>
                <a:ext uri="{FF2B5EF4-FFF2-40B4-BE49-F238E27FC236}">
                  <a16:creationId xmlns:a16="http://schemas.microsoft.com/office/drawing/2014/main" id="{9366E32D-FF0A-4113-9DAA-D7FC4CD69DE4}"/>
                </a:ext>
              </a:extLst>
            </p:cNvPr>
            <p:cNvSpPr>
              <a:spLocks noChangeAspect="1" noChangeArrowheads="1"/>
            </p:cNvSpPr>
            <p:nvPr userDrawn="1"/>
          </p:nvSpPr>
          <p:spPr bwMode="auto">
            <a:xfrm>
              <a:off x="2528893"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7" name="Oval 547">
              <a:extLst>
                <a:ext uri="{FF2B5EF4-FFF2-40B4-BE49-F238E27FC236}">
                  <a16:creationId xmlns:a16="http://schemas.microsoft.com/office/drawing/2014/main" id="{1AED68B8-D730-4976-A1F7-FA1624B90B24}"/>
                </a:ext>
              </a:extLst>
            </p:cNvPr>
            <p:cNvSpPr>
              <a:spLocks noChangeAspect="1" noChangeArrowheads="1"/>
            </p:cNvSpPr>
            <p:nvPr userDrawn="1"/>
          </p:nvSpPr>
          <p:spPr bwMode="auto">
            <a:xfrm>
              <a:off x="264197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8" name="Oval 548">
              <a:extLst>
                <a:ext uri="{FF2B5EF4-FFF2-40B4-BE49-F238E27FC236}">
                  <a16:creationId xmlns:a16="http://schemas.microsoft.com/office/drawing/2014/main" id="{7CCEE80A-D10F-4BF5-BD10-60B45D61EB53}"/>
                </a:ext>
              </a:extLst>
            </p:cNvPr>
            <p:cNvSpPr>
              <a:spLocks noChangeAspect="1" noChangeArrowheads="1"/>
            </p:cNvSpPr>
            <p:nvPr userDrawn="1"/>
          </p:nvSpPr>
          <p:spPr bwMode="auto">
            <a:xfrm>
              <a:off x="2753553"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9" name="Oval 549">
              <a:extLst>
                <a:ext uri="{FF2B5EF4-FFF2-40B4-BE49-F238E27FC236}">
                  <a16:creationId xmlns:a16="http://schemas.microsoft.com/office/drawing/2014/main" id="{4F9EE294-56AD-409C-9C50-B86C5041B56B}"/>
                </a:ext>
              </a:extLst>
            </p:cNvPr>
            <p:cNvSpPr>
              <a:spLocks noChangeAspect="1" noChangeArrowheads="1"/>
            </p:cNvSpPr>
            <p:nvPr userDrawn="1"/>
          </p:nvSpPr>
          <p:spPr bwMode="auto">
            <a:xfrm>
              <a:off x="286664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0" name="Oval 550">
              <a:extLst>
                <a:ext uri="{FF2B5EF4-FFF2-40B4-BE49-F238E27FC236}">
                  <a16:creationId xmlns:a16="http://schemas.microsoft.com/office/drawing/2014/main" id="{A0F233F0-37D8-4A65-8E5D-D8E6F9EAFEB4}"/>
                </a:ext>
              </a:extLst>
            </p:cNvPr>
            <p:cNvSpPr>
              <a:spLocks noChangeAspect="1" noChangeArrowheads="1"/>
            </p:cNvSpPr>
            <p:nvPr userDrawn="1"/>
          </p:nvSpPr>
          <p:spPr bwMode="auto">
            <a:xfrm>
              <a:off x="2978216"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1" name="Oval 551">
              <a:extLst>
                <a:ext uri="{FF2B5EF4-FFF2-40B4-BE49-F238E27FC236}">
                  <a16:creationId xmlns:a16="http://schemas.microsoft.com/office/drawing/2014/main" id="{513BB246-ACDA-4B82-A489-A7B832B138A3}"/>
                </a:ext>
              </a:extLst>
            </p:cNvPr>
            <p:cNvSpPr>
              <a:spLocks noChangeAspect="1" noChangeArrowheads="1"/>
            </p:cNvSpPr>
            <p:nvPr userDrawn="1"/>
          </p:nvSpPr>
          <p:spPr bwMode="auto">
            <a:xfrm>
              <a:off x="421460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2" name="Oval 552">
              <a:extLst>
                <a:ext uri="{FF2B5EF4-FFF2-40B4-BE49-F238E27FC236}">
                  <a16:creationId xmlns:a16="http://schemas.microsoft.com/office/drawing/2014/main" id="{E816C350-9BCB-4A4E-B746-D1869239274D}"/>
                </a:ext>
              </a:extLst>
            </p:cNvPr>
            <p:cNvSpPr>
              <a:spLocks noChangeAspect="1" noChangeArrowheads="1"/>
            </p:cNvSpPr>
            <p:nvPr userDrawn="1"/>
          </p:nvSpPr>
          <p:spPr bwMode="auto">
            <a:xfrm>
              <a:off x="4327687" y="2489155"/>
              <a:ext cx="85945"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023" name="Oval 553">
              <a:extLst>
                <a:ext uri="{FF2B5EF4-FFF2-40B4-BE49-F238E27FC236}">
                  <a16:creationId xmlns:a16="http://schemas.microsoft.com/office/drawing/2014/main" id="{48BE0A3A-DAA2-4C57-A935-88411D571352}"/>
                </a:ext>
              </a:extLst>
            </p:cNvPr>
            <p:cNvSpPr>
              <a:spLocks noChangeAspect="1" noChangeArrowheads="1"/>
            </p:cNvSpPr>
            <p:nvPr userDrawn="1"/>
          </p:nvSpPr>
          <p:spPr bwMode="auto">
            <a:xfrm>
              <a:off x="443926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4" name="Oval 554">
              <a:extLst>
                <a:ext uri="{FF2B5EF4-FFF2-40B4-BE49-F238E27FC236}">
                  <a16:creationId xmlns:a16="http://schemas.microsoft.com/office/drawing/2014/main" id="{F7EAED4E-FE5A-4CE9-A73F-553AD1669120}"/>
                </a:ext>
              </a:extLst>
            </p:cNvPr>
            <p:cNvSpPr>
              <a:spLocks noChangeAspect="1" noChangeArrowheads="1"/>
            </p:cNvSpPr>
            <p:nvPr userDrawn="1"/>
          </p:nvSpPr>
          <p:spPr bwMode="auto">
            <a:xfrm>
              <a:off x="4552349"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5" name="Oval 555">
              <a:extLst>
                <a:ext uri="{FF2B5EF4-FFF2-40B4-BE49-F238E27FC236}">
                  <a16:creationId xmlns:a16="http://schemas.microsoft.com/office/drawing/2014/main" id="{74376A53-3D88-4AAD-9B3D-A9BE11D74C46}"/>
                </a:ext>
              </a:extLst>
            </p:cNvPr>
            <p:cNvSpPr>
              <a:spLocks noChangeAspect="1" noChangeArrowheads="1"/>
            </p:cNvSpPr>
            <p:nvPr userDrawn="1"/>
          </p:nvSpPr>
          <p:spPr bwMode="auto">
            <a:xfrm>
              <a:off x="466392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6" name="Oval 556">
              <a:extLst>
                <a:ext uri="{FF2B5EF4-FFF2-40B4-BE49-F238E27FC236}">
                  <a16:creationId xmlns:a16="http://schemas.microsoft.com/office/drawing/2014/main" id="{70D53F20-4D52-4F6C-9BEC-55202CE6C2EF}"/>
                </a:ext>
              </a:extLst>
            </p:cNvPr>
            <p:cNvSpPr>
              <a:spLocks noChangeAspect="1" noChangeArrowheads="1"/>
            </p:cNvSpPr>
            <p:nvPr userDrawn="1"/>
          </p:nvSpPr>
          <p:spPr bwMode="auto">
            <a:xfrm>
              <a:off x="477700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7" name="Oval 557">
              <a:extLst>
                <a:ext uri="{FF2B5EF4-FFF2-40B4-BE49-F238E27FC236}">
                  <a16:creationId xmlns:a16="http://schemas.microsoft.com/office/drawing/2014/main" id="{7201E8C3-738E-4C3A-884C-2530CD2882F4}"/>
                </a:ext>
              </a:extLst>
            </p:cNvPr>
            <p:cNvSpPr>
              <a:spLocks noChangeAspect="1" noChangeArrowheads="1"/>
            </p:cNvSpPr>
            <p:nvPr userDrawn="1"/>
          </p:nvSpPr>
          <p:spPr bwMode="auto">
            <a:xfrm>
              <a:off x="4888585"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8" name="Oval 558">
              <a:extLst>
                <a:ext uri="{FF2B5EF4-FFF2-40B4-BE49-F238E27FC236}">
                  <a16:creationId xmlns:a16="http://schemas.microsoft.com/office/drawing/2014/main" id="{615B07D1-D04E-409D-BE87-7553E817C502}"/>
                </a:ext>
              </a:extLst>
            </p:cNvPr>
            <p:cNvSpPr>
              <a:spLocks noChangeAspect="1" noChangeArrowheads="1"/>
            </p:cNvSpPr>
            <p:nvPr userDrawn="1"/>
          </p:nvSpPr>
          <p:spPr bwMode="auto">
            <a:xfrm>
              <a:off x="500167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9" name="Oval 559">
              <a:extLst>
                <a:ext uri="{FF2B5EF4-FFF2-40B4-BE49-F238E27FC236}">
                  <a16:creationId xmlns:a16="http://schemas.microsoft.com/office/drawing/2014/main" id="{4655AD56-69BE-4EDA-A26F-F7239DE7DE4C}"/>
                </a:ext>
              </a:extLst>
            </p:cNvPr>
            <p:cNvSpPr>
              <a:spLocks noChangeAspect="1" noChangeArrowheads="1"/>
            </p:cNvSpPr>
            <p:nvPr userDrawn="1"/>
          </p:nvSpPr>
          <p:spPr bwMode="auto">
            <a:xfrm>
              <a:off x="511324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0" name="Oval 560">
              <a:extLst>
                <a:ext uri="{FF2B5EF4-FFF2-40B4-BE49-F238E27FC236}">
                  <a16:creationId xmlns:a16="http://schemas.microsoft.com/office/drawing/2014/main" id="{57A3AEE9-7C1E-4B57-B0B3-7EEEC6F5C2F2}"/>
                </a:ext>
              </a:extLst>
            </p:cNvPr>
            <p:cNvSpPr>
              <a:spLocks noChangeAspect="1" noChangeArrowheads="1"/>
            </p:cNvSpPr>
            <p:nvPr userDrawn="1"/>
          </p:nvSpPr>
          <p:spPr bwMode="auto">
            <a:xfrm>
              <a:off x="5226330"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1" name="Oval 561">
              <a:extLst>
                <a:ext uri="{FF2B5EF4-FFF2-40B4-BE49-F238E27FC236}">
                  <a16:creationId xmlns:a16="http://schemas.microsoft.com/office/drawing/2014/main" id="{FB90DFE2-0D53-4D80-800B-208ADAF79C1E}"/>
                </a:ext>
              </a:extLst>
            </p:cNvPr>
            <p:cNvSpPr>
              <a:spLocks noChangeAspect="1" noChangeArrowheads="1"/>
            </p:cNvSpPr>
            <p:nvPr userDrawn="1"/>
          </p:nvSpPr>
          <p:spPr bwMode="auto">
            <a:xfrm>
              <a:off x="533790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2" name="Oval 562">
              <a:extLst>
                <a:ext uri="{FF2B5EF4-FFF2-40B4-BE49-F238E27FC236}">
                  <a16:creationId xmlns:a16="http://schemas.microsoft.com/office/drawing/2014/main" id="{8EF00333-DD52-434B-B705-87AEDCF32793}"/>
                </a:ext>
              </a:extLst>
            </p:cNvPr>
            <p:cNvSpPr>
              <a:spLocks noChangeAspect="1" noChangeArrowheads="1"/>
            </p:cNvSpPr>
            <p:nvPr userDrawn="1"/>
          </p:nvSpPr>
          <p:spPr bwMode="auto">
            <a:xfrm>
              <a:off x="5450992"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3" name="Oval 563">
              <a:extLst>
                <a:ext uri="{FF2B5EF4-FFF2-40B4-BE49-F238E27FC236}">
                  <a16:creationId xmlns:a16="http://schemas.microsoft.com/office/drawing/2014/main" id="{816A8A22-4B01-444C-A5DC-B6E7013746AC}"/>
                </a:ext>
              </a:extLst>
            </p:cNvPr>
            <p:cNvSpPr>
              <a:spLocks noChangeAspect="1" noChangeArrowheads="1"/>
            </p:cNvSpPr>
            <p:nvPr userDrawn="1"/>
          </p:nvSpPr>
          <p:spPr bwMode="auto">
            <a:xfrm>
              <a:off x="5562568"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4" name="Oval 564">
              <a:extLst>
                <a:ext uri="{FF2B5EF4-FFF2-40B4-BE49-F238E27FC236}">
                  <a16:creationId xmlns:a16="http://schemas.microsoft.com/office/drawing/2014/main" id="{A1E61F93-880A-40E8-BB94-130112ADFE0F}"/>
                </a:ext>
              </a:extLst>
            </p:cNvPr>
            <p:cNvSpPr>
              <a:spLocks noChangeAspect="1" noChangeArrowheads="1"/>
            </p:cNvSpPr>
            <p:nvPr userDrawn="1"/>
          </p:nvSpPr>
          <p:spPr bwMode="auto">
            <a:xfrm>
              <a:off x="5675652"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5" name="Oval 565">
              <a:extLst>
                <a:ext uri="{FF2B5EF4-FFF2-40B4-BE49-F238E27FC236}">
                  <a16:creationId xmlns:a16="http://schemas.microsoft.com/office/drawing/2014/main" id="{CCAA1C20-82C8-4477-8B3D-169768862213}"/>
                </a:ext>
              </a:extLst>
            </p:cNvPr>
            <p:cNvSpPr>
              <a:spLocks noChangeAspect="1" noChangeArrowheads="1"/>
            </p:cNvSpPr>
            <p:nvPr userDrawn="1"/>
          </p:nvSpPr>
          <p:spPr bwMode="auto">
            <a:xfrm>
              <a:off x="578722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6" name="Oval 566">
              <a:extLst>
                <a:ext uri="{FF2B5EF4-FFF2-40B4-BE49-F238E27FC236}">
                  <a16:creationId xmlns:a16="http://schemas.microsoft.com/office/drawing/2014/main" id="{E4E212B6-940D-46AC-9CCA-58CD1E55D868}"/>
                </a:ext>
              </a:extLst>
            </p:cNvPr>
            <p:cNvSpPr>
              <a:spLocks noChangeAspect="1" noChangeArrowheads="1"/>
            </p:cNvSpPr>
            <p:nvPr userDrawn="1"/>
          </p:nvSpPr>
          <p:spPr bwMode="auto">
            <a:xfrm>
              <a:off x="5900313"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7" name="Oval 567">
              <a:extLst>
                <a:ext uri="{FF2B5EF4-FFF2-40B4-BE49-F238E27FC236}">
                  <a16:creationId xmlns:a16="http://schemas.microsoft.com/office/drawing/2014/main" id="{F9FEABED-6ED9-4B2F-B528-2CC6001AC73A}"/>
                </a:ext>
              </a:extLst>
            </p:cNvPr>
            <p:cNvSpPr>
              <a:spLocks noChangeAspect="1" noChangeArrowheads="1"/>
            </p:cNvSpPr>
            <p:nvPr userDrawn="1"/>
          </p:nvSpPr>
          <p:spPr bwMode="auto">
            <a:xfrm>
              <a:off x="601339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8" name="Oval 568">
              <a:extLst>
                <a:ext uri="{FF2B5EF4-FFF2-40B4-BE49-F238E27FC236}">
                  <a16:creationId xmlns:a16="http://schemas.microsoft.com/office/drawing/2014/main" id="{09447F25-FDF0-46DA-B4F4-A6830F017F00}"/>
                </a:ext>
              </a:extLst>
            </p:cNvPr>
            <p:cNvSpPr>
              <a:spLocks noChangeAspect="1" noChangeArrowheads="1"/>
            </p:cNvSpPr>
            <p:nvPr userDrawn="1"/>
          </p:nvSpPr>
          <p:spPr bwMode="auto">
            <a:xfrm>
              <a:off x="612497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9" name="Oval 569">
              <a:extLst>
                <a:ext uri="{FF2B5EF4-FFF2-40B4-BE49-F238E27FC236}">
                  <a16:creationId xmlns:a16="http://schemas.microsoft.com/office/drawing/2014/main" id="{F4A948F2-C6B0-4EEE-8B14-B340FEC3CEE9}"/>
                </a:ext>
              </a:extLst>
            </p:cNvPr>
            <p:cNvSpPr>
              <a:spLocks noChangeAspect="1" noChangeArrowheads="1"/>
            </p:cNvSpPr>
            <p:nvPr userDrawn="1"/>
          </p:nvSpPr>
          <p:spPr bwMode="auto">
            <a:xfrm>
              <a:off x="6238058"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0" name="Oval 570">
              <a:extLst>
                <a:ext uri="{FF2B5EF4-FFF2-40B4-BE49-F238E27FC236}">
                  <a16:creationId xmlns:a16="http://schemas.microsoft.com/office/drawing/2014/main" id="{0FD11059-549B-4696-9EDE-9CBA24E151E4}"/>
                </a:ext>
              </a:extLst>
            </p:cNvPr>
            <p:cNvSpPr>
              <a:spLocks noChangeAspect="1" noChangeArrowheads="1"/>
            </p:cNvSpPr>
            <p:nvPr userDrawn="1"/>
          </p:nvSpPr>
          <p:spPr bwMode="auto">
            <a:xfrm>
              <a:off x="634963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1" name="Oval 571">
              <a:extLst>
                <a:ext uri="{FF2B5EF4-FFF2-40B4-BE49-F238E27FC236}">
                  <a16:creationId xmlns:a16="http://schemas.microsoft.com/office/drawing/2014/main" id="{26E1BABC-C27F-4891-B1C7-6B9670F8A808}"/>
                </a:ext>
              </a:extLst>
            </p:cNvPr>
            <p:cNvSpPr>
              <a:spLocks noChangeAspect="1" noChangeArrowheads="1"/>
            </p:cNvSpPr>
            <p:nvPr userDrawn="1"/>
          </p:nvSpPr>
          <p:spPr bwMode="auto">
            <a:xfrm>
              <a:off x="646271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2" name="Oval 572">
              <a:extLst>
                <a:ext uri="{FF2B5EF4-FFF2-40B4-BE49-F238E27FC236}">
                  <a16:creationId xmlns:a16="http://schemas.microsoft.com/office/drawing/2014/main" id="{A13FCE70-7329-4196-A37B-83C9C28A0BAC}"/>
                </a:ext>
              </a:extLst>
            </p:cNvPr>
            <p:cNvSpPr>
              <a:spLocks noChangeAspect="1" noChangeArrowheads="1"/>
            </p:cNvSpPr>
            <p:nvPr userDrawn="1"/>
          </p:nvSpPr>
          <p:spPr bwMode="auto">
            <a:xfrm>
              <a:off x="657429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3" name="Oval 573">
              <a:extLst>
                <a:ext uri="{FF2B5EF4-FFF2-40B4-BE49-F238E27FC236}">
                  <a16:creationId xmlns:a16="http://schemas.microsoft.com/office/drawing/2014/main" id="{18C5B8B9-1208-4A2B-A18F-B188CAC6CA5D}"/>
                </a:ext>
              </a:extLst>
            </p:cNvPr>
            <p:cNvSpPr>
              <a:spLocks noChangeAspect="1" noChangeArrowheads="1"/>
            </p:cNvSpPr>
            <p:nvPr userDrawn="1"/>
          </p:nvSpPr>
          <p:spPr bwMode="auto">
            <a:xfrm>
              <a:off x="6687381"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4" name="Oval 574">
              <a:extLst>
                <a:ext uri="{FF2B5EF4-FFF2-40B4-BE49-F238E27FC236}">
                  <a16:creationId xmlns:a16="http://schemas.microsoft.com/office/drawing/2014/main" id="{11924176-8461-45FF-BA53-53446B19DFFE}"/>
                </a:ext>
              </a:extLst>
            </p:cNvPr>
            <p:cNvSpPr>
              <a:spLocks noChangeAspect="1" noChangeArrowheads="1"/>
            </p:cNvSpPr>
            <p:nvPr userDrawn="1"/>
          </p:nvSpPr>
          <p:spPr bwMode="auto">
            <a:xfrm>
              <a:off x="679895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5" name="Oval 575">
              <a:extLst>
                <a:ext uri="{FF2B5EF4-FFF2-40B4-BE49-F238E27FC236}">
                  <a16:creationId xmlns:a16="http://schemas.microsoft.com/office/drawing/2014/main" id="{3BD6EAFC-2D14-4DF8-9DCF-80883B28E77F}"/>
                </a:ext>
              </a:extLst>
            </p:cNvPr>
            <p:cNvSpPr>
              <a:spLocks noChangeAspect="1" noChangeArrowheads="1"/>
            </p:cNvSpPr>
            <p:nvPr userDrawn="1"/>
          </p:nvSpPr>
          <p:spPr bwMode="auto">
            <a:xfrm>
              <a:off x="6912041"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6" name="Oval 576">
              <a:extLst>
                <a:ext uri="{FF2B5EF4-FFF2-40B4-BE49-F238E27FC236}">
                  <a16:creationId xmlns:a16="http://schemas.microsoft.com/office/drawing/2014/main" id="{13DF6785-432A-4C11-A62E-EB40F4942BBE}"/>
                </a:ext>
              </a:extLst>
            </p:cNvPr>
            <p:cNvSpPr>
              <a:spLocks noChangeAspect="1" noChangeArrowheads="1"/>
            </p:cNvSpPr>
            <p:nvPr userDrawn="1"/>
          </p:nvSpPr>
          <p:spPr bwMode="auto">
            <a:xfrm>
              <a:off x="7023616"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7" name="Oval 577">
              <a:extLst>
                <a:ext uri="{FF2B5EF4-FFF2-40B4-BE49-F238E27FC236}">
                  <a16:creationId xmlns:a16="http://schemas.microsoft.com/office/drawing/2014/main" id="{DDF3C07C-F10D-419F-8B0F-2A111B6AEE11}"/>
                </a:ext>
              </a:extLst>
            </p:cNvPr>
            <p:cNvSpPr>
              <a:spLocks noChangeAspect="1" noChangeArrowheads="1"/>
            </p:cNvSpPr>
            <p:nvPr userDrawn="1"/>
          </p:nvSpPr>
          <p:spPr bwMode="auto">
            <a:xfrm>
              <a:off x="7136701"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8" name="Oval 578">
              <a:extLst>
                <a:ext uri="{FF2B5EF4-FFF2-40B4-BE49-F238E27FC236}">
                  <a16:creationId xmlns:a16="http://schemas.microsoft.com/office/drawing/2014/main" id="{13401BFD-69FA-48CD-A152-23D08EE45F48}"/>
                </a:ext>
              </a:extLst>
            </p:cNvPr>
            <p:cNvSpPr>
              <a:spLocks noChangeAspect="1" noChangeArrowheads="1"/>
            </p:cNvSpPr>
            <p:nvPr userDrawn="1"/>
          </p:nvSpPr>
          <p:spPr bwMode="auto">
            <a:xfrm>
              <a:off x="724827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9" name="Oval 579">
              <a:extLst>
                <a:ext uri="{FF2B5EF4-FFF2-40B4-BE49-F238E27FC236}">
                  <a16:creationId xmlns:a16="http://schemas.microsoft.com/office/drawing/2014/main" id="{A402795B-311C-4DD1-BB98-31DD6FE94A4A}"/>
                </a:ext>
              </a:extLst>
            </p:cNvPr>
            <p:cNvSpPr>
              <a:spLocks noChangeAspect="1" noChangeArrowheads="1"/>
            </p:cNvSpPr>
            <p:nvPr userDrawn="1"/>
          </p:nvSpPr>
          <p:spPr bwMode="auto">
            <a:xfrm>
              <a:off x="7361362"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0" name="Oval 580">
              <a:extLst>
                <a:ext uri="{FF2B5EF4-FFF2-40B4-BE49-F238E27FC236}">
                  <a16:creationId xmlns:a16="http://schemas.microsoft.com/office/drawing/2014/main" id="{CAC1C370-C5BA-43DA-B06B-63C401E780DE}"/>
                </a:ext>
              </a:extLst>
            </p:cNvPr>
            <p:cNvSpPr>
              <a:spLocks noChangeAspect="1" noChangeArrowheads="1"/>
            </p:cNvSpPr>
            <p:nvPr userDrawn="1"/>
          </p:nvSpPr>
          <p:spPr bwMode="auto">
            <a:xfrm>
              <a:off x="747293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1" name="Oval 581">
              <a:extLst>
                <a:ext uri="{FF2B5EF4-FFF2-40B4-BE49-F238E27FC236}">
                  <a16:creationId xmlns:a16="http://schemas.microsoft.com/office/drawing/2014/main" id="{CC3F1B17-D5C3-43FD-A0C6-5998BB55A54D}"/>
                </a:ext>
              </a:extLst>
            </p:cNvPr>
            <p:cNvSpPr>
              <a:spLocks noChangeAspect="1" noChangeArrowheads="1"/>
            </p:cNvSpPr>
            <p:nvPr userDrawn="1"/>
          </p:nvSpPr>
          <p:spPr bwMode="auto">
            <a:xfrm>
              <a:off x="758602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2" name="Oval 582">
              <a:extLst>
                <a:ext uri="{FF2B5EF4-FFF2-40B4-BE49-F238E27FC236}">
                  <a16:creationId xmlns:a16="http://schemas.microsoft.com/office/drawing/2014/main" id="{39F45D2D-2F57-458B-8D3D-09CF0D1CD69A}"/>
                </a:ext>
              </a:extLst>
            </p:cNvPr>
            <p:cNvSpPr>
              <a:spLocks noChangeAspect="1" noChangeArrowheads="1"/>
            </p:cNvSpPr>
            <p:nvPr userDrawn="1"/>
          </p:nvSpPr>
          <p:spPr bwMode="auto">
            <a:xfrm>
              <a:off x="7697599"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3" name="Oval 583">
              <a:extLst>
                <a:ext uri="{FF2B5EF4-FFF2-40B4-BE49-F238E27FC236}">
                  <a16:creationId xmlns:a16="http://schemas.microsoft.com/office/drawing/2014/main" id="{73EEF572-B73E-4AB1-9904-4F57E3C6577C}"/>
                </a:ext>
              </a:extLst>
            </p:cNvPr>
            <p:cNvSpPr>
              <a:spLocks noChangeAspect="1" noChangeArrowheads="1"/>
            </p:cNvSpPr>
            <p:nvPr userDrawn="1"/>
          </p:nvSpPr>
          <p:spPr bwMode="auto">
            <a:xfrm>
              <a:off x="803534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4" name="Oval 584">
              <a:extLst>
                <a:ext uri="{FF2B5EF4-FFF2-40B4-BE49-F238E27FC236}">
                  <a16:creationId xmlns:a16="http://schemas.microsoft.com/office/drawing/2014/main" id="{A41AB22E-9128-45CE-B9EB-1036456A3F05}"/>
                </a:ext>
              </a:extLst>
            </p:cNvPr>
            <p:cNvSpPr>
              <a:spLocks noChangeAspect="1" noChangeArrowheads="1"/>
            </p:cNvSpPr>
            <p:nvPr userDrawn="1"/>
          </p:nvSpPr>
          <p:spPr bwMode="auto">
            <a:xfrm>
              <a:off x="1405589"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5" name="Oval 585">
              <a:extLst>
                <a:ext uri="{FF2B5EF4-FFF2-40B4-BE49-F238E27FC236}">
                  <a16:creationId xmlns:a16="http://schemas.microsoft.com/office/drawing/2014/main" id="{6F80253F-D131-4033-8466-BF4227969598}"/>
                </a:ext>
              </a:extLst>
            </p:cNvPr>
            <p:cNvSpPr>
              <a:spLocks noChangeAspect="1" noChangeArrowheads="1"/>
            </p:cNvSpPr>
            <p:nvPr userDrawn="1"/>
          </p:nvSpPr>
          <p:spPr bwMode="auto">
            <a:xfrm>
              <a:off x="151867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6" name="Oval 586">
              <a:extLst>
                <a:ext uri="{FF2B5EF4-FFF2-40B4-BE49-F238E27FC236}">
                  <a16:creationId xmlns:a16="http://schemas.microsoft.com/office/drawing/2014/main" id="{2D0638C5-F3B4-4CBE-9F30-73201AC3C21E}"/>
                </a:ext>
              </a:extLst>
            </p:cNvPr>
            <p:cNvSpPr>
              <a:spLocks noChangeAspect="1" noChangeArrowheads="1"/>
            </p:cNvSpPr>
            <p:nvPr userDrawn="1"/>
          </p:nvSpPr>
          <p:spPr bwMode="auto">
            <a:xfrm>
              <a:off x="163025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7" name="Oval 587">
              <a:extLst>
                <a:ext uri="{FF2B5EF4-FFF2-40B4-BE49-F238E27FC236}">
                  <a16:creationId xmlns:a16="http://schemas.microsoft.com/office/drawing/2014/main" id="{E9FAE207-3DA7-4718-B7E2-FB1FFD6C92E1}"/>
                </a:ext>
              </a:extLst>
            </p:cNvPr>
            <p:cNvSpPr>
              <a:spLocks noChangeAspect="1" noChangeArrowheads="1"/>
            </p:cNvSpPr>
            <p:nvPr userDrawn="1"/>
          </p:nvSpPr>
          <p:spPr bwMode="auto">
            <a:xfrm>
              <a:off x="174333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8" name="Oval 588">
              <a:extLst>
                <a:ext uri="{FF2B5EF4-FFF2-40B4-BE49-F238E27FC236}">
                  <a16:creationId xmlns:a16="http://schemas.microsoft.com/office/drawing/2014/main" id="{3CCA9B73-8482-4752-917E-19E4DFB6DA84}"/>
                </a:ext>
              </a:extLst>
            </p:cNvPr>
            <p:cNvSpPr>
              <a:spLocks noChangeAspect="1" noChangeArrowheads="1"/>
            </p:cNvSpPr>
            <p:nvPr userDrawn="1"/>
          </p:nvSpPr>
          <p:spPr bwMode="auto">
            <a:xfrm>
              <a:off x="1854910"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9" name="Oval 589">
              <a:extLst>
                <a:ext uri="{FF2B5EF4-FFF2-40B4-BE49-F238E27FC236}">
                  <a16:creationId xmlns:a16="http://schemas.microsoft.com/office/drawing/2014/main" id="{8D1DD972-7CBE-4BCA-A943-CBE2F978237D}"/>
                </a:ext>
              </a:extLst>
            </p:cNvPr>
            <p:cNvSpPr>
              <a:spLocks noChangeAspect="1" noChangeArrowheads="1"/>
            </p:cNvSpPr>
            <p:nvPr userDrawn="1"/>
          </p:nvSpPr>
          <p:spPr bwMode="auto">
            <a:xfrm>
              <a:off x="1967995"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0" name="Oval 590">
              <a:extLst>
                <a:ext uri="{FF2B5EF4-FFF2-40B4-BE49-F238E27FC236}">
                  <a16:creationId xmlns:a16="http://schemas.microsoft.com/office/drawing/2014/main" id="{AECF7CD7-AFEB-4AA6-AC54-69E2A75E49DC}"/>
                </a:ext>
              </a:extLst>
            </p:cNvPr>
            <p:cNvSpPr>
              <a:spLocks noChangeAspect="1" noChangeArrowheads="1"/>
            </p:cNvSpPr>
            <p:nvPr userDrawn="1"/>
          </p:nvSpPr>
          <p:spPr bwMode="auto">
            <a:xfrm>
              <a:off x="2079572"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1" name="Oval 591">
              <a:extLst>
                <a:ext uri="{FF2B5EF4-FFF2-40B4-BE49-F238E27FC236}">
                  <a16:creationId xmlns:a16="http://schemas.microsoft.com/office/drawing/2014/main" id="{1AE352CC-5110-4FD7-A585-A08AA5B1AAC0}"/>
                </a:ext>
              </a:extLst>
            </p:cNvPr>
            <p:cNvSpPr>
              <a:spLocks noChangeAspect="1" noChangeArrowheads="1"/>
            </p:cNvSpPr>
            <p:nvPr userDrawn="1"/>
          </p:nvSpPr>
          <p:spPr bwMode="auto">
            <a:xfrm>
              <a:off x="219265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2" name="Oval 592">
              <a:extLst>
                <a:ext uri="{FF2B5EF4-FFF2-40B4-BE49-F238E27FC236}">
                  <a16:creationId xmlns:a16="http://schemas.microsoft.com/office/drawing/2014/main" id="{039F0EA1-62C0-4D2C-9CAC-874BA4B8CCAF}"/>
                </a:ext>
              </a:extLst>
            </p:cNvPr>
            <p:cNvSpPr>
              <a:spLocks noChangeAspect="1" noChangeArrowheads="1"/>
            </p:cNvSpPr>
            <p:nvPr userDrawn="1"/>
          </p:nvSpPr>
          <p:spPr bwMode="auto">
            <a:xfrm>
              <a:off x="2304233"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3" name="Oval 593">
              <a:extLst>
                <a:ext uri="{FF2B5EF4-FFF2-40B4-BE49-F238E27FC236}">
                  <a16:creationId xmlns:a16="http://schemas.microsoft.com/office/drawing/2014/main" id="{F657981B-D139-45E3-96FB-1BD87D27167E}"/>
                </a:ext>
              </a:extLst>
            </p:cNvPr>
            <p:cNvSpPr>
              <a:spLocks noChangeAspect="1" noChangeArrowheads="1"/>
            </p:cNvSpPr>
            <p:nvPr userDrawn="1"/>
          </p:nvSpPr>
          <p:spPr bwMode="auto">
            <a:xfrm>
              <a:off x="241731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4" name="Oval 594">
              <a:extLst>
                <a:ext uri="{FF2B5EF4-FFF2-40B4-BE49-F238E27FC236}">
                  <a16:creationId xmlns:a16="http://schemas.microsoft.com/office/drawing/2014/main" id="{A2B8CF0D-2B3B-4516-ADB5-5AEF04FF3FD5}"/>
                </a:ext>
              </a:extLst>
            </p:cNvPr>
            <p:cNvSpPr>
              <a:spLocks noChangeAspect="1" noChangeArrowheads="1"/>
            </p:cNvSpPr>
            <p:nvPr userDrawn="1"/>
          </p:nvSpPr>
          <p:spPr bwMode="auto">
            <a:xfrm>
              <a:off x="2528893"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5" name="Oval 595">
              <a:extLst>
                <a:ext uri="{FF2B5EF4-FFF2-40B4-BE49-F238E27FC236}">
                  <a16:creationId xmlns:a16="http://schemas.microsoft.com/office/drawing/2014/main" id="{9255E710-0D60-44C3-9063-6D8760A41A74}"/>
                </a:ext>
              </a:extLst>
            </p:cNvPr>
            <p:cNvSpPr>
              <a:spLocks noChangeAspect="1" noChangeArrowheads="1"/>
            </p:cNvSpPr>
            <p:nvPr userDrawn="1"/>
          </p:nvSpPr>
          <p:spPr bwMode="auto">
            <a:xfrm>
              <a:off x="264197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6" name="Oval 596">
              <a:extLst>
                <a:ext uri="{FF2B5EF4-FFF2-40B4-BE49-F238E27FC236}">
                  <a16:creationId xmlns:a16="http://schemas.microsoft.com/office/drawing/2014/main" id="{5D35CC19-EC74-4FCE-8F10-27F84DFFAAD8}"/>
                </a:ext>
              </a:extLst>
            </p:cNvPr>
            <p:cNvSpPr>
              <a:spLocks noChangeAspect="1" noChangeArrowheads="1"/>
            </p:cNvSpPr>
            <p:nvPr userDrawn="1"/>
          </p:nvSpPr>
          <p:spPr bwMode="auto">
            <a:xfrm>
              <a:off x="2753553"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7" name="Oval 597">
              <a:extLst>
                <a:ext uri="{FF2B5EF4-FFF2-40B4-BE49-F238E27FC236}">
                  <a16:creationId xmlns:a16="http://schemas.microsoft.com/office/drawing/2014/main" id="{D2801461-5C5E-440D-B094-BB4D3E78C486}"/>
                </a:ext>
              </a:extLst>
            </p:cNvPr>
            <p:cNvSpPr>
              <a:spLocks noChangeAspect="1" noChangeArrowheads="1"/>
            </p:cNvSpPr>
            <p:nvPr userDrawn="1"/>
          </p:nvSpPr>
          <p:spPr bwMode="auto">
            <a:xfrm>
              <a:off x="286664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8" name="Oval 598">
              <a:extLst>
                <a:ext uri="{FF2B5EF4-FFF2-40B4-BE49-F238E27FC236}">
                  <a16:creationId xmlns:a16="http://schemas.microsoft.com/office/drawing/2014/main" id="{3589D47D-0C2F-4ACB-8D9B-4C9F07BB1A7D}"/>
                </a:ext>
              </a:extLst>
            </p:cNvPr>
            <p:cNvSpPr>
              <a:spLocks noChangeAspect="1" noChangeArrowheads="1"/>
            </p:cNvSpPr>
            <p:nvPr userDrawn="1"/>
          </p:nvSpPr>
          <p:spPr bwMode="auto">
            <a:xfrm>
              <a:off x="2978216"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9" name="Oval 599">
              <a:extLst>
                <a:ext uri="{FF2B5EF4-FFF2-40B4-BE49-F238E27FC236}">
                  <a16:creationId xmlns:a16="http://schemas.microsoft.com/office/drawing/2014/main" id="{880277BA-1289-46D5-BBD5-819FBB73C5C5}"/>
                </a:ext>
              </a:extLst>
            </p:cNvPr>
            <p:cNvSpPr>
              <a:spLocks noChangeAspect="1" noChangeArrowheads="1"/>
            </p:cNvSpPr>
            <p:nvPr userDrawn="1"/>
          </p:nvSpPr>
          <p:spPr bwMode="auto">
            <a:xfrm>
              <a:off x="432768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0" name="Oval 600">
              <a:extLst>
                <a:ext uri="{FF2B5EF4-FFF2-40B4-BE49-F238E27FC236}">
                  <a16:creationId xmlns:a16="http://schemas.microsoft.com/office/drawing/2014/main" id="{EE45D98B-DF84-4BD3-ABB1-103AE8DB6BD6}"/>
                </a:ext>
              </a:extLst>
            </p:cNvPr>
            <p:cNvSpPr>
              <a:spLocks noChangeAspect="1" noChangeArrowheads="1"/>
            </p:cNvSpPr>
            <p:nvPr userDrawn="1"/>
          </p:nvSpPr>
          <p:spPr bwMode="auto">
            <a:xfrm>
              <a:off x="443926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1" name="Oval 601">
              <a:extLst>
                <a:ext uri="{FF2B5EF4-FFF2-40B4-BE49-F238E27FC236}">
                  <a16:creationId xmlns:a16="http://schemas.microsoft.com/office/drawing/2014/main" id="{AA1BF69D-19D0-420D-9A55-A9EF9D2E17EF}"/>
                </a:ext>
              </a:extLst>
            </p:cNvPr>
            <p:cNvSpPr>
              <a:spLocks noChangeAspect="1" noChangeArrowheads="1"/>
            </p:cNvSpPr>
            <p:nvPr userDrawn="1"/>
          </p:nvSpPr>
          <p:spPr bwMode="auto">
            <a:xfrm>
              <a:off x="4552349"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2" name="Oval 602">
              <a:extLst>
                <a:ext uri="{FF2B5EF4-FFF2-40B4-BE49-F238E27FC236}">
                  <a16:creationId xmlns:a16="http://schemas.microsoft.com/office/drawing/2014/main" id="{D9940253-62D9-4266-A557-789685FF29E9}"/>
                </a:ext>
              </a:extLst>
            </p:cNvPr>
            <p:cNvSpPr>
              <a:spLocks noChangeAspect="1" noChangeArrowheads="1"/>
            </p:cNvSpPr>
            <p:nvPr userDrawn="1"/>
          </p:nvSpPr>
          <p:spPr bwMode="auto">
            <a:xfrm>
              <a:off x="4663925"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3" name="Oval 603">
              <a:extLst>
                <a:ext uri="{FF2B5EF4-FFF2-40B4-BE49-F238E27FC236}">
                  <a16:creationId xmlns:a16="http://schemas.microsoft.com/office/drawing/2014/main" id="{A504B21C-51D9-4C95-876B-4F2EE873D68D}"/>
                </a:ext>
              </a:extLst>
            </p:cNvPr>
            <p:cNvSpPr>
              <a:spLocks noChangeAspect="1" noChangeArrowheads="1"/>
            </p:cNvSpPr>
            <p:nvPr userDrawn="1"/>
          </p:nvSpPr>
          <p:spPr bwMode="auto">
            <a:xfrm>
              <a:off x="4777009" y="2593192"/>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074" name="Oval 604">
              <a:extLst>
                <a:ext uri="{FF2B5EF4-FFF2-40B4-BE49-F238E27FC236}">
                  <a16:creationId xmlns:a16="http://schemas.microsoft.com/office/drawing/2014/main" id="{4D15646B-69B8-4B48-A4D5-41D5A1BB6EEE}"/>
                </a:ext>
              </a:extLst>
            </p:cNvPr>
            <p:cNvSpPr>
              <a:spLocks noChangeAspect="1" noChangeArrowheads="1"/>
            </p:cNvSpPr>
            <p:nvPr userDrawn="1"/>
          </p:nvSpPr>
          <p:spPr bwMode="auto">
            <a:xfrm>
              <a:off x="4888585"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5" name="Oval 605">
              <a:extLst>
                <a:ext uri="{FF2B5EF4-FFF2-40B4-BE49-F238E27FC236}">
                  <a16:creationId xmlns:a16="http://schemas.microsoft.com/office/drawing/2014/main" id="{9D17EAD9-322E-4110-85B0-F53CDEAE6CF4}"/>
                </a:ext>
              </a:extLst>
            </p:cNvPr>
            <p:cNvSpPr>
              <a:spLocks noChangeAspect="1" noChangeArrowheads="1"/>
            </p:cNvSpPr>
            <p:nvPr userDrawn="1"/>
          </p:nvSpPr>
          <p:spPr bwMode="auto">
            <a:xfrm>
              <a:off x="500167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6" name="Oval 606">
              <a:extLst>
                <a:ext uri="{FF2B5EF4-FFF2-40B4-BE49-F238E27FC236}">
                  <a16:creationId xmlns:a16="http://schemas.microsoft.com/office/drawing/2014/main" id="{45B1992A-92F1-4B59-B251-F160B358DFC0}"/>
                </a:ext>
              </a:extLst>
            </p:cNvPr>
            <p:cNvSpPr>
              <a:spLocks noChangeAspect="1" noChangeArrowheads="1"/>
            </p:cNvSpPr>
            <p:nvPr userDrawn="1"/>
          </p:nvSpPr>
          <p:spPr bwMode="auto">
            <a:xfrm>
              <a:off x="511324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7" name="Oval 607">
              <a:extLst>
                <a:ext uri="{FF2B5EF4-FFF2-40B4-BE49-F238E27FC236}">
                  <a16:creationId xmlns:a16="http://schemas.microsoft.com/office/drawing/2014/main" id="{8111F90A-0440-458A-A0FB-A35A6F75BE2E}"/>
                </a:ext>
              </a:extLst>
            </p:cNvPr>
            <p:cNvSpPr>
              <a:spLocks noChangeAspect="1" noChangeArrowheads="1"/>
            </p:cNvSpPr>
            <p:nvPr userDrawn="1"/>
          </p:nvSpPr>
          <p:spPr bwMode="auto">
            <a:xfrm>
              <a:off x="5226330"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8" name="Oval 608">
              <a:extLst>
                <a:ext uri="{FF2B5EF4-FFF2-40B4-BE49-F238E27FC236}">
                  <a16:creationId xmlns:a16="http://schemas.microsoft.com/office/drawing/2014/main" id="{FAAB8038-1126-4C55-A279-B5DA8F6B37CC}"/>
                </a:ext>
              </a:extLst>
            </p:cNvPr>
            <p:cNvSpPr>
              <a:spLocks noChangeAspect="1" noChangeArrowheads="1"/>
            </p:cNvSpPr>
            <p:nvPr userDrawn="1"/>
          </p:nvSpPr>
          <p:spPr bwMode="auto">
            <a:xfrm>
              <a:off x="533790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9" name="Oval 609">
              <a:extLst>
                <a:ext uri="{FF2B5EF4-FFF2-40B4-BE49-F238E27FC236}">
                  <a16:creationId xmlns:a16="http://schemas.microsoft.com/office/drawing/2014/main" id="{DACFAB83-C911-43F7-BCA8-CED6F6DCF96D}"/>
                </a:ext>
              </a:extLst>
            </p:cNvPr>
            <p:cNvSpPr>
              <a:spLocks noChangeAspect="1" noChangeArrowheads="1"/>
            </p:cNvSpPr>
            <p:nvPr userDrawn="1"/>
          </p:nvSpPr>
          <p:spPr bwMode="auto">
            <a:xfrm>
              <a:off x="5450992"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0" name="Oval 610">
              <a:extLst>
                <a:ext uri="{FF2B5EF4-FFF2-40B4-BE49-F238E27FC236}">
                  <a16:creationId xmlns:a16="http://schemas.microsoft.com/office/drawing/2014/main" id="{E18F37F5-1283-4F0C-B014-4E7AD75CE9AF}"/>
                </a:ext>
              </a:extLst>
            </p:cNvPr>
            <p:cNvSpPr>
              <a:spLocks noChangeAspect="1" noChangeArrowheads="1"/>
            </p:cNvSpPr>
            <p:nvPr userDrawn="1"/>
          </p:nvSpPr>
          <p:spPr bwMode="auto">
            <a:xfrm>
              <a:off x="5562568"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1" name="Oval 611">
              <a:extLst>
                <a:ext uri="{FF2B5EF4-FFF2-40B4-BE49-F238E27FC236}">
                  <a16:creationId xmlns:a16="http://schemas.microsoft.com/office/drawing/2014/main" id="{A113E517-E0AA-4715-BD6F-E0FB322D525D}"/>
                </a:ext>
              </a:extLst>
            </p:cNvPr>
            <p:cNvSpPr>
              <a:spLocks noChangeAspect="1" noChangeArrowheads="1"/>
            </p:cNvSpPr>
            <p:nvPr userDrawn="1"/>
          </p:nvSpPr>
          <p:spPr bwMode="auto">
            <a:xfrm>
              <a:off x="5675652"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2" name="Oval 612">
              <a:extLst>
                <a:ext uri="{FF2B5EF4-FFF2-40B4-BE49-F238E27FC236}">
                  <a16:creationId xmlns:a16="http://schemas.microsoft.com/office/drawing/2014/main" id="{2DB6E7AF-B5DA-4703-898E-67562D534957}"/>
                </a:ext>
              </a:extLst>
            </p:cNvPr>
            <p:cNvSpPr>
              <a:spLocks noChangeAspect="1" noChangeArrowheads="1"/>
            </p:cNvSpPr>
            <p:nvPr userDrawn="1"/>
          </p:nvSpPr>
          <p:spPr bwMode="auto">
            <a:xfrm>
              <a:off x="578722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3" name="Oval 613">
              <a:extLst>
                <a:ext uri="{FF2B5EF4-FFF2-40B4-BE49-F238E27FC236}">
                  <a16:creationId xmlns:a16="http://schemas.microsoft.com/office/drawing/2014/main" id="{6B2EF864-C2AC-40B3-9DFA-8A08D85A727B}"/>
                </a:ext>
              </a:extLst>
            </p:cNvPr>
            <p:cNvSpPr>
              <a:spLocks noChangeAspect="1" noChangeArrowheads="1"/>
            </p:cNvSpPr>
            <p:nvPr userDrawn="1"/>
          </p:nvSpPr>
          <p:spPr bwMode="auto">
            <a:xfrm>
              <a:off x="5900313"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4" name="Oval 614">
              <a:extLst>
                <a:ext uri="{FF2B5EF4-FFF2-40B4-BE49-F238E27FC236}">
                  <a16:creationId xmlns:a16="http://schemas.microsoft.com/office/drawing/2014/main" id="{C4AD15C9-AADA-4EB0-A862-3340EAD5F1C0}"/>
                </a:ext>
              </a:extLst>
            </p:cNvPr>
            <p:cNvSpPr>
              <a:spLocks noChangeAspect="1" noChangeArrowheads="1"/>
            </p:cNvSpPr>
            <p:nvPr userDrawn="1"/>
          </p:nvSpPr>
          <p:spPr bwMode="auto">
            <a:xfrm>
              <a:off x="601339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5" name="Oval 615">
              <a:extLst>
                <a:ext uri="{FF2B5EF4-FFF2-40B4-BE49-F238E27FC236}">
                  <a16:creationId xmlns:a16="http://schemas.microsoft.com/office/drawing/2014/main" id="{2024344C-083E-4C00-B7DA-1E96B056172B}"/>
                </a:ext>
              </a:extLst>
            </p:cNvPr>
            <p:cNvSpPr>
              <a:spLocks noChangeAspect="1" noChangeArrowheads="1"/>
            </p:cNvSpPr>
            <p:nvPr userDrawn="1"/>
          </p:nvSpPr>
          <p:spPr bwMode="auto">
            <a:xfrm>
              <a:off x="612497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6" name="Oval 616">
              <a:extLst>
                <a:ext uri="{FF2B5EF4-FFF2-40B4-BE49-F238E27FC236}">
                  <a16:creationId xmlns:a16="http://schemas.microsoft.com/office/drawing/2014/main" id="{0871297B-23A2-4DCB-90D2-3C53AC93EF85}"/>
                </a:ext>
              </a:extLst>
            </p:cNvPr>
            <p:cNvSpPr>
              <a:spLocks noChangeAspect="1" noChangeArrowheads="1"/>
            </p:cNvSpPr>
            <p:nvPr userDrawn="1"/>
          </p:nvSpPr>
          <p:spPr bwMode="auto">
            <a:xfrm>
              <a:off x="6238058"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7" name="Oval 617">
              <a:extLst>
                <a:ext uri="{FF2B5EF4-FFF2-40B4-BE49-F238E27FC236}">
                  <a16:creationId xmlns:a16="http://schemas.microsoft.com/office/drawing/2014/main" id="{F027912F-9D0F-4DE9-8A15-00AE64F882B2}"/>
                </a:ext>
              </a:extLst>
            </p:cNvPr>
            <p:cNvSpPr>
              <a:spLocks noChangeAspect="1" noChangeArrowheads="1"/>
            </p:cNvSpPr>
            <p:nvPr userDrawn="1"/>
          </p:nvSpPr>
          <p:spPr bwMode="auto">
            <a:xfrm>
              <a:off x="634963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8" name="Oval 618">
              <a:extLst>
                <a:ext uri="{FF2B5EF4-FFF2-40B4-BE49-F238E27FC236}">
                  <a16:creationId xmlns:a16="http://schemas.microsoft.com/office/drawing/2014/main" id="{6157FF73-4E4B-4F3A-AE1B-8F55C8FCA898}"/>
                </a:ext>
              </a:extLst>
            </p:cNvPr>
            <p:cNvSpPr>
              <a:spLocks noChangeAspect="1" noChangeArrowheads="1"/>
            </p:cNvSpPr>
            <p:nvPr userDrawn="1"/>
          </p:nvSpPr>
          <p:spPr bwMode="auto">
            <a:xfrm>
              <a:off x="646271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9" name="Oval 619">
              <a:extLst>
                <a:ext uri="{FF2B5EF4-FFF2-40B4-BE49-F238E27FC236}">
                  <a16:creationId xmlns:a16="http://schemas.microsoft.com/office/drawing/2014/main" id="{458FE826-7CE9-4298-89C7-05D12DB48E5A}"/>
                </a:ext>
              </a:extLst>
            </p:cNvPr>
            <p:cNvSpPr>
              <a:spLocks noChangeAspect="1" noChangeArrowheads="1"/>
            </p:cNvSpPr>
            <p:nvPr userDrawn="1"/>
          </p:nvSpPr>
          <p:spPr bwMode="auto">
            <a:xfrm>
              <a:off x="657429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0" name="Oval 620">
              <a:extLst>
                <a:ext uri="{FF2B5EF4-FFF2-40B4-BE49-F238E27FC236}">
                  <a16:creationId xmlns:a16="http://schemas.microsoft.com/office/drawing/2014/main" id="{C4E6FA6A-D7EB-41D9-8E6A-14F71E7B3063}"/>
                </a:ext>
              </a:extLst>
            </p:cNvPr>
            <p:cNvSpPr>
              <a:spLocks noChangeAspect="1" noChangeArrowheads="1"/>
            </p:cNvSpPr>
            <p:nvPr userDrawn="1"/>
          </p:nvSpPr>
          <p:spPr bwMode="auto">
            <a:xfrm>
              <a:off x="6687381"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1" name="Oval 621">
              <a:extLst>
                <a:ext uri="{FF2B5EF4-FFF2-40B4-BE49-F238E27FC236}">
                  <a16:creationId xmlns:a16="http://schemas.microsoft.com/office/drawing/2014/main" id="{F70FC43B-9C23-4113-99E1-B0977F260568}"/>
                </a:ext>
              </a:extLst>
            </p:cNvPr>
            <p:cNvSpPr>
              <a:spLocks noChangeAspect="1" noChangeArrowheads="1"/>
            </p:cNvSpPr>
            <p:nvPr userDrawn="1"/>
          </p:nvSpPr>
          <p:spPr bwMode="auto">
            <a:xfrm>
              <a:off x="679895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2" name="Oval 622">
              <a:extLst>
                <a:ext uri="{FF2B5EF4-FFF2-40B4-BE49-F238E27FC236}">
                  <a16:creationId xmlns:a16="http://schemas.microsoft.com/office/drawing/2014/main" id="{32CA538A-DD31-4668-BD22-4F10F867337E}"/>
                </a:ext>
              </a:extLst>
            </p:cNvPr>
            <p:cNvSpPr>
              <a:spLocks noChangeAspect="1" noChangeArrowheads="1"/>
            </p:cNvSpPr>
            <p:nvPr userDrawn="1"/>
          </p:nvSpPr>
          <p:spPr bwMode="auto">
            <a:xfrm>
              <a:off x="6912041"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3" name="Oval 623">
              <a:extLst>
                <a:ext uri="{FF2B5EF4-FFF2-40B4-BE49-F238E27FC236}">
                  <a16:creationId xmlns:a16="http://schemas.microsoft.com/office/drawing/2014/main" id="{EE118535-663A-4566-9D61-1CBA4BCD1254}"/>
                </a:ext>
              </a:extLst>
            </p:cNvPr>
            <p:cNvSpPr>
              <a:spLocks noChangeAspect="1" noChangeArrowheads="1"/>
            </p:cNvSpPr>
            <p:nvPr userDrawn="1"/>
          </p:nvSpPr>
          <p:spPr bwMode="auto">
            <a:xfrm>
              <a:off x="7023616"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4" name="Oval 624">
              <a:extLst>
                <a:ext uri="{FF2B5EF4-FFF2-40B4-BE49-F238E27FC236}">
                  <a16:creationId xmlns:a16="http://schemas.microsoft.com/office/drawing/2014/main" id="{950E5ECE-9735-444E-9222-3E8BC6DF8817}"/>
                </a:ext>
              </a:extLst>
            </p:cNvPr>
            <p:cNvSpPr>
              <a:spLocks noChangeAspect="1" noChangeArrowheads="1"/>
            </p:cNvSpPr>
            <p:nvPr userDrawn="1"/>
          </p:nvSpPr>
          <p:spPr bwMode="auto">
            <a:xfrm>
              <a:off x="7136701"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5" name="Oval 625">
              <a:extLst>
                <a:ext uri="{FF2B5EF4-FFF2-40B4-BE49-F238E27FC236}">
                  <a16:creationId xmlns:a16="http://schemas.microsoft.com/office/drawing/2014/main" id="{FF8F7638-EAE6-460C-BBFA-893E0A8C07A6}"/>
                </a:ext>
              </a:extLst>
            </p:cNvPr>
            <p:cNvSpPr>
              <a:spLocks noChangeAspect="1" noChangeArrowheads="1"/>
            </p:cNvSpPr>
            <p:nvPr userDrawn="1"/>
          </p:nvSpPr>
          <p:spPr bwMode="auto">
            <a:xfrm>
              <a:off x="724827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6" name="Oval 626">
              <a:extLst>
                <a:ext uri="{FF2B5EF4-FFF2-40B4-BE49-F238E27FC236}">
                  <a16:creationId xmlns:a16="http://schemas.microsoft.com/office/drawing/2014/main" id="{EDA8B500-D3ED-4757-B632-CBB2FAAD1282}"/>
                </a:ext>
              </a:extLst>
            </p:cNvPr>
            <p:cNvSpPr>
              <a:spLocks noChangeAspect="1" noChangeArrowheads="1"/>
            </p:cNvSpPr>
            <p:nvPr userDrawn="1"/>
          </p:nvSpPr>
          <p:spPr bwMode="auto">
            <a:xfrm>
              <a:off x="7361362"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7" name="Oval 627">
              <a:extLst>
                <a:ext uri="{FF2B5EF4-FFF2-40B4-BE49-F238E27FC236}">
                  <a16:creationId xmlns:a16="http://schemas.microsoft.com/office/drawing/2014/main" id="{B1F84406-C138-4043-BE3C-FAB9D6BFF9FA}"/>
                </a:ext>
              </a:extLst>
            </p:cNvPr>
            <p:cNvSpPr>
              <a:spLocks noChangeAspect="1" noChangeArrowheads="1"/>
            </p:cNvSpPr>
            <p:nvPr userDrawn="1"/>
          </p:nvSpPr>
          <p:spPr bwMode="auto">
            <a:xfrm>
              <a:off x="7472939"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8" name="Oval 628">
              <a:extLst>
                <a:ext uri="{FF2B5EF4-FFF2-40B4-BE49-F238E27FC236}">
                  <a16:creationId xmlns:a16="http://schemas.microsoft.com/office/drawing/2014/main" id="{37A9C887-2BA3-4895-98C2-6DBDFBE8EE65}"/>
                </a:ext>
              </a:extLst>
            </p:cNvPr>
            <p:cNvSpPr>
              <a:spLocks noChangeAspect="1" noChangeArrowheads="1"/>
            </p:cNvSpPr>
            <p:nvPr userDrawn="1"/>
          </p:nvSpPr>
          <p:spPr bwMode="auto">
            <a:xfrm>
              <a:off x="758602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9" name="Oval 629">
              <a:extLst>
                <a:ext uri="{FF2B5EF4-FFF2-40B4-BE49-F238E27FC236}">
                  <a16:creationId xmlns:a16="http://schemas.microsoft.com/office/drawing/2014/main" id="{B951DCA1-F5E4-485B-BB18-92402A280C26}"/>
                </a:ext>
              </a:extLst>
            </p:cNvPr>
            <p:cNvSpPr>
              <a:spLocks noChangeAspect="1" noChangeArrowheads="1"/>
            </p:cNvSpPr>
            <p:nvPr userDrawn="1"/>
          </p:nvSpPr>
          <p:spPr bwMode="auto">
            <a:xfrm>
              <a:off x="7697599"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0" name="Oval 630">
              <a:extLst>
                <a:ext uri="{FF2B5EF4-FFF2-40B4-BE49-F238E27FC236}">
                  <a16:creationId xmlns:a16="http://schemas.microsoft.com/office/drawing/2014/main" id="{2D0304A7-74AA-475B-8FE3-9F83E09FCCD4}"/>
                </a:ext>
              </a:extLst>
            </p:cNvPr>
            <p:cNvSpPr>
              <a:spLocks noChangeAspect="1" noChangeArrowheads="1"/>
            </p:cNvSpPr>
            <p:nvPr userDrawn="1"/>
          </p:nvSpPr>
          <p:spPr bwMode="auto">
            <a:xfrm>
              <a:off x="7810683" y="2593192"/>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101" name="Oval 631">
              <a:extLst>
                <a:ext uri="{FF2B5EF4-FFF2-40B4-BE49-F238E27FC236}">
                  <a16:creationId xmlns:a16="http://schemas.microsoft.com/office/drawing/2014/main" id="{F371E9BA-4B0B-4A76-B342-A08180CB9B45}"/>
                </a:ext>
              </a:extLst>
            </p:cNvPr>
            <p:cNvSpPr>
              <a:spLocks noChangeAspect="1" noChangeArrowheads="1"/>
            </p:cNvSpPr>
            <p:nvPr userDrawn="1"/>
          </p:nvSpPr>
          <p:spPr bwMode="auto">
            <a:xfrm>
              <a:off x="140558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2" name="Oval 632">
              <a:extLst>
                <a:ext uri="{FF2B5EF4-FFF2-40B4-BE49-F238E27FC236}">
                  <a16:creationId xmlns:a16="http://schemas.microsoft.com/office/drawing/2014/main" id="{DBA63B34-72AC-4DC3-9F3A-2FEF2C6603E6}"/>
                </a:ext>
              </a:extLst>
            </p:cNvPr>
            <p:cNvSpPr>
              <a:spLocks noChangeAspect="1" noChangeArrowheads="1"/>
            </p:cNvSpPr>
            <p:nvPr userDrawn="1"/>
          </p:nvSpPr>
          <p:spPr bwMode="auto">
            <a:xfrm>
              <a:off x="1518674"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3" name="Oval 633">
              <a:extLst>
                <a:ext uri="{FF2B5EF4-FFF2-40B4-BE49-F238E27FC236}">
                  <a16:creationId xmlns:a16="http://schemas.microsoft.com/office/drawing/2014/main" id="{5081E175-57ED-4891-A904-0FF5F24D433E}"/>
                </a:ext>
              </a:extLst>
            </p:cNvPr>
            <p:cNvSpPr>
              <a:spLocks noChangeAspect="1" noChangeArrowheads="1"/>
            </p:cNvSpPr>
            <p:nvPr userDrawn="1"/>
          </p:nvSpPr>
          <p:spPr bwMode="auto">
            <a:xfrm>
              <a:off x="1630250"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4" name="Oval 634">
              <a:extLst>
                <a:ext uri="{FF2B5EF4-FFF2-40B4-BE49-F238E27FC236}">
                  <a16:creationId xmlns:a16="http://schemas.microsoft.com/office/drawing/2014/main" id="{F4BACF9D-AC0C-48FE-AD6C-81B31C015A74}"/>
                </a:ext>
              </a:extLst>
            </p:cNvPr>
            <p:cNvSpPr>
              <a:spLocks noChangeAspect="1" noChangeArrowheads="1"/>
            </p:cNvSpPr>
            <p:nvPr userDrawn="1"/>
          </p:nvSpPr>
          <p:spPr bwMode="auto">
            <a:xfrm>
              <a:off x="174333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5" name="Oval 635">
              <a:extLst>
                <a:ext uri="{FF2B5EF4-FFF2-40B4-BE49-F238E27FC236}">
                  <a16:creationId xmlns:a16="http://schemas.microsoft.com/office/drawing/2014/main" id="{1E8BFC7D-9E81-4B82-8EBA-7ABD5F5B07EF}"/>
                </a:ext>
              </a:extLst>
            </p:cNvPr>
            <p:cNvSpPr>
              <a:spLocks noChangeAspect="1" noChangeArrowheads="1"/>
            </p:cNvSpPr>
            <p:nvPr userDrawn="1"/>
          </p:nvSpPr>
          <p:spPr bwMode="auto">
            <a:xfrm>
              <a:off x="1854910"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6" name="Oval 636">
              <a:extLst>
                <a:ext uri="{FF2B5EF4-FFF2-40B4-BE49-F238E27FC236}">
                  <a16:creationId xmlns:a16="http://schemas.microsoft.com/office/drawing/2014/main" id="{C7E6AD91-2DCC-47D4-BADF-299EE81B2C7B}"/>
                </a:ext>
              </a:extLst>
            </p:cNvPr>
            <p:cNvSpPr>
              <a:spLocks noChangeAspect="1" noChangeArrowheads="1"/>
            </p:cNvSpPr>
            <p:nvPr userDrawn="1"/>
          </p:nvSpPr>
          <p:spPr bwMode="auto">
            <a:xfrm>
              <a:off x="1967995"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7" name="Oval 637">
              <a:extLst>
                <a:ext uri="{FF2B5EF4-FFF2-40B4-BE49-F238E27FC236}">
                  <a16:creationId xmlns:a16="http://schemas.microsoft.com/office/drawing/2014/main" id="{D5B60B5E-0B20-4A52-BDB1-CB04404BA1CB}"/>
                </a:ext>
              </a:extLst>
            </p:cNvPr>
            <p:cNvSpPr>
              <a:spLocks noChangeAspect="1" noChangeArrowheads="1"/>
            </p:cNvSpPr>
            <p:nvPr userDrawn="1"/>
          </p:nvSpPr>
          <p:spPr bwMode="auto">
            <a:xfrm>
              <a:off x="2079572"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8" name="Oval 638">
              <a:extLst>
                <a:ext uri="{FF2B5EF4-FFF2-40B4-BE49-F238E27FC236}">
                  <a16:creationId xmlns:a16="http://schemas.microsoft.com/office/drawing/2014/main" id="{BDFEBDE5-8D4C-4A35-BD11-7CE745A1371D}"/>
                </a:ext>
              </a:extLst>
            </p:cNvPr>
            <p:cNvSpPr>
              <a:spLocks noChangeAspect="1" noChangeArrowheads="1"/>
            </p:cNvSpPr>
            <p:nvPr userDrawn="1"/>
          </p:nvSpPr>
          <p:spPr bwMode="auto">
            <a:xfrm>
              <a:off x="219265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9" name="Oval 639">
              <a:extLst>
                <a:ext uri="{FF2B5EF4-FFF2-40B4-BE49-F238E27FC236}">
                  <a16:creationId xmlns:a16="http://schemas.microsoft.com/office/drawing/2014/main" id="{C37BC430-00D7-40B1-9158-D8BEDA875BBE}"/>
                </a:ext>
              </a:extLst>
            </p:cNvPr>
            <p:cNvSpPr>
              <a:spLocks noChangeAspect="1" noChangeArrowheads="1"/>
            </p:cNvSpPr>
            <p:nvPr userDrawn="1"/>
          </p:nvSpPr>
          <p:spPr bwMode="auto">
            <a:xfrm>
              <a:off x="2304233"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0" name="Oval 640">
              <a:extLst>
                <a:ext uri="{FF2B5EF4-FFF2-40B4-BE49-F238E27FC236}">
                  <a16:creationId xmlns:a16="http://schemas.microsoft.com/office/drawing/2014/main" id="{E86D6A6F-3E36-4924-8C12-B7CD87E2889C}"/>
                </a:ext>
              </a:extLst>
            </p:cNvPr>
            <p:cNvSpPr>
              <a:spLocks noChangeAspect="1" noChangeArrowheads="1"/>
            </p:cNvSpPr>
            <p:nvPr userDrawn="1"/>
          </p:nvSpPr>
          <p:spPr bwMode="auto">
            <a:xfrm>
              <a:off x="241731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1" name="Oval 641">
              <a:extLst>
                <a:ext uri="{FF2B5EF4-FFF2-40B4-BE49-F238E27FC236}">
                  <a16:creationId xmlns:a16="http://schemas.microsoft.com/office/drawing/2014/main" id="{823FA728-BC5F-41E6-A0D2-14A1A9437E11}"/>
                </a:ext>
              </a:extLst>
            </p:cNvPr>
            <p:cNvSpPr>
              <a:spLocks noChangeAspect="1" noChangeArrowheads="1"/>
            </p:cNvSpPr>
            <p:nvPr userDrawn="1"/>
          </p:nvSpPr>
          <p:spPr bwMode="auto">
            <a:xfrm>
              <a:off x="2528893"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2" name="Oval 642">
              <a:extLst>
                <a:ext uri="{FF2B5EF4-FFF2-40B4-BE49-F238E27FC236}">
                  <a16:creationId xmlns:a16="http://schemas.microsoft.com/office/drawing/2014/main" id="{31DCD3C5-EE43-4684-A701-FC2535F13D32}"/>
                </a:ext>
              </a:extLst>
            </p:cNvPr>
            <p:cNvSpPr>
              <a:spLocks noChangeAspect="1" noChangeArrowheads="1"/>
            </p:cNvSpPr>
            <p:nvPr userDrawn="1"/>
          </p:nvSpPr>
          <p:spPr bwMode="auto">
            <a:xfrm>
              <a:off x="264197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3" name="Oval 643">
              <a:extLst>
                <a:ext uri="{FF2B5EF4-FFF2-40B4-BE49-F238E27FC236}">
                  <a16:creationId xmlns:a16="http://schemas.microsoft.com/office/drawing/2014/main" id="{956D0BC1-4888-406B-871A-2B6AC7FA514D}"/>
                </a:ext>
              </a:extLst>
            </p:cNvPr>
            <p:cNvSpPr>
              <a:spLocks noChangeAspect="1" noChangeArrowheads="1"/>
            </p:cNvSpPr>
            <p:nvPr userDrawn="1"/>
          </p:nvSpPr>
          <p:spPr bwMode="auto">
            <a:xfrm>
              <a:off x="2753553"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4" name="Oval 644">
              <a:extLst>
                <a:ext uri="{FF2B5EF4-FFF2-40B4-BE49-F238E27FC236}">
                  <a16:creationId xmlns:a16="http://schemas.microsoft.com/office/drawing/2014/main" id="{ACD33372-D82A-4E60-85C5-04F15FBE9195}"/>
                </a:ext>
              </a:extLst>
            </p:cNvPr>
            <p:cNvSpPr>
              <a:spLocks noChangeAspect="1" noChangeArrowheads="1"/>
            </p:cNvSpPr>
            <p:nvPr userDrawn="1"/>
          </p:nvSpPr>
          <p:spPr bwMode="auto">
            <a:xfrm>
              <a:off x="432768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5" name="Oval 645">
              <a:extLst>
                <a:ext uri="{FF2B5EF4-FFF2-40B4-BE49-F238E27FC236}">
                  <a16:creationId xmlns:a16="http://schemas.microsoft.com/office/drawing/2014/main" id="{D7A34938-33E5-4069-BB80-C9B01E06C097}"/>
                </a:ext>
              </a:extLst>
            </p:cNvPr>
            <p:cNvSpPr>
              <a:spLocks noChangeAspect="1" noChangeArrowheads="1"/>
            </p:cNvSpPr>
            <p:nvPr userDrawn="1"/>
          </p:nvSpPr>
          <p:spPr bwMode="auto">
            <a:xfrm>
              <a:off x="443926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6" name="Oval 646">
              <a:extLst>
                <a:ext uri="{FF2B5EF4-FFF2-40B4-BE49-F238E27FC236}">
                  <a16:creationId xmlns:a16="http://schemas.microsoft.com/office/drawing/2014/main" id="{E92C5C9A-3446-4D9F-BA1D-45ADE2CED32A}"/>
                </a:ext>
              </a:extLst>
            </p:cNvPr>
            <p:cNvSpPr>
              <a:spLocks noChangeAspect="1" noChangeArrowheads="1"/>
            </p:cNvSpPr>
            <p:nvPr userDrawn="1"/>
          </p:nvSpPr>
          <p:spPr bwMode="auto">
            <a:xfrm>
              <a:off x="4552349"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7" name="Oval 647">
              <a:extLst>
                <a:ext uri="{FF2B5EF4-FFF2-40B4-BE49-F238E27FC236}">
                  <a16:creationId xmlns:a16="http://schemas.microsoft.com/office/drawing/2014/main" id="{AAB409F8-197A-488C-A91E-8F96B1724972}"/>
                </a:ext>
              </a:extLst>
            </p:cNvPr>
            <p:cNvSpPr>
              <a:spLocks noChangeAspect="1" noChangeArrowheads="1"/>
            </p:cNvSpPr>
            <p:nvPr userDrawn="1"/>
          </p:nvSpPr>
          <p:spPr bwMode="auto">
            <a:xfrm>
              <a:off x="4663925"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8" name="Oval 648">
              <a:extLst>
                <a:ext uri="{FF2B5EF4-FFF2-40B4-BE49-F238E27FC236}">
                  <a16:creationId xmlns:a16="http://schemas.microsoft.com/office/drawing/2014/main" id="{83FA4522-8781-4FBC-9E14-3CFD70FDC928}"/>
                </a:ext>
              </a:extLst>
            </p:cNvPr>
            <p:cNvSpPr>
              <a:spLocks noChangeAspect="1" noChangeArrowheads="1"/>
            </p:cNvSpPr>
            <p:nvPr userDrawn="1"/>
          </p:nvSpPr>
          <p:spPr bwMode="auto">
            <a:xfrm>
              <a:off x="477700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9" name="Oval 649">
              <a:extLst>
                <a:ext uri="{FF2B5EF4-FFF2-40B4-BE49-F238E27FC236}">
                  <a16:creationId xmlns:a16="http://schemas.microsoft.com/office/drawing/2014/main" id="{6204C098-33B2-45E4-92E7-0034BEEFBE83}"/>
                </a:ext>
              </a:extLst>
            </p:cNvPr>
            <p:cNvSpPr>
              <a:spLocks noChangeAspect="1" noChangeArrowheads="1"/>
            </p:cNvSpPr>
            <p:nvPr userDrawn="1"/>
          </p:nvSpPr>
          <p:spPr bwMode="auto">
            <a:xfrm>
              <a:off x="4888585"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0" name="Oval 650">
              <a:extLst>
                <a:ext uri="{FF2B5EF4-FFF2-40B4-BE49-F238E27FC236}">
                  <a16:creationId xmlns:a16="http://schemas.microsoft.com/office/drawing/2014/main" id="{0EA354AB-CDB0-4716-85B8-B2EDD43F8859}"/>
                </a:ext>
              </a:extLst>
            </p:cNvPr>
            <p:cNvSpPr>
              <a:spLocks noChangeAspect="1" noChangeArrowheads="1"/>
            </p:cNvSpPr>
            <p:nvPr userDrawn="1"/>
          </p:nvSpPr>
          <p:spPr bwMode="auto">
            <a:xfrm>
              <a:off x="5001670"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1" name="Oval 651">
              <a:extLst>
                <a:ext uri="{FF2B5EF4-FFF2-40B4-BE49-F238E27FC236}">
                  <a16:creationId xmlns:a16="http://schemas.microsoft.com/office/drawing/2014/main" id="{C93ABCFB-A956-43E6-947E-E4B0C006FD1F}"/>
                </a:ext>
              </a:extLst>
            </p:cNvPr>
            <p:cNvSpPr>
              <a:spLocks noChangeAspect="1" noChangeArrowheads="1"/>
            </p:cNvSpPr>
            <p:nvPr userDrawn="1"/>
          </p:nvSpPr>
          <p:spPr bwMode="auto">
            <a:xfrm>
              <a:off x="5226330"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2" name="Oval 652">
              <a:extLst>
                <a:ext uri="{FF2B5EF4-FFF2-40B4-BE49-F238E27FC236}">
                  <a16:creationId xmlns:a16="http://schemas.microsoft.com/office/drawing/2014/main" id="{9D5F1570-9B1F-4DFB-ADBF-AE1A61A9E859}"/>
                </a:ext>
              </a:extLst>
            </p:cNvPr>
            <p:cNvSpPr>
              <a:spLocks noChangeAspect="1" noChangeArrowheads="1"/>
            </p:cNvSpPr>
            <p:nvPr userDrawn="1"/>
          </p:nvSpPr>
          <p:spPr bwMode="auto">
            <a:xfrm>
              <a:off x="533790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3" name="Oval 653">
              <a:extLst>
                <a:ext uri="{FF2B5EF4-FFF2-40B4-BE49-F238E27FC236}">
                  <a16:creationId xmlns:a16="http://schemas.microsoft.com/office/drawing/2014/main" id="{1F6F3BFC-560F-46CA-AD5D-062977C891CF}"/>
                </a:ext>
              </a:extLst>
            </p:cNvPr>
            <p:cNvSpPr>
              <a:spLocks noChangeAspect="1" noChangeArrowheads="1"/>
            </p:cNvSpPr>
            <p:nvPr userDrawn="1"/>
          </p:nvSpPr>
          <p:spPr bwMode="auto">
            <a:xfrm>
              <a:off x="5450992"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4" name="Oval 654">
              <a:extLst>
                <a:ext uri="{FF2B5EF4-FFF2-40B4-BE49-F238E27FC236}">
                  <a16:creationId xmlns:a16="http://schemas.microsoft.com/office/drawing/2014/main" id="{BD01CFB4-8099-4FF6-85B2-039A361B0D16}"/>
                </a:ext>
              </a:extLst>
            </p:cNvPr>
            <p:cNvSpPr>
              <a:spLocks noChangeAspect="1" noChangeArrowheads="1"/>
            </p:cNvSpPr>
            <p:nvPr userDrawn="1"/>
          </p:nvSpPr>
          <p:spPr bwMode="auto">
            <a:xfrm>
              <a:off x="5562568"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5" name="Oval 655">
              <a:extLst>
                <a:ext uri="{FF2B5EF4-FFF2-40B4-BE49-F238E27FC236}">
                  <a16:creationId xmlns:a16="http://schemas.microsoft.com/office/drawing/2014/main" id="{1E9E7554-D6AE-4FB4-8D76-055F70490601}"/>
                </a:ext>
              </a:extLst>
            </p:cNvPr>
            <p:cNvSpPr>
              <a:spLocks noChangeAspect="1" noChangeArrowheads="1"/>
            </p:cNvSpPr>
            <p:nvPr userDrawn="1"/>
          </p:nvSpPr>
          <p:spPr bwMode="auto">
            <a:xfrm>
              <a:off x="5675652"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6" name="Oval 656">
              <a:extLst>
                <a:ext uri="{FF2B5EF4-FFF2-40B4-BE49-F238E27FC236}">
                  <a16:creationId xmlns:a16="http://schemas.microsoft.com/office/drawing/2014/main" id="{140E2933-60A7-4BE5-9C93-32AA0DFBA0F8}"/>
                </a:ext>
              </a:extLst>
            </p:cNvPr>
            <p:cNvSpPr>
              <a:spLocks noChangeAspect="1" noChangeArrowheads="1"/>
            </p:cNvSpPr>
            <p:nvPr userDrawn="1"/>
          </p:nvSpPr>
          <p:spPr bwMode="auto">
            <a:xfrm>
              <a:off x="5900313"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7" name="Oval 657">
              <a:extLst>
                <a:ext uri="{FF2B5EF4-FFF2-40B4-BE49-F238E27FC236}">
                  <a16:creationId xmlns:a16="http://schemas.microsoft.com/office/drawing/2014/main" id="{BB247054-19BC-4922-BE73-3BCDC9F5BFD8}"/>
                </a:ext>
              </a:extLst>
            </p:cNvPr>
            <p:cNvSpPr>
              <a:spLocks noChangeAspect="1" noChangeArrowheads="1"/>
            </p:cNvSpPr>
            <p:nvPr userDrawn="1"/>
          </p:nvSpPr>
          <p:spPr bwMode="auto">
            <a:xfrm>
              <a:off x="6013398"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8" name="Oval 658">
              <a:extLst>
                <a:ext uri="{FF2B5EF4-FFF2-40B4-BE49-F238E27FC236}">
                  <a16:creationId xmlns:a16="http://schemas.microsoft.com/office/drawing/2014/main" id="{F37F2922-A856-460F-9128-E4B93E93AB4A}"/>
                </a:ext>
              </a:extLst>
            </p:cNvPr>
            <p:cNvSpPr>
              <a:spLocks noChangeAspect="1" noChangeArrowheads="1"/>
            </p:cNvSpPr>
            <p:nvPr userDrawn="1"/>
          </p:nvSpPr>
          <p:spPr bwMode="auto">
            <a:xfrm>
              <a:off x="612497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9" name="Oval 659">
              <a:extLst>
                <a:ext uri="{FF2B5EF4-FFF2-40B4-BE49-F238E27FC236}">
                  <a16:creationId xmlns:a16="http://schemas.microsoft.com/office/drawing/2014/main" id="{31A1CCEF-09A6-46C9-825E-DB8CBC173FE6}"/>
                </a:ext>
              </a:extLst>
            </p:cNvPr>
            <p:cNvSpPr>
              <a:spLocks noChangeAspect="1" noChangeArrowheads="1"/>
            </p:cNvSpPr>
            <p:nvPr userDrawn="1"/>
          </p:nvSpPr>
          <p:spPr bwMode="auto">
            <a:xfrm>
              <a:off x="6238058"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0" name="Oval 660">
              <a:extLst>
                <a:ext uri="{FF2B5EF4-FFF2-40B4-BE49-F238E27FC236}">
                  <a16:creationId xmlns:a16="http://schemas.microsoft.com/office/drawing/2014/main" id="{F7B6E5BF-11AC-43BA-969A-D564940B81B1}"/>
                </a:ext>
              </a:extLst>
            </p:cNvPr>
            <p:cNvSpPr>
              <a:spLocks noChangeAspect="1" noChangeArrowheads="1"/>
            </p:cNvSpPr>
            <p:nvPr userDrawn="1"/>
          </p:nvSpPr>
          <p:spPr bwMode="auto">
            <a:xfrm>
              <a:off x="6349634"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1" name="Oval 661">
              <a:extLst>
                <a:ext uri="{FF2B5EF4-FFF2-40B4-BE49-F238E27FC236}">
                  <a16:creationId xmlns:a16="http://schemas.microsoft.com/office/drawing/2014/main" id="{7C2DC91B-8E83-4CE4-AFD2-19CFFAD477DB}"/>
                </a:ext>
              </a:extLst>
            </p:cNvPr>
            <p:cNvSpPr>
              <a:spLocks noChangeAspect="1" noChangeArrowheads="1"/>
            </p:cNvSpPr>
            <p:nvPr userDrawn="1"/>
          </p:nvSpPr>
          <p:spPr bwMode="auto">
            <a:xfrm>
              <a:off x="6462718"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2" name="Oval 662">
              <a:extLst>
                <a:ext uri="{FF2B5EF4-FFF2-40B4-BE49-F238E27FC236}">
                  <a16:creationId xmlns:a16="http://schemas.microsoft.com/office/drawing/2014/main" id="{477B55DD-6D00-4E18-9AAC-170C2C9F1EB0}"/>
                </a:ext>
              </a:extLst>
            </p:cNvPr>
            <p:cNvSpPr>
              <a:spLocks noChangeAspect="1" noChangeArrowheads="1"/>
            </p:cNvSpPr>
            <p:nvPr userDrawn="1"/>
          </p:nvSpPr>
          <p:spPr bwMode="auto">
            <a:xfrm>
              <a:off x="657429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3" name="Oval 663">
              <a:extLst>
                <a:ext uri="{FF2B5EF4-FFF2-40B4-BE49-F238E27FC236}">
                  <a16:creationId xmlns:a16="http://schemas.microsoft.com/office/drawing/2014/main" id="{346590CC-D275-41DD-854C-A5CFF2DEEC81}"/>
                </a:ext>
              </a:extLst>
            </p:cNvPr>
            <p:cNvSpPr>
              <a:spLocks noChangeAspect="1" noChangeArrowheads="1"/>
            </p:cNvSpPr>
            <p:nvPr userDrawn="1"/>
          </p:nvSpPr>
          <p:spPr bwMode="auto">
            <a:xfrm>
              <a:off x="6687381"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4" name="Oval 664">
              <a:extLst>
                <a:ext uri="{FF2B5EF4-FFF2-40B4-BE49-F238E27FC236}">
                  <a16:creationId xmlns:a16="http://schemas.microsoft.com/office/drawing/2014/main" id="{ECDF9085-F57F-4BAA-8239-61B433DAD288}"/>
                </a:ext>
              </a:extLst>
            </p:cNvPr>
            <p:cNvSpPr>
              <a:spLocks noChangeAspect="1" noChangeArrowheads="1"/>
            </p:cNvSpPr>
            <p:nvPr userDrawn="1"/>
          </p:nvSpPr>
          <p:spPr bwMode="auto">
            <a:xfrm>
              <a:off x="679895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5" name="Oval 665">
              <a:extLst>
                <a:ext uri="{FF2B5EF4-FFF2-40B4-BE49-F238E27FC236}">
                  <a16:creationId xmlns:a16="http://schemas.microsoft.com/office/drawing/2014/main" id="{66504E1B-E5D1-4697-AF7B-F2982BE7005E}"/>
                </a:ext>
              </a:extLst>
            </p:cNvPr>
            <p:cNvSpPr>
              <a:spLocks noChangeAspect="1" noChangeArrowheads="1"/>
            </p:cNvSpPr>
            <p:nvPr userDrawn="1"/>
          </p:nvSpPr>
          <p:spPr bwMode="auto">
            <a:xfrm>
              <a:off x="6912041"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6" name="Oval 666">
              <a:extLst>
                <a:ext uri="{FF2B5EF4-FFF2-40B4-BE49-F238E27FC236}">
                  <a16:creationId xmlns:a16="http://schemas.microsoft.com/office/drawing/2014/main" id="{38C61D9A-CB39-4507-BCF7-C906EB8A5037}"/>
                </a:ext>
              </a:extLst>
            </p:cNvPr>
            <p:cNvSpPr>
              <a:spLocks noChangeAspect="1" noChangeArrowheads="1"/>
            </p:cNvSpPr>
            <p:nvPr userDrawn="1"/>
          </p:nvSpPr>
          <p:spPr bwMode="auto">
            <a:xfrm>
              <a:off x="7023616"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7" name="Oval 667">
              <a:extLst>
                <a:ext uri="{FF2B5EF4-FFF2-40B4-BE49-F238E27FC236}">
                  <a16:creationId xmlns:a16="http://schemas.microsoft.com/office/drawing/2014/main" id="{74E5D433-8EFE-44E2-812D-24549CF2A424}"/>
                </a:ext>
              </a:extLst>
            </p:cNvPr>
            <p:cNvSpPr>
              <a:spLocks noChangeAspect="1" noChangeArrowheads="1"/>
            </p:cNvSpPr>
            <p:nvPr userDrawn="1"/>
          </p:nvSpPr>
          <p:spPr bwMode="auto">
            <a:xfrm>
              <a:off x="7136701"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8" name="Oval 668">
              <a:extLst>
                <a:ext uri="{FF2B5EF4-FFF2-40B4-BE49-F238E27FC236}">
                  <a16:creationId xmlns:a16="http://schemas.microsoft.com/office/drawing/2014/main" id="{7A0572EA-CA7A-439D-84F8-679E668264DF}"/>
                </a:ext>
              </a:extLst>
            </p:cNvPr>
            <p:cNvSpPr>
              <a:spLocks noChangeAspect="1" noChangeArrowheads="1"/>
            </p:cNvSpPr>
            <p:nvPr userDrawn="1"/>
          </p:nvSpPr>
          <p:spPr bwMode="auto">
            <a:xfrm>
              <a:off x="724827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9" name="Oval 669">
              <a:extLst>
                <a:ext uri="{FF2B5EF4-FFF2-40B4-BE49-F238E27FC236}">
                  <a16:creationId xmlns:a16="http://schemas.microsoft.com/office/drawing/2014/main" id="{94E09767-0D2D-42E9-986E-F17D33A7AD61}"/>
                </a:ext>
              </a:extLst>
            </p:cNvPr>
            <p:cNvSpPr>
              <a:spLocks noChangeAspect="1" noChangeArrowheads="1"/>
            </p:cNvSpPr>
            <p:nvPr userDrawn="1"/>
          </p:nvSpPr>
          <p:spPr bwMode="auto">
            <a:xfrm>
              <a:off x="7361362"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0" name="Oval 670">
              <a:extLst>
                <a:ext uri="{FF2B5EF4-FFF2-40B4-BE49-F238E27FC236}">
                  <a16:creationId xmlns:a16="http://schemas.microsoft.com/office/drawing/2014/main" id="{DADED303-F882-4261-8A89-B7B6FDF352AA}"/>
                </a:ext>
              </a:extLst>
            </p:cNvPr>
            <p:cNvSpPr>
              <a:spLocks noChangeAspect="1" noChangeArrowheads="1"/>
            </p:cNvSpPr>
            <p:nvPr userDrawn="1"/>
          </p:nvSpPr>
          <p:spPr bwMode="auto">
            <a:xfrm>
              <a:off x="747293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1" name="Oval 671">
              <a:extLst>
                <a:ext uri="{FF2B5EF4-FFF2-40B4-BE49-F238E27FC236}">
                  <a16:creationId xmlns:a16="http://schemas.microsoft.com/office/drawing/2014/main" id="{D9A811B2-64A1-495E-99B0-2142C8234BA7}"/>
                </a:ext>
              </a:extLst>
            </p:cNvPr>
            <p:cNvSpPr>
              <a:spLocks noChangeAspect="1" noChangeArrowheads="1"/>
            </p:cNvSpPr>
            <p:nvPr userDrawn="1"/>
          </p:nvSpPr>
          <p:spPr bwMode="auto">
            <a:xfrm>
              <a:off x="1405589"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2" name="Oval 672">
              <a:extLst>
                <a:ext uri="{FF2B5EF4-FFF2-40B4-BE49-F238E27FC236}">
                  <a16:creationId xmlns:a16="http://schemas.microsoft.com/office/drawing/2014/main" id="{A7F209A5-A5A6-4C51-B851-38C8B7F7678A}"/>
                </a:ext>
              </a:extLst>
            </p:cNvPr>
            <p:cNvSpPr>
              <a:spLocks noChangeAspect="1" noChangeArrowheads="1"/>
            </p:cNvSpPr>
            <p:nvPr userDrawn="1"/>
          </p:nvSpPr>
          <p:spPr bwMode="auto">
            <a:xfrm>
              <a:off x="151867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3" name="Oval 673">
              <a:extLst>
                <a:ext uri="{FF2B5EF4-FFF2-40B4-BE49-F238E27FC236}">
                  <a16:creationId xmlns:a16="http://schemas.microsoft.com/office/drawing/2014/main" id="{209C3AFC-D65F-4B22-9B94-1B17DB9458B3}"/>
                </a:ext>
              </a:extLst>
            </p:cNvPr>
            <p:cNvSpPr>
              <a:spLocks noChangeAspect="1" noChangeArrowheads="1"/>
            </p:cNvSpPr>
            <p:nvPr userDrawn="1"/>
          </p:nvSpPr>
          <p:spPr bwMode="auto">
            <a:xfrm>
              <a:off x="1630250"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4" name="Oval 674">
              <a:extLst>
                <a:ext uri="{FF2B5EF4-FFF2-40B4-BE49-F238E27FC236}">
                  <a16:creationId xmlns:a16="http://schemas.microsoft.com/office/drawing/2014/main" id="{63A542E7-7625-40EE-A91C-69C0627D8C40}"/>
                </a:ext>
              </a:extLst>
            </p:cNvPr>
            <p:cNvSpPr>
              <a:spLocks noChangeAspect="1" noChangeArrowheads="1"/>
            </p:cNvSpPr>
            <p:nvPr userDrawn="1"/>
          </p:nvSpPr>
          <p:spPr bwMode="auto">
            <a:xfrm>
              <a:off x="174333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5" name="Oval 675">
              <a:extLst>
                <a:ext uri="{FF2B5EF4-FFF2-40B4-BE49-F238E27FC236}">
                  <a16:creationId xmlns:a16="http://schemas.microsoft.com/office/drawing/2014/main" id="{7ABB5810-6B01-47A9-8300-F9EFDFB73DA6}"/>
                </a:ext>
              </a:extLst>
            </p:cNvPr>
            <p:cNvSpPr>
              <a:spLocks noChangeAspect="1" noChangeArrowheads="1"/>
            </p:cNvSpPr>
            <p:nvPr userDrawn="1"/>
          </p:nvSpPr>
          <p:spPr bwMode="auto">
            <a:xfrm>
              <a:off x="1854910"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6" name="Oval 676">
              <a:extLst>
                <a:ext uri="{FF2B5EF4-FFF2-40B4-BE49-F238E27FC236}">
                  <a16:creationId xmlns:a16="http://schemas.microsoft.com/office/drawing/2014/main" id="{428B33B5-FE86-4FB4-BD73-C7F127FA8452}"/>
                </a:ext>
              </a:extLst>
            </p:cNvPr>
            <p:cNvSpPr>
              <a:spLocks noChangeAspect="1" noChangeArrowheads="1"/>
            </p:cNvSpPr>
            <p:nvPr userDrawn="1"/>
          </p:nvSpPr>
          <p:spPr bwMode="auto">
            <a:xfrm>
              <a:off x="1967995"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7" name="Oval 677">
              <a:extLst>
                <a:ext uri="{FF2B5EF4-FFF2-40B4-BE49-F238E27FC236}">
                  <a16:creationId xmlns:a16="http://schemas.microsoft.com/office/drawing/2014/main" id="{806DD19A-1F2C-4843-9A1F-C60EFA2E5AD9}"/>
                </a:ext>
              </a:extLst>
            </p:cNvPr>
            <p:cNvSpPr>
              <a:spLocks noChangeAspect="1" noChangeArrowheads="1"/>
            </p:cNvSpPr>
            <p:nvPr userDrawn="1"/>
          </p:nvSpPr>
          <p:spPr bwMode="auto">
            <a:xfrm>
              <a:off x="2079572"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8" name="Oval 678">
              <a:extLst>
                <a:ext uri="{FF2B5EF4-FFF2-40B4-BE49-F238E27FC236}">
                  <a16:creationId xmlns:a16="http://schemas.microsoft.com/office/drawing/2014/main" id="{FC9D40C0-A304-49F2-B358-09A47D6A0851}"/>
                </a:ext>
              </a:extLst>
            </p:cNvPr>
            <p:cNvSpPr>
              <a:spLocks noChangeAspect="1" noChangeArrowheads="1"/>
            </p:cNvSpPr>
            <p:nvPr userDrawn="1"/>
          </p:nvSpPr>
          <p:spPr bwMode="auto">
            <a:xfrm>
              <a:off x="219265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9" name="Oval 679">
              <a:extLst>
                <a:ext uri="{FF2B5EF4-FFF2-40B4-BE49-F238E27FC236}">
                  <a16:creationId xmlns:a16="http://schemas.microsoft.com/office/drawing/2014/main" id="{56D55219-BE8D-4911-ABA5-B89C6B6DB861}"/>
                </a:ext>
              </a:extLst>
            </p:cNvPr>
            <p:cNvSpPr>
              <a:spLocks noChangeAspect="1" noChangeArrowheads="1"/>
            </p:cNvSpPr>
            <p:nvPr userDrawn="1"/>
          </p:nvSpPr>
          <p:spPr bwMode="auto">
            <a:xfrm>
              <a:off x="2304233"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0" name="Oval 680">
              <a:extLst>
                <a:ext uri="{FF2B5EF4-FFF2-40B4-BE49-F238E27FC236}">
                  <a16:creationId xmlns:a16="http://schemas.microsoft.com/office/drawing/2014/main" id="{C7493CA5-2793-44C7-A3BC-94CC794BC3FB}"/>
                </a:ext>
              </a:extLst>
            </p:cNvPr>
            <p:cNvSpPr>
              <a:spLocks noChangeAspect="1" noChangeArrowheads="1"/>
            </p:cNvSpPr>
            <p:nvPr userDrawn="1"/>
          </p:nvSpPr>
          <p:spPr bwMode="auto">
            <a:xfrm>
              <a:off x="241731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1" name="Oval 681">
              <a:extLst>
                <a:ext uri="{FF2B5EF4-FFF2-40B4-BE49-F238E27FC236}">
                  <a16:creationId xmlns:a16="http://schemas.microsoft.com/office/drawing/2014/main" id="{0535A198-80B8-45D4-85A5-4A0484004BD6}"/>
                </a:ext>
              </a:extLst>
            </p:cNvPr>
            <p:cNvSpPr>
              <a:spLocks noChangeAspect="1" noChangeArrowheads="1"/>
            </p:cNvSpPr>
            <p:nvPr userDrawn="1"/>
          </p:nvSpPr>
          <p:spPr bwMode="auto">
            <a:xfrm>
              <a:off x="2528893"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2" name="Oval 682">
              <a:extLst>
                <a:ext uri="{FF2B5EF4-FFF2-40B4-BE49-F238E27FC236}">
                  <a16:creationId xmlns:a16="http://schemas.microsoft.com/office/drawing/2014/main" id="{7E21B8B9-3C6E-4532-A539-27C960F317E3}"/>
                </a:ext>
              </a:extLst>
            </p:cNvPr>
            <p:cNvSpPr>
              <a:spLocks noChangeAspect="1" noChangeArrowheads="1"/>
            </p:cNvSpPr>
            <p:nvPr userDrawn="1"/>
          </p:nvSpPr>
          <p:spPr bwMode="auto">
            <a:xfrm>
              <a:off x="264197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3" name="Oval 683">
              <a:extLst>
                <a:ext uri="{FF2B5EF4-FFF2-40B4-BE49-F238E27FC236}">
                  <a16:creationId xmlns:a16="http://schemas.microsoft.com/office/drawing/2014/main" id="{E0EFBF3D-7142-4B90-9FB6-CC721DE59895}"/>
                </a:ext>
              </a:extLst>
            </p:cNvPr>
            <p:cNvSpPr>
              <a:spLocks noChangeAspect="1" noChangeArrowheads="1"/>
            </p:cNvSpPr>
            <p:nvPr userDrawn="1"/>
          </p:nvSpPr>
          <p:spPr bwMode="auto">
            <a:xfrm>
              <a:off x="410302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4" name="Oval 684">
              <a:extLst>
                <a:ext uri="{FF2B5EF4-FFF2-40B4-BE49-F238E27FC236}">
                  <a16:creationId xmlns:a16="http://schemas.microsoft.com/office/drawing/2014/main" id="{BC0783A3-8A6A-412B-B34E-7C2F6BBD6CD2}"/>
                </a:ext>
              </a:extLst>
            </p:cNvPr>
            <p:cNvSpPr>
              <a:spLocks noChangeAspect="1" noChangeArrowheads="1"/>
            </p:cNvSpPr>
            <p:nvPr userDrawn="1"/>
          </p:nvSpPr>
          <p:spPr bwMode="auto">
            <a:xfrm>
              <a:off x="421460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5" name="Oval 685">
              <a:extLst>
                <a:ext uri="{FF2B5EF4-FFF2-40B4-BE49-F238E27FC236}">
                  <a16:creationId xmlns:a16="http://schemas.microsoft.com/office/drawing/2014/main" id="{40649BD5-DA96-4DC8-AD47-1C94EABF6FF5}"/>
                </a:ext>
              </a:extLst>
            </p:cNvPr>
            <p:cNvSpPr>
              <a:spLocks noChangeAspect="1" noChangeArrowheads="1"/>
            </p:cNvSpPr>
            <p:nvPr userDrawn="1"/>
          </p:nvSpPr>
          <p:spPr bwMode="auto">
            <a:xfrm>
              <a:off x="432768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6" name="Oval 686">
              <a:extLst>
                <a:ext uri="{FF2B5EF4-FFF2-40B4-BE49-F238E27FC236}">
                  <a16:creationId xmlns:a16="http://schemas.microsoft.com/office/drawing/2014/main" id="{2DC4AEC8-1DF8-4B30-A742-7B53C5422510}"/>
                </a:ext>
              </a:extLst>
            </p:cNvPr>
            <p:cNvSpPr>
              <a:spLocks noChangeAspect="1" noChangeArrowheads="1"/>
            </p:cNvSpPr>
            <p:nvPr userDrawn="1"/>
          </p:nvSpPr>
          <p:spPr bwMode="auto">
            <a:xfrm>
              <a:off x="4663925"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7" name="Oval 687">
              <a:extLst>
                <a:ext uri="{FF2B5EF4-FFF2-40B4-BE49-F238E27FC236}">
                  <a16:creationId xmlns:a16="http://schemas.microsoft.com/office/drawing/2014/main" id="{1C92C522-6269-4EF5-9D01-95DCEC633052}"/>
                </a:ext>
              </a:extLst>
            </p:cNvPr>
            <p:cNvSpPr>
              <a:spLocks noChangeAspect="1" noChangeArrowheads="1"/>
            </p:cNvSpPr>
            <p:nvPr userDrawn="1"/>
          </p:nvSpPr>
          <p:spPr bwMode="auto">
            <a:xfrm>
              <a:off x="4777009"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8" name="Oval 688">
              <a:extLst>
                <a:ext uri="{FF2B5EF4-FFF2-40B4-BE49-F238E27FC236}">
                  <a16:creationId xmlns:a16="http://schemas.microsoft.com/office/drawing/2014/main" id="{D8A8004C-6A76-49E1-81A7-090794CF5AF9}"/>
                </a:ext>
              </a:extLst>
            </p:cNvPr>
            <p:cNvSpPr>
              <a:spLocks noChangeAspect="1" noChangeArrowheads="1"/>
            </p:cNvSpPr>
            <p:nvPr userDrawn="1"/>
          </p:nvSpPr>
          <p:spPr bwMode="auto">
            <a:xfrm>
              <a:off x="4888585"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9" name="Oval 689">
              <a:extLst>
                <a:ext uri="{FF2B5EF4-FFF2-40B4-BE49-F238E27FC236}">
                  <a16:creationId xmlns:a16="http://schemas.microsoft.com/office/drawing/2014/main" id="{A6EE3613-619A-41E6-8586-823B27F63719}"/>
                </a:ext>
              </a:extLst>
            </p:cNvPr>
            <p:cNvSpPr>
              <a:spLocks noChangeAspect="1" noChangeArrowheads="1"/>
            </p:cNvSpPr>
            <p:nvPr userDrawn="1"/>
          </p:nvSpPr>
          <p:spPr bwMode="auto">
            <a:xfrm>
              <a:off x="5001670"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0" name="Oval 690">
              <a:extLst>
                <a:ext uri="{FF2B5EF4-FFF2-40B4-BE49-F238E27FC236}">
                  <a16:creationId xmlns:a16="http://schemas.microsoft.com/office/drawing/2014/main" id="{1CED229A-BA1A-44E6-98E4-237729C9426C}"/>
                </a:ext>
              </a:extLst>
            </p:cNvPr>
            <p:cNvSpPr>
              <a:spLocks noChangeAspect="1" noChangeArrowheads="1"/>
            </p:cNvSpPr>
            <p:nvPr userDrawn="1"/>
          </p:nvSpPr>
          <p:spPr bwMode="auto">
            <a:xfrm>
              <a:off x="511324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1" name="Oval 691">
              <a:extLst>
                <a:ext uri="{FF2B5EF4-FFF2-40B4-BE49-F238E27FC236}">
                  <a16:creationId xmlns:a16="http://schemas.microsoft.com/office/drawing/2014/main" id="{EEB3E521-AE3F-4FF4-BCBA-354EE1ABB182}"/>
                </a:ext>
              </a:extLst>
            </p:cNvPr>
            <p:cNvSpPr>
              <a:spLocks noChangeAspect="1" noChangeArrowheads="1"/>
            </p:cNvSpPr>
            <p:nvPr userDrawn="1"/>
          </p:nvSpPr>
          <p:spPr bwMode="auto">
            <a:xfrm>
              <a:off x="5226330"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2" name="Oval 692">
              <a:extLst>
                <a:ext uri="{FF2B5EF4-FFF2-40B4-BE49-F238E27FC236}">
                  <a16:creationId xmlns:a16="http://schemas.microsoft.com/office/drawing/2014/main" id="{04FFCDD1-DD19-42FD-A055-61896041F676}"/>
                </a:ext>
              </a:extLst>
            </p:cNvPr>
            <p:cNvSpPr>
              <a:spLocks noChangeAspect="1" noChangeArrowheads="1"/>
            </p:cNvSpPr>
            <p:nvPr userDrawn="1"/>
          </p:nvSpPr>
          <p:spPr bwMode="auto">
            <a:xfrm>
              <a:off x="533790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3" name="Oval 693">
              <a:extLst>
                <a:ext uri="{FF2B5EF4-FFF2-40B4-BE49-F238E27FC236}">
                  <a16:creationId xmlns:a16="http://schemas.microsoft.com/office/drawing/2014/main" id="{0F84FCC4-CB67-4181-9F27-E9A38CDFB055}"/>
                </a:ext>
              </a:extLst>
            </p:cNvPr>
            <p:cNvSpPr>
              <a:spLocks noChangeAspect="1" noChangeArrowheads="1"/>
            </p:cNvSpPr>
            <p:nvPr userDrawn="1"/>
          </p:nvSpPr>
          <p:spPr bwMode="auto">
            <a:xfrm>
              <a:off x="5450992"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4" name="Oval 694">
              <a:extLst>
                <a:ext uri="{FF2B5EF4-FFF2-40B4-BE49-F238E27FC236}">
                  <a16:creationId xmlns:a16="http://schemas.microsoft.com/office/drawing/2014/main" id="{9537FE7E-B962-470F-A815-37A9EC4124C1}"/>
                </a:ext>
              </a:extLst>
            </p:cNvPr>
            <p:cNvSpPr>
              <a:spLocks noChangeAspect="1" noChangeArrowheads="1"/>
            </p:cNvSpPr>
            <p:nvPr userDrawn="1"/>
          </p:nvSpPr>
          <p:spPr bwMode="auto">
            <a:xfrm>
              <a:off x="5675652"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5" name="Oval 695">
              <a:extLst>
                <a:ext uri="{FF2B5EF4-FFF2-40B4-BE49-F238E27FC236}">
                  <a16:creationId xmlns:a16="http://schemas.microsoft.com/office/drawing/2014/main" id="{53688A99-A8EE-44D1-913F-4391D1AD4FDF}"/>
                </a:ext>
              </a:extLst>
            </p:cNvPr>
            <p:cNvSpPr>
              <a:spLocks noChangeAspect="1" noChangeArrowheads="1"/>
            </p:cNvSpPr>
            <p:nvPr userDrawn="1"/>
          </p:nvSpPr>
          <p:spPr bwMode="auto">
            <a:xfrm>
              <a:off x="578722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6" name="Oval 696">
              <a:extLst>
                <a:ext uri="{FF2B5EF4-FFF2-40B4-BE49-F238E27FC236}">
                  <a16:creationId xmlns:a16="http://schemas.microsoft.com/office/drawing/2014/main" id="{3B4FAE26-98D3-4695-AED9-8AF823622578}"/>
                </a:ext>
              </a:extLst>
            </p:cNvPr>
            <p:cNvSpPr>
              <a:spLocks noChangeAspect="1" noChangeArrowheads="1"/>
            </p:cNvSpPr>
            <p:nvPr userDrawn="1"/>
          </p:nvSpPr>
          <p:spPr bwMode="auto">
            <a:xfrm>
              <a:off x="5900313"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7" name="Oval 697">
              <a:extLst>
                <a:ext uri="{FF2B5EF4-FFF2-40B4-BE49-F238E27FC236}">
                  <a16:creationId xmlns:a16="http://schemas.microsoft.com/office/drawing/2014/main" id="{B8D2637C-F9A6-4377-B1D4-612AE4254639}"/>
                </a:ext>
              </a:extLst>
            </p:cNvPr>
            <p:cNvSpPr>
              <a:spLocks noChangeAspect="1" noChangeArrowheads="1"/>
            </p:cNvSpPr>
            <p:nvPr userDrawn="1"/>
          </p:nvSpPr>
          <p:spPr bwMode="auto">
            <a:xfrm>
              <a:off x="601339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8" name="Oval 698">
              <a:extLst>
                <a:ext uri="{FF2B5EF4-FFF2-40B4-BE49-F238E27FC236}">
                  <a16:creationId xmlns:a16="http://schemas.microsoft.com/office/drawing/2014/main" id="{05125A07-4951-46F1-BE35-FE481F3FEA3E}"/>
                </a:ext>
              </a:extLst>
            </p:cNvPr>
            <p:cNvSpPr>
              <a:spLocks noChangeAspect="1" noChangeArrowheads="1"/>
            </p:cNvSpPr>
            <p:nvPr userDrawn="1"/>
          </p:nvSpPr>
          <p:spPr bwMode="auto">
            <a:xfrm>
              <a:off x="612497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9" name="Oval 699">
              <a:extLst>
                <a:ext uri="{FF2B5EF4-FFF2-40B4-BE49-F238E27FC236}">
                  <a16:creationId xmlns:a16="http://schemas.microsoft.com/office/drawing/2014/main" id="{90809B90-B5D5-47AF-A3A2-10E7BBBC9EDB}"/>
                </a:ext>
              </a:extLst>
            </p:cNvPr>
            <p:cNvSpPr>
              <a:spLocks noChangeAspect="1" noChangeArrowheads="1"/>
            </p:cNvSpPr>
            <p:nvPr userDrawn="1"/>
          </p:nvSpPr>
          <p:spPr bwMode="auto">
            <a:xfrm>
              <a:off x="6238058"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0" name="Oval 700">
              <a:extLst>
                <a:ext uri="{FF2B5EF4-FFF2-40B4-BE49-F238E27FC236}">
                  <a16:creationId xmlns:a16="http://schemas.microsoft.com/office/drawing/2014/main" id="{29BFC3DD-1BBC-4246-A040-C1AAE7E664C9}"/>
                </a:ext>
              </a:extLst>
            </p:cNvPr>
            <p:cNvSpPr>
              <a:spLocks noChangeAspect="1" noChangeArrowheads="1"/>
            </p:cNvSpPr>
            <p:nvPr userDrawn="1"/>
          </p:nvSpPr>
          <p:spPr bwMode="auto">
            <a:xfrm>
              <a:off x="634963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1" name="Oval 701">
              <a:extLst>
                <a:ext uri="{FF2B5EF4-FFF2-40B4-BE49-F238E27FC236}">
                  <a16:creationId xmlns:a16="http://schemas.microsoft.com/office/drawing/2014/main" id="{7DD845C1-3524-433D-B3E3-71ABDFBBE44F}"/>
                </a:ext>
              </a:extLst>
            </p:cNvPr>
            <p:cNvSpPr>
              <a:spLocks noChangeAspect="1" noChangeArrowheads="1"/>
            </p:cNvSpPr>
            <p:nvPr userDrawn="1"/>
          </p:nvSpPr>
          <p:spPr bwMode="auto">
            <a:xfrm>
              <a:off x="646271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2" name="Oval 702">
              <a:extLst>
                <a:ext uri="{FF2B5EF4-FFF2-40B4-BE49-F238E27FC236}">
                  <a16:creationId xmlns:a16="http://schemas.microsoft.com/office/drawing/2014/main" id="{5C53A872-0C47-453E-9072-DF6EFADD76DB}"/>
                </a:ext>
              </a:extLst>
            </p:cNvPr>
            <p:cNvSpPr>
              <a:spLocks noChangeAspect="1" noChangeArrowheads="1"/>
            </p:cNvSpPr>
            <p:nvPr userDrawn="1"/>
          </p:nvSpPr>
          <p:spPr bwMode="auto">
            <a:xfrm>
              <a:off x="657429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3" name="Oval 703">
              <a:extLst>
                <a:ext uri="{FF2B5EF4-FFF2-40B4-BE49-F238E27FC236}">
                  <a16:creationId xmlns:a16="http://schemas.microsoft.com/office/drawing/2014/main" id="{20DCCFE9-EACA-4703-8C6F-227897E77FC5}"/>
                </a:ext>
              </a:extLst>
            </p:cNvPr>
            <p:cNvSpPr>
              <a:spLocks noChangeAspect="1" noChangeArrowheads="1"/>
            </p:cNvSpPr>
            <p:nvPr userDrawn="1"/>
          </p:nvSpPr>
          <p:spPr bwMode="auto">
            <a:xfrm>
              <a:off x="6687381"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4" name="Oval 704">
              <a:extLst>
                <a:ext uri="{FF2B5EF4-FFF2-40B4-BE49-F238E27FC236}">
                  <a16:creationId xmlns:a16="http://schemas.microsoft.com/office/drawing/2014/main" id="{C19F5DCD-B8CF-4A91-9678-68A007F86DC2}"/>
                </a:ext>
              </a:extLst>
            </p:cNvPr>
            <p:cNvSpPr>
              <a:spLocks noChangeAspect="1" noChangeArrowheads="1"/>
            </p:cNvSpPr>
            <p:nvPr userDrawn="1"/>
          </p:nvSpPr>
          <p:spPr bwMode="auto">
            <a:xfrm>
              <a:off x="679895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5" name="Oval 705">
              <a:extLst>
                <a:ext uri="{FF2B5EF4-FFF2-40B4-BE49-F238E27FC236}">
                  <a16:creationId xmlns:a16="http://schemas.microsoft.com/office/drawing/2014/main" id="{7D8BF6CA-0FC4-4CE0-9245-4E4DA9726D12}"/>
                </a:ext>
              </a:extLst>
            </p:cNvPr>
            <p:cNvSpPr>
              <a:spLocks noChangeAspect="1" noChangeArrowheads="1"/>
            </p:cNvSpPr>
            <p:nvPr userDrawn="1"/>
          </p:nvSpPr>
          <p:spPr bwMode="auto">
            <a:xfrm>
              <a:off x="6912041"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6" name="Oval 706">
              <a:extLst>
                <a:ext uri="{FF2B5EF4-FFF2-40B4-BE49-F238E27FC236}">
                  <a16:creationId xmlns:a16="http://schemas.microsoft.com/office/drawing/2014/main" id="{84DFE67E-45CF-434B-A187-159A1FB07B18}"/>
                </a:ext>
              </a:extLst>
            </p:cNvPr>
            <p:cNvSpPr>
              <a:spLocks noChangeAspect="1" noChangeArrowheads="1"/>
            </p:cNvSpPr>
            <p:nvPr userDrawn="1"/>
          </p:nvSpPr>
          <p:spPr bwMode="auto">
            <a:xfrm>
              <a:off x="7023616"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7" name="Oval 707">
              <a:extLst>
                <a:ext uri="{FF2B5EF4-FFF2-40B4-BE49-F238E27FC236}">
                  <a16:creationId xmlns:a16="http://schemas.microsoft.com/office/drawing/2014/main" id="{405410F7-B791-45A2-A0BA-3F92BA2B2880}"/>
                </a:ext>
              </a:extLst>
            </p:cNvPr>
            <p:cNvSpPr>
              <a:spLocks noChangeAspect="1" noChangeArrowheads="1"/>
            </p:cNvSpPr>
            <p:nvPr userDrawn="1"/>
          </p:nvSpPr>
          <p:spPr bwMode="auto">
            <a:xfrm>
              <a:off x="7136701"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8" name="Oval 708">
              <a:extLst>
                <a:ext uri="{FF2B5EF4-FFF2-40B4-BE49-F238E27FC236}">
                  <a16:creationId xmlns:a16="http://schemas.microsoft.com/office/drawing/2014/main" id="{F17A7253-9CB2-4302-B437-73C5D3748BD1}"/>
                </a:ext>
              </a:extLst>
            </p:cNvPr>
            <p:cNvSpPr>
              <a:spLocks noChangeAspect="1" noChangeArrowheads="1"/>
            </p:cNvSpPr>
            <p:nvPr userDrawn="1"/>
          </p:nvSpPr>
          <p:spPr bwMode="auto">
            <a:xfrm>
              <a:off x="724827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9" name="Oval 709">
              <a:extLst>
                <a:ext uri="{FF2B5EF4-FFF2-40B4-BE49-F238E27FC236}">
                  <a16:creationId xmlns:a16="http://schemas.microsoft.com/office/drawing/2014/main" id="{2F231BEC-F42F-437C-BD26-23900D67120B}"/>
                </a:ext>
              </a:extLst>
            </p:cNvPr>
            <p:cNvSpPr>
              <a:spLocks noChangeAspect="1" noChangeArrowheads="1"/>
            </p:cNvSpPr>
            <p:nvPr userDrawn="1"/>
          </p:nvSpPr>
          <p:spPr bwMode="auto">
            <a:xfrm>
              <a:off x="7361362"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0" name="Oval 710">
              <a:extLst>
                <a:ext uri="{FF2B5EF4-FFF2-40B4-BE49-F238E27FC236}">
                  <a16:creationId xmlns:a16="http://schemas.microsoft.com/office/drawing/2014/main" id="{BF0972D5-112B-41A9-A7F0-F1B90D5FC4B2}"/>
                </a:ext>
              </a:extLst>
            </p:cNvPr>
            <p:cNvSpPr>
              <a:spLocks noChangeAspect="1" noChangeArrowheads="1"/>
            </p:cNvSpPr>
            <p:nvPr userDrawn="1"/>
          </p:nvSpPr>
          <p:spPr bwMode="auto">
            <a:xfrm>
              <a:off x="758602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1" name="Oval 711">
              <a:extLst>
                <a:ext uri="{FF2B5EF4-FFF2-40B4-BE49-F238E27FC236}">
                  <a16:creationId xmlns:a16="http://schemas.microsoft.com/office/drawing/2014/main" id="{8A45A267-0677-4351-BEC6-60C33F0E6F8C}"/>
                </a:ext>
              </a:extLst>
            </p:cNvPr>
            <p:cNvSpPr>
              <a:spLocks noChangeAspect="1" noChangeArrowheads="1"/>
            </p:cNvSpPr>
            <p:nvPr userDrawn="1"/>
          </p:nvSpPr>
          <p:spPr bwMode="auto">
            <a:xfrm>
              <a:off x="1405589"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2" name="Oval 712">
              <a:extLst>
                <a:ext uri="{FF2B5EF4-FFF2-40B4-BE49-F238E27FC236}">
                  <a16:creationId xmlns:a16="http://schemas.microsoft.com/office/drawing/2014/main" id="{486986FE-44C8-4F32-B850-10716393B281}"/>
                </a:ext>
              </a:extLst>
            </p:cNvPr>
            <p:cNvSpPr>
              <a:spLocks noChangeAspect="1" noChangeArrowheads="1"/>
            </p:cNvSpPr>
            <p:nvPr userDrawn="1"/>
          </p:nvSpPr>
          <p:spPr bwMode="auto">
            <a:xfrm>
              <a:off x="151867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3" name="Oval 713">
              <a:extLst>
                <a:ext uri="{FF2B5EF4-FFF2-40B4-BE49-F238E27FC236}">
                  <a16:creationId xmlns:a16="http://schemas.microsoft.com/office/drawing/2014/main" id="{9CE1F630-3DED-4BC1-922E-1A58E96DB54C}"/>
                </a:ext>
              </a:extLst>
            </p:cNvPr>
            <p:cNvSpPr>
              <a:spLocks noChangeAspect="1" noChangeArrowheads="1"/>
            </p:cNvSpPr>
            <p:nvPr userDrawn="1"/>
          </p:nvSpPr>
          <p:spPr bwMode="auto">
            <a:xfrm>
              <a:off x="163025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4" name="Oval 714">
              <a:extLst>
                <a:ext uri="{FF2B5EF4-FFF2-40B4-BE49-F238E27FC236}">
                  <a16:creationId xmlns:a16="http://schemas.microsoft.com/office/drawing/2014/main" id="{38022781-01A1-4C6C-9667-F72F6841F23F}"/>
                </a:ext>
              </a:extLst>
            </p:cNvPr>
            <p:cNvSpPr>
              <a:spLocks noChangeAspect="1" noChangeArrowheads="1"/>
            </p:cNvSpPr>
            <p:nvPr userDrawn="1"/>
          </p:nvSpPr>
          <p:spPr bwMode="auto">
            <a:xfrm>
              <a:off x="174333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5" name="Oval 715">
              <a:extLst>
                <a:ext uri="{FF2B5EF4-FFF2-40B4-BE49-F238E27FC236}">
                  <a16:creationId xmlns:a16="http://schemas.microsoft.com/office/drawing/2014/main" id="{6323602F-F81F-41D9-B11D-9E369044AE44}"/>
                </a:ext>
              </a:extLst>
            </p:cNvPr>
            <p:cNvSpPr>
              <a:spLocks noChangeAspect="1" noChangeArrowheads="1"/>
            </p:cNvSpPr>
            <p:nvPr userDrawn="1"/>
          </p:nvSpPr>
          <p:spPr bwMode="auto">
            <a:xfrm>
              <a:off x="1854911"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6" name="Oval 716">
              <a:extLst>
                <a:ext uri="{FF2B5EF4-FFF2-40B4-BE49-F238E27FC236}">
                  <a16:creationId xmlns:a16="http://schemas.microsoft.com/office/drawing/2014/main" id="{059F6614-FBC3-4F68-A065-6A7FFEDE0F4A}"/>
                </a:ext>
              </a:extLst>
            </p:cNvPr>
            <p:cNvSpPr>
              <a:spLocks noChangeAspect="1" noChangeArrowheads="1"/>
            </p:cNvSpPr>
            <p:nvPr userDrawn="1"/>
          </p:nvSpPr>
          <p:spPr bwMode="auto">
            <a:xfrm>
              <a:off x="1967995"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7" name="Oval 717">
              <a:extLst>
                <a:ext uri="{FF2B5EF4-FFF2-40B4-BE49-F238E27FC236}">
                  <a16:creationId xmlns:a16="http://schemas.microsoft.com/office/drawing/2014/main" id="{0382E04A-BD48-4AB5-ABFF-74E77084B2AA}"/>
                </a:ext>
              </a:extLst>
            </p:cNvPr>
            <p:cNvSpPr>
              <a:spLocks noChangeAspect="1" noChangeArrowheads="1"/>
            </p:cNvSpPr>
            <p:nvPr userDrawn="1"/>
          </p:nvSpPr>
          <p:spPr bwMode="auto">
            <a:xfrm>
              <a:off x="2079572"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8" name="Oval 718">
              <a:extLst>
                <a:ext uri="{FF2B5EF4-FFF2-40B4-BE49-F238E27FC236}">
                  <a16:creationId xmlns:a16="http://schemas.microsoft.com/office/drawing/2014/main" id="{F400014B-B9EA-4682-BFD8-011FCA1B96B8}"/>
                </a:ext>
              </a:extLst>
            </p:cNvPr>
            <p:cNvSpPr>
              <a:spLocks noChangeAspect="1" noChangeArrowheads="1"/>
            </p:cNvSpPr>
            <p:nvPr userDrawn="1"/>
          </p:nvSpPr>
          <p:spPr bwMode="auto">
            <a:xfrm>
              <a:off x="2192657"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9" name="Oval 719">
              <a:extLst>
                <a:ext uri="{FF2B5EF4-FFF2-40B4-BE49-F238E27FC236}">
                  <a16:creationId xmlns:a16="http://schemas.microsoft.com/office/drawing/2014/main" id="{925B9E8A-1E91-4445-89AD-9BFAA87272AE}"/>
                </a:ext>
              </a:extLst>
            </p:cNvPr>
            <p:cNvSpPr>
              <a:spLocks noChangeAspect="1" noChangeArrowheads="1"/>
            </p:cNvSpPr>
            <p:nvPr userDrawn="1"/>
          </p:nvSpPr>
          <p:spPr bwMode="auto">
            <a:xfrm>
              <a:off x="2304233"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0" name="Oval 720">
              <a:extLst>
                <a:ext uri="{FF2B5EF4-FFF2-40B4-BE49-F238E27FC236}">
                  <a16:creationId xmlns:a16="http://schemas.microsoft.com/office/drawing/2014/main" id="{7AEB46CD-4808-4B80-A40F-88BF1E57FB58}"/>
                </a:ext>
              </a:extLst>
            </p:cNvPr>
            <p:cNvSpPr>
              <a:spLocks noChangeAspect="1" noChangeArrowheads="1"/>
            </p:cNvSpPr>
            <p:nvPr userDrawn="1"/>
          </p:nvSpPr>
          <p:spPr bwMode="auto">
            <a:xfrm>
              <a:off x="241731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1" name="Oval 721">
              <a:extLst>
                <a:ext uri="{FF2B5EF4-FFF2-40B4-BE49-F238E27FC236}">
                  <a16:creationId xmlns:a16="http://schemas.microsoft.com/office/drawing/2014/main" id="{AA7F6FD6-A748-4977-95D2-B7D7C778ED27}"/>
                </a:ext>
              </a:extLst>
            </p:cNvPr>
            <p:cNvSpPr>
              <a:spLocks noChangeAspect="1" noChangeArrowheads="1"/>
            </p:cNvSpPr>
            <p:nvPr userDrawn="1"/>
          </p:nvSpPr>
          <p:spPr bwMode="auto">
            <a:xfrm>
              <a:off x="2528893"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2" name="Oval 722">
              <a:extLst>
                <a:ext uri="{FF2B5EF4-FFF2-40B4-BE49-F238E27FC236}">
                  <a16:creationId xmlns:a16="http://schemas.microsoft.com/office/drawing/2014/main" id="{3AD2464C-A1C7-4538-8E25-C9052B7BB752}"/>
                </a:ext>
              </a:extLst>
            </p:cNvPr>
            <p:cNvSpPr>
              <a:spLocks noChangeAspect="1" noChangeArrowheads="1"/>
            </p:cNvSpPr>
            <p:nvPr userDrawn="1"/>
          </p:nvSpPr>
          <p:spPr bwMode="auto">
            <a:xfrm>
              <a:off x="410302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3" name="Oval 723">
              <a:extLst>
                <a:ext uri="{FF2B5EF4-FFF2-40B4-BE49-F238E27FC236}">
                  <a16:creationId xmlns:a16="http://schemas.microsoft.com/office/drawing/2014/main" id="{FDACB66B-B5BC-460F-A419-7BE17456D80D}"/>
                </a:ext>
              </a:extLst>
            </p:cNvPr>
            <p:cNvSpPr>
              <a:spLocks noChangeAspect="1" noChangeArrowheads="1"/>
            </p:cNvSpPr>
            <p:nvPr userDrawn="1"/>
          </p:nvSpPr>
          <p:spPr bwMode="auto">
            <a:xfrm>
              <a:off x="421460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4" name="Oval 724">
              <a:extLst>
                <a:ext uri="{FF2B5EF4-FFF2-40B4-BE49-F238E27FC236}">
                  <a16:creationId xmlns:a16="http://schemas.microsoft.com/office/drawing/2014/main" id="{66CC7E6C-200D-464A-953A-1F7E5DE05D87}"/>
                </a:ext>
              </a:extLst>
            </p:cNvPr>
            <p:cNvSpPr>
              <a:spLocks noChangeAspect="1" noChangeArrowheads="1"/>
            </p:cNvSpPr>
            <p:nvPr userDrawn="1"/>
          </p:nvSpPr>
          <p:spPr bwMode="auto">
            <a:xfrm>
              <a:off x="4663925"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5" name="Oval 725">
              <a:extLst>
                <a:ext uri="{FF2B5EF4-FFF2-40B4-BE49-F238E27FC236}">
                  <a16:creationId xmlns:a16="http://schemas.microsoft.com/office/drawing/2014/main" id="{A0CEB2A5-D79D-4D5A-A57B-93E219CC0358}"/>
                </a:ext>
              </a:extLst>
            </p:cNvPr>
            <p:cNvSpPr>
              <a:spLocks noChangeAspect="1" noChangeArrowheads="1"/>
            </p:cNvSpPr>
            <p:nvPr userDrawn="1"/>
          </p:nvSpPr>
          <p:spPr bwMode="auto">
            <a:xfrm>
              <a:off x="4888585"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6" name="Oval 726">
              <a:extLst>
                <a:ext uri="{FF2B5EF4-FFF2-40B4-BE49-F238E27FC236}">
                  <a16:creationId xmlns:a16="http://schemas.microsoft.com/office/drawing/2014/main" id="{90A02457-67CF-48DB-A073-DFE5F8D2365D}"/>
                </a:ext>
              </a:extLst>
            </p:cNvPr>
            <p:cNvSpPr>
              <a:spLocks noChangeAspect="1" noChangeArrowheads="1"/>
            </p:cNvSpPr>
            <p:nvPr userDrawn="1"/>
          </p:nvSpPr>
          <p:spPr bwMode="auto">
            <a:xfrm>
              <a:off x="5001670"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7" name="Oval 727">
              <a:extLst>
                <a:ext uri="{FF2B5EF4-FFF2-40B4-BE49-F238E27FC236}">
                  <a16:creationId xmlns:a16="http://schemas.microsoft.com/office/drawing/2014/main" id="{AC1D31DB-3FF5-450C-973F-7E2331DE0917}"/>
                </a:ext>
              </a:extLst>
            </p:cNvPr>
            <p:cNvSpPr>
              <a:spLocks noChangeAspect="1" noChangeArrowheads="1"/>
            </p:cNvSpPr>
            <p:nvPr userDrawn="1"/>
          </p:nvSpPr>
          <p:spPr bwMode="auto">
            <a:xfrm>
              <a:off x="5113247" y="2903797"/>
              <a:ext cx="85943"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198" name="Oval 728">
              <a:extLst>
                <a:ext uri="{FF2B5EF4-FFF2-40B4-BE49-F238E27FC236}">
                  <a16:creationId xmlns:a16="http://schemas.microsoft.com/office/drawing/2014/main" id="{C258B4F8-4FA1-4AED-88B1-5B649C3FBC00}"/>
                </a:ext>
              </a:extLst>
            </p:cNvPr>
            <p:cNvSpPr>
              <a:spLocks noChangeAspect="1" noChangeArrowheads="1"/>
            </p:cNvSpPr>
            <p:nvPr userDrawn="1"/>
          </p:nvSpPr>
          <p:spPr bwMode="auto">
            <a:xfrm>
              <a:off x="5226330"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9" name="Oval 729">
              <a:extLst>
                <a:ext uri="{FF2B5EF4-FFF2-40B4-BE49-F238E27FC236}">
                  <a16:creationId xmlns:a16="http://schemas.microsoft.com/office/drawing/2014/main" id="{00499051-713B-4871-AA65-57CAC964AE84}"/>
                </a:ext>
              </a:extLst>
            </p:cNvPr>
            <p:cNvSpPr>
              <a:spLocks noChangeAspect="1" noChangeArrowheads="1"/>
            </p:cNvSpPr>
            <p:nvPr userDrawn="1"/>
          </p:nvSpPr>
          <p:spPr bwMode="auto">
            <a:xfrm>
              <a:off x="5337907"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0" name="Oval 730">
              <a:extLst>
                <a:ext uri="{FF2B5EF4-FFF2-40B4-BE49-F238E27FC236}">
                  <a16:creationId xmlns:a16="http://schemas.microsoft.com/office/drawing/2014/main" id="{5A68F65E-E120-4E6B-99B9-659B92483FAF}"/>
                </a:ext>
              </a:extLst>
            </p:cNvPr>
            <p:cNvSpPr>
              <a:spLocks noChangeAspect="1" noChangeArrowheads="1"/>
            </p:cNvSpPr>
            <p:nvPr userDrawn="1"/>
          </p:nvSpPr>
          <p:spPr bwMode="auto">
            <a:xfrm>
              <a:off x="5450992"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1" name="Oval 731">
              <a:extLst>
                <a:ext uri="{FF2B5EF4-FFF2-40B4-BE49-F238E27FC236}">
                  <a16:creationId xmlns:a16="http://schemas.microsoft.com/office/drawing/2014/main" id="{17D2D3DE-3B57-4D59-91E2-D9D9B8BDCAA9}"/>
                </a:ext>
              </a:extLst>
            </p:cNvPr>
            <p:cNvSpPr>
              <a:spLocks noChangeAspect="1" noChangeArrowheads="1"/>
            </p:cNvSpPr>
            <p:nvPr userDrawn="1"/>
          </p:nvSpPr>
          <p:spPr bwMode="auto">
            <a:xfrm>
              <a:off x="5675652"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2" name="Oval 732">
              <a:extLst>
                <a:ext uri="{FF2B5EF4-FFF2-40B4-BE49-F238E27FC236}">
                  <a16:creationId xmlns:a16="http://schemas.microsoft.com/office/drawing/2014/main" id="{D0B0C7C9-4237-4BA4-A9A4-4768C9F48786}"/>
                </a:ext>
              </a:extLst>
            </p:cNvPr>
            <p:cNvSpPr>
              <a:spLocks noChangeAspect="1" noChangeArrowheads="1"/>
            </p:cNvSpPr>
            <p:nvPr userDrawn="1"/>
          </p:nvSpPr>
          <p:spPr bwMode="auto">
            <a:xfrm>
              <a:off x="578722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3" name="Oval 733">
              <a:extLst>
                <a:ext uri="{FF2B5EF4-FFF2-40B4-BE49-F238E27FC236}">
                  <a16:creationId xmlns:a16="http://schemas.microsoft.com/office/drawing/2014/main" id="{94789E71-14A3-45B9-9F14-A4FE389AF40A}"/>
                </a:ext>
              </a:extLst>
            </p:cNvPr>
            <p:cNvSpPr>
              <a:spLocks noChangeAspect="1" noChangeArrowheads="1"/>
            </p:cNvSpPr>
            <p:nvPr userDrawn="1"/>
          </p:nvSpPr>
          <p:spPr bwMode="auto">
            <a:xfrm>
              <a:off x="5900313"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4" name="Oval 734">
              <a:extLst>
                <a:ext uri="{FF2B5EF4-FFF2-40B4-BE49-F238E27FC236}">
                  <a16:creationId xmlns:a16="http://schemas.microsoft.com/office/drawing/2014/main" id="{B41897B4-2801-4E6A-AB37-57A9E89F4D37}"/>
                </a:ext>
              </a:extLst>
            </p:cNvPr>
            <p:cNvSpPr>
              <a:spLocks noChangeAspect="1" noChangeArrowheads="1"/>
            </p:cNvSpPr>
            <p:nvPr userDrawn="1"/>
          </p:nvSpPr>
          <p:spPr bwMode="auto">
            <a:xfrm>
              <a:off x="601339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5" name="Oval 735">
              <a:extLst>
                <a:ext uri="{FF2B5EF4-FFF2-40B4-BE49-F238E27FC236}">
                  <a16:creationId xmlns:a16="http://schemas.microsoft.com/office/drawing/2014/main" id="{C9FCB47D-1C5F-4942-A4EF-8C663E5A1951}"/>
                </a:ext>
              </a:extLst>
            </p:cNvPr>
            <p:cNvSpPr>
              <a:spLocks noChangeAspect="1" noChangeArrowheads="1"/>
            </p:cNvSpPr>
            <p:nvPr userDrawn="1"/>
          </p:nvSpPr>
          <p:spPr bwMode="auto">
            <a:xfrm>
              <a:off x="612497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6" name="Oval 736">
              <a:extLst>
                <a:ext uri="{FF2B5EF4-FFF2-40B4-BE49-F238E27FC236}">
                  <a16:creationId xmlns:a16="http://schemas.microsoft.com/office/drawing/2014/main" id="{241A4E08-63CE-48D9-9E91-23F543D07F89}"/>
                </a:ext>
              </a:extLst>
            </p:cNvPr>
            <p:cNvSpPr>
              <a:spLocks noChangeAspect="1" noChangeArrowheads="1"/>
            </p:cNvSpPr>
            <p:nvPr userDrawn="1"/>
          </p:nvSpPr>
          <p:spPr bwMode="auto">
            <a:xfrm>
              <a:off x="6238058"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7" name="Oval 737">
              <a:extLst>
                <a:ext uri="{FF2B5EF4-FFF2-40B4-BE49-F238E27FC236}">
                  <a16:creationId xmlns:a16="http://schemas.microsoft.com/office/drawing/2014/main" id="{B0C7CA9E-7210-40D9-A2F8-AC3EA66E6AD5}"/>
                </a:ext>
              </a:extLst>
            </p:cNvPr>
            <p:cNvSpPr>
              <a:spLocks noChangeAspect="1" noChangeArrowheads="1"/>
            </p:cNvSpPr>
            <p:nvPr userDrawn="1"/>
          </p:nvSpPr>
          <p:spPr bwMode="auto">
            <a:xfrm>
              <a:off x="634963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8" name="Oval 738">
              <a:extLst>
                <a:ext uri="{FF2B5EF4-FFF2-40B4-BE49-F238E27FC236}">
                  <a16:creationId xmlns:a16="http://schemas.microsoft.com/office/drawing/2014/main" id="{D121E608-84BE-4240-9730-05B5CC3A5084}"/>
                </a:ext>
              </a:extLst>
            </p:cNvPr>
            <p:cNvSpPr>
              <a:spLocks noChangeAspect="1" noChangeArrowheads="1"/>
            </p:cNvSpPr>
            <p:nvPr userDrawn="1"/>
          </p:nvSpPr>
          <p:spPr bwMode="auto">
            <a:xfrm>
              <a:off x="646271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9" name="Oval 739">
              <a:extLst>
                <a:ext uri="{FF2B5EF4-FFF2-40B4-BE49-F238E27FC236}">
                  <a16:creationId xmlns:a16="http://schemas.microsoft.com/office/drawing/2014/main" id="{BB07286A-8A6C-4999-9EB8-812BD5669E30}"/>
                </a:ext>
              </a:extLst>
            </p:cNvPr>
            <p:cNvSpPr>
              <a:spLocks noChangeAspect="1" noChangeArrowheads="1"/>
            </p:cNvSpPr>
            <p:nvPr userDrawn="1"/>
          </p:nvSpPr>
          <p:spPr bwMode="auto">
            <a:xfrm>
              <a:off x="657429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0" name="Oval 740">
              <a:extLst>
                <a:ext uri="{FF2B5EF4-FFF2-40B4-BE49-F238E27FC236}">
                  <a16:creationId xmlns:a16="http://schemas.microsoft.com/office/drawing/2014/main" id="{596D404A-65DB-41EB-B033-E57DAACAD293}"/>
                </a:ext>
              </a:extLst>
            </p:cNvPr>
            <p:cNvSpPr>
              <a:spLocks noChangeAspect="1" noChangeArrowheads="1"/>
            </p:cNvSpPr>
            <p:nvPr userDrawn="1"/>
          </p:nvSpPr>
          <p:spPr bwMode="auto">
            <a:xfrm>
              <a:off x="668738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1" name="Oval 741">
              <a:extLst>
                <a:ext uri="{FF2B5EF4-FFF2-40B4-BE49-F238E27FC236}">
                  <a16:creationId xmlns:a16="http://schemas.microsoft.com/office/drawing/2014/main" id="{B0F4EC2D-B328-4D1C-95D0-985EEAE88F38}"/>
                </a:ext>
              </a:extLst>
            </p:cNvPr>
            <p:cNvSpPr>
              <a:spLocks noChangeAspect="1" noChangeArrowheads="1"/>
            </p:cNvSpPr>
            <p:nvPr userDrawn="1"/>
          </p:nvSpPr>
          <p:spPr bwMode="auto">
            <a:xfrm>
              <a:off x="679895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2" name="Oval 742">
              <a:extLst>
                <a:ext uri="{FF2B5EF4-FFF2-40B4-BE49-F238E27FC236}">
                  <a16:creationId xmlns:a16="http://schemas.microsoft.com/office/drawing/2014/main" id="{CDF11C97-604E-4423-9BF4-73D4D44A42FB}"/>
                </a:ext>
              </a:extLst>
            </p:cNvPr>
            <p:cNvSpPr>
              <a:spLocks noChangeAspect="1" noChangeArrowheads="1"/>
            </p:cNvSpPr>
            <p:nvPr userDrawn="1"/>
          </p:nvSpPr>
          <p:spPr bwMode="auto">
            <a:xfrm>
              <a:off x="6912041"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3" name="Oval 743">
              <a:extLst>
                <a:ext uri="{FF2B5EF4-FFF2-40B4-BE49-F238E27FC236}">
                  <a16:creationId xmlns:a16="http://schemas.microsoft.com/office/drawing/2014/main" id="{F814EE69-E00A-468E-ADB0-B96CE6144A69}"/>
                </a:ext>
              </a:extLst>
            </p:cNvPr>
            <p:cNvSpPr>
              <a:spLocks noChangeAspect="1" noChangeArrowheads="1"/>
            </p:cNvSpPr>
            <p:nvPr userDrawn="1"/>
          </p:nvSpPr>
          <p:spPr bwMode="auto">
            <a:xfrm>
              <a:off x="7023616"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4" name="Oval 744">
              <a:extLst>
                <a:ext uri="{FF2B5EF4-FFF2-40B4-BE49-F238E27FC236}">
                  <a16:creationId xmlns:a16="http://schemas.microsoft.com/office/drawing/2014/main" id="{6521FAB8-7866-40D2-A546-FD5A4AD0B9B9}"/>
                </a:ext>
              </a:extLst>
            </p:cNvPr>
            <p:cNvSpPr>
              <a:spLocks noChangeAspect="1" noChangeArrowheads="1"/>
            </p:cNvSpPr>
            <p:nvPr userDrawn="1"/>
          </p:nvSpPr>
          <p:spPr bwMode="auto">
            <a:xfrm>
              <a:off x="713670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5" name="Oval 745">
              <a:extLst>
                <a:ext uri="{FF2B5EF4-FFF2-40B4-BE49-F238E27FC236}">
                  <a16:creationId xmlns:a16="http://schemas.microsoft.com/office/drawing/2014/main" id="{A9BCDAD3-6961-4279-9E58-BF81B36B9016}"/>
                </a:ext>
              </a:extLst>
            </p:cNvPr>
            <p:cNvSpPr>
              <a:spLocks noChangeAspect="1" noChangeArrowheads="1"/>
            </p:cNvSpPr>
            <p:nvPr userDrawn="1"/>
          </p:nvSpPr>
          <p:spPr bwMode="auto">
            <a:xfrm>
              <a:off x="7361362"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6" name="Oval 746">
              <a:extLst>
                <a:ext uri="{FF2B5EF4-FFF2-40B4-BE49-F238E27FC236}">
                  <a16:creationId xmlns:a16="http://schemas.microsoft.com/office/drawing/2014/main" id="{A8200223-183B-4CAE-82F2-D99D485B4D79}"/>
                </a:ext>
              </a:extLst>
            </p:cNvPr>
            <p:cNvSpPr>
              <a:spLocks noChangeAspect="1" noChangeArrowheads="1"/>
            </p:cNvSpPr>
            <p:nvPr userDrawn="1"/>
          </p:nvSpPr>
          <p:spPr bwMode="auto">
            <a:xfrm>
              <a:off x="7586024" y="2903797"/>
              <a:ext cx="85943"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217" name="Oval 747">
              <a:extLst>
                <a:ext uri="{FF2B5EF4-FFF2-40B4-BE49-F238E27FC236}">
                  <a16:creationId xmlns:a16="http://schemas.microsoft.com/office/drawing/2014/main" id="{634E9F02-516B-4C86-9D7F-2415683AD348}"/>
                </a:ext>
              </a:extLst>
            </p:cNvPr>
            <p:cNvSpPr>
              <a:spLocks noChangeAspect="1" noChangeArrowheads="1"/>
            </p:cNvSpPr>
            <p:nvPr userDrawn="1"/>
          </p:nvSpPr>
          <p:spPr bwMode="auto">
            <a:xfrm>
              <a:off x="151867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8" name="Oval 748">
              <a:extLst>
                <a:ext uri="{FF2B5EF4-FFF2-40B4-BE49-F238E27FC236}">
                  <a16:creationId xmlns:a16="http://schemas.microsoft.com/office/drawing/2014/main" id="{23897214-6364-4E7E-B106-919780057CB9}"/>
                </a:ext>
              </a:extLst>
            </p:cNvPr>
            <p:cNvSpPr>
              <a:spLocks noChangeAspect="1" noChangeArrowheads="1"/>
            </p:cNvSpPr>
            <p:nvPr userDrawn="1"/>
          </p:nvSpPr>
          <p:spPr bwMode="auto">
            <a:xfrm>
              <a:off x="163025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9" name="Oval 749">
              <a:extLst>
                <a:ext uri="{FF2B5EF4-FFF2-40B4-BE49-F238E27FC236}">
                  <a16:creationId xmlns:a16="http://schemas.microsoft.com/office/drawing/2014/main" id="{41BC782D-6FD1-4327-8523-20297E5D9BD5}"/>
                </a:ext>
              </a:extLst>
            </p:cNvPr>
            <p:cNvSpPr>
              <a:spLocks noChangeAspect="1" noChangeArrowheads="1"/>
            </p:cNvSpPr>
            <p:nvPr userDrawn="1"/>
          </p:nvSpPr>
          <p:spPr bwMode="auto">
            <a:xfrm>
              <a:off x="174333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0" name="Oval 750">
              <a:extLst>
                <a:ext uri="{FF2B5EF4-FFF2-40B4-BE49-F238E27FC236}">
                  <a16:creationId xmlns:a16="http://schemas.microsoft.com/office/drawing/2014/main" id="{BC834E67-47BD-4D82-8D79-614DCA87BBD2}"/>
                </a:ext>
              </a:extLst>
            </p:cNvPr>
            <p:cNvSpPr>
              <a:spLocks noChangeAspect="1" noChangeArrowheads="1"/>
            </p:cNvSpPr>
            <p:nvPr userDrawn="1"/>
          </p:nvSpPr>
          <p:spPr bwMode="auto">
            <a:xfrm>
              <a:off x="1854911"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1" name="Oval 751">
              <a:extLst>
                <a:ext uri="{FF2B5EF4-FFF2-40B4-BE49-F238E27FC236}">
                  <a16:creationId xmlns:a16="http://schemas.microsoft.com/office/drawing/2014/main" id="{7BC0ADEF-18BA-4A5A-8355-00C75C63A298}"/>
                </a:ext>
              </a:extLst>
            </p:cNvPr>
            <p:cNvSpPr>
              <a:spLocks noChangeAspect="1" noChangeArrowheads="1"/>
            </p:cNvSpPr>
            <p:nvPr userDrawn="1"/>
          </p:nvSpPr>
          <p:spPr bwMode="auto">
            <a:xfrm>
              <a:off x="1967996"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2" name="Oval 752">
              <a:extLst>
                <a:ext uri="{FF2B5EF4-FFF2-40B4-BE49-F238E27FC236}">
                  <a16:creationId xmlns:a16="http://schemas.microsoft.com/office/drawing/2014/main" id="{8CB56044-8995-4E4E-AC92-70882CED167A}"/>
                </a:ext>
              </a:extLst>
            </p:cNvPr>
            <p:cNvSpPr>
              <a:spLocks noChangeAspect="1" noChangeArrowheads="1"/>
            </p:cNvSpPr>
            <p:nvPr userDrawn="1"/>
          </p:nvSpPr>
          <p:spPr bwMode="auto">
            <a:xfrm>
              <a:off x="2079572"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3" name="Oval 753">
              <a:extLst>
                <a:ext uri="{FF2B5EF4-FFF2-40B4-BE49-F238E27FC236}">
                  <a16:creationId xmlns:a16="http://schemas.microsoft.com/office/drawing/2014/main" id="{48E9C751-DCD1-46B8-8750-8C1EF93B29D3}"/>
                </a:ext>
              </a:extLst>
            </p:cNvPr>
            <p:cNvSpPr>
              <a:spLocks noChangeAspect="1" noChangeArrowheads="1"/>
            </p:cNvSpPr>
            <p:nvPr userDrawn="1"/>
          </p:nvSpPr>
          <p:spPr bwMode="auto">
            <a:xfrm>
              <a:off x="2192657"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4" name="Oval 754">
              <a:extLst>
                <a:ext uri="{FF2B5EF4-FFF2-40B4-BE49-F238E27FC236}">
                  <a16:creationId xmlns:a16="http://schemas.microsoft.com/office/drawing/2014/main" id="{8D32851A-76E0-489E-A9F0-03512C821A39}"/>
                </a:ext>
              </a:extLst>
            </p:cNvPr>
            <p:cNvSpPr>
              <a:spLocks noChangeAspect="1" noChangeArrowheads="1"/>
            </p:cNvSpPr>
            <p:nvPr userDrawn="1"/>
          </p:nvSpPr>
          <p:spPr bwMode="auto">
            <a:xfrm>
              <a:off x="230423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5" name="Oval 755">
              <a:extLst>
                <a:ext uri="{FF2B5EF4-FFF2-40B4-BE49-F238E27FC236}">
                  <a16:creationId xmlns:a16="http://schemas.microsoft.com/office/drawing/2014/main" id="{1BCE42E5-A3C1-4F30-AA27-CBD926D5CD23}"/>
                </a:ext>
              </a:extLst>
            </p:cNvPr>
            <p:cNvSpPr>
              <a:spLocks noChangeAspect="1" noChangeArrowheads="1"/>
            </p:cNvSpPr>
            <p:nvPr userDrawn="1"/>
          </p:nvSpPr>
          <p:spPr bwMode="auto">
            <a:xfrm>
              <a:off x="2417317"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6" name="Oval 756">
              <a:extLst>
                <a:ext uri="{FF2B5EF4-FFF2-40B4-BE49-F238E27FC236}">
                  <a16:creationId xmlns:a16="http://schemas.microsoft.com/office/drawing/2014/main" id="{29A0BC7E-932C-40DC-8DC7-CEAED73DE7A2}"/>
                </a:ext>
              </a:extLst>
            </p:cNvPr>
            <p:cNvSpPr>
              <a:spLocks noChangeAspect="1" noChangeArrowheads="1"/>
            </p:cNvSpPr>
            <p:nvPr userDrawn="1"/>
          </p:nvSpPr>
          <p:spPr bwMode="auto">
            <a:xfrm>
              <a:off x="421460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7" name="Oval 757">
              <a:extLst>
                <a:ext uri="{FF2B5EF4-FFF2-40B4-BE49-F238E27FC236}">
                  <a16:creationId xmlns:a16="http://schemas.microsoft.com/office/drawing/2014/main" id="{A22AA0F5-7128-4098-BF55-F2D64BD4793F}"/>
                </a:ext>
              </a:extLst>
            </p:cNvPr>
            <p:cNvSpPr>
              <a:spLocks noChangeAspect="1" noChangeArrowheads="1"/>
            </p:cNvSpPr>
            <p:nvPr userDrawn="1"/>
          </p:nvSpPr>
          <p:spPr bwMode="auto">
            <a:xfrm>
              <a:off x="432768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8" name="Oval 758">
              <a:extLst>
                <a:ext uri="{FF2B5EF4-FFF2-40B4-BE49-F238E27FC236}">
                  <a16:creationId xmlns:a16="http://schemas.microsoft.com/office/drawing/2014/main" id="{77AA1CB5-8331-42D5-8EC2-4226B0CDD7B4}"/>
                </a:ext>
              </a:extLst>
            </p:cNvPr>
            <p:cNvSpPr>
              <a:spLocks noChangeAspect="1" noChangeArrowheads="1"/>
            </p:cNvSpPr>
            <p:nvPr userDrawn="1"/>
          </p:nvSpPr>
          <p:spPr bwMode="auto">
            <a:xfrm>
              <a:off x="443926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9" name="Oval 759">
              <a:extLst>
                <a:ext uri="{FF2B5EF4-FFF2-40B4-BE49-F238E27FC236}">
                  <a16:creationId xmlns:a16="http://schemas.microsoft.com/office/drawing/2014/main" id="{74AD61E0-8540-48D1-A93B-5786602720CB}"/>
                </a:ext>
              </a:extLst>
            </p:cNvPr>
            <p:cNvSpPr>
              <a:spLocks noChangeAspect="1" noChangeArrowheads="1"/>
            </p:cNvSpPr>
            <p:nvPr userDrawn="1"/>
          </p:nvSpPr>
          <p:spPr bwMode="auto">
            <a:xfrm>
              <a:off x="4552349"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0" name="Oval 760">
              <a:extLst>
                <a:ext uri="{FF2B5EF4-FFF2-40B4-BE49-F238E27FC236}">
                  <a16:creationId xmlns:a16="http://schemas.microsoft.com/office/drawing/2014/main" id="{3988EFB8-A4D5-4283-824C-31D7AFB317F3}"/>
                </a:ext>
              </a:extLst>
            </p:cNvPr>
            <p:cNvSpPr>
              <a:spLocks noChangeAspect="1" noChangeArrowheads="1"/>
            </p:cNvSpPr>
            <p:nvPr userDrawn="1"/>
          </p:nvSpPr>
          <p:spPr bwMode="auto">
            <a:xfrm>
              <a:off x="5226330"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1" name="Oval 761">
              <a:extLst>
                <a:ext uri="{FF2B5EF4-FFF2-40B4-BE49-F238E27FC236}">
                  <a16:creationId xmlns:a16="http://schemas.microsoft.com/office/drawing/2014/main" id="{8199D891-E8B1-44BB-82BF-8D12A5A0F272}"/>
                </a:ext>
              </a:extLst>
            </p:cNvPr>
            <p:cNvSpPr>
              <a:spLocks noChangeAspect="1" noChangeArrowheads="1"/>
            </p:cNvSpPr>
            <p:nvPr userDrawn="1"/>
          </p:nvSpPr>
          <p:spPr bwMode="auto">
            <a:xfrm>
              <a:off x="5337907"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2" name="Oval 762">
              <a:extLst>
                <a:ext uri="{FF2B5EF4-FFF2-40B4-BE49-F238E27FC236}">
                  <a16:creationId xmlns:a16="http://schemas.microsoft.com/office/drawing/2014/main" id="{7112E6D4-0750-4E6A-9D00-005096D19681}"/>
                </a:ext>
              </a:extLst>
            </p:cNvPr>
            <p:cNvSpPr>
              <a:spLocks noChangeAspect="1" noChangeArrowheads="1"/>
            </p:cNvSpPr>
            <p:nvPr userDrawn="1"/>
          </p:nvSpPr>
          <p:spPr bwMode="auto">
            <a:xfrm>
              <a:off x="5450992"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3" name="Oval 763">
              <a:extLst>
                <a:ext uri="{FF2B5EF4-FFF2-40B4-BE49-F238E27FC236}">
                  <a16:creationId xmlns:a16="http://schemas.microsoft.com/office/drawing/2014/main" id="{8E706B51-6E46-408D-A8A7-4681A896156C}"/>
                </a:ext>
              </a:extLst>
            </p:cNvPr>
            <p:cNvSpPr>
              <a:spLocks noChangeAspect="1" noChangeArrowheads="1"/>
            </p:cNvSpPr>
            <p:nvPr userDrawn="1"/>
          </p:nvSpPr>
          <p:spPr bwMode="auto">
            <a:xfrm>
              <a:off x="5562568"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4" name="Oval 764">
              <a:extLst>
                <a:ext uri="{FF2B5EF4-FFF2-40B4-BE49-F238E27FC236}">
                  <a16:creationId xmlns:a16="http://schemas.microsoft.com/office/drawing/2014/main" id="{DC7931D7-9106-4788-917E-772BF3F28171}"/>
                </a:ext>
              </a:extLst>
            </p:cNvPr>
            <p:cNvSpPr>
              <a:spLocks noChangeAspect="1" noChangeArrowheads="1"/>
            </p:cNvSpPr>
            <p:nvPr userDrawn="1"/>
          </p:nvSpPr>
          <p:spPr bwMode="auto">
            <a:xfrm>
              <a:off x="5675652"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5" name="Oval 765">
              <a:extLst>
                <a:ext uri="{FF2B5EF4-FFF2-40B4-BE49-F238E27FC236}">
                  <a16:creationId xmlns:a16="http://schemas.microsoft.com/office/drawing/2014/main" id="{ACFEB88D-6531-4993-BE6C-24AA4B6B4135}"/>
                </a:ext>
              </a:extLst>
            </p:cNvPr>
            <p:cNvSpPr>
              <a:spLocks noChangeAspect="1" noChangeArrowheads="1"/>
            </p:cNvSpPr>
            <p:nvPr userDrawn="1"/>
          </p:nvSpPr>
          <p:spPr bwMode="auto">
            <a:xfrm>
              <a:off x="578722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6" name="Oval 766">
              <a:extLst>
                <a:ext uri="{FF2B5EF4-FFF2-40B4-BE49-F238E27FC236}">
                  <a16:creationId xmlns:a16="http://schemas.microsoft.com/office/drawing/2014/main" id="{C1F1EA15-7110-404F-91F7-CAEF74BFC876}"/>
                </a:ext>
              </a:extLst>
            </p:cNvPr>
            <p:cNvSpPr>
              <a:spLocks noChangeAspect="1" noChangeArrowheads="1"/>
            </p:cNvSpPr>
            <p:nvPr userDrawn="1"/>
          </p:nvSpPr>
          <p:spPr bwMode="auto">
            <a:xfrm>
              <a:off x="5900313"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7" name="Oval 767">
              <a:extLst>
                <a:ext uri="{FF2B5EF4-FFF2-40B4-BE49-F238E27FC236}">
                  <a16:creationId xmlns:a16="http://schemas.microsoft.com/office/drawing/2014/main" id="{4B90EAEC-1F8F-4C8F-9ACE-042290AB35A4}"/>
                </a:ext>
              </a:extLst>
            </p:cNvPr>
            <p:cNvSpPr>
              <a:spLocks noChangeAspect="1" noChangeArrowheads="1"/>
            </p:cNvSpPr>
            <p:nvPr userDrawn="1"/>
          </p:nvSpPr>
          <p:spPr bwMode="auto">
            <a:xfrm>
              <a:off x="601339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8" name="Oval 768">
              <a:extLst>
                <a:ext uri="{FF2B5EF4-FFF2-40B4-BE49-F238E27FC236}">
                  <a16:creationId xmlns:a16="http://schemas.microsoft.com/office/drawing/2014/main" id="{38F0C2F2-E675-483D-8144-33B531E4D5F9}"/>
                </a:ext>
              </a:extLst>
            </p:cNvPr>
            <p:cNvSpPr>
              <a:spLocks noChangeAspect="1" noChangeArrowheads="1"/>
            </p:cNvSpPr>
            <p:nvPr userDrawn="1"/>
          </p:nvSpPr>
          <p:spPr bwMode="auto">
            <a:xfrm>
              <a:off x="6124975"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9" name="Oval 769">
              <a:extLst>
                <a:ext uri="{FF2B5EF4-FFF2-40B4-BE49-F238E27FC236}">
                  <a16:creationId xmlns:a16="http://schemas.microsoft.com/office/drawing/2014/main" id="{D0D62A3B-9116-4DA7-81A1-600620382065}"/>
                </a:ext>
              </a:extLst>
            </p:cNvPr>
            <p:cNvSpPr>
              <a:spLocks noChangeAspect="1" noChangeArrowheads="1"/>
            </p:cNvSpPr>
            <p:nvPr userDrawn="1"/>
          </p:nvSpPr>
          <p:spPr bwMode="auto">
            <a:xfrm>
              <a:off x="6238058"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0" name="Oval 770">
              <a:extLst>
                <a:ext uri="{FF2B5EF4-FFF2-40B4-BE49-F238E27FC236}">
                  <a16:creationId xmlns:a16="http://schemas.microsoft.com/office/drawing/2014/main" id="{6D5D9BD6-9758-40B3-A9A4-01CFE5314D3A}"/>
                </a:ext>
              </a:extLst>
            </p:cNvPr>
            <p:cNvSpPr>
              <a:spLocks noChangeAspect="1" noChangeArrowheads="1"/>
            </p:cNvSpPr>
            <p:nvPr userDrawn="1"/>
          </p:nvSpPr>
          <p:spPr bwMode="auto">
            <a:xfrm>
              <a:off x="6349635"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1" name="Oval 771">
              <a:extLst>
                <a:ext uri="{FF2B5EF4-FFF2-40B4-BE49-F238E27FC236}">
                  <a16:creationId xmlns:a16="http://schemas.microsoft.com/office/drawing/2014/main" id="{DEC3A8D4-CE15-4A5E-966E-F5A03DF24DBA}"/>
                </a:ext>
              </a:extLst>
            </p:cNvPr>
            <p:cNvSpPr>
              <a:spLocks noChangeAspect="1" noChangeArrowheads="1"/>
            </p:cNvSpPr>
            <p:nvPr userDrawn="1"/>
          </p:nvSpPr>
          <p:spPr bwMode="auto">
            <a:xfrm>
              <a:off x="646271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2" name="Oval 772">
              <a:extLst>
                <a:ext uri="{FF2B5EF4-FFF2-40B4-BE49-F238E27FC236}">
                  <a16:creationId xmlns:a16="http://schemas.microsoft.com/office/drawing/2014/main" id="{42E8A2D6-6C67-4360-9E7C-99EAAC03EAA1}"/>
                </a:ext>
              </a:extLst>
            </p:cNvPr>
            <p:cNvSpPr>
              <a:spLocks noChangeAspect="1" noChangeArrowheads="1"/>
            </p:cNvSpPr>
            <p:nvPr userDrawn="1"/>
          </p:nvSpPr>
          <p:spPr bwMode="auto">
            <a:xfrm>
              <a:off x="657429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3" name="Oval 773">
              <a:extLst>
                <a:ext uri="{FF2B5EF4-FFF2-40B4-BE49-F238E27FC236}">
                  <a16:creationId xmlns:a16="http://schemas.microsoft.com/office/drawing/2014/main" id="{EA5FD4A1-DC95-4CF0-B4D3-C6A2CFDB0DB7}"/>
                </a:ext>
              </a:extLst>
            </p:cNvPr>
            <p:cNvSpPr>
              <a:spLocks noChangeAspect="1" noChangeArrowheads="1"/>
            </p:cNvSpPr>
            <p:nvPr userDrawn="1"/>
          </p:nvSpPr>
          <p:spPr bwMode="auto">
            <a:xfrm>
              <a:off x="668738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4" name="Oval 774">
              <a:extLst>
                <a:ext uri="{FF2B5EF4-FFF2-40B4-BE49-F238E27FC236}">
                  <a16:creationId xmlns:a16="http://schemas.microsoft.com/office/drawing/2014/main" id="{79707D37-D924-4641-8AF2-5325E2053F5F}"/>
                </a:ext>
              </a:extLst>
            </p:cNvPr>
            <p:cNvSpPr>
              <a:spLocks noChangeAspect="1" noChangeArrowheads="1"/>
            </p:cNvSpPr>
            <p:nvPr userDrawn="1"/>
          </p:nvSpPr>
          <p:spPr bwMode="auto">
            <a:xfrm>
              <a:off x="6798957"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5" name="Oval 775">
              <a:extLst>
                <a:ext uri="{FF2B5EF4-FFF2-40B4-BE49-F238E27FC236}">
                  <a16:creationId xmlns:a16="http://schemas.microsoft.com/office/drawing/2014/main" id="{11B125AC-F220-46DE-9819-6F3236CED950}"/>
                </a:ext>
              </a:extLst>
            </p:cNvPr>
            <p:cNvSpPr>
              <a:spLocks noChangeAspect="1" noChangeArrowheads="1"/>
            </p:cNvSpPr>
            <p:nvPr userDrawn="1"/>
          </p:nvSpPr>
          <p:spPr bwMode="auto">
            <a:xfrm>
              <a:off x="6912041"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6" name="Oval 776">
              <a:extLst>
                <a:ext uri="{FF2B5EF4-FFF2-40B4-BE49-F238E27FC236}">
                  <a16:creationId xmlns:a16="http://schemas.microsoft.com/office/drawing/2014/main" id="{8509B1D3-22FC-4436-B92C-62104C54254F}"/>
                </a:ext>
              </a:extLst>
            </p:cNvPr>
            <p:cNvSpPr>
              <a:spLocks noChangeAspect="1" noChangeArrowheads="1"/>
            </p:cNvSpPr>
            <p:nvPr userDrawn="1"/>
          </p:nvSpPr>
          <p:spPr bwMode="auto">
            <a:xfrm>
              <a:off x="7023616"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7" name="Oval 777">
              <a:extLst>
                <a:ext uri="{FF2B5EF4-FFF2-40B4-BE49-F238E27FC236}">
                  <a16:creationId xmlns:a16="http://schemas.microsoft.com/office/drawing/2014/main" id="{DDA65B1E-087E-4588-B840-0535ACB447B5}"/>
                </a:ext>
              </a:extLst>
            </p:cNvPr>
            <p:cNvSpPr>
              <a:spLocks noChangeAspect="1" noChangeArrowheads="1"/>
            </p:cNvSpPr>
            <p:nvPr userDrawn="1"/>
          </p:nvSpPr>
          <p:spPr bwMode="auto">
            <a:xfrm>
              <a:off x="713670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8" name="Oval 778">
              <a:extLst>
                <a:ext uri="{FF2B5EF4-FFF2-40B4-BE49-F238E27FC236}">
                  <a16:creationId xmlns:a16="http://schemas.microsoft.com/office/drawing/2014/main" id="{AA862973-BA7A-43E5-A292-6C85291A8D5A}"/>
                </a:ext>
              </a:extLst>
            </p:cNvPr>
            <p:cNvSpPr>
              <a:spLocks noChangeAspect="1" noChangeArrowheads="1"/>
            </p:cNvSpPr>
            <p:nvPr userDrawn="1"/>
          </p:nvSpPr>
          <p:spPr bwMode="auto">
            <a:xfrm>
              <a:off x="7472939"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9" name="Oval 779">
              <a:extLst>
                <a:ext uri="{FF2B5EF4-FFF2-40B4-BE49-F238E27FC236}">
                  <a16:creationId xmlns:a16="http://schemas.microsoft.com/office/drawing/2014/main" id="{2AFF1978-AF0B-4873-909F-BE1E97BCEA97}"/>
                </a:ext>
              </a:extLst>
            </p:cNvPr>
            <p:cNvSpPr>
              <a:spLocks noChangeAspect="1" noChangeArrowheads="1"/>
            </p:cNvSpPr>
            <p:nvPr userDrawn="1"/>
          </p:nvSpPr>
          <p:spPr bwMode="auto">
            <a:xfrm>
              <a:off x="758602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0" name="Oval 780">
              <a:extLst>
                <a:ext uri="{FF2B5EF4-FFF2-40B4-BE49-F238E27FC236}">
                  <a16:creationId xmlns:a16="http://schemas.microsoft.com/office/drawing/2014/main" id="{22B42D14-95DD-41AC-A51D-D3DEE81D9546}"/>
                </a:ext>
              </a:extLst>
            </p:cNvPr>
            <p:cNvSpPr>
              <a:spLocks noChangeAspect="1" noChangeArrowheads="1"/>
            </p:cNvSpPr>
            <p:nvPr userDrawn="1"/>
          </p:nvSpPr>
          <p:spPr bwMode="auto">
            <a:xfrm>
              <a:off x="163025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1" name="Oval 781">
              <a:extLst>
                <a:ext uri="{FF2B5EF4-FFF2-40B4-BE49-F238E27FC236}">
                  <a16:creationId xmlns:a16="http://schemas.microsoft.com/office/drawing/2014/main" id="{038743A4-9EDD-4D5E-90B0-67E63230A932}"/>
                </a:ext>
              </a:extLst>
            </p:cNvPr>
            <p:cNvSpPr>
              <a:spLocks noChangeAspect="1" noChangeArrowheads="1"/>
            </p:cNvSpPr>
            <p:nvPr userDrawn="1"/>
          </p:nvSpPr>
          <p:spPr bwMode="auto">
            <a:xfrm>
              <a:off x="174333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2" name="Oval 782">
              <a:extLst>
                <a:ext uri="{FF2B5EF4-FFF2-40B4-BE49-F238E27FC236}">
                  <a16:creationId xmlns:a16="http://schemas.microsoft.com/office/drawing/2014/main" id="{37CDD6AD-D825-44E2-A8F5-89FD02FCD2CC}"/>
                </a:ext>
              </a:extLst>
            </p:cNvPr>
            <p:cNvSpPr>
              <a:spLocks noChangeAspect="1" noChangeArrowheads="1"/>
            </p:cNvSpPr>
            <p:nvPr userDrawn="1"/>
          </p:nvSpPr>
          <p:spPr bwMode="auto">
            <a:xfrm>
              <a:off x="1854911"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3" name="Oval 783">
              <a:extLst>
                <a:ext uri="{FF2B5EF4-FFF2-40B4-BE49-F238E27FC236}">
                  <a16:creationId xmlns:a16="http://schemas.microsoft.com/office/drawing/2014/main" id="{21E9E937-A22F-4A0B-99CF-D13592DA54E5}"/>
                </a:ext>
              </a:extLst>
            </p:cNvPr>
            <p:cNvSpPr>
              <a:spLocks noChangeAspect="1" noChangeArrowheads="1"/>
            </p:cNvSpPr>
            <p:nvPr userDrawn="1"/>
          </p:nvSpPr>
          <p:spPr bwMode="auto">
            <a:xfrm>
              <a:off x="1967996"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4" name="Oval 784">
              <a:extLst>
                <a:ext uri="{FF2B5EF4-FFF2-40B4-BE49-F238E27FC236}">
                  <a16:creationId xmlns:a16="http://schemas.microsoft.com/office/drawing/2014/main" id="{0232BD92-0559-412A-8E98-CCD35AF34C69}"/>
                </a:ext>
              </a:extLst>
            </p:cNvPr>
            <p:cNvSpPr>
              <a:spLocks noChangeAspect="1" noChangeArrowheads="1"/>
            </p:cNvSpPr>
            <p:nvPr userDrawn="1"/>
          </p:nvSpPr>
          <p:spPr bwMode="auto">
            <a:xfrm>
              <a:off x="2079572"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5" name="Oval 785">
              <a:extLst>
                <a:ext uri="{FF2B5EF4-FFF2-40B4-BE49-F238E27FC236}">
                  <a16:creationId xmlns:a16="http://schemas.microsoft.com/office/drawing/2014/main" id="{61F9B1B3-7857-422E-A1C8-1147ED2B9CD6}"/>
                </a:ext>
              </a:extLst>
            </p:cNvPr>
            <p:cNvSpPr>
              <a:spLocks noChangeAspect="1" noChangeArrowheads="1"/>
            </p:cNvSpPr>
            <p:nvPr userDrawn="1"/>
          </p:nvSpPr>
          <p:spPr bwMode="auto">
            <a:xfrm>
              <a:off x="2192657"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6" name="Oval 786">
              <a:extLst>
                <a:ext uri="{FF2B5EF4-FFF2-40B4-BE49-F238E27FC236}">
                  <a16:creationId xmlns:a16="http://schemas.microsoft.com/office/drawing/2014/main" id="{80037974-641D-410E-AB27-653D11F5D565}"/>
                </a:ext>
              </a:extLst>
            </p:cNvPr>
            <p:cNvSpPr>
              <a:spLocks noChangeAspect="1" noChangeArrowheads="1"/>
            </p:cNvSpPr>
            <p:nvPr userDrawn="1"/>
          </p:nvSpPr>
          <p:spPr bwMode="auto">
            <a:xfrm>
              <a:off x="230423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7" name="Oval 787">
              <a:extLst>
                <a:ext uri="{FF2B5EF4-FFF2-40B4-BE49-F238E27FC236}">
                  <a16:creationId xmlns:a16="http://schemas.microsoft.com/office/drawing/2014/main" id="{C9B76A63-9DCA-49B0-8679-439C00C94015}"/>
                </a:ext>
              </a:extLst>
            </p:cNvPr>
            <p:cNvSpPr>
              <a:spLocks noChangeAspect="1" noChangeArrowheads="1"/>
            </p:cNvSpPr>
            <p:nvPr userDrawn="1"/>
          </p:nvSpPr>
          <p:spPr bwMode="auto">
            <a:xfrm>
              <a:off x="2417317"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8" name="Oval 788">
              <a:extLst>
                <a:ext uri="{FF2B5EF4-FFF2-40B4-BE49-F238E27FC236}">
                  <a16:creationId xmlns:a16="http://schemas.microsoft.com/office/drawing/2014/main" id="{2DC78E67-6E51-4DF6-A34D-611D139DF8FE}"/>
                </a:ext>
              </a:extLst>
            </p:cNvPr>
            <p:cNvSpPr>
              <a:spLocks noChangeAspect="1" noChangeArrowheads="1"/>
            </p:cNvSpPr>
            <p:nvPr userDrawn="1"/>
          </p:nvSpPr>
          <p:spPr bwMode="auto">
            <a:xfrm>
              <a:off x="410302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9" name="Oval 789">
              <a:extLst>
                <a:ext uri="{FF2B5EF4-FFF2-40B4-BE49-F238E27FC236}">
                  <a16:creationId xmlns:a16="http://schemas.microsoft.com/office/drawing/2014/main" id="{38308689-7DAA-4CB3-9B57-90134FCD15B6}"/>
                </a:ext>
              </a:extLst>
            </p:cNvPr>
            <p:cNvSpPr>
              <a:spLocks noChangeAspect="1" noChangeArrowheads="1"/>
            </p:cNvSpPr>
            <p:nvPr userDrawn="1"/>
          </p:nvSpPr>
          <p:spPr bwMode="auto">
            <a:xfrm>
              <a:off x="4214604"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0" name="Oval 790">
              <a:extLst>
                <a:ext uri="{FF2B5EF4-FFF2-40B4-BE49-F238E27FC236}">
                  <a16:creationId xmlns:a16="http://schemas.microsoft.com/office/drawing/2014/main" id="{0B1F8240-8952-4FA5-847A-CB98C8F14CDA}"/>
                </a:ext>
              </a:extLst>
            </p:cNvPr>
            <p:cNvSpPr>
              <a:spLocks noChangeAspect="1" noChangeArrowheads="1"/>
            </p:cNvSpPr>
            <p:nvPr userDrawn="1"/>
          </p:nvSpPr>
          <p:spPr bwMode="auto">
            <a:xfrm>
              <a:off x="432768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1" name="Oval 791">
              <a:extLst>
                <a:ext uri="{FF2B5EF4-FFF2-40B4-BE49-F238E27FC236}">
                  <a16:creationId xmlns:a16="http://schemas.microsoft.com/office/drawing/2014/main" id="{67D29566-FAF3-42E9-82F8-BD6B2C2ADE87}"/>
                </a:ext>
              </a:extLst>
            </p:cNvPr>
            <p:cNvSpPr>
              <a:spLocks noChangeAspect="1" noChangeArrowheads="1"/>
            </p:cNvSpPr>
            <p:nvPr userDrawn="1"/>
          </p:nvSpPr>
          <p:spPr bwMode="auto">
            <a:xfrm>
              <a:off x="443926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2" name="Oval 792">
              <a:extLst>
                <a:ext uri="{FF2B5EF4-FFF2-40B4-BE49-F238E27FC236}">
                  <a16:creationId xmlns:a16="http://schemas.microsoft.com/office/drawing/2014/main" id="{AC568DD5-3732-4A6D-A535-E40D9DC74013}"/>
                </a:ext>
              </a:extLst>
            </p:cNvPr>
            <p:cNvSpPr>
              <a:spLocks noChangeAspect="1" noChangeArrowheads="1"/>
            </p:cNvSpPr>
            <p:nvPr userDrawn="1"/>
          </p:nvSpPr>
          <p:spPr bwMode="auto">
            <a:xfrm>
              <a:off x="4552349"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3" name="Oval 793">
              <a:extLst>
                <a:ext uri="{FF2B5EF4-FFF2-40B4-BE49-F238E27FC236}">
                  <a16:creationId xmlns:a16="http://schemas.microsoft.com/office/drawing/2014/main" id="{46FE17AE-B235-49CA-B626-C4A09C1EBFC0}"/>
                </a:ext>
              </a:extLst>
            </p:cNvPr>
            <p:cNvSpPr>
              <a:spLocks noChangeAspect="1" noChangeArrowheads="1"/>
            </p:cNvSpPr>
            <p:nvPr userDrawn="1"/>
          </p:nvSpPr>
          <p:spPr bwMode="auto">
            <a:xfrm>
              <a:off x="4663926"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4" name="Oval 794">
              <a:extLst>
                <a:ext uri="{FF2B5EF4-FFF2-40B4-BE49-F238E27FC236}">
                  <a16:creationId xmlns:a16="http://schemas.microsoft.com/office/drawing/2014/main" id="{E89F391B-26EF-4DBE-A378-44361E705D0C}"/>
                </a:ext>
              </a:extLst>
            </p:cNvPr>
            <p:cNvSpPr>
              <a:spLocks noChangeAspect="1" noChangeArrowheads="1"/>
            </p:cNvSpPr>
            <p:nvPr userDrawn="1"/>
          </p:nvSpPr>
          <p:spPr bwMode="auto">
            <a:xfrm>
              <a:off x="4777009"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5" name="Oval 795">
              <a:extLst>
                <a:ext uri="{FF2B5EF4-FFF2-40B4-BE49-F238E27FC236}">
                  <a16:creationId xmlns:a16="http://schemas.microsoft.com/office/drawing/2014/main" id="{076F64DB-B6A1-4301-A4E9-E1EA994A280B}"/>
                </a:ext>
              </a:extLst>
            </p:cNvPr>
            <p:cNvSpPr>
              <a:spLocks noChangeAspect="1" noChangeArrowheads="1"/>
            </p:cNvSpPr>
            <p:nvPr userDrawn="1"/>
          </p:nvSpPr>
          <p:spPr bwMode="auto">
            <a:xfrm>
              <a:off x="4888586"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6" name="Oval 796">
              <a:extLst>
                <a:ext uri="{FF2B5EF4-FFF2-40B4-BE49-F238E27FC236}">
                  <a16:creationId xmlns:a16="http://schemas.microsoft.com/office/drawing/2014/main" id="{8F23013D-238F-4E2C-AF35-147B71EAC5A6}"/>
                </a:ext>
              </a:extLst>
            </p:cNvPr>
            <p:cNvSpPr>
              <a:spLocks noChangeAspect="1" noChangeArrowheads="1"/>
            </p:cNvSpPr>
            <p:nvPr userDrawn="1"/>
          </p:nvSpPr>
          <p:spPr bwMode="auto">
            <a:xfrm>
              <a:off x="5001670"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7" name="Oval 797">
              <a:extLst>
                <a:ext uri="{FF2B5EF4-FFF2-40B4-BE49-F238E27FC236}">
                  <a16:creationId xmlns:a16="http://schemas.microsoft.com/office/drawing/2014/main" id="{4D4A7BCA-E52B-4074-924F-C579F33062ED}"/>
                </a:ext>
              </a:extLst>
            </p:cNvPr>
            <p:cNvSpPr>
              <a:spLocks noChangeAspect="1" noChangeArrowheads="1"/>
            </p:cNvSpPr>
            <p:nvPr userDrawn="1"/>
          </p:nvSpPr>
          <p:spPr bwMode="auto">
            <a:xfrm>
              <a:off x="5226330"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8" name="Oval 798">
              <a:extLst>
                <a:ext uri="{FF2B5EF4-FFF2-40B4-BE49-F238E27FC236}">
                  <a16:creationId xmlns:a16="http://schemas.microsoft.com/office/drawing/2014/main" id="{85669806-CA0D-4A3D-885A-B20685A27A04}"/>
                </a:ext>
              </a:extLst>
            </p:cNvPr>
            <p:cNvSpPr>
              <a:spLocks noChangeAspect="1" noChangeArrowheads="1"/>
            </p:cNvSpPr>
            <p:nvPr userDrawn="1"/>
          </p:nvSpPr>
          <p:spPr bwMode="auto">
            <a:xfrm>
              <a:off x="5337907"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9" name="Oval 799">
              <a:extLst>
                <a:ext uri="{FF2B5EF4-FFF2-40B4-BE49-F238E27FC236}">
                  <a16:creationId xmlns:a16="http://schemas.microsoft.com/office/drawing/2014/main" id="{EBDD5AAB-96A2-4CB0-A2F0-CF7C90B76F21}"/>
                </a:ext>
              </a:extLst>
            </p:cNvPr>
            <p:cNvSpPr>
              <a:spLocks noChangeAspect="1" noChangeArrowheads="1"/>
            </p:cNvSpPr>
            <p:nvPr userDrawn="1"/>
          </p:nvSpPr>
          <p:spPr bwMode="auto">
            <a:xfrm>
              <a:off x="5450992"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0" name="Oval 800">
              <a:extLst>
                <a:ext uri="{FF2B5EF4-FFF2-40B4-BE49-F238E27FC236}">
                  <a16:creationId xmlns:a16="http://schemas.microsoft.com/office/drawing/2014/main" id="{9F88B1A5-FAC1-41BD-B1D3-AE5087C344B6}"/>
                </a:ext>
              </a:extLst>
            </p:cNvPr>
            <p:cNvSpPr>
              <a:spLocks noChangeAspect="1" noChangeArrowheads="1"/>
            </p:cNvSpPr>
            <p:nvPr userDrawn="1"/>
          </p:nvSpPr>
          <p:spPr bwMode="auto">
            <a:xfrm>
              <a:off x="556256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1" name="Oval 801">
              <a:extLst>
                <a:ext uri="{FF2B5EF4-FFF2-40B4-BE49-F238E27FC236}">
                  <a16:creationId xmlns:a16="http://schemas.microsoft.com/office/drawing/2014/main" id="{101AD942-64EC-4035-AE58-8151A10F859C}"/>
                </a:ext>
              </a:extLst>
            </p:cNvPr>
            <p:cNvSpPr>
              <a:spLocks noChangeAspect="1" noChangeArrowheads="1"/>
            </p:cNvSpPr>
            <p:nvPr userDrawn="1"/>
          </p:nvSpPr>
          <p:spPr bwMode="auto">
            <a:xfrm>
              <a:off x="5675652"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2" name="Oval 802">
              <a:extLst>
                <a:ext uri="{FF2B5EF4-FFF2-40B4-BE49-F238E27FC236}">
                  <a16:creationId xmlns:a16="http://schemas.microsoft.com/office/drawing/2014/main" id="{DE70B29A-0E7D-4E0D-B672-D872B8E24A42}"/>
                </a:ext>
              </a:extLst>
            </p:cNvPr>
            <p:cNvSpPr>
              <a:spLocks noChangeAspect="1" noChangeArrowheads="1"/>
            </p:cNvSpPr>
            <p:nvPr userDrawn="1"/>
          </p:nvSpPr>
          <p:spPr bwMode="auto">
            <a:xfrm>
              <a:off x="578722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3" name="Oval 803">
              <a:extLst>
                <a:ext uri="{FF2B5EF4-FFF2-40B4-BE49-F238E27FC236}">
                  <a16:creationId xmlns:a16="http://schemas.microsoft.com/office/drawing/2014/main" id="{0D7318CA-DE14-43E2-A4A9-03007306F792}"/>
                </a:ext>
              </a:extLst>
            </p:cNvPr>
            <p:cNvSpPr>
              <a:spLocks noChangeAspect="1" noChangeArrowheads="1"/>
            </p:cNvSpPr>
            <p:nvPr userDrawn="1"/>
          </p:nvSpPr>
          <p:spPr bwMode="auto">
            <a:xfrm>
              <a:off x="5900313"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4" name="Oval 804">
              <a:extLst>
                <a:ext uri="{FF2B5EF4-FFF2-40B4-BE49-F238E27FC236}">
                  <a16:creationId xmlns:a16="http://schemas.microsoft.com/office/drawing/2014/main" id="{3C157474-FC23-4A20-A4AA-722D2AFA0748}"/>
                </a:ext>
              </a:extLst>
            </p:cNvPr>
            <p:cNvSpPr>
              <a:spLocks noChangeAspect="1" noChangeArrowheads="1"/>
            </p:cNvSpPr>
            <p:nvPr userDrawn="1"/>
          </p:nvSpPr>
          <p:spPr bwMode="auto">
            <a:xfrm>
              <a:off x="601339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5" name="Oval 805">
              <a:extLst>
                <a:ext uri="{FF2B5EF4-FFF2-40B4-BE49-F238E27FC236}">
                  <a16:creationId xmlns:a16="http://schemas.microsoft.com/office/drawing/2014/main" id="{F5031927-B321-486D-97E2-C15C9A7FC112}"/>
                </a:ext>
              </a:extLst>
            </p:cNvPr>
            <p:cNvSpPr>
              <a:spLocks noChangeAspect="1" noChangeArrowheads="1"/>
            </p:cNvSpPr>
            <p:nvPr userDrawn="1"/>
          </p:nvSpPr>
          <p:spPr bwMode="auto">
            <a:xfrm>
              <a:off x="6124975"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6" name="Oval 806">
              <a:extLst>
                <a:ext uri="{FF2B5EF4-FFF2-40B4-BE49-F238E27FC236}">
                  <a16:creationId xmlns:a16="http://schemas.microsoft.com/office/drawing/2014/main" id="{7745C582-7A77-41F0-8DCE-0899A1899DDB}"/>
                </a:ext>
              </a:extLst>
            </p:cNvPr>
            <p:cNvSpPr>
              <a:spLocks noChangeAspect="1" noChangeArrowheads="1"/>
            </p:cNvSpPr>
            <p:nvPr userDrawn="1"/>
          </p:nvSpPr>
          <p:spPr bwMode="auto">
            <a:xfrm>
              <a:off x="623805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7" name="Oval 807">
              <a:extLst>
                <a:ext uri="{FF2B5EF4-FFF2-40B4-BE49-F238E27FC236}">
                  <a16:creationId xmlns:a16="http://schemas.microsoft.com/office/drawing/2014/main" id="{13ACF2DA-2CA9-473A-A794-469E3CB10FD1}"/>
                </a:ext>
              </a:extLst>
            </p:cNvPr>
            <p:cNvSpPr>
              <a:spLocks noChangeAspect="1" noChangeArrowheads="1"/>
            </p:cNvSpPr>
            <p:nvPr userDrawn="1"/>
          </p:nvSpPr>
          <p:spPr bwMode="auto">
            <a:xfrm>
              <a:off x="6349635"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8" name="Oval 808">
              <a:extLst>
                <a:ext uri="{FF2B5EF4-FFF2-40B4-BE49-F238E27FC236}">
                  <a16:creationId xmlns:a16="http://schemas.microsoft.com/office/drawing/2014/main" id="{F1D036DA-F98F-4DBA-9B8E-E1261603842F}"/>
                </a:ext>
              </a:extLst>
            </p:cNvPr>
            <p:cNvSpPr>
              <a:spLocks noChangeAspect="1" noChangeArrowheads="1"/>
            </p:cNvSpPr>
            <p:nvPr userDrawn="1"/>
          </p:nvSpPr>
          <p:spPr bwMode="auto">
            <a:xfrm>
              <a:off x="646271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9" name="Oval 809">
              <a:extLst>
                <a:ext uri="{FF2B5EF4-FFF2-40B4-BE49-F238E27FC236}">
                  <a16:creationId xmlns:a16="http://schemas.microsoft.com/office/drawing/2014/main" id="{AFD18EA9-274C-4197-A0C4-0538C8FCB832}"/>
                </a:ext>
              </a:extLst>
            </p:cNvPr>
            <p:cNvSpPr>
              <a:spLocks noChangeAspect="1" noChangeArrowheads="1"/>
            </p:cNvSpPr>
            <p:nvPr userDrawn="1"/>
          </p:nvSpPr>
          <p:spPr bwMode="auto">
            <a:xfrm>
              <a:off x="657429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0" name="Oval 810">
              <a:extLst>
                <a:ext uri="{FF2B5EF4-FFF2-40B4-BE49-F238E27FC236}">
                  <a16:creationId xmlns:a16="http://schemas.microsoft.com/office/drawing/2014/main" id="{B8AFBE31-2BB9-46DF-A892-7F6E6678883F}"/>
                </a:ext>
              </a:extLst>
            </p:cNvPr>
            <p:cNvSpPr>
              <a:spLocks noChangeAspect="1" noChangeArrowheads="1"/>
            </p:cNvSpPr>
            <p:nvPr userDrawn="1"/>
          </p:nvSpPr>
          <p:spPr bwMode="auto">
            <a:xfrm>
              <a:off x="668738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1" name="Oval 811">
              <a:extLst>
                <a:ext uri="{FF2B5EF4-FFF2-40B4-BE49-F238E27FC236}">
                  <a16:creationId xmlns:a16="http://schemas.microsoft.com/office/drawing/2014/main" id="{2AB3EC9A-EAA2-42D3-98EB-DDD0C13A3FDE}"/>
                </a:ext>
              </a:extLst>
            </p:cNvPr>
            <p:cNvSpPr>
              <a:spLocks noChangeAspect="1" noChangeArrowheads="1"/>
            </p:cNvSpPr>
            <p:nvPr userDrawn="1"/>
          </p:nvSpPr>
          <p:spPr bwMode="auto">
            <a:xfrm>
              <a:off x="6798957"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2" name="Oval 812">
              <a:extLst>
                <a:ext uri="{FF2B5EF4-FFF2-40B4-BE49-F238E27FC236}">
                  <a16:creationId xmlns:a16="http://schemas.microsoft.com/office/drawing/2014/main" id="{9ADD925C-E058-48D7-9B32-8F96155A5FBC}"/>
                </a:ext>
              </a:extLst>
            </p:cNvPr>
            <p:cNvSpPr>
              <a:spLocks noChangeAspect="1" noChangeArrowheads="1"/>
            </p:cNvSpPr>
            <p:nvPr userDrawn="1"/>
          </p:nvSpPr>
          <p:spPr bwMode="auto">
            <a:xfrm>
              <a:off x="6912041"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3" name="Oval 813">
              <a:extLst>
                <a:ext uri="{FF2B5EF4-FFF2-40B4-BE49-F238E27FC236}">
                  <a16:creationId xmlns:a16="http://schemas.microsoft.com/office/drawing/2014/main" id="{40755B84-29A3-43D0-A8A6-6A052B603D5D}"/>
                </a:ext>
              </a:extLst>
            </p:cNvPr>
            <p:cNvSpPr>
              <a:spLocks noChangeAspect="1" noChangeArrowheads="1"/>
            </p:cNvSpPr>
            <p:nvPr userDrawn="1"/>
          </p:nvSpPr>
          <p:spPr bwMode="auto">
            <a:xfrm>
              <a:off x="7023616"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4" name="Oval 814">
              <a:extLst>
                <a:ext uri="{FF2B5EF4-FFF2-40B4-BE49-F238E27FC236}">
                  <a16:creationId xmlns:a16="http://schemas.microsoft.com/office/drawing/2014/main" id="{A4A4FA4D-4231-4299-AE7B-B3FCDE397A1A}"/>
                </a:ext>
              </a:extLst>
            </p:cNvPr>
            <p:cNvSpPr>
              <a:spLocks noChangeAspect="1" noChangeArrowheads="1"/>
            </p:cNvSpPr>
            <p:nvPr userDrawn="1"/>
          </p:nvSpPr>
          <p:spPr bwMode="auto">
            <a:xfrm>
              <a:off x="713670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5" name="Oval 815">
              <a:extLst>
                <a:ext uri="{FF2B5EF4-FFF2-40B4-BE49-F238E27FC236}">
                  <a16:creationId xmlns:a16="http://schemas.microsoft.com/office/drawing/2014/main" id="{57C0C3DE-F23C-487B-94F4-1AFADA2EAD96}"/>
                </a:ext>
              </a:extLst>
            </p:cNvPr>
            <p:cNvSpPr>
              <a:spLocks noChangeAspect="1" noChangeArrowheads="1"/>
            </p:cNvSpPr>
            <p:nvPr userDrawn="1"/>
          </p:nvSpPr>
          <p:spPr bwMode="auto">
            <a:xfrm>
              <a:off x="163025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6" name="Oval 816">
              <a:extLst>
                <a:ext uri="{FF2B5EF4-FFF2-40B4-BE49-F238E27FC236}">
                  <a16:creationId xmlns:a16="http://schemas.microsoft.com/office/drawing/2014/main" id="{15EAE8E9-FA5E-4D85-AB04-ABDBD2F4BDEA}"/>
                </a:ext>
              </a:extLst>
            </p:cNvPr>
            <p:cNvSpPr>
              <a:spLocks noChangeAspect="1" noChangeArrowheads="1"/>
            </p:cNvSpPr>
            <p:nvPr userDrawn="1"/>
          </p:nvSpPr>
          <p:spPr bwMode="auto">
            <a:xfrm>
              <a:off x="174333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7" name="Oval 817">
              <a:extLst>
                <a:ext uri="{FF2B5EF4-FFF2-40B4-BE49-F238E27FC236}">
                  <a16:creationId xmlns:a16="http://schemas.microsoft.com/office/drawing/2014/main" id="{43605A03-178A-4FAD-8D87-04381D4EBEC1}"/>
                </a:ext>
              </a:extLst>
            </p:cNvPr>
            <p:cNvSpPr>
              <a:spLocks noChangeAspect="1" noChangeArrowheads="1"/>
            </p:cNvSpPr>
            <p:nvPr userDrawn="1"/>
          </p:nvSpPr>
          <p:spPr bwMode="auto">
            <a:xfrm>
              <a:off x="1854911"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8" name="Oval 818">
              <a:extLst>
                <a:ext uri="{FF2B5EF4-FFF2-40B4-BE49-F238E27FC236}">
                  <a16:creationId xmlns:a16="http://schemas.microsoft.com/office/drawing/2014/main" id="{596C8064-68E3-4A9F-867C-85D9803843EE}"/>
                </a:ext>
              </a:extLst>
            </p:cNvPr>
            <p:cNvSpPr>
              <a:spLocks noChangeAspect="1" noChangeArrowheads="1"/>
            </p:cNvSpPr>
            <p:nvPr userDrawn="1"/>
          </p:nvSpPr>
          <p:spPr bwMode="auto">
            <a:xfrm>
              <a:off x="1967995"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9" name="Oval 819">
              <a:extLst>
                <a:ext uri="{FF2B5EF4-FFF2-40B4-BE49-F238E27FC236}">
                  <a16:creationId xmlns:a16="http://schemas.microsoft.com/office/drawing/2014/main" id="{D33ADD6F-B7F2-4278-BA7F-001B2EEAC61F}"/>
                </a:ext>
              </a:extLst>
            </p:cNvPr>
            <p:cNvSpPr>
              <a:spLocks noChangeAspect="1" noChangeArrowheads="1"/>
            </p:cNvSpPr>
            <p:nvPr userDrawn="1"/>
          </p:nvSpPr>
          <p:spPr bwMode="auto">
            <a:xfrm>
              <a:off x="241731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0" name="Oval 820">
              <a:extLst>
                <a:ext uri="{FF2B5EF4-FFF2-40B4-BE49-F238E27FC236}">
                  <a16:creationId xmlns:a16="http://schemas.microsoft.com/office/drawing/2014/main" id="{EB50B093-7D5F-48CD-9623-E155A8FF8BBC}"/>
                </a:ext>
              </a:extLst>
            </p:cNvPr>
            <p:cNvSpPr>
              <a:spLocks noChangeAspect="1" noChangeArrowheads="1"/>
            </p:cNvSpPr>
            <p:nvPr userDrawn="1"/>
          </p:nvSpPr>
          <p:spPr bwMode="auto">
            <a:xfrm>
              <a:off x="410302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1" name="Oval 821">
              <a:extLst>
                <a:ext uri="{FF2B5EF4-FFF2-40B4-BE49-F238E27FC236}">
                  <a16:creationId xmlns:a16="http://schemas.microsoft.com/office/drawing/2014/main" id="{8C35F634-3FCC-46AD-966F-49F14F9CD8A1}"/>
                </a:ext>
              </a:extLst>
            </p:cNvPr>
            <p:cNvSpPr>
              <a:spLocks noChangeAspect="1" noChangeArrowheads="1"/>
            </p:cNvSpPr>
            <p:nvPr userDrawn="1"/>
          </p:nvSpPr>
          <p:spPr bwMode="auto">
            <a:xfrm>
              <a:off x="4214604"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2" name="Oval 822">
              <a:extLst>
                <a:ext uri="{FF2B5EF4-FFF2-40B4-BE49-F238E27FC236}">
                  <a16:creationId xmlns:a16="http://schemas.microsoft.com/office/drawing/2014/main" id="{20889B35-E75E-4864-B50F-D1C3F89FBBA8}"/>
                </a:ext>
              </a:extLst>
            </p:cNvPr>
            <p:cNvSpPr>
              <a:spLocks noChangeAspect="1" noChangeArrowheads="1"/>
            </p:cNvSpPr>
            <p:nvPr userDrawn="1"/>
          </p:nvSpPr>
          <p:spPr bwMode="auto">
            <a:xfrm>
              <a:off x="4327687"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3" name="Oval 823">
              <a:extLst>
                <a:ext uri="{FF2B5EF4-FFF2-40B4-BE49-F238E27FC236}">
                  <a16:creationId xmlns:a16="http://schemas.microsoft.com/office/drawing/2014/main" id="{4FC77765-CD20-4367-B361-C4621E46D8A6}"/>
                </a:ext>
              </a:extLst>
            </p:cNvPr>
            <p:cNvSpPr>
              <a:spLocks noChangeAspect="1" noChangeArrowheads="1"/>
            </p:cNvSpPr>
            <p:nvPr userDrawn="1"/>
          </p:nvSpPr>
          <p:spPr bwMode="auto">
            <a:xfrm>
              <a:off x="443926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4" name="Oval 824">
              <a:extLst>
                <a:ext uri="{FF2B5EF4-FFF2-40B4-BE49-F238E27FC236}">
                  <a16:creationId xmlns:a16="http://schemas.microsoft.com/office/drawing/2014/main" id="{C0E6E9FB-2FAE-4689-A7D1-B1F2D8DC048E}"/>
                </a:ext>
              </a:extLst>
            </p:cNvPr>
            <p:cNvSpPr>
              <a:spLocks noChangeAspect="1" noChangeArrowheads="1"/>
            </p:cNvSpPr>
            <p:nvPr userDrawn="1"/>
          </p:nvSpPr>
          <p:spPr bwMode="auto">
            <a:xfrm>
              <a:off x="4552349"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5" name="Oval 825">
              <a:extLst>
                <a:ext uri="{FF2B5EF4-FFF2-40B4-BE49-F238E27FC236}">
                  <a16:creationId xmlns:a16="http://schemas.microsoft.com/office/drawing/2014/main" id="{AE75926A-4CC7-4AEE-8CEB-7EF6C340D8EC}"/>
                </a:ext>
              </a:extLst>
            </p:cNvPr>
            <p:cNvSpPr>
              <a:spLocks noChangeAspect="1" noChangeArrowheads="1"/>
            </p:cNvSpPr>
            <p:nvPr userDrawn="1"/>
          </p:nvSpPr>
          <p:spPr bwMode="auto">
            <a:xfrm>
              <a:off x="4663925"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6" name="Oval 826">
              <a:extLst>
                <a:ext uri="{FF2B5EF4-FFF2-40B4-BE49-F238E27FC236}">
                  <a16:creationId xmlns:a16="http://schemas.microsoft.com/office/drawing/2014/main" id="{42A9C53B-11F1-4E65-9C68-2051D604E6CB}"/>
                </a:ext>
              </a:extLst>
            </p:cNvPr>
            <p:cNvSpPr>
              <a:spLocks noChangeAspect="1" noChangeArrowheads="1"/>
            </p:cNvSpPr>
            <p:nvPr userDrawn="1"/>
          </p:nvSpPr>
          <p:spPr bwMode="auto">
            <a:xfrm>
              <a:off x="4777009"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7" name="Oval 827">
              <a:extLst>
                <a:ext uri="{FF2B5EF4-FFF2-40B4-BE49-F238E27FC236}">
                  <a16:creationId xmlns:a16="http://schemas.microsoft.com/office/drawing/2014/main" id="{E08384EF-EDF6-4EB0-A6C2-781AA5DFB2FD}"/>
                </a:ext>
              </a:extLst>
            </p:cNvPr>
            <p:cNvSpPr>
              <a:spLocks noChangeAspect="1" noChangeArrowheads="1"/>
            </p:cNvSpPr>
            <p:nvPr userDrawn="1"/>
          </p:nvSpPr>
          <p:spPr bwMode="auto">
            <a:xfrm>
              <a:off x="4888585"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8" name="Oval 828">
              <a:extLst>
                <a:ext uri="{FF2B5EF4-FFF2-40B4-BE49-F238E27FC236}">
                  <a16:creationId xmlns:a16="http://schemas.microsoft.com/office/drawing/2014/main" id="{CE0363D8-9AF2-4EE8-96C0-734978B6DD2F}"/>
                </a:ext>
              </a:extLst>
            </p:cNvPr>
            <p:cNvSpPr>
              <a:spLocks noChangeAspect="1" noChangeArrowheads="1"/>
            </p:cNvSpPr>
            <p:nvPr userDrawn="1"/>
          </p:nvSpPr>
          <p:spPr bwMode="auto">
            <a:xfrm>
              <a:off x="5001670"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9" name="Oval 829">
              <a:extLst>
                <a:ext uri="{FF2B5EF4-FFF2-40B4-BE49-F238E27FC236}">
                  <a16:creationId xmlns:a16="http://schemas.microsoft.com/office/drawing/2014/main" id="{21C50871-6CCB-4EBA-9D32-36A0505BF14D}"/>
                </a:ext>
              </a:extLst>
            </p:cNvPr>
            <p:cNvSpPr>
              <a:spLocks noChangeAspect="1" noChangeArrowheads="1"/>
            </p:cNvSpPr>
            <p:nvPr userDrawn="1"/>
          </p:nvSpPr>
          <p:spPr bwMode="auto">
            <a:xfrm>
              <a:off x="511324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0" name="Oval 830">
              <a:extLst>
                <a:ext uri="{FF2B5EF4-FFF2-40B4-BE49-F238E27FC236}">
                  <a16:creationId xmlns:a16="http://schemas.microsoft.com/office/drawing/2014/main" id="{E853FEC2-EA1C-4C46-92E4-1C1B826DA753}"/>
                </a:ext>
              </a:extLst>
            </p:cNvPr>
            <p:cNvSpPr>
              <a:spLocks noChangeAspect="1" noChangeArrowheads="1"/>
            </p:cNvSpPr>
            <p:nvPr userDrawn="1"/>
          </p:nvSpPr>
          <p:spPr bwMode="auto">
            <a:xfrm>
              <a:off x="5226330"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1" name="Oval 831">
              <a:extLst>
                <a:ext uri="{FF2B5EF4-FFF2-40B4-BE49-F238E27FC236}">
                  <a16:creationId xmlns:a16="http://schemas.microsoft.com/office/drawing/2014/main" id="{2A801F0D-49F3-4F9A-ACEE-7F275A3B03CA}"/>
                </a:ext>
              </a:extLst>
            </p:cNvPr>
            <p:cNvSpPr>
              <a:spLocks noChangeAspect="1" noChangeArrowheads="1"/>
            </p:cNvSpPr>
            <p:nvPr userDrawn="1"/>
          </p:nvSpPr>
          <p:spPr bwMode="auto">
            <a:xfrm>
              <a:off x="5337907"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2" name="Oval 832">
              <a:extLst>
                <a:ext uri="{FF2B5EF4-FFF2-40B4-BE49-F238E27FC236}">
                  <a16:creationId xmlns:a16="http://schemas.microsoft.com/office/drawing/2014/main" id="{E12B1E15-F6FA-447E-8AF8-C240E89F1F5D}"/>
                </a:ext>
              </a:extLst>
            </p:cNvPr>
            <p:cNvSpPr>
              <a:spLocks noChangeAspect="1" noChangeArrowheads="1"/>
            </p:cNvSpPr>
            <p:nvPr userDrawn="1"/>
          </p:nvSpPr>
          <p:spPr bwMode="auto">
            <a:xfrm>
              <a:off x="5450992"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3" name="Oval 833">
              <a:extLst>
                <a:ext uri="{FF2B5EF4-FFF2-40B4-BE49-F238E27FC236}">
                  <a16:creationId xmlns:a16="http://schemas.microsoft.com/office/drawing/2014/main" id="{44A92A9A-A9F0-4B17-85CD-EDCAA7C8CF4F}"/>
                </a:ext>
              </a:extLst>
            </p:cNvPr>
            <p:cNvSpPr>
              <a:spLocks noChangeAspect="1" noChangeArrowheads="1"/>
            </p:cNvSpPr>
            <p:nvPr userDrawn="1"/>
          </p:nvSpPr>
          <p:spPr bwMode="auto">
            <a:xfrm>
              <a:off x="5562568"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4" name="Oval 834">
              <a:extLst>
                <a:ext uri="{FF2B5EF4-FFF2-40B4-BE49-F238E27FC236}">
                  <a16:creationId xmlns:a16="http://schemas.microsoft.com/office/drawing/2014/main" id="{E6500930-8A70-417B-BAF4-8A51F8D3A508}"/>
                </a:ext>
              </a:extLst>
            </p:cNvPr>
            <p:cNvSpPr>
              <a:spLocks noChangeAspect="1" noChangeArrowheads="1"/>
            </p:cNvSpPr>
            <p:nvPr userDrawn="1"/>
          </p:nvSpPr>
          <p:spPr bwMode="auto">
            <a:xfrm>
              <a:off x="5675652"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5" name="Oval 835">
              <a:extLst>
                <a:ext uri="{FF2B5EF4-FFF2-40B4-BE49-F238E27FC236}">
                  <a16:creationId xmlns:a16="http://schemas.microsoft.com/office/drawing/2014/main" id="{66C4EA42-6BAE-46EA-A377-13B64530750B}"/>
                </a:ext>
              </a:extLst>
            </p:cNvPr>
            <p:cNvSpPr>
              <a:spLocks noChangeAspect="1" noChangeArrowheads="1"/>
            </p:cNvSpPr>
            <p:nvPr userDrawn="1"/>
          </p:nvSpPr>
          <p:spPr bwMode="auto">
            <a:xfrm>
              <a:off x="578722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6" name="Oval 836">
              <a:extLst>
                <a:ext uri="{FF2B5EF4-FFF2-40B4-BE49-F238E27FC236}">
                  <a16:creationId xmlns:a16="http://schemas.microsoft.com/office/drawing/2014/main" id="{C1D0E9ED-7B2B-4D39-BFDC-7619F1C793E9}"/>
                </a:ext>
              </a:extLst>
            </p:cNvPr>
            <p:cNvSpPr>
              <a:spLocks noChangeAspect="1" noChangeArrowheads="1"/>
            </p:cNvSpPr>
            <p:nvPr userDrawn="1"/>
          </p:nvSpPr>
          <p:spPr bwMode="auto">
            <a:xfrm>
              <a:off x="5900313"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7" name="Oval 837">
              <a:extLst>
                <a:ext uri="{FF2B5EF4-FFF2-40B4-BE49-F238E27FC236}">
                  <a16:creationId xmlns:a16="http://schemas.microsoft.com/office/drawing/2014/main" id="{A8D67E1E-68FE-4E3D-A31F-3A11586670C0}"/>
                </a:ext>
              </a:extLst>
            </p:cNvPr>
            <p:cNvSpPr>
              <a:spLocks noChangeAspect="1" noChangeArrowheads="1"/>
            </p:cNvSpPr>
            <p:nvPr userDrawn="1"/>
          </p:nvSpPr>
          <p:spPr bwMode="auto">
            <a:xfrm>
              <a:off x="601339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8" name="Oval 838">
              <a:extLst>
                <a:ext uri="{FF2B5EF4-FFF2-40B4-BE49-F238E27FC236}">
                  <a16:creationId xmlns:a16="http://schemas.microsoft.com/office/drawing/2014/main" id="{9DCA2389-F167-440C-975A-1EA3A02006BC}"/>
                </a:ext>
              </a:extLst>
            </p:cNvPr>
            <p:cNvSpPr>
              <a:spLocks noChangeAspect="1" noChangeArrowheads="1"/>
            </p:cNvSpPr>
            <p:nvPr userDrawn="1"/>
          </p:nvSpPr>
          <p:spPr bwMode="auto">
            <a:xfrm>
              <a:off x="612497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9" name="Oval 839">
              <a:extLst>
                <a:ext uri="{FF2B5EF4-FFF2-40B4-BE49-F238E27FC236}">
                  <a16:creationId xmlns:a16="http://schemas.microsoft.com/office/drawing/2014/main" id="{41648494-70C1-4828-82A5-8BA8AD7E2171}"/>
                </a:ext>
              </a:extLst>
            </p:cNvPr>
            <p:cNvSpPr>
              <a:spLocks noChangeAspect="1" noChangeArrowheads="1"/>
            </p:cNvSpPr>
            <p:nvPr userDrawn="1"/>
          </p:nvSpPr>
          <p:spPr bwMode="auto">
            <a:xfrm>
              <a:off x="6238058"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0" name="Oval 840">
              <a:extLst>
                <a:ext uri="{FF2B5EF4-FFF2-40B4-BE49-F238E27FC236}">
                  <a16:creationId xmlns:a16="http://schemas.microsoft.com/office/drawing/2014/main" id="{31532C64-27FD-4515-B921-803CA12166D7}"/>
                </a:ext>
              </a:extLst>
            </p:cNvPr>
            <p:cNvSpPr>
              <a:spLocks noChangeAspect="1" noChangeArrowheads="1"/>
            </p:cNvSpPr>
            <p:nvPr userDrawn="1"/>
          </p:nvSpPr>
          <p:spPr bwMode="auto">
            <a:xfrm>
              <a:off x="6349634"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1" name="Oval 841">
              <a:extLst>
                <a:ext uri="{FF2B5EF4-FFF2-40B4-BE49-F238E27FC236}">
                  <a16:creationId xmlns:a16="http://schemas.microsoft.com/office/drawing/2014/main" id="{94035E6F-AEE8-43B5-B552-2D78C3ABD210}"/>
                </a:ext>
              </a:extLst>
            </p:cNvPr>
            <p:cNvSpPr>
              <a:spLocks noChangeAspect="1" noChangeArrowheads="1"/>
            </p:cNvSpPr>
            <p:nvPr userDrawn="1"/>
          </p:nvSpPr>
          <p:spPr bwMode="auto">
            <a:xfrm>
              <a:off x="646271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2" name="Oval 842">
              <a:extLst>
                <a:ext uri="{FF2B5EF4-FFF2-40B4-BE49-F238E27FC236}">
                  <a16:creationId xmlns:a16="http://schemas.microsoft.com/office/drawing/2014/main" id="{096899FC-F7C8-4999-8ABE-23080A4716DD}"/>
                </a:ext>
              </a:extLst>
            </p:cNvPr>
            <p:cNvSpPr>
              <a:spLocks noChangeAspect="1" noChangeArrowheads="1"/>
            </p:cNvSpPr>
            <p:nvPr userDrawn="1"/>
          </p:nvSpPr>
          <p:spPr bwMode="auto">
            <a:xfrm>
              <a:off x="657429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3" name="Oval 843">
              <a:extLst>
                <a:ext uri="{FF2B5EF4-FFF2-40B4-BE49-F238E27FC236}">
                  <a16:creationId xmlns:a16="http://schemas.microsoft.com/office/drawing/2014/main" id="{D0D3F37E-9F35-4F92-A24B-B37169FF33FD}"/>
                </a:ext>
              </a:extLst>
            </p:cNvPr>
            <p:cNvSpPr>
              <a:spLocks noChangeAspect="1" noChangeArrowheads="1"/>
            </p:cNvSpPr>
            <p:nvPr userDrawn="1"/>
          </p:nvSpPr>
          <p:spPr bwMode="auto">
            <a:xfrm>
              <a:off x="668738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4" name="Oval 844">
              <a:extLst>
                <a:ext uri="{FF2B5EF4-FFF2-40B4-BE49-F238E27FC236}">
                  <a16:creationId xmlns:a16="http://schemas.microsoft.com/office/drawing/2014/main" id="{E1B3422F-B0BD-425E-81A9-65391EC90AFB}"/>
                </a:ext>
              </a:extLst>
            </p:cNvPr>
            <p:cNvSpPr>
              <a:spLocks noChangeAspect="1" noChangeArrowheads="1"/>
            </p:cNvSpPr>
            <p:nvPr userDrawn="1"/>
          </p:nvSpPr>
          <p:spPr bwMode="auto">
            <a:xfrm>
              <a:off x="679895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5" name="Oval 845">
              <a:extLst>
                <a:ext uri="{FF2B5EF4-FFF2-40B4-BE49-F238E27FC236}">
                  <a16:creationId xmlns:a16="http://schemas.microsoft.com/office/drawing/2014/main" id="{DAA92B09-4B5B-4744-8E4B-A60788DF816B}"/>
                </a:ext>
              </a:extLst>
            </p:cNvPr>
            <p:cNvSpPr>
              <a:spLocks noChangeAspect="1" noChangeArrowheads="1"/>
            </p:cNvSpPr>
            <p:nvPr userDrawn="1"/>
          </p:nvSpPr>
          <p:spPr bwMode="auto">
            <a:xfrm>
              <a:off x="6912041"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6" name="Oval 846">
              <a:extLst>
                <a:ext uri="{FF2B5EF4-FFF2-40B4-BE49-F238E27FC236}">
                  <a16:creationId xmlns:a16="http://schemas.microsoft.com/office/drawing/2014/main" id="{37D77D06-0BF8-428B-9DB1-4404DD28DB5E}"/>
                </a:ext>
              </a:extLst>
            </p:cNvPr>
            <p:cNvSpPr>
              <a:spLocks noChangeAspect="1" noChangeArrowheads="1"/>
            </p:cNvSpPr>
            <p:nvPr userDrawn="1"/>
          </p:nvSpPr>
          <p:spPr bwMode="auto">
            <a:xfrm>
              <a:off x="7023616"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7" name="Oval 847">
              <a:extLst>
                <a:ext uri="{FF2B5EF4-FFF2-40B4-BE49-F238E27FC236}">
                  <a16:creationId xmlns:a16="http://schemas.microsoft.com/office/drawing/2014/main" id="{C91B1C0A-A84B-4833-84D2-C0A2E713B069}"/>
                </a:ext>
              </a:extLst>
            </p:cNvPr>
            <p:cNvSpPr>
              <a:spLocks noChangeAspect="1" noChangeArrowheads="1"/>
            </p:cNvSpPr>
            <p:nvPr userDrawn="1"/>
          </p:nvSpPr>
          <p:spPr bwMode="auto">
            <a:xfrm>
              <a:off x="713670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8" name="Oval 848">
              <a:extLst>
                <a:ext uri="{FF2B5EF4-FFF2-40B4-BE49-F238E27FC236}">
                  <a16:creationId xmlns:a16="http://schemas.microsoft.com/office/drawing/2014/main" id="{667F5B88-2B32-434C-8220-4C0B15088109}"/>
                </a:ext>
              </a:extLst>
            </p:cNvPr>
            <p:cNvSpPr>
              <a:spLocks noChangeAspect="1" noChangeArrowheads="1"/>
            </p:cNvSpPr>
            <p:nvPr userDrawn="1"/>
          </p:nvSpPr>
          <p:spPr bwMode="auto">
            <a:xfrm>
              <a:off x="1743334"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9" name="Oval 849">
              <a:extLst>
                <a:ext uri="{FF2B5EF4-FFF2-40B4-BE49-F238E27FC236}">
                  <a16:creationId xmlns:a16="http://schemas.microsoft.com/office/drawing/2014/main" id="{751933F2-36B7-45B4-BCEC-B4964C9FD276}"/>
                </a:ext>
              </a:extLst>
            </p:cNvPr>
            <p:cNvSpPr>
              <a:spLocks noChangeAspect="1" noChangeArrowheads="1"/>
            </p:cNvSpPr>
            <p:nvPr userDrawn="1"/>
          </p:nvSpPr>
          <p:spPr bwMode="auto">
            <a:xfrm>
              <a:off x="1854911"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0" name="Oval 850">
              <a:extLst>
                <a:ext uri="{FF2B5EF4-FFF2-40B4-BE49-F238E27FC236}">
                  <a16:creationId xmlns:a16="http://schemas.microsoft.com/office/drawing/2014/main" id="{30BCDC79-8D7C-44BD-9C91-E6EB483A1648}"/>
                </a:ext>
              </a:extLst>
            </p:cNvPr>
            <p:cNvSpPr>
              <a:spLocks noChangeAspect="1" noChangeArrowheads="1"/>
            </p:cNvSpPr>
            <p:nvPr userDrawn="1"/>
          </p:nvSpPr>
          <p:spPr bwMode="auto">
            <a:xfrm>
              <a:off x="1967996"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1" name="Oval 851">
              <a:extLst>
                <a:ext uri="{FF2B5EF4-FFF2-40B4-BE49-F238E27FC236}">
                  <a16:creationId xmlns:a16="http://schemas.microsoft.com/office/drawing/2014/main" id="{1D4325F2-73BF-4665-99EE-908BBC74304B}"/>
                </a:ext>
              </a:extLst>
            </p:cNvPr>
            <p:cNvSpPr>
              <a:spLocks noChangeAspect="1" noChangeArrowheads="1"/>
            </p:cNvSpPr>
            <p:nvPr userDrawn="1"/>
          </p:nvSpPr>
          <p:spPr bwMode="auto">
            <a:xfrm>
              <a:off x="3989943"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2" name="Oval 852">
              <a:extLst>
                <a:ext uri="{FF2B5EF4-FFF2-40B4-BE49-F238E27FC236}">
                  <a16:creationId xmlns:a16="http://schemas.microsoft.com/office/drawing/2014/main" id="{4E087ECB-281A-4566-B8FB-2414A12171F5}"/>
                </a:ext>
              </a:extLst>
            </p:cNvPr>
            <p:cNvSpPr>
              <a:spLocks noChangeAspect="1" noChangeArrowheads="1"/>
            </p:cNvSpPr>
            <p:nvPr userDrawn="1"/>
          </p:nvSpPr>
          <p:spPr bwMode="auto">
            <a:xfrm>
              <a:off x="410302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3" name="Oval 853">
              <a:extLst>
                <a:ext uri="{FF2B5EF4-FFF2-40B4-BE49-F238E27FC236}">
                  <a16:creationId xmlns:a16="http://schemas.microsoft.com/office/drawing/2014/main" id="{F67D9A0C-9DA2-4A72-8010-A96C87EA0D88}"/>
                </a:ext>
              </a:extLst>
            </p:cNvPr>
            <p:cNvSpPr>
              <a:spLocks noChangeAspect="1" noChangeArrowheads="1"/>
            </p:cNvSpPr>
            <p:nvPr userDrawn="1"/>
          </p:nvSpPr>
          <p:spPr bwMode="auto">
            <a:xfrm>
              <a:off x="4214604"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4" name="Oval 854">
              <a:extLst>
                <a:ext uri="{FF2B5EF4-FFF2-40B4-BE49-F238E27FC236}">
                  <a16:creationId xmlns:a16="http://schemas.microsoft.com/office/drawing/2014/main" id="{E37837BB-D745-4026-AB40-941A917A3B53}"/>
                </a:ext>
              </a:extLst>
            </p:cNvPr>
            <p:cNvSpPr>
              <a:spLocks noChangeAspect="1" noChangeArrowheads="1"/>
            </p:cNvSpPr>
            <p:nvPr userDrawn="1"/>
          </p:nvSpPr>
          <p:spPr bwMode="auto">
            <a:xfrm>
              <a:off x="432768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5" name="Oval 855">
              <a:extLst>
                <a:ext uri="{FF2B5EF4-FFF2-40B4-BE49-F238E27FC236}">
                  <a16:creationId xmlns:a16="http://schemas.microsoft.com/office/drawing/2014/main" id="{9DFCB11A-98B2-4D96-BFB4-364E40871A6F}"/>
                </a:ext>
              </a:extLst>
            </p:cNvPr>
            <p:cNvSpPr>
              <a:spLocks noChangeAspect="1" noChangeArrowheads="1"/>
            </p:cNvSpPr>
            <p:nvPr userDrawn="1"/>
          </p:nvSpPr>
          <p:spPr bwMode="auto">
            <a:xfrm>
              <a:off x="4439264"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6" name="Oval 856">
              <a:extLst>
                <a:ext uri="{FF2B5EF4-FFF2-40B4-BE49-F238E27FC236}">
                  <a16:creationId xmlns:a16="http://schemas.microsoft.com/office/drawing/2014/main" id="{A1F896D9-3C6E-44BB-A0D8-7E2426D8A722}"/>
                </a:ext>
              </a:extLst>
            </p:cNvPr>
            <p:cNvSpPr>
              <a:spLocks noChangeAspect="1" noChangeArrowheads="1"/>
            </p:cNvSpPr>
            <p:nvPr userDrawn="1"/>
          </p:nvSpPr>
          <p:spPr bwMode="auto">
            <a:xfrm>
              <a:off x="4552349"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7" name="Oval 857">
              <a:extLst>
                <a:ext uri="{FF2B5EF4-FFF2-40B4-BE49-F238E27FC236}">
                  <a16:creationId xmlns:a16="http://schemas.microsoft.com/office/drawing/2014/main" id="{C2984703-9D5D-45EC-AE6F-2D96979E86D4}"/>
                </a:ext>
              </a:extLst>
            </p:cNvPr>
            <p:cNvSpPr>
              <a:spLocks noChangeAspect="1" noChangeArrowheads="1"/>
            </p:cNvSpPr>
            <p:nvPr userDrawn="1"/>
          </p:nvSpPr>
          <p:spPr bwMode="auto">
            <a:xfrm>
              <a:off x="4663926"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8" name="Oval 858">
              <a:extLst>
                <a:ext uri="{FF2B5EF4-FFF2-40B4-BE49-F238E27FC236}">
                  <a16:creationId xmlns:a16="http://schemas.microsoft.com/office/drawing/2014/main" id="{8141F57E-BC71-458E-815F-89CBD3A9E6A6}"/>
                </a:ext>
              </a:extLst>
            </p:cNvPr>
            <p:cNvSpPr>
              <a:spLocks noChangeAspect="1" noChangeArrowheads="1"/>
            </p:cNvSpPr>
            <p:nvPr userDrawn="1"/>
          </p:nvSpPr>
          <p:spPr bwMode="auto">
            <a:xfrm>
              <a:off x="4777009"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9" name="Oval 859">
              <a:extLst>
                <a:ext uri="{FF2B5EF4-FFF2-40B4-BE49-F238E27FC236}">
                  <a16:creationId xmlns:a16="http://schemas.microsoft.com/office/drawing/2014/main" id="{58778346-C8DA-4641-8F37-4C24ED31E437}"/>
                </a:ext>
              </a:extLst>
            </p:cNvPr>
            <p:cNvSpPr>
              <a:spLocks noChangeAspect="1" noChangeArrowheads="1"/>
            </p:cNvSpPr>
            <p:nvPr userDrawn="1"/>
          </p:nvSpPr>
          <p:spPr bwMode="auto">
            <a:xfrm>
              <a:off x="4888586"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0" name="Oval 860">
              <a:extLst>
                <a:ext uri="{FF2B5EF4-FFF2-40B4-BE49-F238E27FC236}">
                  <a16:creationId xmlns:a16="http://schemas.microsoft.com/office/drawing/2014/main" id="{70871BDB-BDF4-4608-91AF-2BBD546E8BF2}"/>
                </a:ext>
              </a:extLst>
            </p:cNvPr>
            <p:cNvSpPr>
              <a:spLocks noChangeAspect="1" noChangeArrowheads="1"/>
            </p:cNvSpPr>
            <p:nvPr userDrawn="1"/>
          </p:nvSpPr>
          <p:spPr bwMode="auto">
            <a:xfrm>
              <a:off x="5001670"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1" name="Oval 861">
              <a:extLst>
                <a:ext uri="{FF2B5EF4-FFF2-40B4-BE49-F238E27FC236}">
                  <a16:creationId xmlns:a16="http://schemas.microsoft.com/office/drawing/2014/main" id="{B3D27081-A840-4FB5-85AC-A6403EE6EFA2}"/>
                </a:ext>
              </a:extLst>
            </p:cNvPr>
            <p:cNvSpPr>
              <a:spLocks noChangeAspect="1" noChangeArrowheads="1"/>
            </p:cNvSpPr>
            <p:nvPr userDrawn="1"/>
          </p:nvSpPr>
          <p:spPr bwMode="auto">
            <a:xfrm>
              <a:off x="5113247"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2" name="Oval 862">
              <a:extLst>
                <a:ext uri="{FF2B5EF4-FFF2-40B4-BE49-F238E27FC236}">
                  <a16:creationId xmlns:a16="http://schemas.microsoft.com/office/drawing/2014/main" id="{B6008D5A-BC37-4E84-90E9-FF737F900E02}"/>
                </a:ext>
              </a:extLst>
            </p:cNvPr>
            <p:cNvSpPr>
              <a:spLocks noChangeAspect="1" noChangeArrowheads="1"/>
            </p:cNvSpPr>
            <p:nvPr userDrawn="1"/>
          </p:nvSpPr>
          <p:spPr bwMode="auto">
            <a:xfrm>
              <a:off x="5226330"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3" name="Oval 863">
              <a:extLst>
                <a:ext uri="{FF2B5EF4-FFF2-40B4-BE49-F238E27FC236}">
                  <a16:creationId xmlns:a16="http://schemas.microsoft.com/office/drawing/2014/main" id="{39FCB9D3-349A-4615-A9F8-646119320956}"/>
                </a:ext>
              </a:extLst>
            </p:cNvPr>
            <p:cNvSpPr>
              <a:spLocks noChangeAspect="1" noChangeArrowheads="1"/>
            </p:cNvSpPr>
            <p:nvPr userDrawn="1"/>
          </p:nvSpPr>
          <p:spPr bwMode="auto">
            <a:xfrm>
              <a:off x="5337907"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4" name="Oval 864">
              <a:extLst>
                <a:ext uri="{FF2B5EF4-FFF2-40B4-BE49-F238E27FC236}">
                  <a16:creationId xmlns:a16="http://schemas.microsoft.com/office/drawing/2014/main" id="{090E64B4-F90A-4D56-967D-8ADFFB606579}"/>
                </a:ext>
              </a:extLst>
            </p:cNvPr>
            <p:cNvSpPr>
              <a:spLocks noChangeAspect="1" noChangeArrowheads="1"/>
            </p:cNvSpPr>
            <p:nvPr userDrawn="1"/>
          </p:nvSpPr>
          <p:spPr bwMode="auto">
            <a:xfrm>
              <a:off x="5450992"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5" name="Oval 865">
              <a:extLst>
                <a:ext uri="{FF2B5EF4-FFF2-40B4-BE49-F238E27FC236}">
                  <a16:creationId xmlns:a16="http://schemas.microsoft.com/office/drawing/2014/main" id="{5D87A5F6-443A-4861-8A1E-82BC40AD26B9}"/>
                </a:ext>
              </a:extLst>
            </p:cNvPr>
            <p:cNvSpPr>
              <a:spLocks noChangeAspect="1" noChangeArrowheads="1"/>
            </p:cNvSpPr>
            <p:nvPr userDrawn="1"/>
          </p:nvSpPr>
          <p:spPr bwMode="auto">
            <a:xfrm>
              <a:off x="556256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6" name="Oval 866">
              <a:extLst>
                <a:ext uri="{FF2B5EF4-FFF2-40B4-BE49-F238E27FC236}">
                  <a16:creationId xmlns:a16="http://schemas.microsoft.com/office/drawing/2014/main" id="{46A5BEEB-0926-44C7-85CD-00C6076F7BAF}"/>
                </a:ext>
              </a:extLst>
            </p:cNvPr>
            <p:cNvSpPr>
              <a:spLocks noChangeAspect="1" noChangeArrowheads="1"/>
            </p:cNvSpPr>
            <p:nvPr userDrawn="1"/>
          </p:nvSpPr>
          <p:spPr bwMode="auto">
            <a:xfrm>
              <a:off x="5675652"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7" name="Oval 867">
              <a:extLst>
                <a:ext uri="{FF2B5EF4-FFF2-40B4-BE49-F238E27FC236}">
                  <a16:creationId xmlns:a16="http://schemas.microsoft.com/office/drawing/2014/main" id="{741E7ACD-D751-4EC4-A374-BECEF915A254}"/>
                </a:ext>
              </a:extLst>
            </p:cNvPr>
            <p:cNvSpPr>
              <a:spLocks noChangeAspect="1" noChangeArrowheads="1"/>
            </p:cNvSpPr>
            <p:nvPr userDrawn="1"/>
          </p:nvSpPr>
          <p:spPr bwMode="auto">
            <a:xfrm>
              <a:off x="578722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8" name="Oval 868">
              <a:extLst>
                <a:ext uri="{FF2B5EF4-FFF2-40B4-BE49-F238E27FC236}">
                  <a16:creationId xmlns:a16="http://schemas.microsoft.com/office/drawing/2014/main" id="{3A74A4F1-9EF6-418F-B60D-96A240E0367B}"/>
                </a:ext>
              </a:extLst>
            </p:cNvPr>
            <p:cNvSpPr>
              <a:spLocks noChangeAspect="1" noChangeArrowheads="1"/>
            </p:cNvSpPr>
            <p:nvPr userDrawn="1"/>
          </p:nvSpPr>
          <p:spPr bwMode="auto">
            <a:xfrm>
              <a:off x="5900313"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9" name="Oval 869">
              <a:extLst>
                <a:ext uri="{FF2B5EF4-FFF2-40B4-BE49-F238E27FC236}">
                  <a16:creationId xmlns:a16="http://schemas.microsoft.com/office/drawing/2014/main" id="{FC7CC42E-700D-4639-BC13-EBC24DF10365}"/>
                </a:ext>
              </a:extLst>
            </p:cNvPr>
            <p:cNvSpPr>
              <a:spLocks noChangeAspect="1" noChangeArrowheads="1"/>
            </p:cNvSpPr>
            <p:nvPr userDrawn="1"/>
          </p:nvSpPr>
          <p:spPr bwMode="auto">
            <a:xfrm>
              <a:off x="601339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0" name="Oval 870">
              <a:extLst>
                <a:ext uri="{FF2B5EF4-FFF2-40B4-BE49-F238E27FC236}">
                  <a16:creationId xmlns:a16="http://schemas.microsoft.com/office/drawing/2014/main" id="{0601A98E-A12D-4686-98D0-E2792A65DBC7}"/>
                </a:ext>
              </a:extLst>
            </p:cNvPr>
            <p:cNvSpPr>
              <a:spLocks noChangeAspect="1" noChangeArrowheads="1"/>
            </p:cNvSpPr>
            <p:nvPr userDrawn="1"/>
          </p:nvSpPr>
          <p:spPr bwMode="auto">
            <a:xfrm>
              <a:off x="6124975"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1" name="Oval 871">
              <a:extLst>
                <a:ext uri="{FF2B5EF4-FFF2-40B4-BE49-F238E27FC236}">
                  <a16:creationId xmlns:a16="http://schemas.microsoft.com/office/drawing/2014/main" id="{1C22449F-B0C5-4453-9121-A475A238EBB4}"/>
                </a:ext>
              </a:extLst>
            </p:cNvPr>
            <p:cNvSpPr>
              <a:spLocks noChangeAspect="1" noChangeArrowheads="1"/>
            </p:cNvSpPr>
            <p:nvPr userDrawn="1"/>
          </p:nvSpPr>
          <p:spPr bwMode="auto">
            <a:xfrm>
              <a:off x="623805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2" name="Oval 872">
              <a:extLst>
                <a:ext uri="{FF2B5EF4-FFF2-40B4-BE49-F238E27FC236}">
                  <a16:creationId xmlns:a16="http://schemas.microsoft.com/office/drawing/2014/main" id="{1929042F-3F0A-42BB-AA1C-1ACCAE455BFC}"/>
                </a:ext>
              </a:extLst>
            </p:cNvPr>
            <p:cNvSpPr>
              <a:spLocks noChangeAspect="1" noChangeArrowheads="1"/>
            </p:cNvSpPr>
            <p:nvPr userDrawn="1"/>
          </p:nvSpPr>
          <p:spPr bwMode="auto">
            <a:xfrm>
              <a:off x="6349635"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3" name="Oval 873">
              <a:extLst>
                <a:ext uri="{FF2B5EF4-FFF2-40B4-BE49-F238E27FC236}">
                  <a16:creationId xmlns:a16="http://schemas.microsoft.com/office/drawing/2014/main" id="{4DF856B6-1327-4E12-8CAE-4C015E41091A}"/>
                </a:ext>
              </a:extLst>
            </p:cNvPr>
            <p:cNvSpPr>
              <a:spLocks noChangeAspect="1" noChangeArrowheads="1"/>
            </p:cNvSpPr>
            <p:nvPr userDrawn="1"/>
          </p:nvSpPr>
          <p:spPr bwMode="auto">
            <a:xfrm>
              <a:off x="646271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4" name="Oval 874">
              <a:extLst>
                <a:ext uri="{FF2B5EF4-FFF2-40B4-BE49-F238E27FC236}">
                  <a16:creationId xmlns:a16="http://schemas.microsoft.com/office/drawing/2014/main" id="{4E5C11AF-4AFC-4132-B76C-463FC8D96730}"/>
                </a:ext>
              </a:extLst>
            </p:cNvPr>
            <p:cNvSpPr>
              <a:spLocks noChangeAspect="1" noChangeArrowheads="1"/>
            </p:cNvSpPr>
            <p:nvPr userDrawn="1"/>
          </p:nvSpPr>
          <p:spPr bwMode="auto">
            <a:xfrm>
              <a:off x="6574295"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5" name="Oval 875">
              <a:extLst>
                <a:ext uri="{FF2B5EF4-FFF2-40B4-BE49-F238E27FC236}">
                  <a16:creationId xmlns:a16="http://schemas.microsoft.com/office/drawing/2014/main" id="{BF50415F-5352-44A7-81A9-53FFF5E8FCF0}"/>
                </a:ext>
              </a:extLst>
            </p:cNvPr>
            <p:cNvSpPr>
              <a:spLocks noChangeAspect="1" noChangeArrowheads="1"/>
            </p:cNvSpPr>
            <p:nvPr userDrawn="1"/>
          </p:nvSpPr>
          <p:spPr bwMode="auto">
            <a:xfrm>
              <a:off x="6687381"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6" name="Oval 876">
              <a:extLst>
                <a:ext uri="{FF2B5EF4-FFF2-40B4-BE49-F238E27FC236}">
                  <a16:creationId xmlns:a16="http://schemas.microsoft.com/office/drawing/2014/main" id="{295F68CB-9F04-41BC-813F-5F6D06693A9A}"/>
                </a:ext>
              </a:extLst>
            </p:cNvPr>
            <p:cNvSpPr>
              <a:spLocks noChangeAspect="1" noChangeArrowheads="1"/>
            </p:cNvSpPr>
            <p:nvPr userDrawn="1"/>
          </p:nvSpPr>
          <p:spPr bwMode="auto">
            <a:xfrm>
              <a:off x="6798957"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7" name="Oval 877">
              <a:extLst>
                <a:ext uri="{FF2B5EF4-FFF2-40B4-BE49-F238E27FC236}">
                  <a16:creationId xmlns:a16="http://schemas.microsoft.com/office/drawing/2014/main" id="{EC3528CB-B8C3-4B37-B4DF-E2591132A6A1}"/>
                </a:ext>
              </a:extLst>
            </p:cNvPr>
            <p:cNvSpPr>
              <a:spLocks noChangeAspect="1" noChangeArrowheads="1"/>
            </p:cNvSpPr>
            <p:nvPr userDrawn="1"/>
          </p:nvSpPr>
          <p:spPr bwMode="auto">
            <a:xfrm>
              <a:off x="6912041"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8" name="Oval 878">
              <a:extLst>
                <a:ext uri="{FF2B5EF4-FFF2-40B4-BE49-F238E27FC236}">
                  <a16:creationId xmlns:a16="http://schemas.microsoft.com/office/drawing/2014/main" id="{53DFBBE9-08F5-4A08-A4E3-37B27CC7B20B}"/>
                </a:ext>
              </a:extLst>
            </p:cNvPr>
            <p:cNvSpPr>
              <a:spLocks noChangeAspect="1" noChangeArrowheads="1"/>
            </p:cNvSpPr>
            <p:nvPr userDrawn="1"/>
          </p:nvSpPr>
          <p:spPr bwMode="auto">
            <a:xfrm>
              <a:off x="7023616"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9" name="Oval 879">
              <a:extLst>
                <a:ext uri="{FF2B5EF4-FFF2-40B4-BE49-F238E27FC236}">
                  <a16:creationId xmlns:a16="http://schemas.microsoft.com/office/drawing/2014/main" id="{8294294F-EB2F-4BBC-BABC-A106F0548C9E}"/>
                </a:ext>
              </a:extLst>
            </p:cNvPr>
            <p:cNvSpPr>
              <a:spLocks noChangeAspect="1" noChangeArrowheads="1"/>
            </p:cNvSpPr>
            <p:nvPr userDrawn="1"/>
          </p:nvSpPr>
          <p:spPr bwMode="auto">
            <a:xfrm>
              <a:off x="7136701"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0" name="Oval 880">
              <a:extLst>
                <a:ext uri="{FF2B5EF4-FFF2-40B4-BE49-F238E27FC236}">
                  <a16:creationId xmlns:a16="http://schemas.microsoft.com/office/drawing/2014/main" id="{F3642660-B17B-407D-A765-97FCE7EB30F5}"/>
                </a:ext>
              </a:extLst>
            </p:cNvPr>
            <p:cNvSpPr>
              <a:spLocks noChangeAspect="1" noChangeArrowheads="1"/>
            </p:cNvSpPr>
            <p:nvPr userDrawn="1"/>
          </p:nvSpPr>
          <p:spPr bwMode="auto">
            <a:xfrm>
              <a:off x="1854911"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1" name="Oval 881">
              <a:extLst>
                <a:ext uri="{FF2B5EF4-FFF2-40B4-BE49-F238E27FC236}">
                  <a16:creationId xmlns:a16="http://schemas.microsoft.com/office/drawing/2014/main" id="{D665FDDC-5F04-494A-84CB-E839D16BE353}"/>
                </a:ext>
              </a:extLst>
            </p:cNvPr>
            <p:cNvSpPr>
              <a:spLocks noChangeAspect="1" noChangeArrowheads="1"/>
            </p:cNvSpPr>
            <p:nvPr userDrawn="1"/>
          </p:nvSpPr>
          <p:spPr bwMode="auto">
            <a:xfrm>
              <a:off x="1967996"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2" name="Oval 882">
              <a:extLst>
                <a:ext uri="{FF2B5EF4-FFF2-40B4-BE49-F238E27FC236}">
                  <a16:creationId xmlns:a16="http://schemas.microsoft.com/office/drawing/2014/main" id="{BF6A4985-5AE9-4128-B5A4-C61E68C24F9C}"/>
                </a:ext>
              </a:extLst>
            </p:cNvPr>
            <p:cNvSpPr>
              <a:spLocks noChangeAspect="1" noChangeArrowheads="1"/>
            </p:cNvSpPr>
            <p:nvPr userDrawn="1"/>
          </p:nvSpPr>
          <p:spPr bwMode="auto">
            <a:xfrm>
              <a:off x="2192657"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3" name="Oval 883">
              <a:extLst>
                <a:ext uri="{FF2B5EF4-FFF2-40B4-BE49-F238E27FC236}">
                  <a16:creationId xmlns:a16="http://schemas.microsoft.com/office/drawing/2014/main" id="{5F581F10-5C4A-4AAA-857B-573BAA3A7BAD}"/>
                </a:ext>
              </a:extLst>
            </p:cNvPr>
            <p:cNvSpPr>
              <a:spLocks noChangeAspect="1" noChangeArrowheads="1"/>
            </p:cNvSpPr>
            <p:nvPr userDrawn="1"/>
          </p:nvSpPr>
          <p:spPr bwMode="auto">
            <a:xfrm>
              <a:off x="241731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4" name="Oval 884">
              <a:extLst>
                <a:ext uri="{FF2B5EF4-FFF2-40B4-BE49-F238E27FC236}">
                  <a16:creationId xmlns:a16="http://schemas.microsoft.com/office/drawing/2014/main" id="{B8F8015B-BE13-470F-9AD7-B5072CBFB524}"/>
                </a:ext>
              </a:extLst>
            </p:cNvPr>
            <p:cNvSpPr>
              <a:spLocks noChangeAspect="1" noChangeArrowheads="1"/>
            </p:cNvSpPr>
            <p:nvPr userDrawn="1"/>
          </p:nvSpPr>
          <p:spPr bwMode="auto">
            <a:xfrm>
              <a:off x="3989943"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5" name="Oval 885">
              <a:extLst>
                <a:ext uri="{FF2B5EF4-FFF2-40B4-BE49-F238E27FC236}">
                  <a16:creationId xmlns:a16="http://schemas.microsoft.com/office/drawing/2014/main" id="{30037D45-9941-4FBA-AD2E-4A9EC164FC31}"/>
                </a:ext>
              </a:extLst>
            </p:cNvPr>
            <p:cNvSpPr>
              <a:spLocks noChangeAspect="1" noChangeArrowheads="1"/>
            </p:cNvSpPr>
            <p:nvPr userDrawn="1"/>
          </p:nvSpPr>
          <p:spPr bwMode="auto">
            <a:xfrm>
              <a:off x="410302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6" name="Oval 886">
              <a:extLst>
                <a:ext uri="{FF2B5EF4-FFF2-40B4-BE49-F238E27FC236}">
                  <a16:creationId xmlns:a16="http://schemas.microsoft.com/office/drawing/2014/main" id="{14E11F21-956C-4C92-A968-D0CCD87820F3}"/>
                </a:ext>
              </a:extLst>
            </p:cNvPr>
            <p:cNvSpPr>
              <a:spLocks noChangeAspect="1" noChangeArrowheads="1"/>
            </p:cNvSpPr>
            <p:nvPr userDrawn="1"/>
          </p:nvSpPr>
          <p:spPr bwMode="auto">
            <a:xfrm>
              <a:off x="4214604"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7" name="Oval 887">
              <a:extLst>
                <a:ext uri="{FF2B5EF4-FFF2-40B4-BE49-F238E27FC236}">
                  <a16:creationId xmlns:a16="http://schemas.microsoft.com/office/drawing/2014/main" id="{A15D8FC7-97A8-42E4-8797-8487FAB3EDA2}"/>
                </a:ext>
              </a:extLst>
            </p:cNvPr>
            <p:cNvSpPr>
              <a:spLocks noChangeAspect="1" noChangeArrowheads="1"/>
            </p:cNvSpPr>
            <p:nvPr userDrawn="1"/>
          </p:nvSpPr>
          <p:spPr bwMode="auto">
            <a:xfrm>
              <a:off x="4327688"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8" name="Oval 888">
              <a:extLst>
                <a:ext uri="{FF2B5EF4-FFF2-40B4-BE49-F238E27FC236}">
                  <a16:creationId xmlns:a16="http://schemas.microsoft.com/office/drawing/2014/main" id="{06AC14BB-7171-4367-A6AD-3B6EB62111B4}"/>
                </a:ext>
              </a:extLst>
            </p:cNvPr>
            <p:cNvSpPr>
              <a:spLocks noChangeAspect="1" noChangeArrowheads="1"/>
            </p:cNvSpPr>
            <p:nvPr userDrawn="1"/>
          </p:nvSpPr>
          <p:spPr bwMode="auto">
            <a:xfrm>
              <a:off x="4439264"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9" name="Oval 889">
              <a:extLst>
                <a:ext uri="{FF2B5EF4-FFF2-40B4-BE49-F238E27FC236}">
                  <a16:creationId xmlns:a16="http://schemas.microsoft.com/office/drawing/2014/main" id="{CFC112AF-9188-471A-9244-D660F4124231}"/>
                </a:ext>
              </a:extLst>
            </p:cNvPr>
            <p:cNvSpPr>
              <a:spLocks noChangeAspect="1" noChangeArrowheads="1"/>
            </p:cNvSpPr>
            <p:nvPr userDrawn="1"/>
          </p:nvSpPr>
          <p:spPr bwMode="auto">
            <a:xfrm>
              <a:off x="4552349"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0" name="Oval 890">
              <a:extLst>
                <a:ext uri="{FF2B5EF4-FFF2-40B4-BE49-F238E27FC236}">
                  <a16:creationId xmlns:a16="http://schemas.microsoft.com/office/drawing/2014/main" id="{65CE4E51-84F7-403C-82D9-372213360C13}"/>
                </a:ext>
              </a:extLst>
            </p:cNvPr>
            <p:cNvSpPr>
              <a:spLocks noChangeAspect="1" noChangeArrowheads="1"/>
            </p:cNvSpPr>
            <p:nvPr userDrawn="1"/>
          </p:nvSpPr>
          <p:spPr bwMode="auto">
            <a:xfrm>
              <a:off x="4663926"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1" name="Oval 891">
              <a:extLst>
                <a:ext uri="{FF2B5EF4-FFF2-40B4-BE49-F238E27FC236}">
                  <a16:creationId xmlns:a16="http://schemas.microsoft.com/office/drawing/2014/main" id="{D9F475D3-366E-4657-8DAD-ECC1E7CCB361}"/>
                </a:ext>
              </a:extLst>
            </p:cNvPr>
            <p:cNvSpPr>
              <a:spLocks noChangeAspect="1" noChangeArrowheads="1"/>
            </p:cNvSpPr>
            <p:nvPr userDrawn="1"/>
          </p:nvSpPr>
          <p:spPr bwMode="auto">
            <a:xfrm>
              <a:off x="4777009"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2" name="Oval 892">
              <a:extLst>
                <a:ext uri="{FF2B5EF4-FFF2-40B4-BE49-F238E27FC236}">
                  <a16:creationId xmlns:a16="http://schemas.microsoft.com/office/drawing/2014/main" id="{48E561C9-73A8-4BDC-8C40-CA82125DA60D}"/>
                </a:ext>
              </a:extLst>
            </p:cNvPr>
            <p:cNvSpPr>
              <a:spLocks noChangeAspect="1" noChangeArrowheads="1"/>
            </p:cNvSpPr>
            <p:nvPr userDrawn="1"/>
          </p:nvSpPr>
          <p:spPr bwMode="auto">
            <a:xfrm>
              <a:off x="4888586"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3" name="Oval 893">
              <a:extLst>
                <a:ext uri="{FF2B5EF4-FFF2-40B4-BE49-F238E27FC236}">
                  <a16:creationId xmlns:a16="http://schemas.microsoft.com/office/drawing/2014/main" id="{A4AB535C-483D-4DCC-AC13-19DCF70337EF}"/>
                </a:ext>
              </a:extLst>
            </p:cNvPr>
            <p:cNvSpPr>
              <a:spLocks noChangeAspect="1" noChangeArrowheads="1"/>
            </p:cNvSpPr>
            <p:nvPr userDrawn="1"/>
          </p:nvSpPr>
          <p:spPr bwMode="auto">
            <a:xfrm>
              <a:off x="5001670"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4" name="Oval 894">
              <a:extLst>
                <a:ext uri="{FF2B5EF4-FFF2-40B4-BE49-F238E27FC236}">
                  <a16:creationId xmlns:a16="http://schemas.microsoft.com/office/drawing/2014/main" id="{1CFE7BC6-7A5A-471C-8D51-8F8D999C4A49}"/>
                </a:ext>
              </a:extLst>
            </p:cNvPr>
            <p:cNvSpPr>
              <a:spLocks noChangeAspect="1" noChangeArrowheads="1"/>
            </p:cNvSpPr>
            <p:nvPr userDrawn="1"/>
          </p:nvSpPr>
          <p:spPr bwMode="auto">
            <a:xfrm>
              <a:off x="511324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5" name="Oval 895">
              <a:extLst>
                <a:ext uri="{FF2B5EF4-FFF2-40B4-BE49-F238E27FC236}">
                  <a16:creationId xmlns:a16="http://schemas.microsoft.com/office/drawing/2014/main" id="{88618E97-567A-47B9-B5EC-EF71015C7369}"/>
                </a:ext>
              </a:extLst>
            </p:cNvPr>
            <p:cNvSpPr>
              <a:spLocks noChangeAspect="1" noChangeArrowheads="1"/>
            </p:cNvSpPr>
            <p:nvPr userDrawn="1"/>
          </p:nvSpPr>
          <p:spPr bwMode="auto">
            <a:xfrm>
              <a:off x="5337907"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6" name="Oval 896">
              <a:extLst>
                <a:ext uri="{FF2B5EF4-FFF2-40B4-BE49-F238E27FC236}">
                  <a16:creationId xmlns:a16="http://schemas.microsoft.com/office/drawing/2014/main" id="{409EB4BA-425E-4089-AAF4-871BAB662316}"/>
                </a:ext>
              </a:extLst>
            </p:cNvPr>
            <p:cNvSpPr>
              <a:spLocks noChangeAspect="1" noChangeArrowheads="1"/>
            </p:cNvSpPr>
            <p:nvPr userDrawn="1"/>
          </p:nvSpPr>
          <p:spPr bwMode="auto">
            <a:xfrm>
              <a:off x="5450992"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7" name="Oval 897">
              <a:extLst>
                <a:ext uri="{FF2B5EF4-FFF2-40B4-BE49-F238E27FC236}">
                  <a16:creationId xmlns:a16="http://schemas.microsoft.com/office/drawing/2014/main" id="{E26392B9-7871-4E4B-958D-003E73BFC44B}"/>
                </a:ext>
              </a:extLst>
            </p:cNvPr>
            <p:cNvSpPr>
              <a:spLocks noChangeAspect="1" noChangeArrowheads="1"/>
            </p:cNvSpPr>
            <p:nvPr userDrawn="1"/>
          </p:nvSpPr>
          <p:spPr bwMode="auto">
            <a:xfrm>
              <a:off x="556256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8" name="Oval 898">
              <a:extLst>
                <a:ext uri="{FF2B5EF4-FFF2-40B4-BE49-F238E27FC236}">
                  <a16:creationId xmlns:a16="http://schemas.microsoft.com/office/drawing/2014/main" id="{A61808ED-136E-4815-BC20-2A68B9D1A79E}"/>
                </a:ext>
              </a:extLst>
            </p:cNvPr>
            <p:cNvSpPr>
              <a:spLocks noChangeAspect="1" noChangeArrowheads="1"/>
            </p:cNvSpPr>
            <p:nvPr userDrawn="1"/>
          </p:nvSpPr>
          <p:spPr bwMode="auto">
            <a:xfrm>
              <a:off x="5675652"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9" name="Oval 899">
              <a:extLst>
                <a:ext uri="{FF2B5EF4-FFF2-40B4-BE49-F238E27FC236}">
                  <a16:creationId xmlns:a16="http://schemas.microsoft.com/office/drawing/2014/main" id="{71D0D7CF-95E0-430E-AAA8-519705801428}"/>
                </a:ext>
              </a:extLst>
            </p:cNvPr>
            <p:cNvSpPr>
              <a:spLocks noChangeAspect="1" noChangeArrowheads="1"/>
            </p:cNvSpPr>
            <p:nvPr userDrawn="1"/>
          </p:nvSpPr>
          <p:spPr bwMode="auto">
            <a:xfrm>
              <a:off x="6013398"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0" name="Oval 900">
              <a:extLst>
                <a:ext uri="{FF2B5EF4-FFF2-40B4-BE49-F238E27FC236}">
                  <a16:creationId xmlns:a16="http://schemas.microsoft.com/office/drawing/2014/main" id="{203CFBB4-8569-4602-B063-161119EFC03E}"/>
                </a:ext>
              </a:extLst>
            </p:cNvPr>
            <p:cNvSpPr>
              <a:spLocks noChangeAspect="1" noChangeArrowheads="1"/>
            </p:cNvSpPr>
            <p:nvPr userDrawn="1"/>
          </p:nvSpPr>
          <p:spPr bwMode="auto">
            <a:xfrm>
              <a:off x="6124975"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1" name="Oval 901">
              <a:extLst>
                <a:ext uri="{FF2B5EF4-FFF2-40B4-BE49-F238E27FC236}">
                  <a16:creationId xmlns:a16="http://schemas.microsoft.com/office/drawing/2014/main" id="{DF03BB38-8F91-4A0B-80DE-6BB2157C2C9B}"/>
                </a:ext>
              </a:extLst>
            </p:cNvPr>
            <p:cNvSpPr>
              <a:spLocks noChangeAspect="1" noChangeArrowheads="1"/>
            </p:cNvSpPr>
            <p:nvPr userDrawn="1"/>
          </p:nvSpPr>
          <p:spPr bwMode="auto">
            <a:xfrm>
              <a:off x="623805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2" name="Oval 902">
              <a:extLst>
                <a:ext uri="{FF2B5EF4-FFF2-40B4-BE49-F238E27FC236}">
                  <a16:creationId xmlns:a16="http://schemas.microsoft.com/office/drawing/2014/main" id="{14CD7557-12FE-4A3E-8A54-43C5B871361E}"/>
                </a:ext>
              </a:extLst>
            </p:cNvPr>
            <p:cNvSpPr>
              <a:spLocks noChangeAspect="1" noChangeArrowheads="1"/>
            </p:cNvSpPr>
            <p:nvPr userDrawn="1"/>
          </p:nvSpPr>
          <p:spPr bwMode="auto">
            <a:xfrm>
              <a:off x="6349635"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3" name="Oval 903">
              <a:extLst>
                <a:ext uri="{FF2B5EF4-FFF2-40B4-BE49-F238E27FC236}">
                  <a16:creationId xmlns:a16="http://schemas.microsoft.com/office/drawing/2014/main" id="{9AFD7A10-6ECA-41E8-84A5-61C16315A5B8}"/>
                </a:ext>
              </a:extLst>
            </p:cNvPr>
            <p:cNvSpPr>
              <a:spLocks noChangeAspect="1" noChangeArrowheads="1"/>
            </p:cNvSpPr>
            <p:nvPr userDrawn="1"/>
          </p:nvSpPr>
          <p:spPr bwMode="auto">
            <a:xfrm>
              <a:off x="6574295"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4" name="Oval 904">
              <a:extLst>
                <a:ext uri="{FF2B5EF4-FFF2-40B4-BE49-F238E27FC236}">
                  <a16:creationId xmlns:a16="http://schemas.microsoft.com/office/drawing/2014/main" id="{06BF9684-E5A6-481E-8ED1-C1C7A9E32649}"/>
                </a:ext>
              </a:extLst>
            </p:cNvPr>
            <p:cNvSpPr>
              <a:spLocks noChangeAspect="1" noChangeArrowheads="1"/>
            </p:cNvSpPr>
            <p:nvPr userDrawn="1"/>
          </p:nvSpPr>
          <p:spPr bwMode="auto">
            <a:xfrm>
              <a:off x="6687381"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5" name="Oval 905">
              <a:extLst>
                <a:ext uri="{FF2B5EF4-FFF2-40B4-BE49-F238E27FC236}">
                  <a16:creationId xmlns:a16="http://schemas.microsoft.com/office/drawing/2014/main" id="{388E7ABB-AB5C-4CB7-94B7-50338117A286}"/>
                </a:ext>
              </a:extLst>
            </p:cNvPr>
            <p:cNvSpPr>
              <a:spLocks noChangeAspect="1" noChangeArrowheads="1"/>
            </p:cNvSpPr>
            <p:nvPr userDrawn="1"/>
          </p:nvSpPr>
          <p:spPr bwMode="auto">
            <a:xfrm>
              <a:off x="679895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6" name="Oval 906">
              <a:extLst>
                <a:ext uri="{FF2B5EF4-FFF2-40B4-BE49-F238E27FC236}">
                  <a16:creationId xmlns:a16="http://schemas.microsoft.com/office/drawing/2014/main" id="{5DEB8790-AAEB-4AC8-95CA-0520E2878BB6}"/>
                </a:ext>
              </a:extLst>
            </p:cNvPr>
            <p:cNvSpPr>
              <a:spLocks noChangeAspect="1" noChangeArrowheads="1"/>
            </p:cNvSpPr>
            <p:nvPr userDrawn="1"/>
          </p:nvSpPr>
          <p:spPr bwMode="auto">
            <a:xfrm>
              <a:off x="1854911"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7" name="Oval 907">
              <a:extLst>
                <a:ext uri="{FF2B5EF4-FFF2-40B4-BE49-F238E27FC236}">
                  <a16:creationId xmlns:a16="http://schemas.microsoft.com/office/drawing/2014/main" id="{784F4C11-BFA5-40EA-95D8-411F6E3B69C3}"/>
                </a:ext>
              </a:extLst>
            </p:cNvPr>
            <p:cNvSpPr>
              <a:spLocks noChangeAspect="1" noChangeArrowheads="1"/>
            </p:cNvSpPr>
            <p:nvPr userDrawn="1"/>
          </p:nvSpPr>
          <p:spPr bwMode="auto">
            <a:xfrm>
              <a:off x="1967996"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8" name="Oval 908">
              <a:extLst>
                <a:ext uri="{FF2B5EF4-FFF2-40B4-BE49-F238E27FC236}">
                  <a16:creationId xmlns:a16="http://schemas.microsoft.com/office/drawing/2014/main" id="{5E84B91F-7A50-4667-9566-1E55F3F2D6A1}"/>
                </a:ext>
              </a:extLst>
            </p:cNvPr>
            <p:cNvSpPr>
              <a:spLocks noChangeAspect="1" noChangeArrowheads="1"/>
            </p:cNvSpPr>
            <p:nvPr userDrawn="1"/>
          </p:nvSpPr>
          <p:spPr bwMode="auto">
            <a:xfrm>
              <a:off x="2079573"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9" name="Oval 909">
              <a:extLst>
                <a:ext uri="{FF2B5EF4-FFF2-40B4-BE49-F238E27FC236}">
                  <a16:creationId xmlns:a16="http://schemas.microsoft.com/office/drawing/2014/main" id="{C932CA2F-2CD5-4F68-A8FF-44C77383EDD0}"/>
                </a:ext>
              </a:extLst>
            </p:cNvPr>
            <p:cNvSpPr>
              <a:spLocks noChangeAspect="1" noChangeArrowheads="1"/>
            </p:cNvSpPr>
            <p:nvPr userDrawn="1"/>
          </p:nvSpPr>
          <p:spPr bwMode="auto">
            <a:xfrm>
              <a:off x="219265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0" name="Oval 910">
              <a:extLst>
                <a:ext uri="{FF2B5EF4-FFF2-40B4-BE49-F238E27FC236}">
                  <a16:creationId xmlns:a16="http://schemas.microsoft.com/office/drawing/2014/main" id="{41A7B1E2-5E24-420F-B281-9388E2600C3A}"/>
                </a:ext>
              </a:extLst>
            </p:cNvPr>
            <p:cNvSpPr>
              <a:spLocks noChangeAspect="1" noChangeArrowheads="1"/>
            </p:cNvSpPr>
            <p:nvPr userDrawn="1"/>
          </p:nvSpPr>
          <p:spPr bwMode="auto">
            <a:xfrm>
              <a:off x="264197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1" name="Oval 911">
              <a:extLst>
                <a:ext uri="{FF2B5EF4-FFF2-40B4-BE49-F238E27FC236}">
                  <a16:creationId xmlns:a16="http://schemas.microsoft.com/office/drawing/2014/main" id="{CE5E00F2-097F-4B20-8CEE-CEE93EDCC631}"/>
                </a:ext>
              </a:extLst>
            </p:cNvPr>
            <p:cNvSpPr>
              <a:spLocks noChangeAspect="1" noChangeArrowheads="1"/>
            </p:cNvSpPr>
            <p:nvPr userDrawn="1"/>
          </p:nvSpPr>
          <p:spPr bwMode="auto">
            <a:xfrm>
              <a:off x="3989943"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2" name="Oval 912">
              <a:extLst>
                <a:ext uri="{FF2B5EF4-FFF2-40B4-BE49-F238E27FC236}">
                  <a16:creationId xmlns:a16="http://schemas.microsoft.com/office/drawing/2014/main" id="{60D66938-9FB9-4CD6-86EF-6F3DBF06AA3B}"/>
                </a:ext>
              </a:extLst>
            </p:cNvPr>
            <p:cNvSpPr>
              <a:spLocks noChangeAspect="1" noChangeArrowheads="1"/>
            </p:cNvSpPr>
            <p:nvPr userDrawn="1"/>
          </p:nvSpPr>
          <p:spPr bwMode="auto">
            <a:xfrm>
              <a:off x="410302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3" name="Oval 913">
              <a:extLst>
                <a:ext uri="{FF2B5EF4-FFF2-40B4-BE49-F238E27FC236}">
                  <a16:creationId xmlns:a16="http://schemas.microsoft.com/office/drawing/2014/main" id="{717B11BB-631C-43D0-8EA3-54A7A2558E79}"/>
                </a:ext>
              </a:extLst>
            </p:cNvPr>
            <p:cNvSpPr>
              <a:spLocks noChangeAspect="1" noChangeArrowheads="1"/>
            </p:cNvSpPr>
            <p:nvPr userDrawn="1"/>
          </p:nvSpPr>
          <p:spPr bwMode="auto">
            <a:xfrm>
              <a:off x="4214605"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4" name="Oval 914">
              <a:extLst>
                <a:ext uri="{FF2B5EF4-FFF2-40B4-BE49-F238E27FC236}">
                  <a16:creationId xmlns:a16="http://schemas.microsoft.com/office/drawing/2014/main" id="{FB9B8E1D-AF45-4E50-82E0-71F6F48F21FC}"/>
                </a:ext>
              </a:extLst>
            </p:cNvPr>
            <p:cNvSpPr>
              <a:spLocks noChangeAspect="1" noChangeArrowheads="1"/>
            </p:cNvSpPr>
            <p:nvPr userDrawn="1"/>
          </p:nvSpPr>
          <p:spPr bwMode="auto">
            <a:xfrm>
              <a:off x="432768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5" name="Oval 915">
              <a:extLst>
                <a:ext uri="{FF2B5EF4-FFF2-40B4-BE49-F238E27FC236}">
                  <a16:creationId xmlns:a16="http://schemas.microsoft.com/office/drawing/2014/main" id="{11150E11-94C7-432A-93CB-7FB137A20C73}"/>
                </a:ext>
              </a:extLst>
            </p:cNvPr>
            <p:cNvSpPr>
              <a:spLocks noChangeAspect="1" noChangeArrowheads="1"/>
            </p:cNvSpPr>
            <p:nvPr userDrawn="1"/>
          </p:nvSpPr>
          <p:spPr bwMode="auto">
            <a:xfrm>
              <a:off x="443926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6" name="Oval 916">
              <a:extLst>
                <a:ext uri="{FF2B5EF4-FFF2-40B4-BE49-F238E27FC236}">
                  <a16:creationId xmlns:a16="http://schemas.microsoft.com/office/drawing/2014/main" id="{EC0A4763-A57B-482D-8D49-E66E67B114A4}"/>
                </a:ext>
              </a:extLst>
            </p:cNvPr>
            <p:cNvSpPr>
              <a:spLocks noChangeAspect="1" noChangeArrowheads="1"/>
            </p:cNvSpPr>
            <p:nvPr userDrawn="1"/>
          </p:nvSpPr>
          <p:spPr bwMode="auto">
            <a:xfrm>
              <a:off x="4552349"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7" name="Oval 917">
              <a:extLst>
                <a:ext uri="{FF2B5EF4-FFF2-40B4-BE49-F238E27FC236}">
                  <a16:creationId xmlns:a16="http://schemas.microsoft.com/office/drawing/2014/main" id="{D6F1D116-96C7-441D-B859-793F06A1E34E}"/>
                </a:ext>
              </a:extLst>
            </p:cNvPr>
            <p:cNvSpPr>
              <a:spLocks noChangeAspect="1" noChangeArrowheads="1"/>
            </p:cNvSpPr>
            <p:nvPr userDrawn="1"/>
          </p:nvSpPr>
          <p:spPr bwMode="auto">
            <a:xfrm>
              <a:off x="4663926"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8" name="Oval 918">
              <a:extLst>
                <a:ext uri="{FF2B5EF4-FFF2-40B4-BE49-F238E27FC236}">
                  <a16:creationId xmlns:a16="http://schemas.microsoft.com/office/drawing/2014/main" id="{8DE5B724-0C7B-4589-B16E-A4D96C31A9A4}"/>
                </a:ext>
              </a:extLst>
            </p:cNvPr>
            <p:cNvSpPr>
              <a:spLocks noChangeAspect="1" noChangeArrowheads="1"/>
            </p:cNvSpPr>
            <p:nvPr userDrawn="1"/>
          </p:nvSpPr>
          <p:spPr bwMode="auto">
            <a:xfrm>
              <a:off x="4777009"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9" name="Oval 919">
              <a:extLst>
                <a:ext uri="{FF2B5EF4-FFF2-40B4-BE49-F238E27FC236}">
                  <a16:creationId xmlns:a16="http://schemas.microsoft.com/office/drawing/2014/main" id="{D823BA16-99EB-4BFC-8499-1A7D57E9B981}"/>
                </a:ext>
              </a:extLst>
            </p:cNvPr>
            <p:cNvSpPr>
              <a:spLocks noChangeAspect="1" noChangeArrowheads="1"/>
            </p:cNvSpPr>
            <p:nvPr userDrawn="1"/>
          </p:nvSpPr>
          <p:spPr bwMode="auto">
            <a:xfrm>
              <a:off x="4888586"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0" name="Oval 920">
              <a:extLst>
                <a:ext uri="{FF2B5EF4-FFF2-40B4-BE49-F238E27FC236}">
                  <a16:creationId xmlns:a16="http://schemas.microsoft.com/office/drawing/2014/main" id="{DF9DC29D-8951-4069-BFB4-E7F01D00CFD4}"/>
                </a:ext>
              </a:extLst>
            </p:cNvPr>
            <p:cNvSpPr>
              <a:spLocks noChangeAspect="1" noChangeArrowheads="1"/>
            </p:cNvSpPr>
            <p:nvPr userDrawn="1"/>
          </p:nvSpPr>
          <p:spPr bwMode="auto">
            <a:xfrm>
              <a:off x="500167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1" name="Oval 921">
              <a:extLst>
                <a:ext uri="{FF2B5EF4-FFF2-40B4-BE49-F238E27FC236}">
                  <a16:creationId xmlns:a16="http://schemas.microsoft.com/office/drawing/2014/main" id="{03F8D94E-1B95-4EC2-BF27-DF0B0A004226}"/>
                </a:ext>
              </a:extLst>
            </p:cNvPr>
            <p:cNvSpPr>
              <a:spLocks noChangeAspect="1" noChangeArrowheads="1"/>
            </p:cNvSpPr>
            <p:nvPr userDrawn="1"/>
          </p:nvSpPr>
          <p:spPr bwMode="auto">
            <a:xfrm>
              <a:off x="5113247"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2" name="Oval 922">
              <a:extLst>
                <a:ext uri="{FF2B5EF4-FFF2-40B4-BE49-F238E27FC236}">
                  <a16:creationId xmlns:a16="http://schemas.microsoft.com/office/drawing/2014/main" id="{8466A374-A417-4334-9C9C-4F9BACEE0929}"/>
                </a:ext>
              </a:extLst>
            </p:cNvPr>
            <p:cNvSpPr>
              <a:spLocks noChangeAspect="1" noChangeArrowheads="1"/>
            </p:cNvSpPr>
            <p:nvPr userDrawn="1"/>
          </p:nvSpPr>
          <p:spPr bwMode="auto">
            <a:xfrm>
              <a:off x="5337907"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3" name="Oval 923">
              <a:extLst>
                <a:ext uri="{FF2B5EF4-FFF2-40B4-BE49-F238E27FC236}">
                  <a16:creationId xmlns:a16="http://schemas.microsoft.com/office/drawing/2014/main" id="{2A898332-BF1C-40F7-8D93-9E0ED547C664}"/>
                </a:ext>
              </a:extLst>
            </p:cNvPr>
            <p:cNvSpPr>
              <a:spLocks noChangeAspect="1" noChangeArrowheads="1"/>
            </p:cNvSpPr>
            <p:nvPr userDrawn="1"/>
          </p:nvSpPr>
          <p:spPr bwMode="auto">
            <a:xfrm>
              <a:off x="5450992"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4" name="Oval 924">
              <a:extLst>
                <a:ext uri="{FF2B5EF4-FFF2-40B4-BE49-F238E27FC236}">
                  <a16:creationId xmlns:a16="http://schemas.microsoft.com/office/drawing/2014/main" id="{65D3FB75-4268-483D-94EB-0DD0BD8E40C3}"/>
                </a:ext>
              </a:extLst>
            </p:cNvPr>
            <p:cNvSpPr>
              <a:spLocks noChangeAspect="1" noChangeArrowheads="1"/>
            </p:cNvSpPr>
            <p:nvPr userDrawn="1"/>
          </p:nvSpPr>
          <p:spPr bwMode="auto">
            <a:xfrm>
              <a:off x="5562569"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5" name="Oval 925">
              <a:extLst>
                <a:ext uri="{FF2B5EF4-FFF2-40B4-BE49-F238E27FC236}">
                  <a16:creationId xmlns:a16="http://schemas.microsoft.com/office/drawing/2014/main" id="{435F3EF8-974C-44CB-864E-9E2E4E6E980F}"/>
                </a:ext>
              </a:extLst>
            </p:cNvPr>
            <p:cNvSpPr>
              <a:spLocks noChangeAspect="1" noChangeArrowheads="1"/>
            </p:cNvSpPr>
            <p:nvPr userDrawn="1"/>
          </p:nvSpPr>
          <p:spPr bwMode="auto">
            <a:xfrm>
              <a:off x="612497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6" name="Oval 926">
              <a:extLst>
                <a:ext uri="{FF2B5EF4-FFF2-40B4-BE49-F238E27FC236}">
                  <a16:creationId xmlns:a16="http://schemas.microsoft.com/office/drawing/2014/main" id="{95ADC5FA-DE9E-4DC7-8070-3F45F6D0F0C0}"/>
                </a:ext>
              </a:extLst>
            </p:cNvPr>
            <p:cNvSpPr>
              <a:spLocks noChangeAspect="1" noChangeArrowheads="1"/>
            </p:cNvSpPr>
            <p:nvPr userDrawn="1"/>
          </p:nvSpPr>
          <p:spPr bwMode="auto">
            <a:xfrm>
              <a:off x="623805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7" name="Oval 927">
              <a:extLst>
                <a:ext uri="{FF2B5EF4-FFF2-40B4-BE49-F238E27FC236}">
                  <a16:creationId xmlns:a16="http://schemas.microsoft.com/office/drawing/2014/main" id="{C27DA93C-48DA-4CF3-AD22-9EB79B7203C3}"/>
                </a:ext>
              </a:extLst>
            </p:cNvPr>
            <p:cNvSpPr>
              <a:spLocks noChangeAspect="1" noChangeArrowheads="1"/>
            </p:cNvSpPr>
            <p:nvPr userDrawn="1"/>
          </p:nvSpPr>
          <p:spPr bwMode="auto">
            <a:xfrm>
              <a:off x="657429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8" name="Oval 928">
              <a:extLst>
                <a:ext uri="{FF2B5EF4-FFF2-40B4-BE49-F238E27FC236}">
                  <a16:creationId xmlns:a16="http://schemas.microsoft.com/office/drawing/2014/main" id="{C3E357E4-5939-40D8-BA80-6C643E37173B}"/>
                </a:ext>
              </a:extLst>
            </p:cNvPr>
            <p:cNvSpPr>
              <a:spLocks noChangeAspect="1" noChangeArrowheads="1"/>
            </p:cNvSpPr>
            <p:nvPr userDrawn="1"/>
          </p:nvSpPr>
          <p:spPr bwMode="auto">
            <a:xfrm>
              <a:off x="668738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9" name="Oval 929">
              <a:extLst>
                <a:ext uri="{FF2B5EF4-FFF2-40B4-BE49-F238E27FC236}">
                  <a16:creationId xmlns:a16="http://schemas.microsoft.com/office/drawing/2014/main" id="{E2CAEE52-9B95-4B49-9956-1714A26172E0}"/>
                </a:ext>
              </a:extLst>
            </p:cNvPr>
            <p:cNvSpPr>
              <a:spLocks noChangeAspect="1" noChangeArrowheads="1"/>
            </p:cNvSpPr>
            <p:nvPr userDrawn="1"/>
          </p:nvSpPr>
          <p:spPr bwMode="auto">
            <a:xfrm>
              <a:off x="679895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0" name="Oval 930">
              <a:extLst>
                <a:ext uri="{FF2B5EF4-FFF2-40B4-BE49-F238E27FC236}">
                  <a16:creationId xmlns:a16="http://schemas.microsoft.com/office/drawing/2014/main" id="{41EF225E-2833-42F8-808D-B7AFA902D582}"/>
                </a:ext>
              </a:extLst>
            </p:cNvPr>
            <p:cNvSpPr>
              <a:spLocks noChangeAspect="1" noChangeArrowheads="1"/>
            </p:cNvSpPr>
            <p:nvPr userDrawn="1"/>
          </p:nvSpPr>
          <p:spPr bwMode="auto">
            <a:xfrm>
              <a:off x="6912041"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1" name="Oval 931">
              <a:extLst>
                <a:ext uri="{FF2B5EF4-FFF2-40B4-BE49-F238E27FC236}">
                  <a16:creationId xmlns:a16="http://schemas.microsoft.com/office/drawing/2014/main" id="{154DFFF1-316F-4613-B89D-7BBD135BFECA}"/>
                </a:ext>
              </a:extLst>
            </p:cNvPr>
            <p:cNvSpPr>
              <a:spLocks noChangeAspect="1" noChangeArrowheads="1"/>
            </p:cNvSpPr>
            <p:nvPr userDrawn="1"/>
          </p:nvSpPr>
          <p:spPr bwMode="auto">
            <a:xfrm>
              <a:off x="713670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2" name="Oval 932">
              <a:extLst>
                <a:ext uri="{FF2B5EF4-FFF2-40B4-BE49-F238E27FC236}">
                  <a16:creationId xmlns:a16="http://schemas.microsoft.com/office/drawing/2014/main" id="{BB122FCD-158A-4C6B-A980-8C881FAA1C81}"/>
                </a:ext>
              </a:extLst>
            </p:cNvPr>
            <p:cNvSpPr>
              <a:spLocks noChangeAspect="1" noChangeArrowheads="1"/>
            </p:cNvSpPr>
            <p:nvPr userDrawn="1"/>
          </p:nvSpPr>
          <p:spPr bwMode="auto">
            <a:xfrm>
              <a:off x="7248277" y="3526510"/>
              <a:ext cx="85943"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403" name="Oval 933">
              <a:extLst>
                <a:ext uri="{FF2B5EF4-FFF2-40B4-BE49-F238E27FC236}">
                  <a16:creationId xmlns:a16="http://schemas.microsoft.com/office/drawing/2014/main" id="{764950B9-DC6F-41FE-8647-C1C1A40559B7}"/>
                </a:ext>
              </a:extLst>
            </p:cNvPr>
            <p:cNvSpPr>
              <a:spLocks noChangeAspect="1" noChangeArrowheads="1"/>
            </p:cNvSpPr>
            <p:nvPr userDrawn="1"/>
          </p:nvSpPr>
          <p:spPr bwMode="auto">
            <a:xfrm>
              <a:off x="2192658"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4" name="Oval 934">
              <a:extLst>
                <a:ext uri="{FF2B5EF4-FFF2-40B4-BE49-F238E27FC236}">
                  <a16:creationId xmlns:a16="http://schemas.microsoft.com/office/drawing/2014/main" id="{93A5B36F-3784-4357-8F58-7A7261420210}"/>
                </a:ext>
              </a:extLst>
            </p:cNvPr>
            <p:cNvSpPr>
              <a:spLocks noChangeAspect="1" noChangeArrowheads="1"/>
            </p:cNvSpPr>
            <p:nvPr userDrawn="1"/>
          </p:nvSpPr>
          <p:spPr bwMode="auto">
            <a:xfrm>
              <a:off x="230423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5" name="Oval 935">
              <a:extLst>
                <a:ext uri="{FF2B5EF4-FFF2-40B4-BE49-F238E27FC236}">
                  <a16:creationId xmlns:a16="http://schemas.microsoft.com/office/drawing/2014/main" id="{EE3000A1-1ACF-49DC-845C-EF512BC3C5F4}"/>
                </a:ext>
              </a:extLst>
            </p:cNvPr>
            <p:cNvSpPr>
              <a:spLocks noChangeAspect="1" noChangeArrowheads="1"/>
            </p:cNvSpPr>
            <p:nvPr userDrawn="1"/>
          </p:nvSpPr>
          <p:spPr bwMode="auto">
            <a:xfrm>
              <a:off x="3989944"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6" name="Oval 936">
              <a:extLst>
                <a:ext uri="{FF2B5EF4-FFF2-40B4-BE49-F238E27FC236}">
                  <a16:creationId xmlns:a16="http://schemas.microsoft.com/office/drawing/2014/main" id="{7707020F-32C4-4B96-8B34-23E59F4F8B49}"/>
                </a:ext>
              </a:extLst>
            </p:cNvPr>
            <p:cNvSpPr>
              <a:spLocks noChangeAspect="1" noChangeArrowheads="1"/>
            </p:cNvSpPr>
            <p:nvPr userDrawn="1"/>
          </p:nvSpPr>
          <p:spPr bwMode="auto">
            <a:xfrm>
              <a:off x="4103029"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7" name="Oval 937">
              <a:extLst>
                <a:ext uri="{FF2B5EF4-FFF2-40B4-BE49-F238E27FC236}">
                  <a16:creationId xmlns:a16="http://schemas.microsoft.com/office/drawing/2014/main" id="{FC6939A0-D535-47E2-88C4-7B989241C244}"/>
                </a:ext>
              </a:extLst>
            </p:cNvPr>
            <p:cNvSpPr>
              <a:spLocks noChangeAspect="1" noChangeArrowheads="1"/>
            </p:cNvSpPr>
            <p:nvPr userDrawn="1"/>
          </p:nvSpPr>
          <p:spPr bwMode="auto">
            <a:xfrm>
              <a:off x="4214605"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8" name="Oval 938">
              <a:extLst>
                <a:ext uri="{FF2B5EF4-FFF2-40B4-BE49-F238E27FC236}">
                  <a16:creationId xmlns:a16="http://schemas.microsoft.com/office/drawing/2014/main" id="{D2388C4E-5B09-4D08-8D40-3D77C4540A5E}"/>
                </a:ext>
              </a:extLst>
            </p:cNvPr>
            <p:cNvSpPr>
              <a:spLocks noChangeAspect="1" noChangeArrowheads="1"/>
            </p:cNvSpPr>
            <p:nvPr userDrawn="1"/>
          </p:nvSpPr>
          <p:spPr bwMode="auto">
            <a:xfrm>
              <a:off x="4327688"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9" name="Oval 939">
              <a:extLst>
                <a:ext uri="{FF2B5EF4-FFF2-40B4-BE49-F238E27FC236}">
                  <a16:creationId xmlns:a16="http://schemas.microsoft.com/office/drawing/2014/main" id="{A48BCBD1-5B16-4149-BD4D-A8B2CD58EAEF}"/>
                </a:ext>
              </a:extLst>
            </p:cNvPr>
            <p:cNvSpPr>
              <a:spLocks noChangeAspect="1" noChangeArrowheads="1"/>
            </p:cNvSpPr>
            <p:nvPr userDrawn="1"/>
          </p:nvSpPr>
          <p:spPr bwMode="auto">
            <a:xfrm>
              <a:off x="443926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0" name="Oval 940">
              <a:extLst>
                <a:ext uri="{FF2B5EF4-FFF2-40B4-BE49-F238E27FC236}">
                  <a16:creationId xmlns:a16="http://schemas.microsoft.com/office/drawing/2014/main" id="{0F6E32BD-9621-4237-B78C-BDCDC74E4571}"/>
                </a:ext>
              </a:extLst>
            </p:cNvPr>
            <p:cNvSpPr>
              <a:spLocks noChangeAspect="1" noChangeArrowheads="1"/>
            </p:cNvSpPr>
            <p:nvPr userDrawn="1"/>
          </p:nvSpPr>
          <p:spPr bwMode="auto">
            <a:xfrm>
              <a:off x="4552350"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1" name="Oval 941">
              <a:extLst>
                <a:ext uri="{FF2B5EF4-FFF2-40B4-BE49-F238E27FC236}">
                  <a16:creationId xmlns:a16="http://schemas.microsoft.com/office/drawing/2014/main" id="{32A21B72-6BEC-4801-AB75-CE990A3EB18A}"/>
                </a:ext>
              </a:extLst>
            </p:cNvPr>
            <p:cNvSpPr>
              <a:spLocks noChangeAspect="1" noChangeArrowheads="1"/>
            </p:cNvSpPr>
            <p:nvPr userDrawn="1"/>
          </p:nvSpPr>
          <p:spPr bwMode="auto">
            <a:xfrm>
              <a:off x="4663926"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2" name="Oval 942">
              <a:extLst>
                <a:ext uri="{FF2B5EF4-FFF2-40B4-BE49-F238E27FC236}">
                  <a16:creationId xmlns:a16="http://schemas.microsoft.com/office/drawing/2014/main" id="{664326BF-14E0-4D77-8C82-84DAE4AAEE44}"/>
                </a:ext>
              </a:extLst>
            </p:cNvPr>
            <p:cNvSpPr>
              <a:spLocks noChangeAspect="1" noChangeArrowheads="1"/>
            </p:cNvSpPr>
            <p:nvPr userDrawn="1"/>
          </p:nvSpPr>
          <p:spPr bwMode="auto">
            <a:xfrm>
              <a:off x="4777010"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3" name="Oval 943">
              <a:extLst>
                <a:ext uri="{FF2B5EF4-FFF2-40B4-BE49-F238E27FC236}">
                  <a16:creationId xmlns:a16="http://schemas.microsoft.com/office/drawing/2014/main" id="{AD5048E9-1D42-4027-8883-2FD75BB7473F}"/>
                </a:ext>
              </a:extLst>
            </p:cNvPr>
            <p:cNvSpPr>
              <a:spLocks noChangeAspect="1" noChangeArrowheads="1"/>
            </p:cNvSpPr>
            <p:nvPr userDrawn="1"/>
          </p:nvSpPr>
          <p:spPr bwMode="auto">
            <a:xfrm>
              <a:off x="4888586"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4" name="Oval 944">
              <a:extLst>
                <a:ext uri="{FF2B5EF4-FFF2-40B4-BE49-F238E27FC236}">
                  <a16:creationId xmlns:a16="http://schemas.microsoft.com/office/drawing/2014/main" id="{F7B0B37C-D3B9-4E0A-B3EF-B2AD4130B20E}"/>
                </a:ext>
              </a:extLst>
            </p:cNvPr>
            <p:cNvSpPr>
              <a:spLocks noChangeAspect="1" noChangeArrowheads="1"/>
            </p:cNvSpPr>
            <p:nvPr userDrawn="1"/>
          </p:nvSpPr>
          <p:spPr bwMode="auto">
            <a:xfrm>
              <a:off x="5001671"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5" name="Oval 945">
              <a:extLst>
                <a:ext uri="{FF2B5EF4-FFF2-40B4-BE49-F238E27FC236}">
                  <a16:creationId xmlns:a16="http://schemas.microsoft.com/office/drawing/2014/main" id="{88796A63-F67C-4DC5-AC4F-A615155393C9}"/>
                </a:ext>
              </a:extLst>
            </p:cNvPr>
            <p:cNvSpPr>
              <a:spLocks noChangeAspect="1" noChangeArrowheads="1"/>
            </p:cNvSpPr>
            <p:nvPr userDrawn="1"/>
          </p:nvSpPr>
          <p:spPr bwMode="auto">
            <a:xfrm>
              <a:off x="511324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6" name="Oval 946">
              <a:extLst>
                <a:ext uri="{FF2B5EF4-FFF2-40B4-BE49-F238E27FC236}">
                  <a16:creationId xmlns:a16="http://schemas.microsoft.com/office/drawing/2014/main" id="{00250BE3-7F28-428B-B001-BA06AF12A3D1}"/>
                </a:ext>
              </a:extLst>
            </p:cNvPr>
            <p:cNvSpPr>
              <a:spLocks noChangeAspect="1" noChangeArrowheads="1"/>
            </p:cNvSpPr>
            <p:nvPr userDrawn="1"/>
          </p:nvSpPr>
          <p:spPr bwMode="auto">
            <a:xfrm>
              <a:off x="5226331"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7" name="Oval 947">
              <a:extLst>
                <a:ext uri="{FF2B5EF4-FFF2-40B4-BE49-F238E27FC236}">
                  <a16:creationId xmlns:a16="http://schemas.microsoft.com/office/drawing/2014/main" id="{5D03A7F9-C681-4252-913A-7AF09CC70FF4}"/>
                </a:ext>
              </a:extLst>
            </p:cNvPr>
            <p:cNvSpPr>
              <a:spLocks noChangeAspect="1" noChangeArrowheads="1"/>
            </p:cNvSpPr>
            <p:nvPr userDrawn="1"/>
          </p:nvSpPr>
          <p:spPr bwMode="auto">
            <a:xfrm>
              <a:off x="612497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8" name="Oval 948">
              <a:extLst>
                <a:ext uri="{FF2B5EF4-FFF2-40B4-BE49-F238E27FC236}">
                  <a16:creationId xmlns:a16="http://schemas.microsoft.com/office/drawing/2014/main" id="{B06BF2C5-2846-4CF6-888D-D59887ECF9C2}"/>
                </a:ext>
              </a:extLst>
            </p:cNvPr>
            <p:cNvSpPr>
              <a:spLocks noChangeAspect="1" noChangeArrowheads="1"/>
            </p:cNvSpPr>
            <p:nvPr userDrawn="1"/>
          </p:nvSpPr>
          <p:spPr bwMode="auto">
            <a:xfrm>
              <a:off x="623805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9" name="Oval 949">
              <a:extLst>
                <a:ext uri="{FF2B5EF4-FFF2-40B4-BE49-F238E27FC236}">
                  <a16:creationId xmlns:a16="http://schemas.microsoft.com/office/drawing/2014/main" id="{3AE1571A-883D-4E15-BDA4-19A17529FF0E}"/>
                </a:ext>
              </a:extLst>
            </p:cNvPr>
            <p:cNvSpPr>
              <a:spLocks noChangeAspect="1" noChangeArrowheads="1"/>
            </p:cNvSpPr>
            <p:nvPr userDrawn="1"/>
          </p:nvSpPr>
          <p:spPr bwMode="auto">
            <a:xfrm>
              <a:off x="6687381"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0" name="Oval 950">
              <a:extLst>
                <a:ext uri="{FF2B5EF4-FFF2-40B4-BE49-F238E27FC236}">
                  <a16:creationId xmlns:a16="http://schemas.microsoft.com/office/drawing/2014/main" id="{AAA3F464-73F8-458E-81B1-F9524AD675A4}"/>
                </a:ext>
              </a:extLst>
            </p:cNvPr>
            <p:cNvSpPr>
              <a:spLocks noChangeAspect="1" noChangeArrowheads="1"/>
            </p:cNvSpPr>
            <p:nvPr userDrawn="1"/>
          </p:nvSpPr>
          <p:spPr bwMode="auto">
            <a:xfrm>
              <a:off x="679895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1" name="Oval 951">
              <a:extLst>
                <a:ext uri="{FF2B5EF4-FFF2-40B4-BE49-F238E27FC236}">
                  <a16:creationId xmlns:a16="http://schemas.microsoft.com/office/drawing/2014/main" id="{BEB1F4E0-D518-4E06-BC75-14E36EDC8EB9}"/>
                </a:ext>
              </a:extLst>
            </p:cNvPr>
            <p:cNvSpPr>
              <a:spLocks noChangeAspect="1" noChangeArrowheads="1"/>
            </p:cNvSpPr>
            <p:nvPr userDrawn="1"/>
          </p:nvSpPr>
          <p:spPr bwMode="auto">
            <a:xfrm>
              <a:off x="724827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2" name="Oval 952">
              <a:extLst>
                <a:ext uri="{FF2B5EF4-FFF2-40B4-BE49-F238E27FC236}">
                  <a16:creationId xmlns:a16="http://schemas.microsoft.com/office/drawing/2014/main" id="{7CFFF988-DA3F-4B22-9580-5EA6ABB22D45}"/>
                </a:ext>
              </a:extLst>
            </p:cNvPr>
            <p:cNvSpPr>
              <a:spLocks noChangeAspect="1" noChangeArrowheads="1"/>
            </p:cNvSpPr>
            <p:nvPr userDrawn="1"/>
          </p:nvSpPr>
          <p:spPr bwMode="auto">
            <a:xfrm>
              <a:off x="230423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3" name="Oval 953">
              <a:extLst>
                <a:ext uri="{FF2B5EF4-FFF2-40B4-BE49-F238E27FC236}">
                  <a16:creationId xmlns:a16="http://schemas.microsoft.com/office/drawing/2014/main" id="{836FB841-279F-4FC6-AEBF-836B76E7AC12}"/>
                </a:ext>
              </a:extLst>
            </p:cNvPr>
            <p:cNvSpPr>
              <a:spLocks noChangeAspect="1" noChangeArrowheads="1"/>
            </p:cNvSpPr>
            <p:nvPr userDrawn="1"/>
          </p:nvSpPr>
          <p:spPr bwMode="auto">
            <a:xfrm>
              <a:off x="241731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4" name="Oval 954">
              <a:extLst>
                <a:ext uri="{FF2B5EF4-FFF2-40B4-BE49-F238E27FC236}">
                  <a16:creationId xmlns:a16="http://schemas.microsoft.com/office/drawing/2014/main" id="{DC130672-9795-4341-829F-E1AF800BE4D3}"/>
                </a:ext>
              </a:extLst>
            </p:cNvPr>
            <p:cNvSpPr>
              <a:spLocks noChangeAspect="1" noChangeArrowheads="1"/>
            </p:cNvSpPr>
            <p:nvPr userDrawn="1"/>
          </p:nvSpPr>
          <p:spPr bwMode="auto">
            <a:xfrm>
              <a:off x="2528895"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5" name="Oval 955">
              <a:extLst>
                <a:ext uri="{FF2B5EF4-FFF2-40B4-BE49-F238E27FC236}">
                  <a16:creationId xmlns:a16="http://schemas.microsoft.com/office/drawing/2014/main" id="{3FDB4E2B-D25F-40ED-A98F-B6617CDB5C3A}"/>
                </a:ext>
              </a:extLst>
            </p:cNvPr>
            <p:cNvSpPr>
              <a:spLocks noChangeAspect="1" noChangeArrowheads="1"/>
            </p:cNvSpPr>
            <p:nvPr userDrawn="1"/>
          </p:nvSpPr>
          <p:spPr bwMode="auto">
            <a:xfrm>
              <a:off x="2641978"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6" name="Oval 956">
              <a:extLst>
                <a:ext uri="{FF2B5EF4-FFF2-40B4-BE49-F238E27FC236}">
                  <a16:creationId xmlns:a16="http://schemas.microsoft.com/office/drawing/2014/main" id="{6AFBA120-152D-4119-BBCA-862CFE66DA21}"/>
                </a:ext>
              </a:extLst>
            </p:cNvPr>
            <p:cNvSpPr>
              <a:spLocks noChangeAspect="1" noChangeArrowheads="1"/>
            </p:cNvSpPr>
            <p:nvPr userDrawn="1"/>
          </p:nvSpPr>
          <p:spPr bwMode="auto">
            <a:xfrm>
              <a:off x="2753554"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7" name="Oval 957">
              <a:extLst>
                <a:ext uri="{FF2B5EF4-FFF2-40B4-BE49-F238E27FC236}">
                  <a16:creationId xmlns:a16="http://schemas.microsoft.com/office/drawing/2014/main" id="{EB99459C-DD87-4A95-9B8C-B384A5B017FB}"/>
                </a:ext>
              </a:extLst>
            </p:cNvPr>
            <p:cNvSpPr>
              <a:spLocks noChangeAspect="1" noChangeArrowheads="1"/>
            </p:cNvSpPr>
            <p:nvPr userDrawn="1"/>
          </p:nvSpPr>
          <p:spPr bwMode="auto">
            <a:xfrm>
              <a:off x="3989943"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8" name="Oval 958">
              <a:extLst>
                <a:ext uri="{FF2B5EF4-FFF2-40B4-BE49-F238E27FC236}">
                  <a16:creationId xmlns:a16="http://schemas.microsoft.com/office/drawing/2014/main" id="{8B4E0197-214D-4A80-B024-4197D837FBF3}"/>
                </a:ext>
              </a:extLst>
            </p:cNvPr>
            <p:cNvSpPr>
              <a:spLocks noChangeAspect="1" noChangeArrowheads="1"/>
            </p:cNvSpPr>
            <p:nvPr userDrawn="1"/>
          </p:nvSpPr>
          <p:spPr bwMode="auto">
            <a:xfrm>
              <a:off x="410302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9" name="Oval 959">
              <a:extLst>
                <a:ext uri="{FF2B5EF4-FFF2-40B4-BE49-F238E27FC236}">
                  <a16:creationId xmlns:a16="http://schemas.microsoft.com/office/drawing/2014/main" id="{1F295E7D-5206-415A-BA2D-52CFF9A22E11}"/>
                </a:ext>
              </a:extLst>
            </p:cNvPr>
            <p:cNvSpPr>
              <a:spLocks noChangeAspect="1" noChangeArrowheads="1"/>
            </p:cNvSpPr>
            <p:nvPr userDrawn="1"/>
          </p:nvSpPr>
          <p:spPr bwMode="auto">
            <a:xfrm>
              <a:off x="4214605"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0" name="Oval 960">
              <a:extLst>
                <a:ext uri="{FF2B5EF4-FFF2-40B4-BE49-F238E27FC236}">
                  <a16:creationId xmlns:a16="http://schemas.microsoft.com/office/drawing/2014/main" id="{49948200-1AD7-4E73-96BE-397E9CBF2635}"/>
                </a:ext>
              </a:extLst>
            </p:cNvPr>
            <p:cNvSpPr>
              <a:spLocks noChangeAspect="1" noChangeArrowheads="1"/>
            </p:cNvSpPr>
            <p:nvPr userDrawn="1"/>
          </p:nvSpPr>
          <p:spPr bwMode="auto">
            <a:xfrm>
              <a:off x="4327688"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1" name="Oval 961">
              <a:extLst>
                <a:ext uri="{FF2B5EF4-FFF2-40B4-BE49-F238E27FC236}">
                  <a16:creationId xmlns:a16="http://schemas.microsoft.com/office/drawing/2014/main" id="{82651E11-C11B-490F-9706-60ED5BE2CFA1}"/>
                </a:ext>
              </a:extLst>
            </p:cNvPr>
            <p:cNvSpPr>
              <a:spLocks noChangeAspect="1" noChangeArrowheads="1"/>
            </p:cNvSpPr>
            <p:nvPr userDrawn="1"/>
          </p:nvSpPr>
          <p:spPr bwMode="auto">
            <a:xfrm>
              <a:off x="443926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2" name="Oval 962">
              <a:extLst>
                <a:ext uri="{FF2B5EF4-FFF2-40B4-BE49-F238E27FC236}">
                  <a16:creationId xmlns:a16="http://schemas.microsoft.com/office/drawing/2014/main" id="{C57EC1EE-F8DC-4D75-9626-42AD6BBD3CB3}"/>
                </a:ext>
              </a:extLst>
            </p:cNvPr>
            <p:cNvSpPr>
              <a:spLocks noChangeAspect="1" noChangeArrowheads="1"/>
            </p:cNvSpPr>
            <p:nvPr userDrawn="1"/>
          </p:nvSpPr>
          <p:spPr bwMode="auto">
            <a:xfrm>
              <a:off x="4552350"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3" name="Oval 963">
              <a:extLst>
                <a:ext uri="{FF2B5EF4-FFF2-40B4-BE49-F238E27FC236}">
                  <a16:creationId xmlns:a16="http://schemas.microsoft.com/office/drawing/2014/main" id="{5D6FC026-7187-4815-952F-5BF7CCA990A0}"/>
                </a:ext>
              </a:extLst>
            </p:cNvPr>
            <p:cNvSpPr>
              <a:spLocks noChangeAspect="1" noChangeArrowheads="1"/>
            </p:cNvSpPr>
            <p:nvPr userDrawn="1"/>
          </p:nvSpPr>
          <p:spPr bwMode="auto">
            <a:xfrm>
              <a:off x="4663926"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4" name="Oval 964">
              <a:extLst>
                <a:ext uri="{FF2B5EF4-FFF2-40B4-BE49-F238E27FC236}">
                  <a16:creationId xmlns:a16="http://schemas.microsoft.com/office/drawing/2014/main" id="{2B078131-34F3-400C-9993-F8193B5801CB}"/>
                </a:ext>
              </a:extLst>
            </p:cNvPr>
            <p:cNvSpPr>
              <a:spLocks noChangeAspect="1" noChangeArrowheads="1"/>
            </p:cNvSpPr>
            <p:nvPr userDrawn="1"/>
          </p:nvSpPr>
          <p:spPr bwMode="auto">
            <a:xfrm>
              <a:off x="4777009"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5" name="Oval 965">
              <a:extLst>
                <a:ext uri="{FF2B5EF4-FFF2-40B4-BE49-F238E27FC236}">
                  <a16:creationId xmlns:a16="http://schemas.microsoft.com/office/drawing/2014/main" id="{0EA18788-AF74-402A-BA56-1CFE537ACFB0}"/>
                </a:ext>
              </a:extLst>
            </p:cNvPr>
            <p:cNvSpPr>
              <a:spLocks noChangeAspect="1" noChangeArrowheads="1"/>
            </p:cNvSpPr>
            <p:nvPr userDrawn="1"/>
          </p:nvSpPr>
          <p:spPr bwMode="auto">
            <a:xfrm>
              <a:off x="4888586"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6" name="Oval 966">
              <a:extLst>
                <a:ext uri="{FF2B5EF4-FFF2-40B4-BE49-F238E27FC236}">
                  <a16:creationId xmlns:a16="http://schemas.microsoft.com/office/drawing/2014/main" id="{9F5DFFE7-6F8E-43D5-A19D-EAB52D4ED263}"/>
                </a:ext>
              </a:extLst>
            </p:cNvPr>
            <p:cNvSpPr>
              <a:spLocks noChangeAspect="1" noChangeArrowheads="1"/>
            </p:cNvSpPr>
            <p:nvPr userDrawn="1"/>
          </p:nvSpPr>
          <p:spPr bwMode="auto">
            <a:xfrm>
              <a:off x="5001671"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7" name="Oval 967">
              <a:extLst>
                <a:ext uri="{FF2B5EF4-FFF2-40B4-BE49-F238E27FC236}">
                  <a16:creationId xmlns:a16="http://schemas.microsoft.com/office/drawing/2014/main" id="{8A387747-D389-4C8B-913B-4E6CA1E576D5}"/>
                </a:ext>
              </a:extLst>
            </p:cNvPr>
            <p:cNvSpPr>
              <a:spLocks noChangeAspect="1" noChangeArrowheads="1"/>
            </p:cNvSpPr>
            <p:nvPr userDrawn="1"/>
          </p:nvSpPr>
          <p:spPr bwMode="auto">
            <a:xfrm>
              <a:off x="5113247"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8" name="Oval 968">
              <a:extLst>
                <a:ext uri="{FF2B5EF4-FFF2-40B4-BE49-F238E27FC236}">
                  <a16:creationId xmlns:a16="http://schemas.microsoft.com/office/drawing/2014/main" id="{50EDAEC3-92D5-4295-AB49-4DCD7A2A5C85}"/>
                </a:ext>
              </a:extLst>
            </p:cNvPr>
            <p:cNvSpPr>
              <a:spLocks noChangeAspect="1" noChangeArrowheads="1"/>
            </p:cNvSpPr>
            <p:nvPr userDrawn="1"/>
          </p:nvSpPr>
          <p:spPr bwMode="auto">
            <a:xfrm>
              <a:off x="5226331"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9" name="Oval 969">
              <a:extLst>
                <a:ext uri="{FF2B5EF4-FFF2-40B4-BE49-F238E27FC236}">
                  <a16:creationId xmlns:a16="http://schemas.microsoft.com/office/drawing/2014/main" id="{C6ED11EE-2B65-456B-8C9C-2A4C0A90A21B}"/>
                </a:ext>
              </a:extLst>
            </p:cNvPr>
            <p:cNvSpPr>
              <a:spLocks noChangeAspect="1" noChangeArrowheads="1"/>
            </p:cNvSpPr>
            <p:nvPr userDrawn="1"/>
          </p:nvSpPr>
          <p:spPr bwMode="auto">
            <a:xfrm>
              <a:off x="5337907"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0" name="Oval 970">
              <a:extLst>
                <a:ext uri="{FF2B5EF4-FFF2-40B4-BE49-F238E27FC236}">
                  <a16:creationId xmlns:a16="http://schemas.microsoft.com/office/drawing/2014/main" id="{8C5CA7FD-73DF-43DF-B48F-7B110AFAA41E}"/>
                </a:ext>
              </a:extLst>
            </p:cNvPr>
            <p:cNvSpPr>
              <a:spLocks noChangeAspect="1" noChangeArrowheads="1"/>
            </p:cNvSpPr>
            <p:nvPr userDrawn="1"/>
          </p:nvSpPr>
          <p:spPr bwMode="auto">
            <a:xfrm>
              <a:off x="5450992"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1" name="Oval 971">
              <a:extLst>
                <a:ext uri="{FF2B5EF4-FFF2-40B4-BE49-F238E27FC236}">
                  <a16:creationId xmlns:a16="http://schemas.microsoft.com/office/drawing/2014/main" id="{B4A5B370-2AE0-4ABF-8F35-859A3E92ADCC}"/>
                </a:ext>
              </a:extLst>
            </p:cNvPr>
            <p:cNvSpPr>
              <a:spLocks noChangeAspect="1" noChangeArrowheads="1"/>
            </p:cNvSpPr>
            <p:nvPr userDrawn="1"/>
          </p:nvSpPr>
          <p:spPr bwMode="auto">
            <a:xfrm>
              <a:off x="5562569"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2" name="Oval 972">
              <a:extLst>
                <a:ext uri="{FF2B5EF4-FFF2-40B4-BE49-F238E27FC236}">
                  <a16:creationId xmlns:a16="http://schemas.microsoft.com/office/drawing/2014/main" id="{6460BF10-D8D3-4F2A-9E0A-F117912DA571}"/>
                </a:ext>
              </a:extLst>
            </p:cNvPr>
            <p:cNvSpPr>
              <a:spLocks noChangeAspect="1" noChangeArrowheads="1"/>
            </p:cNvSpPr>
            <p:nvPr userDrawn="1"/>
          </p:nvSpPr>
          <p:spPr bwMode="auto">
            <a:xfrm>
              <a:off x="612497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3" name="Oval 973">
              <a:extLst>
                <a:ext uri="{FF2B5EF4-FFF2-40B4-BE49-F238E27FC236}">
                  <a16:creationId xmlns:a16="http://schemas.microsoft.com/office/drawing/2014/main" id="{02DE46F8-AAF6-48E0-AB0E-43F1C6B98B65}"/>
                </a:ext>
              </a:extLst>
            </p:cNvPr>
            <p:cNvSpPr>
              <a:spLocks noChangeAspect="1" noChangeArrowheads="1"/>
            </p:cNvSpPr>
            <p:nvPr userDrawn="1"/>
          </p:nvSpPr>
          <p:spPr bwMode="auto">
            <a:xfrm>
              <a:off x="6687381"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4" name="Oval 974">
              <a:extLst>
                <a:ext uri="{FF2B5EF4-FFF2-40B4-BE49-F238E27FC236}">
                  <a16:creationId xmlns:a16="http://schemas.microsoft.com/office/drawing/2014/main" id="{E1CF7981-E14B-4CFC-A306-BCC5BFDD07A2}"/>
                </a:ext>
              </a:extLst>
            </p:cNvPr>
            <p:cNvSpPr>
              <a:spLocks noChangeAspect="1" noChangeArrowheads="1"/>
            </p:cNvSpPr>
            <p:nvPr userDrawn="1"/>
          </p:nvSpPr>
          <p:spPr bwMode="auto">
            <a:xfrm>
              <a:off x="679895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5" name="Oval 975">
              <a:extLst>
                <a:ext uri="{FF2B5EF4-FFF2-40B4-BE49-F238E27FC236}">
                  <a16:creationId xmlns:a16="http://schemas.microsoft.com/office/drawing/2014/main" id="{4E4CA394-1D65-4BF1-9254-03866CD294E8}"/>
                </a:ext>
              </a:extLst>
            </p:cNvPr>
            <p:cNvSpPr>
              <a:spLocks noChangeAspect="1" noChangeArrowheads="1"/>
            </p:cNvSpPr>
            <p:nvPr userDrawn="1"/>
          </p:nvSpPr>
          <p:spPr bwMode="auto">
            <a:xfrm>
              <a:off x="7248277"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6" name="Oval 976">
              <a:extLst>
                <a:ext uri="{FF2B5EF4-FFF2-40B4-BE49-F238E27FC236}">
                  <a16:creationId xmlns:a16="http://schemas.microsoft.com/office/drawing/2014/main" id="{2B20A7CC-EDBD-4638-9654-E58131D8F05B}"/>
                </a:ext>
              </a:extLst>
            </p:cNvPr>
            <p:cNvSpPr>
              <a:spLocks noChangeAspect="1" noChangeArrowheads="1"/>
            </p:cNvSpPr>
            <p:nvPr userDrawn="1"/>
          </p:nvSpPr>
          <p:spPr bwMode="auto">
            <a:xfrm>
              <a:off x="2528895"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7" name="Oval 977">
              <a:extLst>
                <a:ext uri="{FF2B5EF4-FFF2-40B4-BE49-F238E27FC236}">
                  <a16:creationId xmlns:a16="http://schemas.microsoft.com/office/drawing/2014/main" id="{724BB8DF-2CED-43E3-A505-293AC357DD81}"/>
                </a:ext>
              </a:extLst>
            </p:cNvPr>
            <p:cNvSpPr>
              <a:spLocks noChangeAspect="1" noChangeArrowheads="1"/>
            </p:cNvSpPr>
            <p:nvPr userDrawn="1"/>
          </p:nvSpPr>
          <p:spPr bwMode="auto">
            <a:xfrm>
              <a:off x="2641978"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8" name="Oval 978">
              <a:extLst>
                <a:ext uri="{FF2B5EF4-FFF2-40B4-BE49-F238E27FC236}">
                  <a16:creationId xmlns:a16="http://schemas.microsoft.com/office/drawing/2014/main" id="{E104B670-8098-41E0-AD6F-47C50D95940C}"/>
                </a:ext>
              </a:extLst>
            </p:cNvPr>
            <p:cNvSpPr>
              <a:spLocks noChangeAspect="1" noChangeArrowheads="1"/>
            </p:cNvSpPr>
            <p:nvPr userDrawn="1"/>
          </p:nvSpPr>
          <p:spPr bwMode="auto">
            <a:xfrm>
              <a:off x="2753554"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9" name="Oval 979">
              <a:extLst>
                <a:ext uri="{FF2B5EF4-FFF2-40B4-BE49-F238E27FC236}">
                  <a16:creationId xmlns:a16="http://schemas.microsoft.com/office/drawing/2014/main" id="{E5C64485-1A55-4C9D-AAC8-CB1BBD345630}"/>
                </a:ext>
              </a:extLst>
            </p:cNvPr>
            <p:cNvSpPr>
              <a:spLocks noChangeAspect="1" noChangeArrowheads="1"/>
            </p:cNvSpPr>
            <p:nvPr userDrawn="1"/>
          </p:nvSpPr>
          <p:spPr bwMode="auto">
            <a:xfrm>
              <a:off x="286664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0" name="Oval 980">
              <a:extLst>
                <a:ext uri="{FF2B5EF4-FFF2-40B4-BE49-F238E27FC236}">
                  <a16:creationId xmlns:a16="http://schemas.microsoft.com/office/drawing/2014/main" id="{6516C014-8550-4EB9-8D8F-C68DCB0B071D}"/>
                </a:ext>
              </a:extLst>
            </p:cNvPr>
            <p:cNvSpPr>
              <a:spLocks noChangeAspect="1" noChangeArrowheads="1"/>
            </p:cNvSpPr>
            <p:nvPr userDrawn="1"/>
          </p:nvSpPr>
          <p:spPr bwMode="auto">
            <a:xfrm>
              <a:off x="4103028"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1" name="Oval 981">
              <a:extLst>
                <a:ext uri="{FF2B5EF4-FFF2-40B4-BE49-F238E27FC236}">
                  <a16:creationId xmlns:a16="http://schemas.microsoft.com/office/drawing/2014/main" id="{4429B66B-CD30-47F0-882B-6715889EAACD}"/>
                </a:ext>
              </a:extLst>
            </p:cNvPr>
            <p:cNvSpPr>
              <a:spLocks noChangeAspect="1" noChangeArrowheads="1"/>
            </p:cNvSpPr>
            <p:nvPr userDrawn="1"/>
          </p:nvSpPr>
          <p:spPr bwMode="auto">
            <a:xfrm>
              <a:off x="4214605"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2" name="Oval 982">
              <a:extLst>
                <a:ext uri="{FF2B5EF4-FFF2-40B4-BE49-F238E27FC236}">
                  <a16:creationId xmlns:a16="http://schemas.microsoft.com/office/drawing/2014/main" id="{0B7B010F-44F2-4214-BE07-F71BF7E48AC6}"/>
                </a:ext>
              </a:extLst>
            </p:cNvPr>
            <p:cNvSpPr>
              <a:spLocks noChangeAspect="1" noChangeArrowheads="1"/>
            </p:cNvSpPr>
            <p:nvPr userDrawn="1"/>
          </p:nvSpPr>
          <p:spPr bwMode="auto">
            <a:xfrm>
              <a:off x="4327688"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3" name="Oval 983">
              <a:extLst>
                <a:ext uri="{FF2B5EF4-FFF2-40B4-BE49-F238E27FC236}">
                  <a16:creationId xmlns:a16="http://schemas.microsoft.com/office/drawing/2014/main" id="{E6C653B0-2C1D-48A1-816B-EE1892480871}"/>
                </a:ext>
              </a:extLst>
            </p:cNvPr>
            <p:cNvSpPr>
              <a:spLocks noChangeAspect="1" noChangeArrowheads="1"/>
            </p:cNvSpPr>
            <p:nvPr userDrawn="1"/>
          </p:nvSpPr>
          <p:spPr bwMode="auto">
            <a:xfrm>
              <a:off x="4439265"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4" name="Oval 984">
              <a:extLst>
                <a:ext uri="{FF2B5EF4-FFF2-40B4-BE49-F238E27FC236}">
                  <a16:creationId xmlns:a16="http://schemas.microsoft.com/office/drawing/2014/main" id="{81093E88-3364-4BDF-84C2-405734D06C93}"/>
                </a:ext>
              </a:extLst>
            </p:cNvPr>
            <p:cNvSpPr>
              <a:spLocks noChangeAspect="1" noChangeArrowheads="1"/>
            </p:cNvSpPr>
            <p:nvPr userDrawn="1"/>
          </p:nvSpPr>
          <p:spPr bwMode="auto">
            <a:xfrm>
              <a:off x="4552350"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5" name="Oval 985">
              <a:extLst>
                <a:ext uri="{FF2B5EF4-FFF2-40B4-BE49-F238E27FC236}">
                  <a16:creationId xmlns:a16="http://schemas.microsoft.com/office/drawing/2014/main" id="{C8EA910E-A46D-40A3-9B30-35CF4FC8203E}"/>
                </a:ext>
              </a:extLst>
            </p:cNvPr>
            <p:cNvSpPr>
              <a:spLocks noChangeAspect="1" noChangeArrowheads="1"/>
            </p:cNvSpPr>
            <p:nvPr userDrawn="1"/>
          </p:nvSpPr>
          <p:spPr bwMode="auto">
            <a:xfrm>
              <a:off x="4663926"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6" name="Oval 986">
              <a:extLst>
                <a:ext uri="{FF2B5EF4-FFF2-40B4-BE49-F238E27FC236}">
                  <a16:creationId xmlns:a16="http://schemas.microsoft.com/office/drawing/2014/main" id="{1D548177-3E85-4F83-9434-48CB1FD2BBEC}"/>
                </a:ext>
              </a:extLst>
            </p:cNvPr>
            <p:cNvSpPr>
              <a:spLocks noChangeAspect="1" noChangeArrowheads="1"/>
            </p:cNvSpPr>
            <p:nvPr userDrawn="1"/>
          </p:nvSpPr>
          <p:spPr bwMode="auto">
            <a:xfrm>
              <a:off x="4777009"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7" name="Oval 987">
              <a:extLst>
                <a:ext uri="{FF2B5EF4-FFF2-40B4-BE49-F238E27FC236}">
                  <a16:creationId xmlns:a16="http://schemas.microsoft.com/office/drawing/2014/main" id="{F816B25F-5614-47B5-A660-59A3267E5F58}"/>
                </a:ext>
              </a:extLst>
            </p:cNvPr>
            <p:cNvSpPr>
              <a:spLocks noChangeAspect="1" noChangeArrowheads="1"/>
            </p:cNvSpPr>
            <p:nvPr userDrawn="1"/>
          </p:nvSpPr>
          <p:spPr bwMode="auto">
            <a:xfrm>
              <a:off x="4888586"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8" name="Oval 988">
              <a:extLst>
                <a:ext uri="{FF2B5EF4-FFF2-40B4-BE49-F238E27FC236}">
                  <a16:creationId xmlns:a16="http://schemas.microsoft.com/office/drawing/2014/main" id="{8CC209C6-AAC6-444D-9E09-CF49D3B5E7EF}"/>
                </a:ext>
              </a:extLst>
            </p:cNvPr>
            <p:cNvSpPr>
              <a:spLocks noChangeAspect="1" noChangeArrowheads="1"/>
            </p:cNvSpPr>
            <p:nvPr userDrawn="1"/>
          </p:nvSpPr>
          <p:spPr bwMode="auto">
            <a:xfrm>
              <a:off x="500167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9" name="Oval 989">
              <a:extLst>
                <a:ext uri="{FF2B5EF4-FFF2-40B4-BE49-F238E27FC236}">
                  <a16:creationId xmlns:a16="http://schemas.microsoft.com/office/drawing/2014/main" id="{D983A497-4E85-473A-AD8D-A0A25B48F65F}"/>
                </a:ext>
              </a:extLst>
            </p:cNvPr>
            <p:cNvSpPr>
              <a:spLocks noChangeAspect="1" noChangeArrowheads="1"/>
            </p:cNvSpPr>
            <p:nvPr userDrawn="1"/>
          </p:nvSpPr>
          <p:spPr bwMode="auto">
            <a:xfrm>
              <a:off x="5113247"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0" name="Oval 990">
              <a:extLst>
                <a:ext uri="{FF2B5EF4-FFF2-40B4-BE49-F238E27FC236}">
                  <a16:creationId xmlns:a16="http://schemas.microsoft.com/office/drawing/2014/main" id="{DB75379F-B929-46A9-B924-8D0FC84988D7}"/>
                </a:ext>
              </a:extLst>
            </p:cNvPr>
            <p:cNvSpPr>
              <a:spLocks noChangeAspect="1" noChangeArrowheads="1"/>
            </p:cNvSpPr>
            <p:nvPr userDrawn="1"/>
          </p:nvSpPr>
          <p:spPr bwMode="auto">
            <a:xfrm>
              <a:off x="5226331"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1" name="Oval 991">
              <a:extLst>
                <a:ext uri="{FF2B5EF4-FFF2-40B4-BE49-F238E27FC236}">
                  <a16:creationId xmlns:a16="http://schemas.microsoft.com/office/drawing/2014/main" id="{F646DFA0-6967-4D0E-B888-E9B3B004D06B}"/>
                </a:ext>
              </a:extLst>
            </p:cNvPr>
            <p:cNvSpPr>
              <a:spLocks noChangeAspect="1" noChangeArrowheads="1"/>
            </p:cNvSpPr>
            <p:nvPr userDrawn="1"/>
          </p:nvSpPr>
          <p:spPr bwMode="auto">
            <a:xfrm>
              <a:off x="5337907"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2" name="Oval 992">
              <a:extLst>
                <a:ext uri="{FF2B5EF4-FFF2-40B4-BE49-F238E27FC236}">
                  <a16:creationId xmlns:a16="http://schemas.microsoft.com/office/drawing/2014/main" id="{3BF43C84-8191-41BE-8239-5CCCDA80BD15}"/>
                </a:ext>
              </a:extLst>
            </p:cNvPr>
            <p:cNvSpPr>
              <a:spLocks noChangeAspect="1" noChangeArrowheads="1"/>
            </p:cNvSpPr>
            <p:nvPr userDrawn="1"/>
          </p:nvSpPr>
          <p:spPr bwMode="auto">
            <a:xfrm>
              <a:off x="5450992"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3" name="Oval 993">
              <a:extLst>
                <a:ext uri="{FF2B5EF4-FFF2-40B4-BE49-F238E27FC236}">
                  <a16:creationId xmlns:a16="http://schemas.microsoft.com/office/drawing/2014/main" id="{70A26CCC-2A60-4F79-B2C0-4286451C46B7}"/>
                </a:ext>
              </a:extLst>
            </p:cNvPr>
            <p:cNvSpPr>
              <a:spLocks noChangeAspect="1" noChangeArrowheads="1"/>
            </p:cNvSpPr>
            <p:nvPr userDrawn="1"/>
          </p:nvSpPr>
          <p:spPr bwMode="auto">
            <a:xfrm>
              <a:off x="6238058"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4" name="Oval 994">
              <a:extLst>
                <a:ext uri="{FF2B5EF4-FFF2-40B4-BE49-F238E27FC236}">
                  <a16:creationId xmlns:a16="http://schemas.microsoft.com/office/drawing/2014/main" id="{13793B14-0C0A-4265-8191-80AA647AF052}"/>
                </a:ext>
              </a:extLst>
            </p:cNvPr>
            <p:cNvSpPr>
              <a:spLocks noChangeAspect="1" noChangeArrowheads="1"/>
            </p:cNvSpPr>
            <p:nvPr userDrawn="1"/>
          </p:nvSpPr>
          <p:spPr bwMode="auto">
            <a:xfrm>
              <a:off x="668738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5" name="Oval 995">
              <a:extLst>
                <a:ext uri="{FF2B5EF4-FFF2-40B4-BE49-F238E27FC236}">
                  <a16:creationId xmlns:a16="http://schemas.microsoft.com/office/drawing/2014/main" id="{49DF32C3-DFD2-428B-A0F2-11C71EA4DDCA}"/>
                </a:ext>
              </a:extLst>
            </p:cNvPr>
            <p:cNvSpPr>
              <a:spLocks noChangeAspect="1" noChangeArrowheads="1"/>
            </p:cNvSpPr>
            <p:nvPr userDrawn="1"/>
          </p:nvSpPr>
          <p:spPr bwMode="auto">
            <a:xfrm>
              <a:off x="7248277"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6" name="Oval 996">
              <a:extLst>
                <a:ext uri="{FF2B5EF4-FFF2-40B4-BE49-F238E27FC236}">
                  <a16:creationId xmlns:a16="http://schemas.microsoft.com/office/drawing/2014/main" id="{5E251824-E46A-4997-96E9-E61FBF21BB57}"/>
                </a:ext>
              </a:extLst>
            </p:cNvPr>
            <p:cNvSpPr>
              <a:spLocks noChangeAspect="1" noChangeArrowheads="1"/>
            </p:cNvSpPr>
            <p:nvPr userDrawn="1"/>
          </p:nvSpPr>
          <p:spPr bwMode="auto">
            <a:xfrm>
              <a:off x="2528895"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7" name="Oval 997">
              <a:extLst>
                <a:ext uri="{FF2B5EF4-FFF2-40B4-BE49-F238E27FC236}">
                  <a16:creationId xmlns:a16="http://schemas.microsoft.com/office/drawing/2014/main" id="{4FD7D27B-F6E6-4B4D-B5A2-A410926A86EF}"/>
                </a:ext>
              </a:extLst>
            </p:cNvPr>
            <p:cNvSpPr>
              <a:spLocks noChangeAspect="1" noChangeArrowheads="1"/>
            </p:cNvSpPr>
            <p:nvPr userDrawn="1"/>
          </p:nvSpPr>
          <p:spPr bwMode="auto">
            <a:xfrm>
              <a:off x="2641978"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8" name="Oval 998">
              <a:extLst>
                <a:ext uri="{FF2B5EF4-FFF2-40B4-BE49-F238E27FC236}">
                  <a16:creationId xmlns:a16="http://schemas.microsoft.com/office/drawing/2014/main" id="{E6E12209-44F3-4CB8-B5C7-CBD9712A2A9B}"/>
                </a:ext>
              </a:extLst>
            </p:cNvPr>
            <p:cNvSpPr>
              <a:spLocks noChangeAspect="1" noChangeArrowheads="1"/>
            </p:cNvSpPr>
            <p:nvPr userDrawn="1"/>
          </p:nvSpPr>
          <p:spPr bwMode="auto">
            <a:xfrm>
              <a:off x="2753554"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9" name="Oval 999">
              <a:extLst>
                <a:ext uri="{FF2B5EF4-FFF2-40B4-BE49-F238E27FC236}">
                  <a16:creationId xmlns:a16="http://schemas.microsoft.com/office/drawing/2014/main" id="{CA43E327-5EB2-4B17-A399-F4B9B16698F7}"/>
                </a:ext>
              </a:extLst>
            </p:cNvPr>
            <p:cNvSpPr>
              <a:spLocks noChangeAspect="1" noChangeArrowheads="1"/>
            </p:cNvSpPr>
            <p:nvPr userDrawn="1"/>
          </p:nvSpPr>
          <p:spPr bwMode="auto">
            <a:xfrm>
              <a:off x="286664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0" name="Oval 1000">
              <a:extLst>
                <a:ext uri="{FF2B5EF4-FFF2-40B4-BE49-F238E27FC236}">
                  <a16:creationId xmlns:a16="http://schemas.microsoft.com/office/drawing/2014/main" id="{DE5C0378-2E1C-4599-AE5E-B9DEEA3051CD}"/>
                </a:ext>
              </a:extLst>
            </p:cNvPr>
            <p:cNvSpPr>
              <a:spLocks noChangeAspect="1" noChangeArrowheads="1"/>
            </p:cNvSpPr>
            <p:nvPr userDrawn="1"/>
          </p:nvSpPr>
          <p:spPr bwMode="auto">
            <a:xfrm>
              <a:off x="2978217"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1" name="Oval 1001">
              <a:extLst>
                <a:ext uri="{FF2B5EF4-FFF2-40B4-BE49-F238E27FC236}">
                  <a16:creationId xmlns:a16="http://schemas.microsoft.com/office/drawing/2014/main" id="{048705AD-998A-42CF-9914-63B7AE0BD113}"/>
                </a:ext>
              </a:extLst>
            </p:cNvPr>
            <p:cNvSpPr>
              <a:spLocks noChangeAspect="1" noChangeArrowheads="1"/>
            </p:cNvSpPr>
            <p:nvPr userDrawn="1"/>
          </p:nvSpPr>
          <p:spPr bwMode="auto">
            <a:xfrm>
              <a:off x="3091301"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2" name="Oval 1002">
              <a:extLst>
                <a:ext uri="{FF2B5EF4-FFF2-40B4-BE49-F238E27FC236}">
                  <a16:creationId xmlns:a16="http://schemas.microsoft.com/office/drawing/2014/main" id="{0A34BB10-0573-444A-852E-210ED0F0FDF7}"/>
                </a:ext>
              </a:extLst>
            </p:cNvPr>
            <p:cNvSpPr>
              <a:spLocks noChangeAspect="1" noChangeArrowheads="1"/>
            </p:cNvSpPr>
            <p:nvPr userDrawn="1"/>
          </p:nvSpPr>
          <p:spPr bwMode="auto">
            <a:xfrm>
              <a:off x="4552350"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3" name="Oval 1003">
              <a:extLst>
                <a:ext uri="{FF2B5EF4-FFF2-40B4-BE49-F238E27FC236}">
                  <a16:creationId xmlns:a16="http://schemas.microsoft.com/office/drawing/2014/main" id="{6ED7986B-92AE-40CD-9B48-EE045BACDC41}"/>
                </a:ext>
              </a:extLst>
            </p:cNvPr>
            <p:cNvSpPr>
              <a:spLocks noChangeAspect="1" noChangeArrowheads="1"/>
            </p:cNvSpPr>
            <p:nvPr userDrawn="1"/>
          </p:nvSpPr>
          <p:spPr bwMode="auto">
            <a:xfrm>
              <a:off x="4663926"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4" name="Oval 1004">
              <a:extLst>
                <a:ext uri="{FF2B5EF4-FFF2-40B4-BE49-F238E27FC236}">
                  <a16:creationId xmlns:a16="http://schemas.microsoft.com/office/drawing/2014/main" id="{A374EFD7-E33E-4EE8-AB11-8336BCFF05B3}"/>
                </a:ext>
              </a:extLst>
            </p:cNvPr>
            <p:cNvSpPr>
              <a:spLocks noChangeAspect="1" noChangeArrowheads="1"/>
            </p:cNvSpPr>
            <p:nvPr userDrawn="1"/>
          </p:nvSpPr>
          <p:spPr bwMode="auto">
            <a:xfrm>
              <a:off x="4777009"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5" name="Oval 1005">
              <a:extLst>
                <a:ext uri="{FF2B5EF4-FFF2-40B4-BE49-F238E27FC236}">
                  <a16:creationId xmlns:a16="http://schemas.microsoft.com/office/drawing/2014/main" id="{358FFC85-98F7-46FB-8EC8-1F83F001A7E9}"/>
                </a:ext>
              </a:extLst>
            </p:cNvPr>
            <p:cNvSpPr>
              <a:spLocks noChangeAspect="1" noChangeArrowheads="1"/>
            </p:cNvSpPr>
            <p:nvPr userDrawn="1"/>
          </p:nvSpPr>
          <p:spPr bwMode="auto">
            <a:xfrm>
              <a:off x="4888586"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6" name="Oval 1006">
              <a:extLst>
                <a:ext uri="{FF2B5EF4-FFF2-40B4-BE49-F238E27FC236}">
                  <a16:creationId xmlns:a16="http://schemas.microsoft.com/office/drawing/2014/main" id="{43107031-B810-4FB5-870D-97D4E4E3A258}"/>
                </a:ext>
              </a:extLst>
            </p:cNvPr>
            <p:cNvSpPr>
              <a:spLocks noChangeAspect="1" noChangeArrowheads="1"/>
            </p:cNvSpPr>
            <p:nvPr userDrawn="1"/>
          </p:nvSpPr>
          <p:spPr bwMode="auto">
            <a:xfrm>
              <a:off x="500167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7" name="Oval 1007">
              <a:extLst>
                <a:ext uri="{FF2B5EF4-FFF2-40B4-BE49-F238E27FC236}">
                  <a16:creationId xmlns:a16="http://schemas.microsoft.com/office/drawing/2014/main" id="{78CD97C5-73F9-46E3-9F4B-83C634CDEDA2}"/>
                </a:ext>
              </a:extLst>
            </p:cNvPr>
            <p:cNvSpPr>
              <a:spLocks noChangeAspect="1" noChangeArrowheads="1"/>
            </p:cNvSpPr>
            <p:nvPr userDrawn="1"/>
          </p:nvSpPr>
          <p:spPr bwMode="auto">
            <a:xfrm>
              <a:off x="5113247"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8" name="Oval 1008">
              <a:extLst>
                <a:ext uri="{FF2B5EF4-FFF2-40B4-BE49-F238E27FC236}">
                  <a16:creationId xmlns:a16="http://schemas.microsoft.com/office/drawing/2014/main" id="{E6158C1B-6CE7-489D-B053-DD5E2CD22B71}"/>
                </a:ext>
              </a:extLst>
            </p:cNvPr>
            <p:cNvSpPr>
              <a:spLocks noChangeAspect="1" noChangeArrowheads="1"/>
            </p:cNvSpPr>
            <p:nvPr userDrawn="1"/>
          </p:nvSpPr>
          <p:spPr bwMode="auto">
            <a:xfrm>
              <a:off x="5226331"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9" name="Oval 1009">
              <a:extLst>
                <a:ext uri="{FF2B5EF4-FFF2-40B4-BE49-F238E27FC236}">
                  <a16:creationId xmlns:a16="http://schemas.microsoft.com/office/drawing/2014/main" id="{30C1F449-7C05-45EF-9EE6-D7E9B14E377A}"/>
                </a:ext>
              </a:extLst>
            </p:cNvPr>
            <p:cNvSpPr>
              <a:spLocks noChangeAspect="1" noChangeArrowheads="1"/>
            </p:cNvSpPr>
            <p:nvPr userDrawn="1"/>
          </p:nvSpPr>
          <p:spPr bwMode="auto">
            <a:xfrm>
              <a:off x="5337907"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0" name="Oval 1010">
              <a:extLst>
                <a:ext uri="{FF2B5EF4-FFF2-40B4-BE49-F238E27FC236}">
                  <a16:creationId xmlns:a16="http://schemas.microsoft.com/office/drawing/2014/main" id="{723DBC33-85B4-4D41-ABBD-3858897864FC}"/>
                </a:ext>
              </a:extLst>
            </p:cNvPr>
            <p:cNvSpPr>
              <a:spLocks noChangeAspect="1" noChangeArrowheads="1"/>
            </p:cNvSpPr>
            <p:nvPr userDrawn="1"/>
          </p:nvSpPr>
          <p:spPr bwMode="auto">
            <a:xfrm>
              <a:off x="5450992"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1" name="Oval 1011">
              <a:extLst>
                <a:ext uri="{FF2B5EF4-FFF2-40B4-BE49-F238E27FC236}">
                  <a16:creationId xmlns:a16="http://schemas.microsoft.com/office/drawing/2014/main" id="{130268C7-3DA1-4437-9197-918C4231B2AB}"/>
                </a:ext>
              </a:extLst>
            </p:cNvPr>
            <p:cNvSpPr>
              <a:spLocks noChangeAspect="1" noChangeArrowheads="1"/>
            </p:cNvSpPr>
            <p:nvPr userDrawn="1"/>
          </p:nvSpPr>
          <p:spPr bwMode="auto">
            <a:xfrm>
              <a:off x="668738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2" name="Oval 1012">
              <a:extLst>
                <a:ext uri="{FF2B5EF4-FFF2-40B4-BE49-F238E27FC236}">
                  <a16:creationId xmlns:a16="http://schemas.microsoft.com/office/drawing/2014/main" id="{52EEFADC-74A0-4EE3-A02B-22D429519258}"/>
                </a:ext>
              </a:extLst>
            </p:cNvPr>
            <p:cNvSpPr>
              <a:spLocks noChangeAspect="1" noChangeArrowheads="1"/>
            </p:cNvSpPr>
            <p:nvPr userDrawn="1"/>
          </p:nvSpPr>
          <p:spPr bwMode="auto">
            <a:xfrm>
              <a:off x="7023616" y="3941151"/>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483" name="Oval 1013">
              <a:extLst>
                <a:ext uri="{FF2B5EF4-FFF2-40B4-BE49-F238E27FC236}">
                  <a16:creationId xmlns:a16="http://schemas.microsoft.com/office/drawing/2014/main" id="{32372BFA-198F-4D03-BAC8-CE1563585ECA}"/>
                </a:ext>
              </a:extLst>
            </p:cNvPr>
            <p:cNvSpPr>
              <a:spLocks noChangeAspect="1" noChangeArrowheads="1"/>
            </p:cNvSpPr>
            <p:nvPr userDrawn="1"/>
          </p:nvSpPr>
          <p:spPr bwMode="auto">
            <a:xfrm>
              <a:off x="2417318"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4" name="Oval 1014">
              <a:extLst>
                <a:ext uri="{FF2B5EF4-FFF2-40B4-BE49-F238E27FC236}">
                  <a16:creationId xmlns:a16="http://schemas.microsoft.com/office/drawing/2014/main" id="{B82EBFCE-A9C5-47C1-A669-0C900208750B}"/>
                </a:ext>
              </a:extLst>
            </p:cNvPr>
            <p:cNvSpPr>
              <a:spLocks noChangeAspect="1" noChangeArrowheads="1"/>
            </p:cNvSpPr>
            <p:nvPr userDrawn="1"/>
          </p:nvSpPr>
          <p:spPr bwMode="auto">
            <a:xfrm>
              <a:off x="2528895"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5" name="Oval 1015">
              <a:extLst>
                <a:ext uri="{FF2B5EF4-FFF2-40B4-BE49-F238E27FC236}">
                  <a16:creationId xmlns:a16="http://schemas.microsoft.com/office/drawing/2014/main" id="{79DF0389-F46B-400E-A0D3-E8FED7BCE1AE}"/>
                </a:ext>
              </a:extLst>
            </p:cNvPr>
            <p:cNvSpPr>
              <a:spLocks noChangeAspect="1" noChangeArrowheads="1"/>
            </p:cNvSpPr>
            <p:nvPr userDrawn="1"/>
          </p:nvSpPr>
          <p:spPr bwMode="auto">
            <a:xfrm>
              <a:off x="2641978"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6" name="Oval 1016">
              <a:extLst>
                <a:ext uri="{FF2B5EF4-FFF2-40B4-BE49-F238E27FC236}">
                  <a16:creationId xmlns:a16="http://schemas.microsoft.com/office/drawing/2014/main" id="{64F12AFB-AF13-40BF-AC1F-AFB81917B934}"/>
                </a:ext>
              </a:extLst>
            </p:cNvPr>
            <p:cNvSpPr>
              <a:spLocks noChangeAspect="1" noChangeArrowheads="1"/>
            </p:cNvSpPr>
            <p:nvPr userDrawn="1"/>
          </p:nvSpPr>
          <p:spPr bwMode="auto">
            <a:xfrm>
              <a:off x="2753554"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7" name="Oval 1017">
              <a:extLst>
                <a:ext uri="{FF2B5EF4-FFF2-40B4-BE49-F238E27FC236}">
                  <a16:creationId xmlns:a16="http://schemas.microsoft.com/office/drawing/2014/main" id="{BC893CE1-69C8-4BC9-AF1F-9CE28751FFAC}"/>
                </a:ext>
              </a:extLst>
            </p:cNvPr>
            <p:cNvSpPr>
              <a:spLocks noChangeAspect="1" noChangeArrowheads="1"/>
            </p:cNvSpPr>
            <p:nvPr userDrawn="1"/>
          </p:nvSpPr>
          <p:spPr bwMode="auto">
            <a:xfrm>
              <a:off x="286664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8" name="Oval 1018">
              <a:extLst>
                <a:ext uri="{FF2B5EF4-FFF2-40B4-BE49-F238E27FC236}">
                  <a16:creationId xmlns:a16="http://schemas.microsoft.com/office/drawing/2014/main" id="{98D75806-5D0B-46E5-98CE-7230823AB4F7}"/>
                </a:ext>
              </a:extLst>
            </p:cNvPr>
            <p:cNvSpPr>
              <a:spLocks noChangeAspect="1" noChangeArrowheads="1"/>
            </p:cNvSpPr>
            <p:nvPr userDrawn="1"/>
          </p:nvSpPr>
          <p:spPr bwMode="auto">
            <a:xfrm>
              <a:off x="2978217"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9" name="Oval 1019">
              <a:extLst>
                <a:ext uri="{FF2B5EF4-FFF2-40B4-BE49-F238E27FC236}">
                  <a16:creationId xmlns:a16="http://schemas.microsoft.com/office/drawing/2014/main" id="{AB563833-AD5C-410C-9074-E6A203C30E00}"/>
                </a:ext>
              </a:extLst>
            </p:cNvPr>
            <p:cNvSpPr>
              <a:spLocks noChangeAspect="1" noChangeArrowheads="1"/>
            </p:cNvSpPr>
            <p:nvPr userDrawn="1"/>
          </p:nvSpPr>
          <p:spPr bwMode="auto">
            <a:xfrm>
              <a:off x="309130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0" name="Oval 1020">
              <a:extLst>
                <a:ext uri="{FF2B5EF4-FFF2-40B4-BE49-F238E27FC236}">
                  <a16:creationId xmlns:a16="http://schemas.microsoft.com/office/drawing/2014/main" id="{C8D47B78-535D-4858-83B2-A9AD3DEA057F}"/>
                </a:ext>
              </a:extLst>
            </p:cNvPr>
            <p:cNvSpPr>
              <a:spLocks noChangeAspect="1" noChangeArrowheads="1"/>
            </p:cNvSpPr>
            <p:nvPr userDrawn="1"/>
          </p:nvSpPr>
          <p:spPr bwMode="auto">
            <a:xfrm>
              <a:off x="3204384"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1" name="Oval 1021">
              <a:extLst>
                <a:ext uri="{FF2B5EF4-FFF2-40B4-BE49-F238E27FC236}">
                  <a16:creationId xmlns:a16="http://schemas.microsoft.com/office/drawing/2014/main" id="{0F97A939-12E5-418E-9A0B-EF831BD8DEF0}"/>
                </a:ext>
              </a:extLst>
            </p:cNvPr>
            <p:cNvSpPr>
              <a:spLocks noChangeAspect="1" noChangeArrowheads="1"/>
            </p:cNvSpPr>
            <p:nvPr userDrawn="1"/>
          </p:nvSpPr>
          <p:spPr bwMode="auto">
            <a:xfrm>
              <a:off x="4552350"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2" name="Oval 1022">
              <a:extLst>
                <a:ext uri="{FF2B5EF4-FFF2-40B4-BE49-F238E27FC236}">
                  <a16:creationId xmlns:a16="http://schemas.microsoft.com/office/drawing/2014/main" id="{F17192D0-F9D0-4AB9-9347-124C33A0FBE0}"/>
                </a:ext>
              </a:extLst>
            </p:cNvPr>
            <p:cNvSpPr>
              <a:spLocks noChangeAspect="1" noChangeArrowheads="1"/>
            </p:cNvSpPr>
            <p:nvPr userDrawn="1"/>
          </p:nvSpPr>
          <p:spPr bwMode="auto">
            <a:xfrm>
              <a:off x="4663926"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3" name="Oval 1023">
              <a:extLst>
                <a:ext uri="{FF2B5EF4-FFF2-40B4-BE49-F238E27FC236}">
                  <a16:creationId xmlns:a16="http://schemas.microsoft.com/office/drawing/2014/main" id="{DF884571-54F1-426E-9A13-27D2A54E0CFF}"/>
                </a:ext>
              </a:extLst>
            </p:cNvPr>
            <p:cNvSpPr>
              <a:spLocks noChangeAspect="1" noChangeArrowheads="1"/>
            </p:cNvSpPr>
            <p:nvPr userDrawn="1"/>
          </p:nvSpPr>
          <p:spPr bwMode="auto">
            <a:xfrm>
              <a:off x="4777009"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4" name="Oval 1024">
              <a:extLst>
                <a:ext uri="{FF2B5EF4-FFF2-40B4-BE49-F238E27FC236}">
                  <a16:creationId xmlns:a16="http://schemas.microsoft.com/office/drawing/2014/main" id="{AB329D98-D082-4034-AC69-52C194B30CCE}"/>
                </a:ext>
              </a:extLst>
            </p:cNvPr>
            <p:cNvSpPr>
              <a:spLocks noChangeAspect="1" noChangeArrowheads="1"/>
            </p:cNvSpPr>
            <p:nvPr userDrawn="1"/>
          </p:nvSpPr>
          <p:spPr bwMode="auto">
            <a:xfrm>
              <a:off x="4888586"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5" name="Oval 1025">
              <a:extLst>
                <a:ext uri="{FF2B5EF4-FFF2-40B4-BE49-F238E27FC236}">
                  <a16:creationId xmlns:a16="http://schemas.microsoft.com/office/drawing/2014/main" id="{F41C53B5-9CB5-46E6-9696-8A23E0EF2A36}"/>
                </a:ext>
              </a:extLst>
            </p:cNvPr>
            <p:cNvSpPr>
              <a:spLocks noChangeAspect="1" noChangeArrowheads="1"/>
            </p:cNvSpPr>
            <p:nvPr userDrawn="1"/>
          </p:nvSpPr>
          <p:spPr bwMode="auto">
            <a:xfrm>
              <a:off x="500167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6" name="Oval 1026">
              <a:extLst>
                <a:ext uri="{FF2B5EF4-FFF2-40B4-BE49-F238E27FC236}">
                  <a16:creationId xmlns:a16="http://schemas.microsoft.com/office/drawing/2014/main" id="{27639303-78B1-41A7-9338-24E5CA3A9101}"/>
                </a:ext>
              </a:extLst>
            </p:cNvPr>
            <p:cNvSpPr>
              <a:spLocks noChangeAspect="1" noChangeArrowheads="1"/>
            </p:cNvSpPr>
            <p:nvPr userDrawn="1"/>
          </p:nvSpPr>
          <p:spPr bwMode="auto">
            <a:xfrm>
              <a:off x="5113247"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7" name="Oval 1027">
              <a:extLst>
                <a:ext uri="{FF2B5EF4-FFF2-40B4-BE49-F238E27FC236}">
                  <a16:creationId xmlns:a16="http://schemas.microsoft.com/office/drawing/2014/main" id="{9E31365C-821C-4B6B-94F7-99C1C4B0A228}"/>
                </a:ext>
              </a:extLst>
            </p:cNvPr>
            <p:cNvSpPr>
              <a:spLocks noChangeAspect="1" noChangeArrowheads="1"/>
            </p:cNvSpPr>
            <p:nvPr userDrawn="1"/>
          </p:nvSpPr>
          <p:spPr bwMode="auto">
            <a:xfrm>
              <a:off x="522633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8" name="Oval 1028">
              <a:extLst>
                <a:ext uri="{FF2B5EF4-FFF2-40B4-BE49-F238E27FC236}">
                  <a16:creationId xmlns:a16="http://schemas.microsoft.com/office/drawing/2014/main" id="{864E9022-D9C1-4AF8-A517-1729A240BD18}"/>
                </a:ext>
              </a:extLst>
            </p:cNvPr>
            <p:cNvSpPr>
              <a:spLocks noChangeAspect="1" noChangeArrowheads="1"/>
            </p:cNvSpPr>
            <p:nvPr userDrawn="1"/>
          </p:nvSpPr>
          <p:spPr bwMode="auto">
            <a:xfrm>
              <a:off x="5337907"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9" name="Oval 1029">
              <a:extLst>
                <a:ext uri="{FF2B5EF4-FFF2-40B4-BE49-F238E27FC236}">
                  <a16:creationId xmlns:a16="http://schemas.microsoft.com/office/drawing/2014/main" id="{2687F755-DA20-4D11-AED3-E7F48BF16463}"/>
                </a:ext>
              </a:extLst>
            </p:cNvPr>
            <p:cNvSpPr>
              <a:spLocks noChangeAspect="1" noChangeArrowheads="1"/>
            </p:cNvSpPr>
            <p:nvPr userDrawn="1"/>
          </p:nvSpPr>
          <p:spPr bwMode="auto">
            <a:xfrm>
              <a:off x="668738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0" name="Oval 1030">
              <a:extLst>
                <a:ext uri="{FF2B5EF4-FFF2-40B4-BE49-F238E27FC236}">
                  <a16:creationId xmlns:a16="http://schemas.microsoft.com/office/drawing/2014/main" id="{411B4CAC-AFF1-401E-83E4-655F35908015}"/>
                </a:ext>
              </a:extLst>
            </p:cNvPr>
            <p:cNvSpPr>
              <a:spLocks noChangeAspect="1" noChangeArrowheads="1"/>
            </p:cNvSpPr>
            <p:nvPr userDrawn="1"/>
          </p:nvSpPr>
          <p:spPr bwMode="auto">
            <a:xfrm>
              <a:off x="691204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1" name="Oval 1031">
              <a:extLst>
                <a:ext uri="{FF2B5EF4-FFF2-40B4-BE49-F238E27FC236}">
                  <a16:creationId xmlns:a16="http://schemas.microsoft.com/office/drawing/2014/main" id="{65B897F8-AE1C-4E9B-98C1-9A8D468F82FB}"/>
                </a:ext>
              </a:extLst>
            </p:cNvPr>
            <p:cNvSpPr>
              <a:spLocks noChangeAspect="1" noChangeArrowheads="1"/>
            </p:cNvSpPr>
            <p:nvPr userDrawn="1"/>
          </p:nvSpPr>
          <p:spPr bwMode="auto">
            <a:xfrm>
              <a:off x="7023616"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2" name="Oval 1032">
              <a:extLst>
                <a:ext uri="{FF2B5EF4-FFF2-40B4-BE49-F238E27FC236}">
                  <a16:creationId xmlns:a16="http://schemas.microsoft.com/office/drawing/2014/main" id="{2BF47707-421D-4C42-BF80-DE10523F90EB}"/>
                </a:ext>
              </a:extLst>
            </p:cNvPr>
            <p:cNvSpPr>
              <a:spLocks noChangeAspect="1" noChangeArrowheads="1"/>
            </p:cNvSpPr>
            <p:nvPr userDrawn="1"/>
          </p:nvSpPr>
          <p:spPr bwMode="auto">
            <a:xfrm>
              <a:off x="713670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3" name="Oval 1033">
              <a:extLst>
                <a:ext uri="{FF2B5EF4-FFF2-40B4-BE49-F238E27FC236}">
                  <a16:creationId xmlns:a16="http://schemas.microsoft.com/office/drawing/2014/main" id="{112C44E6-C506-421D-A969-EBEEBDC289D4}"/>
                </a:ext>
              </a:extLst>
            </p:cNvPr>
            <p:cNvSpPr>
              <a:spLocks noChangeAspect="1" noChangeArrowheads="1"/>
            </p:cNvSpPr>
            <p:nvPr userDrawn="1"/>
          </p:nvSpPr>
          <p:spPr bwMode="auto">
            <a:xfrm>
              <a:off x="241731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4" name="Oval 1034">
              <a:extLst>
                <a:ext uri="{FF2B5EF4-FFF2-40B4-BE49-F238E27FC236}">
                  <a16:creationId xmlns:a16="http://schemas.microsoft.com/office/drawing/2014/main" id="{96D7DAFB-B7EC-4B0D-9AD7-A99951B2111D}"/>
                </a:ext>
              </a:extLst>
            </p:cNvPr>
            <p:cNvSpPr>
              <a:spLocks noChangeAspect="1" noChangeArrowheads="1"/>
            </p:cNvSpPr>
            <p:nvPr userDrawn="1"/>
          </p:nvSpPr>
          <p:spPr bwMode="auto">
            <a:xfrm>
              <a:off x="2528895"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5" name="Oval 1035">
              <a:extLst>
                <a:ext uri="{FF2B5EF4-FFF2-40B4-BE49-F238E27FC236}">
                  <a16:creationId xmlns:a16="http://schemas.microsoft.com/office/drawing/2014/main" id="{0ADBC00D-9DA2-4E7E-9A8B-3F736E0BF5AE}"/>
                </a:ext>
              </a:extLst>
            </p:cNvPr>
            <p:cNvSpPr>
              <a:spLocks noChangeAspect="1" noChangeArrowheads="1"/>
            </p:cNvSpPr>
            <p:nvPr userDrawn="1"/>
          </p:nvSpPr>
          <p:spPr bwMode="auto">
            <a:xfrm>
              <a:off x="2641978"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6" name="Oval 1036">
              <a:extLst>
                <a:ext uri="{FF2B5EF4-FFF2-40B4-BE49-F238E27FC236}">
                  <a16:creationId xmlns:a16="http://schemas.microsoft.com/office/drawing/2014/main" id="{5F2727BE-316D-4D9C-BB6E-046700C110A0}"/>
                </a:ext>
              </a:extLst>
            </p:cNvPr>
            <p:cNvSpPr>
              <a:spLocks noChangeAspect="1" noChangeArrowheads="1"/>
            </p:cNvSpPr>
            <p:nvPr userDrawn="1"/>
          </p:nvSpPr>
          <p:spPr bwMode="auto">
            <a:xfrm>
              <a:off x="2753555"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7" name="Oval 1037">
              <a:extLst>
                <a:ext uri="{FF2B5EF4-FFF2-40B4-BE49-F238E27FC236}">
                  <a16:creationId xmlns:a16="http://schemas.microsoft.com/office/drawing/2014/main" id="{8068B826-FB65-4EE5-AFF7-54C0306445A1}"/>
                </a:ext>
              </a:extLst>
            </p:cNvPr>
            <p:cNvSpPr>
              <a:spLocks noChangeAspect="1" noChangeArrowheads="1"/>
            </p:cNvSpPr>
            <p:nvPr userDrawn="1"/>
          </p:nvSpPr>
          <p:spPr bwMode="auto">
            <a:xfrm>
              <a:off x="286664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8" name="Oval 1038">
              <a:extLst>
                <a:ext uri="{FF2B5EF4-FFF2-40B4-BE49-F238E27FC236}">
                  <a16:creationId xmlns:a16="http://schemas.microsoft.com/office/drawing/2014/main" id="{56B5D277-D386-4126-A0F0-4C5D72EA29D4}"/>
                </a:ext>
              </a:extLst>
            </p:cNvPr>
            <p:cNvSpPr>
              <a:spLocks noChangeAspect="1" noChangeArrowheads="1"/>
            </p:cNvSpPr>
            <p:nvPr userDrawn="1"/>
          </p:nvSpPr>
          <p:spPr bwMode="auto">
            <a:xfrm>
              <a:off x="297821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9" name="Oval 1039">
              <a:extLst>
                <a:ext uri="{FF2B5EF4-FFF2-40B4-BE49-F238E27FC236}">
                  <a16:creationId xmlns:a16="http://schemas.microsoft.com/office/drawing/2014/main" id="{A373C706-F923-45CE-9F84-7BE9DDF34460}"/>
                </a:ext>
              </a:extLst>
            </p:cNvPr>
            <p:cNvSpPr>
              <a:spLocks noChangeAspect="1" noChangeArrowheads="1"/>
            </p:cNvSpPr>
            <p:nvPr userDrawn="1"/>
          </p:nvSpPr>
          <p:spPr bwMode="auto">
            <a:xfrm>
              <a:off x="3091301"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0" name="Oval 1040">
              <a:extLst>
                <a:ext uri="{FF2B5EF4-FFF2-40B4-BE49-F238E27FC236}">
                  <a16:creationId xmlns:a16="http://schemas.microsoft.com/office/drawing/2014/main" id="{9C773F63-A839-4EED-A7F4-ACCBA41AA7D7}"/>
                </a:ext>
              </a:extLst>
            </p:cNvPr>
            <p:cNvSpPr>
              <a:spLocks noChangeAspect="1" noChangeArrowheads="1"/>
            </p:cNvSpPr>
            <p:nvPr userDrawn="1"/>
          </p:nvSpPr>
          <p:spPr bwMode="auto">
            <a:xfrm>
              <a:off x="3204385"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1" name="Oval 1041">
              <a:extLst>
                <a:ext uri="{FF2B5EF4-FFF2-40B4-BE49-F238E27FC236}">
                  <a16:creationId xmlns:a16="http://schemas.microsoft.com/office/drawing/2014/main" id="{B163E160-3167-4253-8345-AA4D9C03D8D8}"/>
                </a:ext>
              </a:extLst>
            </p:cNvPr>
            <p:cNvSpPr>
              <a:spLocks noChangeAspect="1" noChangeArrowheads="1"/>
            </p:cNvSpPr>
            <p:nvPr userDrawn="1"/>
          </p:nvSpPr>
          <p:spPr bwMode="auto">
            <a:xfrm>
              <a:off x="331596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2" name="Oval 1042">
              <a:extLst>
                <a:ext uri="{FF2B5EF4-FFF2-40B4-BE49-F238E27FC236}">
                  <a16:creationId xmlns:a16="http://schemas.microsoft.com/office/drawing/2014/main" id="{E1541579-3B05-42AC-826A-4C927BCF5029}"/>
                </a:ext>
              </a:extLst>
            </p:cNvPr>
            <p:cNvSpPr>
              <a:spLocks noChangeAspect="1" noChangeArrowheads="1"/>
            </p:cNvSpPr>
            <p:nvPr userDrawn="1"/>
          </p:nvSpPr>
          <p:spPr bwMode="auto">
            <a:xfrm>
              <a:off x="3429046"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3" name="Oval 1043">
              <a:extLst>
                <a:ext uri="{FF2B5EF4-FFF2-40B4-BE49-F238E27FC236}">
                  <a16:creationId xmlns:a16="http://schemas.microsoft.com/office/drawing/2014/main" id="{755D7604-CD5A-467D-B85E-D2658898E78C}"/>
                </a:ext>
              </a:extLst>
            </p:cNvPr>
            <p:cNvSpPr>
              <a:spLocks noChangeAspect="1" noChangeArrowheads="1"/>
            </p:cNvSpPr>
            <p:nvPr userDrawn="1"/>
          </p:nvSpPr>
          <p:spPr bwMode="auto">
            <a:xfrm>
              <a:off x="4663926"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4" name="Oval 1044">
              <a:extLst>
                <a:ext uri="{FF2B5EF4-FFF2-40B4-BE49-F238E27FC236}">
                  <a16:creationId xmlns:a16="http://schemas.microsoft.com/office/drawing/2014/main" id="{E2166706-EAFC-42A6-A700-F5F1F1F975BB}"/>
                </a:ext>
              </a:extLst>
            </p:cNvPr>
            <p:cNvSpPr>
              <a:spLocks noChangeAspect="1" noChangeArrowheads="1"/>
            </p:cNvSpPr>
            <p:nvPr userDrawn="1"/>
          </p:nvSpPr>
          <p:spPr bwMode="auto">
            <a:xfrm>
              <a:off x="4777010"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5" name="Oval 1045">
              <a:extLst>
                <a:ext uri="{FF2B5EF4-FFF2-40B4-BE49-F238E27FC236}">
                  <a16:creationId xmlns:a16="http://schemas.microsoft.com/office/drawing/2014/main" id="{B3FF9595-5D4F-441D-86EE-079CD761D33B}"/>
                </a:ext>
              </a:extLst>
            </p:cNvPr>
            <p:cNvSpPr>
              <a:spLocks noChangeAspect="1" noChangeArrowheads="1"/>
            </p:cNvSpPr>
            <p:nvPr userDrawn="1"/>
          </p:nvSpPr>
          <p:spPr bwMode="auto">
            <a:xfrm>
              <a:off x="4888586"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6" name="Oval 1046">
              <a:extLst>
                <a:ext uri="{FF2B5EF4-FFF2-40B4-BE49-F238E27FC236}">
                  <a16:creationId xmlns:a16="http://schemas.microsoft.com/office/drawing/2014/main" id="{56048559-03A5-4EFC-A455-19B7805CB73D}"/>
                </a:ext>
              </a:extLst>
            </p:cNvPr>
            <p:cNvSpPr>
              <a:spLocks noChangeAspect="1" noChangeArrowheads="1"/>
            </p:cNvSpPr>
            <p:nvPr userDrawn="1"/>
          </p:nvSpPr>
          <p:spPr bwMode="auto">
            <a:xfrm>
              <a:off x="500167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7" name="Oval 1047">
              <a:extLst>
                <a:ext uri="{FF2B5EF4-FFF2-40B4-BE49-F238E27FC236}">
                  <a16:creationId xmlns:a16="http://schemas.microsoft.com/office/drawing/2014/main" id="{D99A009E-E022-40F1-8AC5-FBC9B5B9EDEF}"/>
                </a:ext>
              </a:extLst>
            </p:cNvPr>
            <p:cNvSpPr>
              <a:spLocks noChangeAspect="1" noChangeArrowheads="1"/>
            </p:cNvSpPr>
            <p:nvPr userDrawn="1"/>
          </p:nvSpPr>
          <p:spPr bwMode="auto">
            <a:xfrm>
              <a:off x="511324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8" name="Oval 1048">
              <a:extLst>
                <a:ext uri="{FF2B5EF4-FFF2-40B4-BE49-F238E27FC236}">
                  <a16:creationId xmlns:a16="http://schemas.microsoft.com/office/drawing/2014/main" id="{CBDA8DDE-2C2B-4F45-86A1-9511ADF7B6DD}"/>
                </a:ext>
              </a:extLst>
            </p:cNvPr>
            <p:cNvSpPr>
              <a:spLocks noChangeAspect="1" noChangeArrowheads="1"/>
            </p:cNvSpPr>
            <p:nvPr userDrawn="1"/>
          </p:nvSpPr>
          <p:spPr bwMode="auto">
            <a:xfrm>
              <a:off x="5226331"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9" name="Oval 1049">
              <a:extLst>
                <a:ext uri="{FF2B5EF4-FFF2-40B4-BE49-F238E27FC236}">
                  <a16:creationId xmlns:a16="http://schemas.microsoft.com/office/drawing/2014/main" id="{F674130D-6191-41FB-879A-D974C45AB6BB}"/>
                </a:ext>
              </a:extLst>
            </p:cNvPr>
            <p:cNvSpPr>
              <a:spLocks noChangeAspect="1" noChangeArrowheads="1"/>
            </p:cNvSpPr>
            <p:nvPr userDrawn="1"/>
          </p:nvSpPr>
          <p:spPr bwMode="auto">
            <a:xfrm>
              <a:off x="679895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0" name="Oval 1050">
              <a:extLst>
                <a:ext uri="{FF2B5EF4-FFF2-40B4-BE49-F238E27FC236}">
                  <a16:creationId xmlns:a16="http://schemas.microsoft.com/office/drawing/2014/main" id="{25D33B35-E08E-4A43-A99B-4927341DDC56}"/>
                </a:ext>
              </a:extLst>
            </p:cNvPr>
            <p:cNvSpPr>
              <a:spLocks noChangeAspect="1" noChangeArrowheads="1"/>
            </p:cNvSpPr>
            <p:nvPr userDrawn="1"/>
          </p:nvSpPr>
          <p:spPr bwMode="auto">
            <a:xfrm>
              <a:off x="713670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1" name="Oval 1051">
              <a:extLst>
                <a:ext uri="{FF2B5EF4-FFF2-40B4-BE49-F238E27FC236}">
                  <a16:creationId xmlns:a16="http://schemas.microsoft.com/office/drawing/2014/main" id="{B89F5532-E50B-4128-91C4-16CDFAE7C8BC}"/>
                </a:ext>
              </a:extLst>
            </p:cNvPr>
            <p:cNvSpPr>
              <a:spLocks noChangeAspect="1" noChangeArrowheads="1"/>
            </p:cNvSpPr>
            <p:nvPr userDrawn="1"/>
          </p:nvSpPr>
          <p:spPr bwMode="auto">
            <a:xfrm>
              <a:off x="7472939"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2" name="Oval 1052">
              <a:extLst>
                <a:ext uri="{FF2B5EF4-FFF2-40B4-BE49-F238E27FC236}">
                  <a16:creationId xmlns:a16="http://schemas.microsoft.com/office/drawing/2014/main" id="{659A8E9E-F1E4-4355-89E7-959B0954997F}"/>
                </a:ext>
              </a:extLst>
            </p:cNvPr>
            <p:cNvSpPr>
              <a:spLocks noChangeAspect="1" noChangeArrowheads="1"/>
            </p:cNvSpPr>
            <p:nvPr userDrawn="1"/>
          </p:nvSpPr>
          <p:spPr bwMode="auto">
            <a:xfrm>
              <a:off x="7586024"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3" name="Oval 1053">
              <a:extLst>
                <a:ext uri="{FF2B5EF4-FFF2-40B4-BE49-F238E27FC236}">
                  <a16:creationId xmlns:a16="http://schemas.microsoft.com/office/drawing/2014/main" id="{3D0C7FAA-A706-48D3-9659-2E7492EE25F2}"/>
                </a:ext>
              </a:extLst>
            </p:cNvPr>
            <p:cNvSpPr>
              <a:spLocks noChangeAspect="1" noChangeArrowheads="1"/>
            </p:cNvSpPr>
            <p:nvPr userDrawn="1"/>
          </p:nvSpPr>
          <p:spPr bwMode="auto">
            <a:xfrm>
              <a:off x="7697599"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4" name="Oval 1054">
              <a:extLst>
                <a:ext uri="{FF2B5EF4-FFF2-40B4-BE49-F238E27FC236}">
                  <a16:creationId xmlns:a16="http://schemas.microsoft.com/office/drawing/2014/main" id="{BF955A0C-6FC0-4EA2-8574-333951A7D9B8}"/>
                </a:ext>
              </a:extLst>
            </p:cNvPr>
            <p:cNvSpPr>
              <a:spLocks noChangeAspect="1" noChangeArrowheads="1"/>
            </p:cNvSpPr>
            <p:nvPr userDrawn="1"/>
          </p:nvSpPr>
          <p:spPr bwMode="auto">
            <a:xfrm>
              <a:off x="2528895"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5" name="Oval 1055">
              <a:extLst>
                <a:ext uri="{FF2B5EF4-FFF2-40B4-BE49-F238E27FC236}">
                  <a16:creationId xmlns:a16="http://schemas.microsoft.com/office/drawing/2014/main" id="{42CD68E4-06D2-4F38-B510-BB930F5DD305}"/>
                </a:ext>
              </a:extLst>
            </p:cNvPr>
            <p:cNvSpPr>
              <a:spLocks noChangeAspect="1" noChangeArrowheads="1"/>
            </p:cNvSpPr>
            <p:nvPr userDrawn="1"/>
          </p:nvSpPr>
          <p:spPr bwMode="auto">
            <a:xfrm>
              <a:off x="2641978"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6" name="Oval 1056">
              <a:extLst>
                <a:ext uri="{FF2B5EF4-FFF2-40B4-BE49-F238E27FC236}">
                  <a16:creationId xmlns:a16="http://schemas.microsoft.com/office/drawing/2014/main" id="{8FB6B991-6CB5-47D9-B22E-30C280EF6F0A}"/>
                </a:ext>
              </a:extLst>
            </p:cNvPr>
            <p:cNvSpPr>
              <a:spLocks noChangeAspect="1" noChangeArrowheads="1"/>
            </p:cNvSpPr>
            <p:nvPr userDrawn="1"/>
          </p:nvSpPr>
          <p:spPr bwMode="auto">
            <a:xfrm>
              <a:off x="2753555"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7" name="Oval 1057">
              <a:extLst>
                <a:ext uri="{FF2B5EF4-FFF2-40B4-BE49-F238E27FC236}">
                  <a16:creationId xmlns:a16="http://schemas.microsoft.com/office/drawing/2014/main" id="{C11A2A47-A2B3-423C-A878-79FA942AE0DC}"/>
                </a:ext>
              </a:extLst>
            </p:cNvPr>
            <p:cNvSpPr>
              <a:spLocks noChangeAspect="1" noChangeArrowheads="1"/>
            </p:cNvSpPr>
            <p:nvPr userDrawn="1"/>
          </p:nvSpPr>
          <p:spPr bwMode="auto">
            <a:xfrm>
              <a:off x="286664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8" name="Oval 1058">
              <a:extLst>
                <a:ext uri="{FF2B5EF4-FFF2-40B4-BE49-F238E27FC236}">
                  <a16:creationId xmlns:a16="http://schemas.microsoft.com/office/drawing/2014/main" id="{8BDD98EA-487C-41B3-AE72-B4516D4AF466}"/>
                </a:ext>
              </a:extLst>
            </p:cNvPr>
            <p:cNvSpPr>
              <a:spLocks noChangeAspect="1" noChangeArrowheads="1"/>
            </p:cNvSpPr>
            <p:nvPr userDrawn="1"/>
          </p:nvSpPr>
          <p:spPr bwMode="auto">
            <a:xfrm>
              <a:off x="2978218"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9" name="Oval 1059">
              <a:extLst>
                <a:ext uri="{FF2B5EF4-FFF2-40B4-BE49-F238E27FC236}">
                  <a16:creationId xmlns:a16="http://schemas.microsoft.com/office/drawing/2014/main" id="{C8E68DAF-9406-4938-8EC7-A149CB9CAB3E}"/>
                </a:ext>
              </a:extLst>
            </p:cNvPr>
            <p:cNvSpPr>
              <a:spLocks noChangeAspect="1" noChangeArrowheads="1"/>
            </p:cNvSpPr>
            <p:nvPr userDrawn="1"/>
          </p:nvSpPr>
          <p:spPr bwMode="auto">
            <a:xfrm>
              <a:off x="309130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0" name="Oval 1060">
              <a:extLst>
                <a:ext uri="{FF2B5EF4-FFF2-40B4-BE49-F238E27FC236}">
                  <a16:creationId xmlns:a16="http://schemas.microsoft.com/office/drawing/2014/main" id="{72C62FC0-0339-428D-ACA5-D0D051959E26}"/>
                </a:ext>
              </a:extLst>
            </p:cNvPr>
            <p:cNvSpPr>
              <a:spLocks noChangeAspect="1" noChangeArrowheads="1"/>
            </p:cNvSpPr>
            <p:nvPr userDrawn="1"/>
          </p:nvSpPr>
          <p:spPr bwMode="auto">
            <a:xfrm>
              <a:off x="3204385"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1" name="Oval 1061">
              <a:extLst>
                <a:ext uri="{FF2B5EF4-FFF2-40B4-BE49-F238E27FC236}">
                  <a16:creationId xmlns:a16="http://schemas.microsoft.com/office/drawing/2014/main" id="{1B91E95F-66F4-455C-9E0C-D93011F2DE2F}"/>
                </a:ext>
              </a:extLst>
            </p:cNvPr>
            <p:cNvSpPr>
              <a:spLocks noChangeAspect="1" noChangeArrowheads="1"/>
            </p:cNvSpPr>
            <p:nvPr userDrawn="1"/>
          </p:nvSpPr>
          <p:spPr bwMode="auto">
            <a:xfrm>
              <a:off x="331596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2" name="Oval 1062">
              <a:extLst>
                <a:ext uri="{FF2B5EF4-FFF2-40B4-BE49-F238E27FC236}">
                  <a16:creationId xmlns:a16="http://schemas.microsoft.com/office/drawing/2014/main" id="{BC530134-A324-4E11-A955-19442FFFFEBA}"/>
                </a:ext>
              </a:extLst>
            </p:cNvPr>
            <p:cNvSpPr>
              <a:spLocks noChangeAspect="1" noChangeArrowheads="1"/>
            </p:cNvSpPr>
            <p:nvPr userDrawn="1"/>
          </p:nvSpPr>
          <p:spPr bwMode="auto">
            <a:xfrm>
              <a:off x="342904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3" name="Oval 1063">
              <a:extLst>
                <a:ext uri="{FF2B5EF4-FFF2-40B4-BE49-F238E27FC236}">
                  <a16:creationId xmlns:a16="http://schemas.microsoft.com/office/drawing/2014/main" id="{8F723BCA-3F48-4C20-BFE4-29678C0B6DE4}"/>
                </a:ext>
              </a:extLst>
            </p:cNvPr>
            <p:cNvSpPr>
              <a:spLocks noChangeAspect="1" noChangeArrowheads="1"/>
            </p:cNvSpPr>
            <p:nvPr userDrawn="1"/>
          </p:nvSpPr>
          <p:spPr bwMode="auto">
            <a:xfrm>
              <a:off x="4663926"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4" name="Oval 1064">
              <a:extLst>
                <a:ext uri="{FF2B5EF4-FFF2-40B4-BE49-F238E27FC236}">
                  <a16:creationId xmlns:a16="http://schemas.microsoft.com/office/drawing/2014/main" id="{882114E9-36E0-47DE-B3A8-8110F2BAEE88}"/>
                </a:ext>
              </a:extLst>
            </p:cNvPr>
            <p:cNvSpPr>
              <a:spLocks noChangeAspect="1" noChangeArrowheads="1"/>
            </p:cNvSpPr>
            <p:nvPr userDrawn="1"/>
          </p:nvSpPr>
          <p:spPr bwMode="auto">
            <a:xfrm>
              <a:off x="4777010"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5" name="Oval 1065">
              <a:extLst>
                <a:ext uri="{FF2B5EF4-FFF2-40B4-BE49-F238E27FC236}">
                  <a16:creationId xmlns:a16="http://schemas.microsoft.com/office/drawing/2014/main" id="{BA9A06AB-430A-430E-AD64-8C1F81CC8B41}"/>
                </a:ext>
              </a:extLst>
            </p:cNvPr>
            <p:cNvSpPr>
              <a:spLocks noChangeAspect="1" noChangeArrowheads="1"/>
            </p:cNvSpPr>
            <p:nvPr userDrawn="1"/>
          </p:nvSpPr>
          <p:spPr bwMode="auto">
            <a:xfrm>
              <a:off x="488858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6" name="Oval 1066">
              <a:extLst>
                <a:ext uri="{FF2B5EF4-FFF2-40B4-BE49-F238E27FC236}">
                  <a16:creationId xmlns:a16="http://schemas.microsoft.com/office/drawing/2014/main" id="{58628AA5-10D1-47EE-A6AC-0744879EAF4D}"/>
                </a:ext>
              </a:extLst>
            </p:cNvPr>
            <p:cNvSpPr>
              <a:spLocks noChangeAspect="1" noChangeArrowheads="1"/>
            </p:cNvSpPr>
            <p:nvPr userDrawn="1"/>
          </p:nvSpPr>
          <p:spPr bwMode="auto">
            <a:xfrm>
              <a:off x="500167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7" name="Oval 1067">
              <a:extLst>
                <a:ext uri="{FF2B5EF4-FFF2-40B4-BE49-F238E27FC236}">
                  <a16:creationId xmlns:a16="http://schemas.microsoft.com/office/drawing/2014/main" id="{788BA463-EFF1-4800-BAF3-6944C801739B}"/>
                </a:ext>
              </a:extLst>
            </p:cNvPr>
            <p:cNvSpPr>
              <a:spLocks noChangeAspect="1" noChangeArrowheads="1"/>
            </p:cNvSpPr>
            <p:nvPr userDrawn="1"/>
          </p:nvSpPr>
          <p:spPr bwMode="auto">
            <a:xfrm>
              <a:off x="5113248"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8" name="Oval 1068">
              <a:extLst>
                <a:ext uri="{FF2B5EF4-FFF2-40B4-BE49-F238E27FC236}">
                  <a16:creationId xmlns:a16="http://schemas.microsoft.com/office/drawing/2014/main" id="{0189ADEB-7E36-4230-9B1D-A430D46CCAD0}"/>
                </a:ext>
              </a:extLst>
            </p:cNvPr>
            <p:cNvSpPr>
              <a:spLocks noChangeAspect="1" noChangeArrowheads="1"/>
            </p:cNvSpPr>
            <p:nvPr userDrawn="1"/>
          </p:nvSpPr>
          <p:spPr bwMode="auto">
            <a:xfrm>
              <a:off x="522633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9" name="Oval 1069">
              <a:extLst>
                <a:ext uri="{FF2B5EF4-FFF2-40B4-BE49-F238E27FC236}">
                  <a16:creationId xmlns:a16="http://schemas.microsoft.com/office/drawing/2014/main" id="{B236E841-B519-4563-8E1E-2734A6DA16ED}"/>
                </a:ext>
              </a:extLst>
            </p:cNvPr>
            <p:cNvSpPr>
              <a:spLocks noChangeAspect="1" noChangeArrowheads="1"/>
            </p:cNvSpPr>
            <p:nvPr userDrawn="1"/>
          </p:nvSpPr>
          <p:spPr bwMode="auto">
            <a:xfrm>
              <a:off x="691204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0" name="Oval 1070">
              <a:extLst>
                <a:ext uri="{FF2B5EF4-FFF2-40B4-BE49-F238E27FC236}">
                  <a16:creationId xmlns:a16="http://schemas.microsoft.com/office/drawing/2014/main" id="{6741EEF9-C221-40E2-A4A8-ED429F0D930D}"/>
                </a:ext>
              </a:extLst>
            </p:cNvPr>
            <p:cNvSpPr>
              <a:spLocks noChangeAspect="1" noChangeArrowheads="1"/>
            </p:cNvSpPr>
            <p:nvPr userDrawn="1"/>
          </p:nvSpPr>
          <p:spPr bwMode="auto">
            <a:xfrm>
              <a:off x="702361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1" name="Oval 1071">
              <a:extLst>
                <a:ext uri="{FF2B5EF4-FFF2-40B4-BE49-F238E27FC236}">
                  <a16:creationId xmlns:a16="http://schemas.microsoft.com/office/drawing/2014/main" id="{0A8977FA-B169-46ED-826A-C795B38E2D70}"/>
                </a:ext>
              </a:extLst>
            </p:cNvPr>
            <p:cNvSpPr>
              <a:spLocks noChangeAspect="1" noChangeArrowheads="1"/>
            </p:cNvSpPr>
            <p:nvPr userDrawn="1"/>
          </p:nvSpPr>
          <p:spPr bwMode="auto">
            <a:xfrm>
              <a:off x="7697599" y="4253261"/>
              <a:ext cx="85943"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542" name="Oval 1072">
              <a:extLst>
                <a:ext uri="{FF2B5EF4-FFF2-40B4-BE49-F238E27FC236}">
                  <a16:creationId xmlns:a16="http://schemas.microsoft.com/office/drawing/2014/main" id="{D87D00E6-C4CE-43AF-ABC7-0FC38E6BE8A8}"/>
                </a:ext>
              </a:extLst>
            </p:cNvPr>
            <p:cNvSpPr>
              <a:spLocks noChangeAspect="1" noChangeArrowheads="1"/>
            </p:cNvSpPr>
            <p:nvPr userDrawn="1"/>
          </p:nvSpPr>
          <p:spPr bwMode="auto">
            <a:xfrm>
              <a:off x="2528895"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3" name="Oval 1073">
              <a:extLst>
                <a:ext uri="{FF2B5EF4-FFF2-40B4-BE49-F238E27FC236}">
                  <a16:creationId xmlns:a16="http://schemas.microsoft.com/office/drawing/2014/main" id="{5253822A-83E6-4D11-A20D-BAF515A34BE4}"/>
                </a:ext>
              </a:extLst>
            </p:cNvPr>
            <p:cNvSpPr>
              <a:spLocks noChangeAspect="1" noChangeArrowheads="1"/>
            </p:cNvSpPr>
            <p:nvPr userDrawn="1"/>
          </p:nvSpPr>
          <p:spPr bwMode="auto">
            <a:xfrm>
              <a:off x="2641978"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4" name="Oval 1074">
              <a:extLst>
                <a:ext uri="{FF2B5EF4-FFF2-40B4-BE49-F238E27FC236}">
                  <a16:creationId xmlns:a16="http://schemas.microsoft.com/office/drawing/2014/main" id="{1F541179-0751-434B-98AA-10BC368E6DFA}"/>
                </a:ext>
              </a:extLst>
            </p:cNvPr>
            <p:cNvSpPr>
              <a:spLocks noChangeAspect="1" noChangeArrowheads="1"/>
            </p:cNvSpPr>
            <p:nvPr userDrawn="1"/>
          </p:nvSpPr>
          <p:spPr bwMode="auto">
            <a:xfrm>
              <a:off x="2753555"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5" name="Oval 1075">
              <a:extLst>
                <a:ext uri="{FF2B5EF4-FFF2-40B4-BE49-F238E27FC236}">
                  <a16:creationId xmlns:a16="http://schemas.microsoft.com/office/drawing/2014/main" id="{D91D117E-2148-4D87-9A79-771BED0B4D6C}"/>
                </a:ext>
              </a:extLst>
            </p:cNvPr>
            <p:cNvSpPr>
              <a:spLocks noChangeAspect="1" noChangeArrowheads="1"/>
            </p:cNvSpPr>
            <p:nvPr userDrawn="1"/>
          </p:nvSpPr>
          <p:spPr bwMode="auto">
            <a:xfrm>
              <a:off x="286664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6" name="Oval 1076">
              <a:extLst>
                <a:ext uri="{FF2B5EF4-FFF2-40B4-BE49-F238E27FC236}">
                  <a16:creationId xmlns:a16="http://schemas.microsoft.com/office/drawing/2014/main" id="{C3D7D195-44D3-4C19-94C6-6B71F463CCA3}"/>
                </a:ext>
              </a:extLst>
            </p:cNvPr>
            <p:cNvSpPr>
              <a:spLocks noChangeAspect="1" noChangeArrowheads="1"/>
            </p:cNvSpPr>
            <p:nvPr userDrawn="1"/>
          </p:nvSpPr>
          <p:spPr bwMode="auto">
            <a:xfrm>
              <a:off x="2978217"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7" name="Oval 1077">
              <a:extLst>
                <a:ext uri="{FF2B5EF4-FFF2-40B4-BE49-F238E27FC236}">
                  <a16:creationId xmlns:a16="http://schemas.microsoft.com/office/drawing/2014/main" id="{ED2D6C7E-F8C6-4E54-9C52-D821F8A37DE1}"/>
                </a:ext>
              </a:extLst>
            </p:cNvPr>
            <p:cNvSpPr>
              <a:spLocks noChangeAspect="1" noChangeArrowheads="1"/>
            </p:cNvSpPr>
            <p:nvPr userDrawn="1"/>
          </p:nvSpPr>
          <p:spPr bwMode="auto">
            <a:xfrm>
              <a:off x="3091301"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8" name="Oval 1078">
              <a:extLst>
                <a:ext uri="{FF2B5EF4-FFF2-40B4-BE49-F238E27FC236}">
                  <a16:creationId xmlns:a16="http://schemas.microsoft.com/office/drawing/2014/main" id="{BE52F766-599F-443F-A79D-93EB6C2D1394}"/>
                </a:ext>
              </a:extLst>
            </p:cNvPr>
            <p:cNvSpPr>
              <a:spLocks noChangeAspect="1" noChangeArrowheads="1"/>
            </p:cNvSpPr>
            <p:nvPr userDrawn="1"/>
          </p:nvSpPr>
          <p:spPr bwMode="auto">
            <a:xfrm>
              <a:off x="3204384"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9" name="Oval 1079">
              <a:extLst>
                <a:ext uri="{FF2B5EF4-FFF2-40B4-BE49-F238E27FC236}">
                  <a16:creationId xmlns:a16="http://schemas.microsoft.com/office/drawing/2014/main" id="{83AD4FE0-B614-4BCB-BEB3-6B42EBB26757}"/>
                </a:ext>
              </a:extLst>
            </p:cNvPr>
            <p:cNvSpPr>
              <a:spLocks noChangeAspect="1" noChangeArrowheads="1"/>
            </p:cNvSpPr>
            <p:nvPr userDrawn="1"/>
          </p:nvSpPr>
          <p:spPr bwMode="auto">
            <a:xfrm>
              <a:off x="331596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0" name="Oval 1080">
              <a:extLst>
                <a:ext uri="{FF2B5EF4-FFF2-40B4-BE49-F238E27FC236}">
                  <a16:creationId xmlns:a16="http://schemas.microsoft.com/office/drawing/2014/main" id="{3A16ACC5-AF11-4103-9ABF-1DA450237022}"/>
                </a:ext>
              </a:extLst>
            </p:cNvPr>
            <p:cNvSpPr>
              <a:spLocks noChangeAspect="1" noChangeArrowheads="1"/>
            </p:cNvSpPr>
            <p:nvPr userDrawn="1"/>
          </p:nvSpPr>
          <p:spPr bwMode="auto">
            <a:xfrm>
              <a:off x="3429046"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1" name="Oval 1081">
              <a:extLst>
                <a:ext uri="{FF2B5EF4-FFF2-40B4-BE49-F238E27FC236}">
                  <a16:creationId xmlns:a16="http://schemas.microsoft.com/office/drawing/2014/main" id="{BB1198A0-A7E6-425A-A74C-2A94D61E12D6}"/>
                </a:ext>
              </a:extLst>
            </p:cNvPr>
            <p:cNvSpPr>
              <a:spLocks noChangeAspect="1" noChangeArrowheads="1"/>
            </p:cNvSpPr>
            <p:nvPr userDrawn="1"/>
          </p:nvSpPr>
          <p:spPr bwMode="auto">
            <a:xfrm>
              <a:off x="4663926"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2" name="Oval 1082">
              <a:extLst>
                <a:ext uri="{FF2B5EF4-FFF2-40B4-BE49-F238E27FC236}">
                  <a16:creationId xmlns:a16="http://schemas.microsoft.com/office/drawing/2014/main" id="{9CC6B3EA-1FB6-491C-B478-5F94233FE756}"/>
                </a:ext>
              </a:extLst>
            </p:cNvPr>
            <p:cNvSpPr>
              <a:spLocks noChangeAspect="1" noChangeArrowheads="1"/>
            </p:cNvSpPr>
            <p:nvPr userDrawn="1"/>
          </p:nvSpPr>
          <p:spPr bwMode="auto">
            <a:xfrm>
              <a:off x="4777010"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3" name="Oval 1083">
              <a:extLst>
                <a:ext uri="{FF2B5EF4-FFF2-40B4-BE49-F238E27FC236}">
                  <a16:creationId xmlns:a16="http://schemas.microsoft.com/office/drawing/2014/main" id="{21BE17D4-6D67-4758-B4FF-3D5329FA2241}"/>
                </a:ext>
              </a:extLst>
            </p:cNvPr>
            <p:cNvSpPr>
              <a:spLocks noChangeAspect="1" noChangeArrowheads="1"/>
            </p:cNvSpPr>
            <p:nvPr userDrawn="1"/>
          </p:nvSpPr>
          <p:spPr bwMode="auto">
            <a:xfrm>
              <a:off x="4888586"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4" name="Oval 1084">
              <a:extLst>
                <a:ext uri="{FF2B5EF4-FFF2-40B4-BE49-F238E27FC236}">
                  <a16:creationId xmlns:a16="http://schemas.microsoft.com/office/drawing/2014/main" id="{3D6A4710-CACD-4180-A75E-381C98E224C9}"/>
                </a:ext>
              </a:extLst>
            </p:cNvPr>
            <p:cNvSpPr>
              <a:spLocks noChangeAspect="1" noChangeArrowheads="1"/>
            </p:cNvSpPr>
            <p:nvPr userDrawn="1"/>
          </p:nvSpPr>
          <p:spPr bwMode="auto">
            <a:xfrm>
              <a:off x="500167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5" name="Oval 1085">
              <a:extLst>
                <a:ext uri="{FF2B5EF4-FFF2-40B4-BE49-F238E27FC236}">
                  <a16:creationId xmlns:a16="http://schemas.microsoft.com/office/drawing/2014/main" id="{16F08226-4BDE-4371-8C79-C7157ADCD282}"/>
                </a:ext>
              </a:extLst>
            </p:cNvPr>
            <p:cNvSpPr>
              <a:spLocks noChangeAspect="1" noChangeArrowheads="1"/>
            </p:cNvSpPr>
            <p:nvPr userDrawn="1"/>
          </p:nvSpPr>
          <p:spPr bwMode="auto">
            <a:xfrm>
              <a:off x="5113247"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6" name="Oval 1086">
              <a:extLst>
                <a:ext uri="{FF2B5EF4-FFF2-40B4-BE49-F238E27FC236}">
                  <a16:creationId xmlns:a16="http://schemas.microsoft.com/office/drawing/2014/main" id="{BC9C6E7A-A41D-4994-9907-375E69333556}"/>
                </a:ext>
              </a:extLst>
            </p:cNvPr>
            <p:cNvSpPr>
              <a:spLocks noChangeAspect="1" noChangeArrowheads="1"/>
            </p:cNvSpPr>
            <p:nvPr userDrawn="1"/>
          </p:nvSpPr>
          <p:spPr bwMode="auto">
            <a:xfrm>
              <a:off x="5226331"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7" name="Oval 1087">
              <a:extLst>
                <a:ext uri="{FF2B5EF4-FFF2-40B4-BE49-F238E27FC236}">
                  <a16:creationId xmlns:a16="http://schemas.microsoft.com/office/drawing/2014/main" id="{54A7360A-A92B-4398-9C0A-DE3198C7AE62}"/>
                </a:ext>
              </a:extLst>
            </p:cNvPr>
            <p:cNvSpPr>
              <a:spLocks noChangeAspect="1" noChangeArrowheads="1"/>
            </p:cNvSpPr>
            <p:nvPr userDrawn="1"/>
          </p:nvSpPr>
          <p:spPr bwMode="auto">
            <a:xfrm>
              <a:off x="7472939"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8" name="Oval 1088">
              <a:extLst>
                <a:ext uri="{FF2B5EF4-FFF2-40B4-BE49-F238E27FC236}">
                  <a16:creationId xmlns:a16="http://schemas.microsoft.com/office/drawing/2014/main" id="{E008BB28-B728-4777-93D5-F5F6CD694D98}"/>
                </a:ext>
              </a:extLst>
            </p:cNvPr>
            <p:cNvSpPr>
              <a:spLocks noChangeAspect="1" noChangeArrowheads="1"/>
            </p:cNvSpPr>
            <p:nvPr userDrawn="1"/>
          </p:nvSpPr>
          <p:spPr bwMode="auto">
            <a:xfrm>
              <a:off x="2641978"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9" name="Oval 1089">
              <a:extLst>
                <a:ext uri="{FF2B5EF4-FFF2-40B4-BE49-F238E27FC236}">
                  <a16:creationId xmlns:a16="http://schemas.microsoft.com/office/drawing/2014/main" id="{D43B271C-4DB6-4FD5-A01E-F481FEE81870}"/>
                </a:ext>
              </a:extLst>
            </p:cNvPr>
            <p:cNvSpPr>
              <a:spLocks noChangeAspect="1" noChangeArrowheads="1"/>
            </p:cNvSpPr>
            <p:nvPr userDrawn="1"/>
          </p:nvSpPr>
          <p:spPr bwMode="auto">
            <a:xfrm>
              <a:off x="2753555"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0" name="Oval 1090">
              <a:extLst>
                <a:ext uri="{FF2B5EF4-FFF2-40B4-BE49-F238E27FC236}">
                  <a16:creationId xmlns:a16="http://schemas.microsoft.com/office/drawing/2014/main" id="{636FF1B5-C72E-4890-BFA1-E8AF67813698}"/>
                </a:ext>
              </a:extLst>
            </p:cNvPr>
            <p:cNvSpPr>
              <a:spLocks noChangeAspect="1" noChangeArrowheads="1"/>
            </p:cNvSpPr>
            <p:nvPr userDrawn="1"/>
          </p:nvSpPr>
          <p:spPr bwMode="auto">
            <a:xfrm>
              <a:off x="286664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1" name="Oval 1091">
              <a:extLst>
                <a:ext uri="{FF2B5EF4-FFF2-40B4-BE49-F238E27FC236}">
                  <a16:creationId xmlns:a16="http://schemas.microsoft.com/office/drawing/2014/main" id="{0406C1BA-0C05-4338-B05E-900F2B374A1F}"/>
                </a:ext>
              </a:extLst>
            </p:cNvPr>
            <p:cNvSpPr>
              <a:spLocks noChangeAspect="1" noChangeArrowheads="1"/>
            </p:cNvSpPr>
            <p:nvPr userDrawn="1"/>
          </p:nvSpPr>
          <p:spPr bwMode="auto">
            <a:xfrm>
              <a:off x="2978217"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2" name="Oval 1092">
              <a:extLst>
                <a:ext uri="{FF2B5EF4-FFF2-40B4-BE49-F238E27FC236}">
                  <a16:creationId xmlns:a16="http://schemas.microsoft.com/office/drawing/2014/main" id="{6F97EE1E-495F-428C-B29A-4EE2E603113F}"/>
                </a:ext>
              </a:extLst>
            </p:cNvPr>
            <p:cNvSpPr>
              <a:spLocks noChangeAspect="1" noChangeArrowheads="1"/>
            </p:cNvSpPr>
            <p:nvPr userDrawn="1"/>
          </p:nvSpPr>
          <p:spPr bwMode="auto">
            <a:xfrm>
              <a:off x="3091301"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3" name="Oval 1093">
              <a:extLst>
                <a:ext uri="{FF2B5EF4-FFF2-40B4-BE49-F238E27FC236}">
                  <a16:creationId xmlns:a16="http://schemas.microsoft.com/office/drawing/2014/main" id="{C311B48C-39D9-4485-9052-6AA66EB8EB3D}"/>
                </a:ext>
              </a:extLst>
            </p:cNvPr>
            <p:cNvSpPr>
              <a:spLocks noChangeAspect="1" noChangeArrowheads="1"/>
            </p:cNvSpPr>
            <p:nvPr userDrawn="1"/>
          </p:nvSpPr>
          <p:spPr bwMode="auto">
            <a:xfrm>
              <a:off x="3204384"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4" name="Oval 1094">
              <a:extLst>
                <a:ext uri="{FF2B5EF4-FFF2-40B4-BE49-F238E27FC236}">
                  <a16:creationId xmlns:a16="http://schemas.microsoft.com/office/drawing/2014/main" id="{516AC6BA-900C-41B4-8C22-662842A6E0B6}"/>
                </a:ext>
              </a:extLst>
            </p:cNvPr>
            <p:cNvSpPr>
              <a:spLocks noChangeAspect="1" noChangeArrowheads="1"/>
            </p:cNvSpPr>
            <p:nvPr userDrawn="1"/>
          </p:nvSpPr>
          <p:spPr bwMode="auto">
            <a:xfrm>
              <a:off x="331596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5" name="Oval 1095">
              <a:extLst>
                <a:ext uri="{FF2B5EF4-FFF2-40B4-BE49-F238E27FC236}">
                  <a16:creationId xmlns:a16="http://schemas.microsoft.com/office/drawing/2014/main" id="{A48AB834-A5FA-4B1B-BD5A-856570A019D5}"/>
                </a:ext>
              </a:extLst>
            </p:cNvPr>
            <p:cNvSpPr>
              <a:spLocks noChangeAspect="1" noChangeArrowheads="1"/>
            </p:cNvSpPr>
            <p:nvPr userDrawn="1"/>
          </p:nvSpPr>
          <p:spPr bwMode="auto">
            <a:xfrm>
              <a:off x="4663926"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6" name="Oval 1096">
              <a:extLst>
                <a:ext uri="{FF2B5EF4-FFF2-40B4-BE49-F238E27FC236}">
                  <a16:creationId xmlns:a16="http://schemas.microsoft.com/office/drawing/2014/main" id="{A0ED910C-96CF-415E-8D9E-404536357B52}"/>
                </a:ext>
              </a:extLst>
            </p:cNvPr>
            <p:cNvSpPr>
              <a:spLocks noChangeAspect="1" noChangeArrowheads="1"/>
            </p:cNvSpPr>
            <p:nvPr userDrawn="1"/>
          </p:nvSpPr>
          <p:spPr bwMode="auto">
            <a:xfrm>
              <a:off x="4777010"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7" name="Oval 1097">
              <a:extLst>
                <a:ext uri="{FF2B5EF4-FFF2-40B4-BE49-F238E27FC236}">
                  <a16:creationId xmlns:a16="http://schemas.microsoft.com/office/drawing/2014/main" id="{5E4CCCCD-2CBA-4CBF-B838-DD147CC03E19}"/>
                </a:ext>
              </a:extLst>
            </p:cNvPr>
            <p:cNvSpPr>
              <a:spLocks noChangeAspect="1" noChangeArrowheads="1"/>
            </p:cNvSpPr>
            <p:nvPr userDrawn="1"/>
          </p:nvSpPr>
          <p:spPr bwMode="auto">
            <a:xfrm>
              <a:off x="4888586"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8" name="Oval 1098">
              <a:extLst>
                <a:ext uri="{FF2B5EF4-FFF2-40B4-BE49-F238E27FC236}">
                  <a16:creationId xmlns:a16="http://schemas.microsoft.com/office/drawing/2014/main" id="{0D4707AA-658C-4129-AA43-8FB057BD3DA6}"/>
                </a:ext>
              </a:extLst>
            </p:cNvPr>
            <p:cNvSpPr>
              <a:spLocks noChangeAspect="1" noChangeArrowheads="1"/>
            </p:cNvSpPr>
            <p:nvPr userDrawn="1"/>
          </p:nvSpPr>
          <p:spPr bwMode="auto">
            <a:xfrm>
              <a:off x="500167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9" name="Oval 1099">
              <a:extLst>
                <a:ext uri="{FF2B5EF4-FFF2-40B4-BE49-F238E27FC236}">
                  <a16:creationId xmlns:a16="http://schemas.microsoft.com/office/drawing/2014/main" id="{C8D9AFBF-AB25-47D6-96DE-C44857C56725}"/>
                </a:ext>
              </a:extLst>
            </p:cNvPr>
            <p:cNvSpPr>
              <a:spLocks noChangeAspect="1" noChangeArrowheads="1"/>
            </p:cNvSpPr>
            <p:nvPr userDrawn="1"/>
          </p:nvSpPr>
          <p:spPr bwMode="auto">
            <a:xfrm>
              <a:off x="5113247"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0" name="Oval 1100">
              <a:extLst>
                <a:ext uri="{FF2B5EF4-FFF2-40B4-BE49-F238E27FC236}">
                  <a16:creationId xmlns:a16="http://schemas.microsoft.com/office/drawing/2014/main" id="{93FAA55B-A2A5-42BA-AAD9-6810734E4213}"/>
                </a:ext>
              </a:extLst>
            </p:cNvPr>
            <p:cNvSpPr>
              <a:spLocks noChangeAspect="1" noChangeArrowheads="1"/>
            </p:cNvSpPr>
            <p:nvPr userDrawn="1"/>
          </p:nvSpPr>
          <p:spPr bwMode="auto">
            <a:xfrm>
              <a:off x="5226331"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1" name="Oval 1101">
              <a:extLst>
                <a:ext uri="{FF2B5EF4-FFF2-40B4-BE49-F238E27FC236}">
                  <a16:creationId xmlns:a16="http://schemas.microsoft.com/office/drawing/2014/main" id="{498C038A-A0E0-448B-8B5E-AFE9EA529C96}"/>
                </a:ext>
              </a:extLst>
            </p:cNvPr>
            <p:cNvSpPr>
              <a:spLocks noChangeAspect="1" noChangeArrowheads="1"/>
            </p:cNvSpPr>
            <p:nvPr userDrawn="1"/>
          </p:nvSpPr>
          <p:spPr bwMode="auto">
            <a:xfrm>
              <a:off x="5450992"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2" name="Oval 1102">
              <a:extLst>
                <a:ext uri="{FF2B5EF4-FFF2-40B4-BE49-F238E27FC236}">
                  <a16:creationId xmlns:a16="http://schemas.microsoft.com/office/drawing/2014/main" id="{F867AA98-EBBC-4671-8324-8106406430A7}"/>
                </a:ext>
              </a:extLst>
            </p:cNvPr>
            <p:cNvSpPr>
              <a:spLocks noChangeAspect="1" noChangeArrowheads="1"/>
            </p:cNvSpPr>
            <p:nvPr userDrawn="1"/>
          </p:nvSpPr>
          <p:spPr bwMode="auto">
            <a:xfrm>
              <a:off x="7361362"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3" name="Oval 1103">
              <a:extLst>
                <a:ext uri="{FF2B5EF4-FFF2-40B4-BE49-F238E27FC236}">
                  <a16:creationId xmlns:a16="http://schemas.microsoft.com/office/drawing/2014/main" id="{8B62E1A0-26AC-480C-825D-371F3A1F6F25}"/>
                </a:ext>
              </a:extLst>
            </p:cNvPr>
            <p:cNvSpPr>
              <a:spLocks noChangeAspect="1" noChangeArrowheads="1"/>
            </p:cNvSpPr>
            <p:nvPr userDrawn="1"/>
          </p:nvSpPr>
          <p:spPr bwMode="auto">
            <a:xfrm>
              <a:off x="7472939"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4" name="Oval 1104">
              <a:extLst>
                <a:ext uri="{FF2B5EF4-FFF2-40B4-BE49-F238E27FC236}">
                  <a16:creationId xmlns:a16="http://schemas.microsoft.com/office/drawing/2014/main" id="{B51DDD11-368A-46A4-807E-CC15E21E74AB}"/>
                </a:ext>
              </a:extLst>
            </p:cNvPr>
            <p:cNvSpPr>
              <a:spLocks noChangeAspect="1" noChangeArrowheads="1"/>
            </p:cNvSpPr>
            <p:nvPr userDrawn="1"/>
          </p:nvSpPr>
          <p:spPr bwMode="auto">
            <a:xfrm>
              <a:off x="7697599"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5" name="Oval 1105">
              <a:extLst>
                <a:ext uri="{FF2B5EF4-FFF2-40B4-BE49-F238E27FC236}">
                  <a16:creationId xmlns:a16="http://schemas.microsoft.com/office/drawing/2014/main" id="{74A087FB-354D-46E9-9177-1368DC23FDFC}"/>
                </a:ext>
              </a:extLst>
            </p:cNvPr>
            <p:cNvSpPr>
              <a:spLocks noChangeAspect="1" noChangeArrowheads="1"/>
            </p:cNvSpPr>
            <p:nvPr userDrawn="1"/>
          </p:nvSpPr>
          <p:spPr bwMode="auto">
            <a:xfrm>
              <a:off x="2753555"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6" name="Oval 1106">
              <a:extLst>
                <a:ext uri="{FF2B5EF4-FFF2-40B4-BE49-F238E27FC236}">
                  <a16:creationId xmlns:a16="http://schemas.microsoft.com/office/drawing/2014/main" id="{B0B62061-8DDF-4F64-BA56-16B20F6729FC}"/>
                </a:ext>
              </a:extLst>
            </p:cNvPr>
            <p:cNvSpPr>
              <a:spLocks noChangeAspect="1" noChangeArrowheads="1"/>
            </p:cNvSpPr>
            <p:nvPr userDrawn="1"/>
          </p:nvSpPr>
          <p:spPr bwMode="auto">
            <a:xfrm>
              <a:off x="286664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7" name="Oval 1107">
              <a:extLst>
                <a:ext uri="{FF2B5EF4-FFF2-40B4-BE49-F238E27FC236}">
                  <a16:creationId xmlns:a16="http://schemas.microsoft.com/office/drawing/2014/main" id="{24FF76DA-E5A5-4C1B-90EC-46CC702B8642}"/>
                </a:ext>
              </a:extLst>
            </p:cNvPr>
            <p:cNvSpPr>
              <a:spLocks noChangeAspect="1" noChangeArrowheads="1"/>
            </p:cNvSpPr>
            <p:nvPr userDrawn="1"/>
          </p:nvSpPr>
          <p:spPr bwMode="auto">
            <a:xfrm>
              <a:off x="297821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8" name="Oval 1108">
              <a:extLst>
                <a:ext uri="{FF2B5EF4-FFF2-40B4-BE49-F238E27FC236}">
                  <a16:creationId xmlns:a16="http://schemas.microsoft.com/office/drawing/2014/main" id="{4C2C463E-60FF-4723-89E3-8E8844961DF4}"/>
                </a:ext>
              </a:extLst>
            </p:cNvPr>
            <p:cNvSpPr>
              <a:spLocks noChangeAspect="1" noChangeArrowheads="1"/>
            </p:cNvSpPr>
            <p:nvPr userDrawn="1"/>
          </p:nvSpPr>
          <p:spPr bwMode="auto">
            <a:xfrm>
              <a:off x="3091301"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9" name="Oval 1109">
              <a:extLst>
                <a:ext uri="{FF2B5EF4-FFF2-40B4-BE49-F238E27FC236}">
                  <a16:creationId xmlns:a16="http://schemas.microsoft.com/office/drawing/2014/main" id="{657999D8-6A7A-402B-AC6B-5C68E8F2F768}"/>
                </a:ext>
              </a:extLst>
            </p:cNvPr>
            <p:cNvSpPr>
              <a:spLocks noChangeAspect="1" noChangeArrowheads="1"/>
            </p:cNvSpPr>
            <p:nvPr userDrawn="1"/>
          </p:nvSpPr>
          <p:spPr bwMode="auto">
            <a:xfrm>
              <a:off x="3204384"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0" name="Oval 1110">
              <a:extLst>
                <a:ext uri="{FF2B5EF4-FFF2-40B4-BE49-F238E27FC236}">
                  <a16:creationId xmlns:a16="http://schemas.microsoft.com/office/drawing/2014/main" id="{DFF9314B-ECDA-4F58-9325-D8CB6E72336F}"/>
                </a:ext>
              </a:extLst>
            </p:cNvPr>
            <p:cNvSpPr>
              <a:spLocks noChangeAspect="1" noChangeArrowheads="1"/>
            </p:cNvSpPr>
            <p:nvPr userDrawn="1"/>
          </p:nvSpPr>
          <p:spPr bwMode="auto">
            <a:xfrm>
              <a:off x="331596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1" name="Oval 1111">
              <a:extLst>
                <a:ext uri="{FF2B5EF4-FFF2-40B4-BE49-F238E27FC236}">
                  <a16:creationId xmlns:a16="http://schemas.microsoft.com/office/drawing/2014/main" id="{69CF9B8D-E0BE-4815-B094-72E96C6207B4}"/>
                </a:ext>
              </a:extLst>
            </p:cNvPr>
            <p:cNvSpPr>
              <a:spLocks noChangeAspect="1" noChangeArrowheads="1"/>
            </p:cNvSpPr>
            <p:nvPr userDrawn="1"/>
          </p:nvSpPr>
          <p:spPr bwMode="auto">
            <a:xfrm>
              <a:off x="4663926"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2" name="Oval 1112">
              <a:extLst>
                <a:ext uri="{FF2B5EF4-FFF2-40B4-BE49-F238E27FC236}">
                  <a16:creationId xmlns:a16="http://schemas.microsoft.com/office/drawing/2014/main" id="{C6DACFFE-4968-4331-A1C3-450778CED4E9}"/>
                </a:ext>
              </a:extLst>
            </p:cNvPr>
            <p:cNvSpPr>
              <a:spLocks noChangeAspect="1" noChangeArrowheads="1"/>
            </p:cNvSpPr>
            <p:nvPr userDrawn="1"/>
          </p:nvSpPr>
          <p:spPr bwMode="auto">
            <a:xfrm>
              <a:off x="4777010"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3" name="Oval 1113">
              <a:extLst>
                <a:ext uri="{FF2B5EF4-FFF2-40B4-BE49-F238E27FC236}">
                  <a16:creationId xmlns:a16="http://schemas.microsoft.com/office/drawing/2014/main" id="{1A686B32-A75B-4AB5-9241-60C01A668333}"/>
                </a:ext>
              </a:extLst>
            </p:cNvPr>
            <p:cNvSpPr>
              <a:spLocks noChangeAspect="1" noChangeArrowheads="1"/>
            </p:cNvSpPr>
            <p:nvPr userDrawn="1"/>
          </p:nvSpPr>
          <p:spPr bwMode="auto">
            <a:xfrm>
              <a:off x="4888586"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4" name="Oval 1114">
              <a:extLst>
                <a:ext uri="{FF2B5EF4-FFF2-40B4-BE49-F238E27FC236}">
                  <a16:creationId xmlns:a16="http://schemas.microsoft.com/office/drawing/2014/main" id="{1599D3E8-3821-4AB4-AB6B-4E9E2548B3EF}"/>
                </a:ext>
              </a:extLst>
            </p:cNvPr>
            <p:cNvSpPr>
              <a:spLocks noChangeAspect="1" noChangeArrowheads="1"/>
            </p:cNvSpPr>
            <p:nvPr userDrawn="1"/>
          </p:nvSpPr>
          <p:spPr bwMode="auto">
            <a:xfrm>
              <a:off x="500167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5" name="Oval 1115">
              <a:extLst>
                <a:ext uri="{FF2B5EF4-FFF2-40B4-BE49-F238E27FC236}">
                  <a16:creationId xmlns:a16="http://schemas.microsoft.com/office/drawing/2014/main" id="{A70B0D98-4268-4668-BA0D-75B2C0055FCE}"/>
                </a:ext>
              </a:extLst>
            </p:cNvPr>
            <p:cNvSpPr>
              <a:spLocks noChangeAspect="1" noChangeArrowheads="1"/>
            </p:cNvSpPr>
            <p:nvPr userDrawn="1"/>
          </p:nvSpPr>
          <p:spPr bwMode="auto">
            <a:xfrm>
              <a:off x="511324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6" name="Oval 1116">
              <a:extLst>
                <a:ext uri="{FF2B5EF4-FFF2-40B4-BE49-F238E27FC236}">
                  <a16:creationId xmlns:a16="http://schemas.microsoft.com/office/drawing/2014/main" id="{659B416E-F240-480C-BD70-39746D6F9C79}"/>
                </a:ext>
              </a:extLst>
            </p:cNvPr>
            <p:cNvSpPr>
              <a:spLocks noChangeAspect="1" noChangeArrowheads="1"/>
            </p:cNvSpPr>
            <p:nvPr userDrawn="1"/>
          </p:nvSpPr>
          <p:spPr bwMode="auto">
            <a:xfrm>
              <a:off x="5226331"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7" name="Oval 1117">
              <a:extLst>
                <a:ext uri="{FF2B5EF4-FFF2-40B4-BE49-F238E27FC236}">
                  <a16:creationId xmlns:a16="http://schemas.microsoft.com/office/drawing/2014/main" id="{BFC3C525-3E2B-4BFE-8D1C-519801F8A1DF}"/>
                </a:ext>
              </a:extLst>
            </p:cNvPr>
            <p:cNvSpPr>
              <a:spLocks noChangeAspect="1" noChangeArrowheads="1"/>
            </p:cNvSpPr>
            <p:nvPr userDrawn="1"/>
          </p:nvSpPr>
          <p:spPr bwMode="auto">
            <a:xfrm>
              <a:off x="5450992"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8" name="Oval 1118">
              <a:extLst>
                <a:ext uri="{FF2B5EF4-FFF2-40B4-BE49-F238E27FC236}">
                  <a16:creationId xmlns:a16="http://schemas.microsoft.com/office/drawing/2014/main" id="{33B162B7-C04E-455E-B00F-BB09FF765BF0}"/>
                </a:ext>
              </a:extLst>
            </p:cNvPr>
            <p:cNvSpPr>
              <a:spLocks noChangeAspect="1" noChangeArrowheads="1"/>
            </p:cNvSpPr>
            <p:nvPr userDrawn="1"/>
          </p:nvSpPr>
          <p:spPr bwMode="auto">
            <a:xfrm>
              <a:off x="724827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9" name="Oval 1119">
              <a:extLst>
                <a:ext uri="{FF2B5EF4-FFF2-40B4-BE49-F238E27FC236}">
                  <a16:creationId xmlns:a16="http://schemas.microsoft.com/office/drawing/2014/main" id="{AA62E7D6-6458-4B14-B429-64C31E56A91C}"/>
                </a:ext>
              </a:extLst>
            </p:cNvPr>
            <p:cNvSpPr>
              <a:spLocks noChangeAspect="1" noChangeArrowheads="1"/>
            </p:cNvSpPr>
            <p:nvPr userDrawn="1"/>
          </p:nvSpPr>
          <p:spPr bwMode="auto">
            <a:xfrm>
              <a:off x="7361362"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0" name="Oval 1120">
              <a:extLst>
                <a:ext uri="{FF2B5EF4-FFF2-40B4-BE49-F238E27FC236}">
                  <a16:creationId xmlns:a16="http://schemas.microsoft.com/office/drawing/2014/main" id="{6DCA0441-C430-4EE9-919F-EF80AE31888B}"/>
                </a:ext>
              </a:extLst>
            </p:cNvPr>
            <p:cNvSpPr>
              <a:spLocks noChangeAspect="1" noChangeArrowheads="1"/>
            </p:cNvSpPr>
            <p:nvPr userDrawn="1"/>
          </p:nvSpPr>
          <p:spPr bwMode="auto">
            <a:xfrm>
              <a:off x="7472939"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1" name="Oval 1121">
              <a:extLst>
                <a:ext uri="{FF2B5EF4-FFF2-40B4-BE49-F238E27FC236}">
                  <a16:creationId xmlns:a16="http://schemas.microsoft.com/office/drawing/2014/main" id="{D0BA0F0E-AA2E-412B-8CA7-3581813AB428}"/>
                </a:ext>
              </a:extLst>
            </p:cNvPr>
            <p:cNvSpPr>
              <a:spLocks noChangeAspect="1" noChangeArrowheads="1"/>
            </p:cNvSpPr>
            <p:nvPr userDrawn="1"/>
          </p:nvSpPr>
          <p:spPr bwMode="auto">
            <a:xfrm>
              <a:off x="7586024"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2" name="Oval 1122">
              <a:extLst>
                <a:ext uri="{FF2B5EF4-FFF2-40B4-BE49-F238E27FC236}">
                  <a16:creationId xmlns:a16="http://schemas.microsoft.com/office/drawing/2014/main" id="{9EEC6370-5759-4156-939E-9EDA83C03E58}"/>
                </a:ext>
              </a:extLst>
            </p:cNvPr>
            <p:cNvSpPr>
              <a:spLocks noChangeAspect="1" noChangeArrowheads="1"/>
            </p:cNvSpPr>
            <p:nvPr userDrawn="1"/>
          </p:nvSpPr>
          <p:spPr bwMode="auto">
            <a:xfrm>
              <a:off x="7697599"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3" name="Oval 1123">
              <a:extLst>
                <a:ext uri="{FF2B5EF4-FFF2-40B4-BE49-F238E27FC236}">
                  <a16:creationId xmlns:a16="http://schemas.microsoft.com/office/drawing/2014/main" id="{7C0F83A1-2436-4D45-A5CA-70DD1D050E60}"/>
                </a:ext>
              </a:extLst>
            </p:cNvPr>
            <p:cNvSpPr>
              <a:spLocks noChangeAspect="1" noChangeArrowheads="1"/>
            </p:cNvSpPr>
            <p:nvPr userDrawn="1"/>
          </p:nvSpPr>
          <p:spPr bwMode="auto">
            <a:xfrm>
              <a:off x="2753555"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4" name="Oval 1124">
              <a:extLst>
                <a:ext uri="{FF2B5EF4-FFF2-40B4-BE49-F238E27FC236}">
                  <a16:creationId xmlns:a16="http://schemas.microsoft.com/office/drawing/2014/main" id="{DD4AFD25-1F6E-4D79-89AD-92C5BB467DE4}"/>
                </a:ext>
              </a:extLst>
            </p:cNvPr>
            <p:cNvSpPr>
              <a:spLocks noChangeAspect="1" noChangeArrowheads="1"/>
            </p:cNvSpPr>
            <p:nvPr userDrawn="1"/>
          </p:nvSpPr>
          <p:spPr bwMode="auto">
            <a:xfrm>
              <a:off x="286664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5" name="Oval 1125">
              <a:extLst>
                <a:ext uri="{FF2B5EF4-FFF2-40B4-BE49-F238E27FC236}">
                  <a16:creationId xmlns:a16="http://schemas.microsoft.com/office/drawing/2014/main" id="{BA684CF3-41F9-41AE-AE63-F696EBEE4629}"/>
                </a:ext>
              </a:extLst>
            </p:cNvPr>
            <p:cNvSpPr>
              <a:spLocks noChangeAspect="1" noChangeArrowheads="1"/>
            </p:cNvSpPr>
            <p:nvPr userDrawn="1"/>
          </p:nvSpPr>
          <p:spPr bwMode="auto">
            <a:xfrm>
              <a:off x="297821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6" name="Oval 1126">
              <a:extLst>
                <a:ext uri="{FF2B5EF4-FFF2-40B4-BE49-F238E27FC236}">
                  <a16:creationId xmlns:a16="http://schemas.microsoft.com/office/drawing/2014/main" id="{BF30CF66-3BF4-4062-A5CA-94BE87E8A3A2}"/>
                </a:ext>
              </a:extLst>
            </p:cNvPr>
            <p:cNvSpPr>
              <a:spLocks noChangeAspect="1" noChangeArrowheads="1"/>
            </p:cNvSpPr>
            <p:nvPr userDrawn="1"/>
          </p:nvSpPr>
          <p:spPr bwMode="auto">
            <a:xfrm>
              <a:off x="3091301"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7" name="Oval 1127">
              <a:extLst>
                <a:ext uri="{FF2B5EF4-FFF2-40B4-BE49-F238E27FC236}">
                  <a16:creationId xmlns:a16="http://schemas.microsoft.com/office/drawing/2014/main" id="{AFDA855A-D6B8-4D67-9750-12D1B642083E}"/>
                </a:ext>
              </a:extLst>
            </p:cNvPr>
            <p:cNvSpPr>
              <a:spLocks noChangeAspect="1" noChangeArrowheads="1"/>
            </p:cNvSpPr>
            <p:nvPr userDrawn="1"/>
          </p:nvSpPr>
          <p:spPr bwMode="auto">
            <a:xfrm>
              <a:off x="3204384"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8" name="Oval 1128">
              <a:extLst>
                <a:ext uri="{FF2B5EF4-FFF2-40B4-BE49-F238E27FC236}">
                  <a16:creationId xmlns:a16="http://schemas.microsoft.com/office/drawing/2014/main" id="{26905537-0AB6-4DE9-A483-2395647E4EBD}"/>
                </a:ext>
              </a:extLst>
            </p:cNvPr>
            <p:cNvSpPr>
              <a:spLocks noChangeAspect="1" noChangeArrowheads="1"/>
            </p:cNvSpPr>
            <p:nvPr userDrawn="1"/>
          </p:nvSpPr>
          <p:spPr bwMode="auto">
            <a:xfrm>
              <a:off x="331596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9" name="Oval 1129">
              <a:extLst>
                <a:ext uri="{FF2B5EF4-FFF2-40B4-BE49-F238E27FC236}">
                  <a16:creationId xmlns:a16="http://schemas.microsoft.com/office/drawing/2014/main" id="{94EE953C-98AC-4685-9C2C-8F481A00C57E}"/>
                </a:ext>
              </a:extLst>
            </p:cNvPr>
            <p:cNvSpPr>
              <a:spLocks noChangeAspect="1" noChangeArrowheads="1"/>
            </p:cNvSpPr>
            <p:nvPr userDrawn="1"/>
          </p:nvSpPr>
          <p:spPr bwMode="auto">
            <a:xfrm>
              <a:off x="4663926"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0" name="Oval 1130">
              <a:extLst>
                <a:ext uri="{FF2B5EF4-FFF2-40B4-BE49-F238E27FC236}">
                  <a16:creationId xmlns:a16="http://schemas.microsoft.com/office/drawing/2014/main" id="{CACFD7E6-FE4D-4B51-842E-DAD5B7D88814}"/>
                </a:ext>
              </a:extLst>
            </p:cNvPr>
            <p:cNvSpPr>
              <a:spLocks noChangeAspect="1" noChangeArrowheads="1"/>
            </p:cNvSpPr>
            <p:nvPr userDrawn="1"/>
          </p:nvSpPr>
          <p:spPr bwMode="auto">
            <a:xfrm>
              <a:off x="4777010"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1" name="Oval 1131">
              <a:extLst>
                <a:ext uri="{FF2B5EF4-FFF2-40B4-BE49-F238E27FC236}">
                  <a16:creationId xmlns:a16="http://schemas.microsoft.com/office/drawing/2014/main" id="{83B5CC36-88D3-4C55-AB7B-4351351C1F69}"/>
                </a:ext>
              </a:extLst>
            </p:cNvPr>
            <p:cNvSpPr>
              <a:spLocks noChangeAspect="1" noChangeArrowheads="1"/>
            </p:cNvSpPr>
            <p:nvPr userDrawn="1"/>
          </p:nvSpPr>
          <p:spPr bwMode="auto">
            <a:xfrm>
              <a:off x="4888586"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2" name="Oval 1132">
              <a:extLst>
                <a:ext uri="{FF2B5EF4-FFF2-40B4-BE49-F238E27FC236}">
                  <a16:creationId xmlns:a16="http://schemas.microsoft.com/office/drawing/2014/main" id="{D2C54D46-6B5A-408C-BA0D-4EE68CE81AFD}"/>
                </a:ext>
              </a:extLst>
            </p:cNvPr>
            <p:cNvSpPr>
              <a:spLocks noChangeAspect="1" noChangeArrowheads="1"/>
            </p:cNvSpPr>
            <p:nvPr userDrawn="1"/>
          </p:nvSpPr>
          <p:spPr bwMode="auto">
            <a:xfrm>
              <a:off x="500167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3" name="Oval 1133">
              <a:extLst>
                <a:ext uri="{FF2B5EF4-FFF2-40B4-BE49-F238E27FC236}">
                  <a16:creationId xmlns:a16="http://schemas.microsoft.com/office/drawing/2014/main" id="{FED7242F-8691-4A8D-98DC-4CFE80ECFA88}"/>
                </a:ext>
              </a:extLst>
            </p:cNvPr>
            <p:cNvSpPr>
              <a:spLocks noChangeAspect="1" noChangeArrowheads="1"/>
            </p:cNvSpPr>
            <p:nvPr userDrawn="1"/>
          </p:nvSpPr>
          <p:spPr bwMode="auto">
            <a:xfrm>
              <a:off x="511324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4" name="Oval 1134">
              <a:extLst>
                <a:ext uri="{FF2B5EF4-FFF2-40B4-BE49-F238E27FC236}">
                  <a16:creationId xmlns:a16="http://schemas.microsoft.com/office/drawing/2014/main" id="{3CC652C4-43A3-4BD8-B64D-3A6080BF2695}"/>
                </a:ext>
              </a:extLst>
            </p:cNvPr>
            <p:cNvSpPr>
              <a:spLocks noChangeAspect="1" noChangeArrowheads="1"/>
            </p:cNvSpPr>
            <p:nvPr userDrawn="1"/>
          </p:nvSpPr>
          <p:spPr bwMode="auto">
            <a:xfrm>
              <a:off x="5450992"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5" name="Oval 1135">
              <a:extLst>
                <a:ext uri="{FF2B5EF4-FFF2-40B4-BE49-F238E27FC236}">
                  <a16:creationId xmlns:a16="http://schemas.microsoft.com/office/drawing/2014/main" id="{033F16A4-E65E-4827-BB54-AD65356D1007}"/>
                </a:ext>
              </a:extLst>
            </p:cNvPr>
            <p:cNvSpPr>
              <a:spLocks noChangeAspect="1" noChangeArrowheads="1"/>
            </p:cNvSpPr>
            <p:nvPr userDrawn="1"/>
          </p:nvSpPr>
          <p:spPr bwMode="auto">
            <a:xfrm>
              <a:off x="713670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6" name="Oval 1136">
              <a:extLst>
                <a:ext uri="{FF2B5EF4-FFF2-40B4-BE49-F238E27FC236}">
                  <a16:creationId xmlns:a16="http://schemas.microsoft.com/office/drawing/2014/main" id="{FF7B039C-5CB6-42FC-A3C2-54BD1447868E}"/>
                </a:ext>
              </a:extLst>
            </p:cNvPr>
            <p:cNvSpPr>
              <a:spLocks noChangeAspect="1" noChangeArrowheads="1"/>
            </p:cNvSpPr>
            <p:nvPr userDrawn="1"/>
          </p:nvSpPr>
          <p:spPr bwMode="auto">
            <a:xfrm>
              <a:off x="724827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7" name="Oval 1137">
              <a:extLst>
                <a:ext uri="{FF2B5EF4-FFF2-40B4-BE49-F238E27FC236}">
                  <a16:creationId xmlns:a16="http://schemas.microsoft.com/office/drawing/2014/main" id="{0BFAEE72-05DD-4AFA-A315-A6827DB3F6A4}"/>
                </a:ext>
              </a:extLst>
            </p:cNvPr>
            <p:cNvSpPr>
              <a:spLocks noChangeAspect="1" noChangeArrowheads="1"/>
            </p:cNvSpPr>
            <p:nvPr userDrawn="1"/>
          </p:nvSpPr>
          <p:spPr bwMode="auto">
            <a:xfrm>
              <a:off x="7361362"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8" name="Oval 1138">
              <a:extLst>
                <a:ext uri="{FF2B5EF4-FFF2-40B4-BE49-F238E27FC236}">
                  <a16:creationId xmlns:a16="http://schemas.microsoft.com/office/drawing/2014/main" id="{7F3347B2-BFC0-46A6-BA87-7E7B6164886B}"/>
                </a:ext>
              </a:extLst>
            </p:cNvPr>
            <p:cNvSpPr>
              <a:spLocks noChangeAspect="1" noChangeArrowheads="1"/>
            </p:cNvSpPr>
            <p:nvPr userDrawn="1"/>
          </p:nvSpPr>
          <p:spPr bwMode="auto">
            <a:xfrm>
              <a:off x="7472939"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9" name="Oval 1139">
              <a:extLst>
                <a:ext uri="{FF2B5EF4-FFF2-40B4-BE49-F238E27FC236}">
                  <a16:creationId xmlns:a16="http://schemas.microsoft.com/office/drawing/2014/main" id="{7A544888-23D5-4CE4-9443-95B56D743DAB}"/>
                </a:ext>
              </a:extLst>
            </p:cNvPr>
            <p:cNvSpPr>
              <a:spLocks noChangeAspect="1" noChangeArrowheads="1"/>
            </p:cNvSpPr>
            <p:nvPr userDrawn="1"/>
          </p:nvSpPr>
          <p:spPr bwMode="auto">
            <a:xfrm>
              <a:off x="7586024"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0" name="Oval 1140">
              <a:extLst>
                <a:ext uri="{FF2B5EF4-FFF2-40B4-BE49-F238E27FC236}">
                  <a16:creationId xmlns:a16="http://schemas.microsoft.com/office/drawing/2014/main" id="{4A9A33E7-A5FD-47D7-8466-40951CA16641}"/>
                </a:ext>
              </a:extLst>
            </p:cNvPr>
            <p:cNvSpPr>
              <a:spLocks noChangeAspect="1" noChangeArrowheads="1"/>
            </p:cNvSpPr>
            <p:nvPr userDrawn="1"/>
          </p:nvSpPr>
          <p:spPr bwMode="auto">
            <a:xfrm>
              <a:off x="7697599"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1" name="Oval 1141">
              <a:extLst>
                <a:ext uri="{FF2B5EF4-FFF2-40B4-BE49-F238E27FC236}">
                  <a16:creationId xmlns:a16="http://schemas.microsoft.com/office/drawing/2014/main" id="{D84E5C9B-9C72-444E-9085-C670AB39BAE8}"/>
                </a:ext>
              </a:extLst>
            </p:cNvPr>
            <p:cNvSpPr>
              <a:spLocks noChangeAspect="1" noChangeArrowheads="1"/>
            </p:cNvSpPr>
            <p:nvPr userDrawn="1"/>
          </p:nvSpPr>
          <p:spPr bwMode="auto">
            <a:xfrm>
              <a:off x="7810684"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2" name="Oval 1142">
              <a:extLst>
                <a:ext uri="{FF2B5EF4-FFF2-40B4-BE49-F238E27FC236}">
                  <a16:creationId xmlns:a16="http://schemas.microsoft.com/office/drawing/2014/main" id="{6AE54F14-5659-46E7-8F75-0AAB272E0079}"/>
                </a:ext>
              </a:extLst>
            </p:cNvPr>
            <p:cNvSpPr>
              <a:spLocks noChangeAspect="1" noChangeArrowheads="1"/>
            </p:cNvSpPr>
            <p:nvPr userDrawn="1"/>
          </p:nvSpPr>
          <p:spPr bwMode="auto">
            <a:xfrm>
              <a:off x="2641978"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3" name="Oval 1143">
              <a:extLst>
                <a:ext uri="{FF2B5EF4-FFF2-40B4-BE49-F238E27FC236}">
                  <a16:creationId xmlns:a16="http://schemas.microsoft.com/office/drawing/2014/main" id="{324335F3-5D28-436B-BE45-4338F0D7B169}"/>
                </a:ext>
              </a:extLst>
            </p:cNvPr>
            <p:cNvSpPr>
              <a:spLocks noChangeAspect="1" noChangeArrowheads="1"/>
            </p:cNvSpPr>
            <p:nvPr userDrawn="1"/>
          </p:nvSpPr>
          <p:spPr bwMode="auto">
            <a:xfrm>
              <a:off x="2753555"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4" name="Oval 1144">
              <a:extLst>
                <a:ext uri="{FF2B5EF4-FFF2-40B4-BE49-F238E27FC236}">
                  <a16:creationId xmlns:a16="http://schemas.microsoft.com/office/drawing/2014/main" id="{525D2565-68D9-4DBC-9FC8-F3296B17B028}"/>
                </a:ext>
              </a:extLst>
            </p:cNvPr>
            <p:cNvSpPr>
              <a:spLocks noChangeAspect="1" noChangeArrowheads="1"/>
            </p:cNvSpPr>
            <p:nvPr userDrawn="1"/>
          </p:nvSpPr>
          <p:spPr bwMode="auto">
            <a:xfrm>
              <a:off x="286664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5" name="Oval 1145">
              <a:extLst>
                <a:ext uri="{FF2B5EF4-FFF2-40B4-BE49-F238E27FC236}">
                  <a16:creationId xmlns:a16="http://schemas.microsoft.com/office/drawing/2014/main" id="{E594A28F-5E06-4FBF-8C08-BE331F0E875F}"/>
                </a:ext>
              </a:extLst>
            </p:cNvPr>
            <p:cNvSpPr>
              <a:spLocks noChangeAspect="1" noChangeArrowheads="1"/>
            </p:cNvSpPr>
            <p:nvPr userDrawn="1"/>
          </p:nvSpPr>
          <p:spPr bwMode="auto">
            <a:xfrm>
              <a:off x="297821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6" name="Oval 1146">
              <a:extLst>
                <a:ext uri="{FF2B5EF4-FFF2-40B4-BE49-F238E27FC236}">
                  <a16:creationId xmlns:a16="http://schemas.microsoft.com/office/drawing/2014/main" id="{F9F40C7C-BD18-4891-8DE4-BA059A6D0B59}"/>
                </a:ext>
              </a:extLst>
            </p:cNvPr>
            <p:cNvSpPr>
              <a:spLocks noChangeAspect="1" noChangeArrowheads="1"/>
            </p:cNvSpPr>
            <p:nvPr userDrawn="1"/>
          </p:nvSpPr>
          <p:spPr bwMode="auto">
            <a:xfrm>
              <a:off x="3091301"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7" name="Oval 1147">
              <a:extLst>
                <a:ext uri="{FF2B5EF4-FFF2-40B4-BE49-F238E27FC236}">
                  <a16:creationId xmlns:a16="http://schemas.microsoft.com/office/drawing/2014/main" id="{0E411ABE-A60D-41BD-89D0-A69666ECB87B}"/>
                </a:ext>
              </a:extLst>
            </p:cNvPr>
            <p:cNvSpPr>
              <a:spLocks noChangeAspect="1" noChangeArrowheads="1"/>
            </p:cNvSpPr>
            <p:nvPr userDrawn="1"/>
          </p:nvSpPr>
          <p:spPr bwMode="auto">
            <a:xfrm>
              <a:off x="3204384"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8" name="Oval 1148">
              <a:extLst>
                <a:ext uri="{FF2B5EF4-FFF2-40B4-BE49-F238E27FC236}">
                  <a16:creationId xmlns:a16="http://schemas.microsoft.com/office/drawing/2014/main" id="{ADEAC6CD-C427-4AEB-A55D-02C8659ECCDF}"/>
                </a:ext>
              </a:extLst>
            </p:cNvPr>
            <p:cNvSpPr>
              <a:spLocks noChangeAspect="1" noChangeArrowheads="1"/>
            </p:cNvSpPr>
            <p:nvPr userDrawn="1"/>
          </p:nvSpPr>
          <p:spPr bwMode="auto">
            <a:xfrm>
              <a:off x="4663926"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9" name="Oval 1149">
              <a:extLst>
                <a:ext uri="{FF2B5EF4-FFF2-40B4-BE49-F238E27FC236}">
                  <a16:creationId xmlns:a16="http://schemas.microsoft.com/office/drawing/2014/main" id="{37258025-E6D4-48DA-9799-4DA965256D1A}"/>
                </a:ext>
              </a:extLst>
            </p:cNvPr>
            <p:cNvSpPr>
              <a:spLocks noChangeAspect="1" noChangeArrowheads="1"/>
            </p:cNvSpPr>
            <p:nvPr userDrawn="1"/>
          </p:nvSpPr>
          <p:spPr bwMode="auto">
            <a:xfrm>
              <a:off x="4777010"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0" name="Oval 1150">
              <a:extLst>
                <a:ext uri="{FF2B5EF4-FFF2-40B4-BE49-F238E27FC236}">
                  <a16:creationId xmlns:a16="http://schemas.microsoft.com/office/drawing/2014/main" id="{DAF22842-7858-40D1-85E4-1844F9CC330B}"/>
                </a:ext>
              </a:extLst>
            </p:cNvPr>
            <p:cNvSpPr>
              <a:spLocks noChangeAspect="1" noChangeArrowheads="1"/>
            </p:cNvSpPr>
            <p:nvPr userDrawn="1"/>
          </p:nvSpPr>
          <p:spPr bwMode="auto">
            <a:xfrm>
              <a:off x="4888586"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1" name="Oval 1151">
              <a:extLst>
                <a:ext uri="{FF2B5EF4-FFF2-40B4-BE49-F238E27FC236}">
                  <a16:creationId xmlns:a16="http://schemas.microsoft.com/office/drawing/2014/main" id="{7291327F-E04C-4F74-B6BD-68C82175EABA}"/>
                </a:ext>
              </a:extLst>
            </p:cNvPr>
            <p:cNvSpPr>
              <a:spLocks noChangeAspect="1" noChangeArrowheads="1"/>
            </p:cNvSpPr>
            <p:nvPr userDrawn="1"/>
          </p:nvSpPr>
          <p:spPr bwMode="auto">
            <a:xfrm>
              <a:off x="500167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2" name="Oval 1152">
              <a:extLst>
                <a:ext uri="{FF2B5EF4-FFF2-40B4-BE49-F238E27FC236}">
                  <a16:creationId xmlns:a16="http://schemas.microsoft.com/office/drawing/2014/main" id="{6DF5B55A-864D-476E-BD8A-C5FD8D5B1D0A}"/>
                </a:ext>
              </a:extLst>
            </p:cNvPr>
            <p:cNvSpPr>
              <a:spLocks noChangeAspect="1" noChangeArrowheads="1"/>
            </p:cNvSpPr>
            <p:nvPr userDrawn="1"/>
          </p:nvSpPr>
          <p:spPr bwMode="auto">
            <a:xfrm>
              <a:off x="511324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3" name="Oval 1153">
              <a:extLst>
                <a:ext uri="{FF2B5EF4-FFF2-40B4-BE49-F238E27FC236}">
                  <a16:creationId xmlns:a16="http://schemas.microsoft.com/office/drawing/2014/main" id="{1E0C1009-C2AE-4C25-8880-EC5C5D827CB5}"/>
                </a:ext>
              </a:extLst>
            </p:cNvPr>
            <p:cNvSpPr>
              <a:spLocks noChangeAspect="1" noChangeArrowheads="1"/>
            </p:cNvSpPr>
            <p:nvPr userDrawn="1"/>
          </p:nvSpPr>
          <p:spPr bwMode="auto">
            <a:xfrm>
              <a:off x="5450992"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4" name="Oval 1154">
              <a:extLst>
                <a:ext uri="{FF2B5EF4-FFF2-40B4-BE49-F238E27FC236}">
                  <a16:creationId xmlns:a16="http://schemas.microsoft.com/office/drawing/2014/main" id="{75317F66-859B-460B-AFFD-8CDE5AF02161}"/>
                </a:ext>
              </a:extLst>
            </p:cNvPr>
            <p:cNvSpPr>
              <a:spLocks noChangeAspect="1" noChangeArrowheads="1"/>
            </p:cNvSpPr>
            <p:nvPr userDrawn="1"/>
          </p:nvSpPr>
          <p:spPr bwMode="auto">
            <a:xfrm>
              <a:off x="7023616"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5" name="Oval 1155">
              <a:extLst>
                <a:ext uri="{FF2B5EF4-FFF2-40B4-BE49-F238E27FC236}">
                  <a16:creationId xmlns:a16="http://schemas.microsoft.com/office/drawing/2014/main" id="{6DE75D43-97C0-433D-994F-1102D2744BE1}"/>
                </a:ext>
              </a:extLst>
            </p:cNvPr>
            <p:cNvSpPr>
              <a:spLocks noChangeAspect="1" noChangeArrowheads="1"/>
            </p:cNvSpPr>
            <p:nvPr userDrawn="1"/>
          </p:nvSpPr>
          <p:spPr bwMode="auto">
            <a:xfrm>
              <a:off x="713670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6" name="Oval 1156">
              <a:extLst>
                <a:ext uri="{FF2B5EF4-FFF2-40B4-BE49-F238E27FC236}">
                  <a16:creationId xmlns:a16="http://schemas.microsoft.com/office/drawing/2014/main" id="{C4D70E43-1423-4C31-BD11-E051A54891DC}"/>
                </a:ext>
              </a:extLst>
            </p:cNvPr>
            <p:cNvSpPr>
              <a:spLocks noChangeAspect="1" noChangeArrowheads="1"/>
            </p:cNvSpPr>
            <p:nvPr userDrawn="1"/>
          </p:nvSpPr>
          <p:spPr bwMode="auto">
            <a:xfrm>
              <a:off x="724827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7" name="Oval 1157">
              <a:extLst>
                <a:ext uri="{FF2B5EF4-FFF2-40B4-BE49-F238E27FC236}">
                  <a16:creationId xmlns:a16="http://schemas.microsoft.com/office/drawing/2014/main" id="{179E478C-551D-4730-B7A4-BF2767FB1943}"/>
                </a:ext>
              </a:extLst>
            </p:cNvPr>
            <p:cNvSpPr>
              <a:spLocks noChangeAspect="1" noChangeArrowheads="1"/>
            </p:cNvSpPr>
            <p:nvPr userDrawn="1"/>
          </p:nvSpPr>
          <p:spPr bwMode="auto">
            <a:xfrm>
              <a:off x="7361362"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8" name="Oval 1158">
              <a:extLst>
                <a:ext uri="{FF2B5EF4-FFF2-40B4-BE49-F238E27FC236}">
                  <a16:creationId xmlns:a16="http://schemas.microsoft.com/office/drawing/2014/main" id="{EF2CFE12-89DD-4916-BDDD-0103C6A2883F}"/>
                </a:ext>
              </a:extLst>
            </p:cNvPr>
            <p:cNvSpPr>
              <a:spLocks noChangeAspect="1" noChangeArrowheads="1"/>
            </p:cNvSpPr>
            <p:nvPr userDrawn="1"/>
          </p:nvSpPr>
          <p:spPr bwMode="auto">
            <a:xfrm>
              <a:off x="7472939"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9" name="Oval 1159">
              <a:extLst>
                <a:ext uri="{FF2B5EF4-FFF2-40B4-BE49-F238E27FC236}">
                  <a16:creationId xmlns:a16="http://schemas.microsoft.com/office/drawing/2014/main" id="{C38EDB9A-A725-4023-AF9E-B1DCAF80F984}"/>
                </a:ext>
              </a:extLst>
            </p:cNvPr>
            <p:cNvSpPr>
              <a:spLocks noChangeAspect="1" noChangeArrowheads="1"/>
            </p:cNvSpPr>
            <p:nvPr userDrawn="1"/>
          </p:nvSpPr>
          <p:spPr bwMode="auto">
            <a:xfrm>
              <a:off x="7586024"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0" name="Oval 1160">
              <a:extLst>
                <a:ext uri="{FF2B5EF4-FFF2-40B4-BE49-F238E27FC236}">
                  <a16:creationId xmlns:a16="http://schemas.microsoft.com/office/drawing/2014/main" id="{07AEC8C2-1C47-43E2-A415-EFD2572804D7}"/>
                </a:ext>
              </a:extLst>
            </p:cNvPr>
            <p:cNvSpPr>
              <a:spLocks noChangeAspect="1" noChangeArrowheads="1"/>
            </p:cNvSpPr>
            <p:nvPr userDrawn="1"/>
          </p:nvSpPr>
          <p:spPr bwMode="auto">
            <a:xfrm>
              <a:off x="7697599"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1" name="Oval 1161">
              <a:extLst>
                <a:ext uri="{FF2B5EF4-FFF2-40B4-BE49-F238E27FC236}">
                  <a16:creationId xmlns:a16="http://schemas.microsoft.com/office/drawing/2014/main" id="{0D4AF7D8-BDCA-4DB8-95A5-A04B36738680}"/>
                </a:ext>
              </a:extLst>
            </p:cNvPr>
            <p:cNvSpPr>
              <a:spLocks noChangeAspect="1" noChangeArrowheads="1"/>
            </p:cNvSpPr>
            <p:nvPr userDrawn="1"/>
          </p:nvSpPr>
          <p:spPr bwMode="auto">
            <a:xfrm>
              <a:off x="7810684"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2" name="Oval 1162">
              <a:extLst>
                <a:ext uri="{FF2B5EF4-FFF2-40B4-BE49-F238E27FC236}">
                  <a16:creationId xmlns:a16="http://schemas.microsoft.com/office/drawing/2014/main" id="{80C0130C-285B-42BE-ABA6-63B61F9F2359}"/>
                </a:ext>
              </a:extLst>
            </p:cNvPr>
            <p:cNvSpPr>
              <a:spLocks noChangeAspect="1" noChangeArrowheads="1"/>
            </p:cNvSpPr>
            <p:nvPr userDrawn="1"/>
          </p:nvSpPr>
          <p:spPr bwMode="auto">
            <a:xfrm>
              <a:off x="7922259"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3" name="Oval 1163">
              <a:extLst>
                <a:ext uri="{FF2B5EF4-FFF2-40B4-BE49-F238E27FC236}">
                  <a16:creationId xmlns:a16="http://schemas.microsoft.com/office/drawing/2014/main" id="{7FAB452A-6CD7-4500-A527-C23AD369BC68}"/>
                </a:ext>
              </a:extLst>
            </p:cNvPr>
            <p:cNvSpPr>
              <a:spLocks noChangeAspect="1" noChangeArrowheads="1"/>
            </p:cNvSpPr>
            <p:nvPr userDrawn="1"/>
          </p:nvSpPr>
          <p:spPr bwMode="auto">
            <a:xfrm>
              <a:off x="2641978"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4" name="Oval 1164">
              <a:extLst>
                <a:ext uri="{FF2B5EF4-FFF2-40B4-BE49-F238E27FC236}">
                  <a16:creationId xmlns:a16="http://schemas.microsoft.com/office/drawing/2014/main" id="{8C0BAFD8-A4D7-4E3A-AF34-43866134D75A}"/>
                </a:ext>
              </a:extLst>
            </p:cNvPr>
            <p:cNvSpPr>
              <a:spLocks noChangeAspect="1" noChangeArrowheads="1"/>
            </p:cNvSpPr>
            <p:nvPr userDrawn="1"/>
          </p:nvSpPr>
          <p:spPr bwMode="auto">
            <a:xfrm>
              <a:off x="2753555"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5" name="Oval 1165">
              <a:extLst>
                <a:ext uri="{FF2B5EF4-FFF2-40B4-BE49-F238E27FC236}">
                  <a16:creationId xmlns:a16="http://schemas.microsoft.com/office/drawing/2014/main" id="{6D41DF3E-09DB-4B58-84B9-C9C19BB371BF}"/>
                </a:ext>
              </a:extLst>
            </p:cNvPr>
            <p:cNvSpPr>
              <a:spLocks noChangeAspect="1" noChangeArrowheads="1"/>
            </p:cNvSpPr>
            <p:nvPr userDrawn="1"/>
          </p:nvSpPr>
          <p:spPr bwMode="auto">
            <a:xfrm>
              <a:off x="286664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6" name="Oval 1166">
              <a:extLst>
                <a:ext uri="{FF2B5EF4-FFF2-40B4-BE49-F238E27FC236}">
                  <a16:creationId xmlns:a16="http://schemas.microsoft.com/office/drawing/2014/main" id="{AFF56805-869E-4DF3-954D-64345125E0B3}"/>
                </a:ext>
              </a:extLst>
            </p:cNvPr>
            <p:cNvSpPr>
              <a:spLocks noChangeAspect="1" noChangeArrowheads="1"/>
            </p:cNvSpPr>
            <p:nvPr userDrawn="1"/>
          </p:nvSpPr>
          <p:spPr bwMode="auto">
            <a:xfrm>
              <a:off x="2978217"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7" name="Oval 1167">
              <a:extLst>
                <a:ext uri="{FF2B5EF4-FFF2-40B4-BE49-F238E27FC236}">
                  <a16:creationId xmlns:a16="http://schemas.microsoft.com/office/drawing/2014/main" id="{8BFC6F61-8363-48BB-B57B-341062B21997}"/>
                </a:ext>
              </a:extLst>
            </p:cNvPr>
            <p:cNvSpPr>
              <a:spLocks noChangeAspect="1" noChangeArrowheads="1"/>
            </p:cNvSpPr>
            <p:nvPr userDrawn="1"/>
          </p:nvSpPr>
          <p:spPr bwMode="auto">
            <a:xfrm>
              <a:off x="3091301"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8" name="Oval 1168">
              <a:extLst>
                <a:ext uri="{FF2B5EF4-FFF2-40B4-BE49-F238E27FC236}">
                  <a16:creationId xmlns:a16="http://schemas.microsoft.com/office/drawing/2014/main" id="{31FA707B-6D83-4F20-B095-B503CF7BDA3F}"/>
                </a:ext>
              </a:extLst>
            </p:cNvPr>
            <p:cNvSpPr>
              <a:spLocks noChangeAspect="1" noChangeArrowheads="1"/>
            </p:cNvSpPr>
            <p:nvPr userDrawn="1"/>
          </p:nvSpPr>
          <p:spPr bwMode="auto">
            <a:xfrm>
              <a:off x="4663926"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9" name="Oval 1169">
              <a:extLst>
                <a:ext uri="{FF2B5EF4-FFF2-40B4-BE49-F238E27FC236}">
                  <a16:creationId xmlns:a16="http://schemas.microsoft.com/office/drawing/2014/main" id="{7ED1B3D7-230D-498A-BEA5-AD520ACD4C7E}"/>
                </a:ext>
              </a:extLst>
            </p:cNvPr>
            <p:cNvSpPr>
              <a:spLocks noChangeAspect="1" noChangeArrowheads="1"/>
            </p:cNvSpPr>
            <p:nvPr userDrawn="1"/>
          </p:nvSpPr>
          <p:spPr bwMode="auto">
            <a:xfrm>
              <a:off x="4777010"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0" name="Oval 1170">
              <a:extLst>
                <a:ext uri="{FF2B5EF4-FFF2-40B4-BE49-F238E27FC236}">
                  <a16:creationId xmlns:a16="http://schemas.microsoft.com/office/drawing/2014/main" id="{78EF8E92-735F-4E88-906E-F18DC2579732}"/>
                </a:ext>
              </a:extLst>
            </p:cNvPr>
            <p:cNvSpPr>
              <a:spLocks noChangeAspect="1" noChangeArrowheads="1"/>
            </p:cNvSpPr>
            <p:nvPr userDrawn="1"/>
          </p:nvSpPr>
          <p:spPr bwMode="auto">
            <a:xfrm>
              <a:off x="4888586"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1" name="Oval 1171">
              <a:extLst>
                <a:ext uri="{FF2B5EF4-FFF2-40B4-BE49-F238E27FC236}">
                  <a16:creationId xmlns:a16="http://schemas.microsoft.com/office/drawing/2014/main" id="{177BE125-52EC-4B8F-A029-E1A614810A63}"/>
                </a:ext>
              </a:extLst>
            </p:cNvPr>
            <p:cNvSpPr>
              <a:spLocks noChangeAspect="1" noChangeArrowheads="1"/>
            </p:cNvSpPr>
            <p:nvPr userDrawn="1"/>
          </p:nvSpPr>
          <p:spPr bwMode="auto">
            <a:xfrm>
              <a:off x="500167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2" name="Oval 1172">
              <a:extLst>
                <a:ext uri="{FF2B5EF4-FFF2-40B4-BE49-F238E27FC236}">
                  <a16:creationId xmlns:a16="http://schemas.microsoft.com/office/drawing/2014/main" id="{E0A5DB6F-6A32-4AFB-985F-A6EE8AE56611}"/>
                </a:ext>
              </a:extLst>
            </p:cNvPr>
            <p:cNvSpPr>
              <a:spLocks noChangeAspect="1" noChangeArrowheads="1"/>
            </p:cNvSpPr>
            <p:nvPr userDrawn="1"/>
          </p:nvSpPr>
          <p:spPr bwMode="auto">
            <a:xfrm>
              <a:off x="7023616"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3" name="Oval 1173">
              <a:extLst>
                <a:ext uri="{FF2B5EF4-FFF2-40B4-BE49-F238E27FC236}">
                  <a16:creationId xmlns:a16="http://schemas.microsoft.com/office/drawing/2014/main" id="{54E9C6AA-A113-444B-8B91-8EA6D463F38E}"/>
                </a:ext>
              </a:extLst>
            </p:cNvPr>
            <p:cNvSpPr>
              <a:spLocks noChangeAspect="1" noChangeArrowheads="1"/>
            </p:cNvSpPr>
            <p:nvPr userDrawn="1"/>
          </p:nvSpPr>
          <p:spPr bwMode="auto">
            <a:xfrm>
              <a:off x="713670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4" name="Oval 1174">
              <a:extLst>
                <a:ext uri="{FF2B5EF4-FFF2-40B4-BE49-F238E27FC236}">
                  <a16:creationId xmlns:a16="http://schemas.microsoft.com/office/drawing/2014/main" id="{093199EA-ACD4-4838-A7FC-9B20E2AD35AC}"/>
                </a:ext>
              </a:extLst>
            </p:cNvPr>
            <p:cNvSpPr>
              <a:spLocks noChangeAspect="1" noChangeArrowheads="1"/>
            </p:cNvSpPr>
            <p:nvPr userDrawn="1"/>
          </p:nvSpPr>
          <p:spPr bwMode="auto">
            <a:xfrm>
              <a:off x="7248277"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5" name="Oval 1175">
              <a:extLst>
                <a:ext uri="{FF2B5EF4-FFF2-40B4-BE49-F238E27FC236}">
                  <a16:creationId xmlns:a16="http://schemas.microsoft.com/office/drawing/2014/main" id="{AF6885D0-ECE8-4317-B013-074F58F626D8}"/>
                </a:ext>
              </a:extLst>
            </p:cNvPr>
            <p:cNvSpPr>
              <a:spLocks noChangeAspect="1" noChangeArrowheads="1"/>
            </p:cNvSpPr>
            <p:nvPr userDrawn="1"/>
          </p:nvSpPr>
          <p:spPr bwMode="auto">
            <a:xfrm>
              <a:off x="7361362"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6" name="Oval 1176">
              <a:extLst>
                <a:ext uri="{FF2B5EF4-FFF2-40B4-BE49-F238E27FC236}">
                  <a16:creationId xmlns:a16="http://schemas.microsoft.com/office/drawing/2014/main" id="{3973EE3E-E8DA-48C7-8E21-72A9446B121C}"/>
                </a:ext>
              </a:extLst>
            </p:cNvPr>
            <p:cNvSpPr>
              <a:spLocks noChangeAspect="1" noChangeArrowheads="1"/>
            </p:cNvSpPr>
            <p:nvPr userDrawn="1"/>
          </p:nvSpPr>
          <p:spPr bwMode="auto">
            <a:xfrm>
              <a:off x="7472939"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7" name="Oval 1177">
              <a:extLst>
                <a:ext uri="{FF2B5EF4-FFF2-40B4-BE49-F238E27FC236}">
                  <a16:creationId xmlns:a16="http://schemas.microsoft.com/office/drawing/2014/main" id="{E2DA8923-F7DD-4A96-821F-79213F8909EF}"/>
                </a:ext>
              </a:extLst>
            </p:cNvPr>
            <p:cNvSpPr>
              <a:spLocks noChangeAspect="1" noChangeArrowheads="1"/>
            </p:cNvSpPr>
            <p:nvPr userDrawn="1"/>
          </p:nvSpPr>
          <p:spPr bwMode="auto">
            <a:xfrm>
              <a:off x="7586024"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8" name="Oval 1178">
              <a:extLst>
                <a:ext uri="{FF2B5EF4-FFF2-40B4-BE49-F238E27FC236}">
                  <a16:creationId xmlns:a16="http://schemas.microsoft.com/office/drawing/2014/main" id="{6883596B-9913-48CA-9194-8AD348422BBC}"/>
                </a:ext>
              </a:extLst>
            </p:cNvPr>
            <p:cNvSpPr>
              <a:spLocks noChangeAspect="1" noChangeArrowheads="1"/>
            </p:cNvSpPr>
            <p:nvPr userDrawn="1"/>
          </p:nvSpPr>
          <p:spPr bwMode="auto">
            <a:xfrm>
              <a:off x="7697599"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9" name="Oval 1179">
              <a:extLst>
                <a:ext uri="{FF2B5EF4-FFF2-40B4-BE49-F238E27FC236}">
                  <a16:creationId xmlns:a16="http://schemas.microsoft.com/office/drawing/2014/main" id="{1864C301-658D-475F-8D53-45D2803AA95F}"/>
                </a:ext>
              </a:extLst>
            </p:cNvPr>
            <p:cNvSpPr>
              <a:spLocks noChangeAspect="1" noChangeArrowheads="1"/>
            </p:cNvSpPr>
            <p:nvPr userDrawn="1"/>
          </p:nvSpPr>
          <p:spPr bwMode="auto">
            <a:xfrm>
              <a:off x="7810684"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0" name="Oval 1180">
              <a:extLst>
                <a:ext uri="{FF2B5EF4-FFF2-40B4-BE49-F238E27FC236}">
                  <a16:creationId xmlns:a16="http://schemas.microsoft.com/office/drawing/2014/main" id="{581F52D2-2511-42CB-BF86-6DBA43DFE220}"/>
                </a:ext>
              </a:extLst>
            </p:cNvPr>
            <p:cNvSpPr>
              <a:spLocks noChangeAspect="1" noChangeArrowheads="1"/>
            </p:cNvSpPr>
            <p:nvPr userDrawn="1"/>
          </p:nvSpPr>
          <p:spPr bwMode="auto">
            <a:xfrm>
              <a:off x="7922259" y="4875976"/>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3651" name="Oval 1181">
              <a:extLst>
                <a:ext uri="{FF2B5EF4-FFF2-40B4-BE49-F238E27FC236}">
                  <a16:creationId xmlns:a16="http://schemas.microsoft.com/office/drawing/2014/main" id="{5FBD66A2-10F5-4B27-B549-A793A9A08F8E}"/>
                </a:ext>
              </a:extLst>
            </p:cNvPr>
            <p:cNvSpPr>
              <a:spLocks noChangeAspect="1" noChangeArrowheads="1"/>
            </p:cNvSpPr>
            <p:nvPr userDrawn="1"/>
          </p:nvSpPr>
          <p:spPr bwMode="auto">
            <a:xfrm>
              <a:off x="2641978"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2" name="Oval 1182">
              <a:extLst>
                <a:ext uri="{FF2B5EF4-FFF2-40B4-BE49-F238E27FC236}">
                  <a16:creationId xmlns:a16="http://schemas.microsoft.com/office/drawing/2014/main" id="{FF71F8CF-4DCE-47D3-8F42-43DBCCAEB573}"/>
                </a:ext>
              </a:extLst>
            </p:cNvPr>
            <p:cNvSpPr>
              <a:spLocks noChangeAspect="1" noChangeArrowheads="1"/>
            </p:cNvSpPr>
            <p:nvPr userDrawn="1"/>
          </p:nvSpPr>
          <p:spPr bwMode="auto">
            <a:xfrm>
              <a:off x="2753555"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3" name="Oval 1183">
              <a:extLst>
                <a:ext uri="{FF2B5EF4-FFF2-40B4-BE49-F238E27FC236}">
                  <a16:creationId xmlns:a16="http://schemas.microsoft.com/office/drawing/2014/main" id="{D1618C79-6982-4656-8451-C19E5E10BE4A}"/>
                </a:ext>
              </a:extLst>
            </p:cNvPr>
            <p:cNvSpPr>
              <a:spLocks noChangeAspect="1" noChangeArrowheads="1"/>
            </p:cNvSpPr>
            <p:nvPr userDrawn="1"/>
          </p:nvSpPr>
          <p:spPr bwMode="auto">
            <a:xfrm>
              <a:off x="286664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4" name="Oval 1184">
              <a:extLst>
                <a:ext uri="{FF2B5EF4-FFF2-40B4-BE49-F238E27FC236}">
                  <a16:creationId xmlns:a16="http://schemas.microsoft.com/office/drawing/2014/main" id="{03C596C0-262F-40D2-9DD9-C64D532D9E1D}"/>
                </a:ext>
              </a:extLst>
            </p:cNvPr>
            <p:cNvSpPr>
              <a:spLocks noChangeAspect="1" noChangeArrowheads="1"/>
            </p:cNvSpPr>
            <p:nvPr userDrawn="1"/>
          </p:nvSpPr>
          <p:spPr bwMode="auto">
            <a:xfrm>
              <a:off x="2978217"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5" name="Oval 1185">
              <a:extLst>
                <a:ext uri="{FF2B5EF4-FFF2-40B4-BE49-F238E27FC236}">
                  <a16:creationId xmlns:a16="http://schemas.microsoft.com/office/drawing/2014/main" id="{749AE3D4-D124-4AA0-BFEE-B0D669670071}"/>
                </a:ext>
              </a:extLst>
            </p:cNvPr>
            <p:cNvSpPr>
              <a:spLocks noChangeAspect="1" noChangeArrowheads="1"/>
            </p:cNvSpPr>
            <p:nvPr userDrawn="1"/>
          </p:nvSpPr>
          <p:spPr bwMode="auto">
            <a:xfrm>
              <a:off x="3091301"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6" name="Oval 1186">
              <a:extLst>
                <a:ext uri="{FF2B5EF4-FFF2-40B4-BE49-F238E27FC236}">
                  <a16:creationId xmlns:a16="http://schemas.microsoft.com/office/drawing/2014/main" id="{3B1BA86A-8F11-46AC-905B-DFCCF786826A}"/>
                </a:ext>
              </a:extLst>
            </p:cNvPr>
            <p:cNvSpPr>
              <a:spLocks noChangeAspect="1" noChangeArrowheads="1"/>
            </p:cNvSpPr>
            <p:nvPr userDrawn="1"/>
          </p:nvSpPr>
          <p:spPr bwMode="auto">
            <a:xfrm>
              <a:off x="4777010"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7" name="Oval 1187">
              <a:extLst>
                <a:ext uri="{FF2B5EF4-FFF2-40B4-BE49-F238E27FC236}">
                  <a16:creationId xmlns:a16="http://schemas.microsoft.com/office/drawing/2014/main" id="{7BF8BBF1-99EF-4E6E-970D-D3FFEB11660B}"/>
                </a:ext>
              </a:extLst>
            </p:cNvPr>
            <p:cNvSpPr>
              <a:spLocks noChangeAspect="1" noChangeArrowheads="1"/>
            </p:cNvSpPr>
            <p:nvPr userDrawn="1"/>
          </p:nvSpPr>
          <p:spPr bwMode="auto">
            <a:xfrm>
              <a:off x="4888586"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8" name="Oval 1188">
              <a:extLst>
                <a:ext uri="{FF2B5EF4-FFF2-40B4-BE49-F238E27FC236}">
                  <a16:creationId xmlns:a16="http://schemas.microsoft.com/office/drawing/2014/main" id="{FBBE2EF2-9426-409F-A3C5-D009F23CCA9D}"/>
                </a:ext>
              </a:extLst>
            </p:cNvPr>
            <p:cNvSpPr>
              <a:spLocks noChangeAspect="1" noChangeArrowheads="1"/>
            </p:cNvSpPr>
            <p:nvPr userDrawn="1"/>
          </p:nvSpPr>
          <p:spPr bwMode="auto">
            <a:xfrm>
              <a:off x="500167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9" name="Oval 1189">
              <a:extLst>
                <a:ext uri="{FF2B5EF4-FFF2-40B4-BE49-F238E27FC236}">
                  <a16:creationId xmlns:a16="http://schemas.microsoft.com/office/drawing/2014/main" id="{41FA9CAF-C80C-4069-AE79-F31AFD70F4EE}"/>
                </a:ext>
              </a:extLst>
            </p:cNvPr>
            <p:cNvSpPr>
              <a:spLocks noChangeAspect="1" noChangeArrowheads="1"/>
            </p:cNvSpPr>
            <p:nvPr userDrawn="1"/>
          </p:nvSpPr>
          <p:spPr bwMode="auto">
            <a:xfrm>
              <a:off x="7023616"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0" name="Oval 1190">
              <a:extLst>
                <a:ext uri="{FF2B5EF4-FFF2-40B4-BE49-F238E27FC236}">
                  <a16:creationId xmlns:a16="http://schemas.microsoft.com/office/drawing/2014/main" id="{3BC17276-A8DA-42EC-B997-04E961871B94}"/>
                </a:ext>
              </a:extLst>
            </p:cNvPr>
            <p:cNvSpPr>
              <a:spLocks noChangeAspect="1" noChangeArrowheads="1"/>
            </p:cNvSpPr>
            <p:nvPr userDrawn="1"/>
          </p:nvSpPr>
          <p:spPr bwMode="auto">
            <a:xfrm>
              <a:off x="713670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1" name="Oval 1191">
              <a:extLst>
                <a:ext uri="{FF2B5EF4-FFF2-40B4-BE49-F238E27FC236}">
                  <a16:creationId xmlns:a16="http://schemas.microsoft.com/office/drawing/2014/main" id="{F0C63DA9-2E07-48D0-8FC4-95BFC24417FC}"/>
                </a:ext>
              </a:extLst>
            </p:cNvPr>
            <p:cNvSpPr>
              <a:spLocks noChangeAspect="1" noChangeArrowheads="1"/>
            </p:cNvSpPr>
            <p:nvPr userDrawn="1"/>
          </p:nvSpPr>
          <p:spPr bwMode="auto">
            <a:xfrm>
              <a:off x="7472939"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2" name="Oval 1192">
              <a:extLst>
                <a:ext uri="{FF2B5EF4-FFF2-40B4-BE49-F238E27FC236}">
                  <a16:creationId xmlns:a16="http://schemas.microsoft.com/office/drawing/2014/main" id="{70BCC4A3-E674-47EF-B5AA-CB175C188432}"/>
                </a:ext>
              </a:extLst>
            </p:cNvPr>
            <p:cNvSpPr>
              <a:spLocks noChangeAspect="1" noChangeArrowheads="1"/>
            </p:cNvSpPr>
            <p:nvPr userDrawn="1"/>
          </p:nvSpPr>
          <p:spPr bwMode="auto">
            <a:xfrm>
              <a:off x="7586024"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3" name="Oval 1193">
              <a:extLst>
                <a:ext uri="{FF2B5EF4-FFF2-40B4-BE49-F238E27FC236}">
                  <a16:creationId xmlns:a16="http://schemas.microsoft.com/office/drawing/2014/main" id="{644A8A2D-123A-4575-BE5E-CCD73D0AF415}"/>
                </a:ext>
              </a:extLst>
            </p:cNvPr>
            <p:cNvSpPr>
              <a:spLocks noChangeAspect="1" noChangeArrowheads="1"/>
            </p:cNvSpPr>
            <p:nvPr userDrawn="1"/>
          </p:nvSpPr>
          <p:spPr bwMode="auto">
            <a:xfrm>
              <a:off x="7697599"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4" name="Oval 1194">
              <a:extLst>
                <a:ext uri="{FF2B5EF4-FFF2-40B4-BE49-F238E27FC236}">
                  <a16:creationId xmlns:a16="http://schemas.microsoft.com/office/drawing/2014/main" id="{914711AE-4442-4D71-9B49-9A317D28E859}"/>
                </a:ext>
              </a:extLst>
            </p:cNvPr>
            <p:cNvSpPr>
              <a:spLocks noChangeAspect="1" noChangeArrowheads="1"/>
            </p:cNvSpPr>
            <p:nvPr userDrawn="1"/>
          </p:nvSpPr>
          <p:spPr bwMode="auto">
            <a:xfrm>
              <a:off x="7810684"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5" name="Oval 1195">
              <a:extLst>
                <a:ext uri="{FF2B5EF4-FFF2-40B4-BE49-F238E27FC236}">
                  <a16:creationId xmlns:a16="http://schemas.microsoft.com/office/drawing/2014/main" id="{6055BA41-7BF2-4927-AE84-986DDA131975}"/>
                </a:ext>
              </a:extLst>
            </p:cNvPr>
            <p:cNvSpPr>
              <a:spLocks noChangeAspect="1" noChangeArrowheads="1"/>
            </p:cNvSpPr>
            <p:nvPr userDrawn="1"/>
          </p:nvSpPr>
          <p:spPr bwMode="auto">
            <a:xfrm>
              <a:off x="2641978"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6" name="Oval 1196">
              <a:extLst>
                <a:ext uri="{FF2B5EF4-FFF2-40B4-BE49-F238E27FC236}">
                  <a16:creationId xmlns:a16="http://schemas.microsoft.com/office/drawing/2014/main" id="{5C20C5F5-1575-41E8-80B2-E28FBF9BAF66}"/>
                </a:ext>
              </a:extLst>
            </p:cNvPr>
            <p:cNvSpPr>
              <a:spLocks noChangeAspect="1" noChangeArrowheads="1"/>
            </p:cNvSpPr>
            <p:nvPr userDrawn="1"/>
          </p:nvSpPr>
          <p:spPr bwMode="auto">
            <a:xfrm>
              <a:off x="2753555"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7" name="Oval 1197">
              <a:extLst>
                <a:ext uri="{FF2B5EF4-FFF2-40B4-BE49-F238E27FC236}">
                  <a16:creationId xmlns:a16="http://schemas.microsoft.com/office/drawing/2014/main" id="{5CBDCA93-EA8E-4810-AEED-39D01D5EE12B}"/>
                </a:ext>
              </a:extLst>
            </p:cNvPr>
            <p:cNvSpPr>
              <a:spLocks noChangeAspect="1" noChangeArrowheads="1"/>
            </p:cNvSpPr>
            <p:nvPr userDrawn="1"/>
          </p:nvSpPr>
          <p:spPr bwMode="auto">
            <a:xfrm>
              <a:off x="2866641"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8" name="Oval 1198">
              <a:extLst>
                <a:ext uri="{FF2B5EF4-FFF2-40B4-BE49-F238E27FC236}">
                  <a16:creationId xmlns:a16="http://schemas.microsoft.com/office/drawing/2014/main" id="{C3F224D6-0B7C-4768-A05F-2CE3BC029912}"/>
                </a:ext>
              </a:extLst>
            </p:cNvPr>
            <p:cNvSpPr>
              <a:spLocks noChangeAspect="1" noChangeArrowheads="1"/>
            </p:cNvSpPr>
            <p:nvPr userDrawn="1"/>
          </p:nvSpPr>
          <p:spPr bwMode="auto">
            <a:xfrm>
              <a:off x="2978217"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9" name="Oval 1199">
              <a:extLst>
                <a:ext uri="{FF2B5EF4-FFF2-40B4-BE49-F238E27FC236}">
                  <a16:creationId xmlns:a16="http://schemas.microsoft.com/office/drawing/2014/main" id="{541DC581-29D7-417F-B7DE-67110B27D70C}"/>
                </a:ext>
              </a:extLst>
            </p:cNvPr>
            <p:cNvSpPr>
              <a:spLocks noChangeAspect="1" noChangeArrowheads="1"/>
            </p:cNvSpPr>
            <p:nvPr userDrawn="1"/>
          </p:nvSpPr>
          <p:spPr bwMode="auto">
            <a:xfrm>
              <a:off x="4777010"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0" name="Oval 1200">
              <a:extLst>
                <a:ext uri="{FF2B5EF4-FFF2-40B4-BE49-F238E27FC236}">
                  <a16:creationId xmlns:a16="http://schemas.microsoft.com/office/drawing/2014/main" id="{61483977-77E0-43E6-BF46-1EB8717A84A6}"/>
                </a:ext>
              </a:extLst>
            </p:cNvPr>
            <p:cNvSpPr>
              <a:spLocks noChangeAspect="1" noChangeArrowheads="1"/>
            </p:cNvSpPr>
            <p:nvPr userDrawn="1"/>
          </p:nvSpPr>
          <p:spPr bwMode="auto">
            <a:xfrm>
              <a:off x="7586024"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1" name="Oval 1201">
              <a:extLst>
                <a:ext uri="{FF2B5EF4-FFF2-40B4-BE49-F238E27FC236}">
                  <a16:creationId xmlns:a16="http://schemas.microsoft.com/office/drawing/2014/main" id="{B1180065-E959-4CC0-8B9D-90078F55D5FE}"/>
                </a:ext>
              </a:extLst>
            </p:cNvPr>
            <p:cNvSpPr>
              <a:spLocks noChangeAspect="1" noChangeArrowheads="1"/>
            </p:cNvSpPr>
            <p:nvPr userDrawn="1"/>
          </p:nvSpPr>
          <p:spPr bwMode="auto">
            <a:xfrm>
              <a:off x="7697599"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2" name="Oval 1202">
              <a:extLst>
                <a:ext uri="{FF2B5EF4-FFF2-40B4-BE49-F238E27FC236}">
                  <a16:creationId xmlns:a16="http://schemas.microsoft.com/office/drawing/2014/main" id="{0D1CD40B-F2BE-4386-A272-161F27631F08}"/>
                </a:ext>
              </a:extLst>
            </p:cNvPr>
            <p:cNvSpPr>
              <a:spLocks noChangeAspect="1" noChangeArrowheads="1"/>
            </p:cNvSpPr>
            <p:nvPr userDrawn="1"/>
          </p:nvSpPr>
          <p:spPr bwMode="auto">
            <a:xfrm>
              <a:off x="7810684"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3" name="Oval 1203">
              <a:extLst>
                <a:ext uri="{FF2B5EF4-FFF2-40B4-BE49-F238E27FC236}">
                  <a16:creationId xmlns:a16="http://schemas.microsoft.com/office/drawing/2014/main" id="{EAFB7844-7D4D-40FA-8863-FBD6DC46F6CB}"/>
                </a:ext>
              </a:extLst>
            </p:cNvPr>
            <p:cNvSpPr>
              <a:spLocks noChangeAspect="1" noChangeArrowheads="1"/>
            </p:cNvSpPr>
            <p:nvPr userDrawn="1"/>
          </p:nvSpPr>
          <p:spPr bwMode="auto">
            <a:xfrm>
              <a:off x="8484665"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4" name="Oval 1204">
              <a:extLst>
                <a:ext uri="{FF2B5EF4-FFF2-40B4-BE49-F238E27FC236}">
                  <a16:creationId xmlns:a16="http://schemas.microsoft.com/office/drawing/2014/main" id="{CAD5FCFD-6737-4626-84C9-900A4B571382}"/>
                </a:ext>
              </a:extLst>
            </p:cNvPr>
            <p:cNvSpPr>
              <a:spLocks noChangeAspect="1" noChangeArrowheads="1"/>
            </p:cNvSpPr>
            <p:nvPr userDrawn="1"/>
          </p:nvSpPr>
          <p:spPr bwMode="auto">
            <a:xfrm>
              <a:off x="2641978"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5" name="Oval 1205">
              <a:extLst>
                <a:ext uri="{FF2B5EF4-FFF2-40B4-BE49-F238E27FC236}">
                  <a16:creationId xmlns:a16="http://schemas.microsoft.com/office/drawing/2014/main" id="{43D80767-33B9-46C2-BBB1-6D6742C7A7C1}"/>
                </a:ext>
              </a:extLst>
            </p:cNvPr>
            <p:cNvSpPr>
              <a:spLocks noChangeAspect="1" noChangeArrowheads="1"/>
            </p:cNvSpPr>
            <p:nvPr userDrawn="1"/>
          </p:nvSpPr>
          <p:spPr bwMode="auto">
            <a:xfrm>
              <a:off x="2753555"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6" name="Oval 1206">
              <a:extLst>
                <a:ext uri="{FF2B5EF4-FFF2-40B4-BE49-F238E27FC236}">
                  <a16:creationId xmlns:a16="http://schemas.microsoft.com/office/drawing/2014/main" id="{899C7481-7A64-4100-9846-85D9844E01A5}"/>
                </a:ext>
              </a:extLst>
            </p:cNvPr>
            <p:cNvSpPr>
              <a:spLocks noChangeAspect="1" noChangeArrowheads="1"/>
            </p:cNvSpPr>
            <p:nvPr userDrawn="1"/>
          </p:nvSpPr>
          <p:spPr bwMode="auto">
            <a:xfrm>
              <a:off x="2866641"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7" name="Oval 1207">
              <a:extLst>
                <a:ext uri="{FF2B5EF4-FFF2-40B4-BE49-F238E27FC236}">
                  <a16:creationId xmlns:a16="http://schemas.microsoft.com/office/drawing/2014/main" id="{198407D0-67BB-42EC-8483-1C3F9E1667EB}"/>
                </a:ext>
              </a:extLst>
            </p:cNvPr>
            <p:cNvSpPr>
              <a:spLocks noChangeAspect="1" noChangeArrowheads="1"/>
            </p:cNvSpPr>
            <p:nvPr userDrawn="1"/>
          </p:nvSpPr>
          <p:spPr bwMode="auto">
            <a:xfrm>
              <a:off x="7697599"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8" name="Oval 1208">
              <a:extLst>
                <a:ext uri="{FF2B5EF4-FFF2-40B4-BE49-F238E27FC236}">
                  <a16:creationId xmlns:a16="http://schemas.microsoft.com/office/drawing/2014/main" id="{7DA907AC-CB55-42C6-AFF0-E2BE5C4A6863}"/>
                </a:ext>
              </a:extLst>
            </p:cNvPr>
            <p:cNvSpPr>
              <a:spLocks noChangeAspect="1" noChangeArrowheads="1"/>
            </p:cNvSpPr>
            <p:nvPr userDrawn="1"/>
          </p:nvSpPr>
          <p:spPr bwMode="auto">
            <a:xfrm>
              <a:off x="7810684"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9" name="Oval 1209">
              <a:extLst>
                <a:ext uri="{FF2B5EF4-FFF2-40B4-BE49-F238E27FC236}">
                  <a16:creationId xmlns:a16="http://schemas.microsoft.com/office/drawing/2014/main" id="{A2F09F51-60A3-456F-970D-9EC1473119A9}"/>
                </a:ext>
              </a:extLst>
            </p:cNvPr>
            <p:cNvSpPr>
              <a:spLocks noChangeAspect="1" noChangeArrowheads="1"/>
            </p:cNvSpPr>
            <p:nvPr userDrawn="1"/>
          </p:nvSpPr>
          <p:spPr bwMode="auto">
            <a:xfrm>
              <a:off x="8484665"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0" name="Oval 1210">
              <a:extLst>
                <a:ext uri="{FF2B5EF4-FFF2-40B4-BE49-F238E27FC236}">
                  <a16:creationId xmlns:a16="http://schemas.microsoft.com/office/drawing/2014/main" id="{96778EF6-7D5D-4E10-9008-6A1E15B65AC1}"/>
                </a:ext>
              </a:extLst>
            </p:cNvPr>
            <p:cNvSpPr>
              <a:spLocks noChangeAspect="1" noChangeArrowheads="1"/>
            </p:cNvSpPr>
            <p:nvPr userDrawn="1"/>
          </p:nvSpPr>
          <p:spPr bwMode="auto">
            <a:xfrm>
              <a:off x="2641978"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1" name="Oval 1211">
              <a:extLst>
                <a:ext uri="{FF2B5EF4-FFF2-40B4-BE49-F238E27FC236}">
                  <a16:creationId xmlns:a16="http://schemas.microsoft.com/office/drawing/2014/main" id="{EE5AFF34-7FE7-4B6F-9430-6B4D16203C50}"/>
                </a:ext>
              </a:extLst>
            </p:cNvPr>
            <p:cNvSpPr>
              <a:spLocks noChangeAspect="1" noChangeArrowheads="1"/>
            </p:cNvSpPr>
            <p:nvPr userDrawn="1"/>
          </p:nvSpPr>
          <p:spPr bwMode="auto">
            <a:xfrm>
              <a:off x="2753555"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2" name="Oval 1212">
              <a:extLst>
                <a:ext uri="{FF2B5EF4-FFF2-40B4-BE49-F238E27FC236}">
                  <a16:creationId xmlns:a16="http://schemas.microsoft.com/office/drawing/2014/main" id="{CD62CBEF-FB3C-47AD-89FE-EEEDE6C116CB}"/>
                </a:ext>
              </a:extLst>
            </p:cNvPr>
            <p:cNvSpPr>
              <a:spLocks noChangeAspect="1" noChangeArrowheads="1"/>
            </p:cNvSpPr>
            <p:nvPr userDrawn="1"/>
          </p:nvSpPr>
          <p:spPr bwMode="auto">
            <a:xfrm>
              <a:off x="7810684"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3" name="Oval 1213">
              <a:extLst>
                <a:ext uri="{FF2B5EF4-FFF2-40B4-BE49-F238E27FC236}">
                  <a16:creationId xmlns:a16="http://schemas.microsoft.com/office/drawing/2014/main" id="{BEE42AA8-B895-4401-8C0A-4571ACFAD2A4}"/>
                </a:ext>
              </a:extLst>
            </p:cNvPr>
            <p:cNvSpPr>
              <a:spLocks noChangeAspect="1" noChangeArrowheads="1"/>
            </p:cNvSpPr>
            <p:nvPr userDrawn="1"/>
          </p:nvSpPr>
          <p:spPr bwMode="auto">
            <a:xfrm>
              <a:off x="8371581"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4" name="Oval 1214">
              <a:extLst>
                <a:ext uri="{FF2B5EF4-FFF2-40B4-BE49-F238E27FC236}">
                  <a16:creationId xmlns:a16="http://schemas.microsoft.com/office/drawing/2014/main" id="{60965913-A106-4FEF-A6D7-470872427900}"/>
                </a:ext>
              </a:extLst>
            </p:cNvPr>
            <p:cNvSpPr>
              <a:spLocks noChangeAspect="1" noChangeArrowheads="1"/>
            </p:cNvSpPr>
            <p:nvPr userDrawn="1"/>
          </p:nvSpPr>
          <p:spPr bwMode="auto">
            <a:xfrm>
              <a:off x="2641978"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5" name="Oval 1215">
              <a:extLst>
                <a:ext uri="{FF2B5EF4-FFF2-40B4-BE49-F238E27FC236}">
                  <a16:creationId xmlns:a16="http://schemas.microsoft.com/office/drawing/2014/main" id="{AC66C8E6-FB7C-44F6-B556-81899823BB86}"/>
                </a:ext>
              </a:extLst>
            </p:cNvPr>
            <p:cNvSpPr>
              <a:spLocks noChangeAspect="1" noChangeArrowheads="1"/>
            </p:cNvSpPr>
            <p:nvPr userDrawn="1"/>
          </p:nvSpPr>
          <p:spPr bwMode="auto">
            <a:xfrm>
              <a:off x="2753555"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6" name="Oval 1216">
              <a:extLst>
                <a:ext uri="{FF2B5EF4-FFF2-40B4-BE49-F238E27FC236}">
                  <a16:creationId xmlns:a16="http://schemas.microsoft.com/office/drawing/2014/main" id="{9D2BA2CA-555F-4A56-A27D-53D99B504005}"/>
                </a:ext>
              </a:extLst>
            </p:cNvPr>
            <p:cNvSpPr>
              <a:spLocks noChangeAspect="1" noChangeArrowheads="1"/>
            </p:cNvSpPr>
            <p:nvPr userDrawn="1"/>
          </p:nvSpPr>
          <p:spPr bwMode="auto">
            <a:xfrm>
              <a:off x="8260006"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7" name="Oval 1217">
              <a:extLst>
                <a:ext uri="{FF2B5EF4-FFF2-40B4-BE49-F238E27FC236}">
                  <a16:creationId xmlns:a16="http://schemas.microsoft.com/office/drawing/2014/main" id="{B7DDC83C-E84D-45AD-85F7-D13ED2BE4719}"/>
                </a:ext>
              </a:extLst>
            </p:cNvPr>
            <p:cNvSpPr>
              <a:spLocks noChangeAspect="1" noChangeArrowheads="1"/>
            </p:cNvSpPr>
            <p:nvPr userDrawn="1"/>
          </p:nvSpPr>
          <p:spPr bwMode="auto">
            <a:xfrm>
              <a:off x="2641978" y="549718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8" name="Oval 1218">
              <a:extLst>
                <a:ext uri="{FF2B5EF4-FFF2-40B4-BE49-F238E27FC236}">
                  <a16:creationId xmlns:a16="http://schemas.microsoft.com/office/drawing/2014/main" id="{8A176BDB-7C28-44A0-80F8-2785BA3E8235}"/>
                </a:ext>
              </a:extLst>
            </p:cNvPr>
            <p:cNvSpPr>
              <a:spLocks noChangeAspect="1" noChangeArrowheads="1"/>
            </p:cNvSpPr>
            <p:nvPr userDrawn="1"/>
          </p:nvSpPr>
          <p:spPr bwMode="auto">
            <a:xfrm>
              <a:off x="2753555" y="549718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9" name="Oval 1219">
              <a:extLst>
                <a:ext uri="{FF2B5EF4-FFF2-40B4-BE49-F238E27FC236}">
                  <a16:creationId xmlns:a16="http://schemas.microsoft.com/office/drawing/2014/main" id="{A7ACA979-9413-430D-9ADD-71C24DC51334}"/>
                </a:ext>
              </a:extLst>
            </p:cNvPr>
            <p:cNvSpPr>
              <a:spLocks noChangeAspect="1" noChangeArrowheads="1"/>
            </p:cNvSpPr>
            <p:nvPr userDrawn="1"/>
          </p:nvSpPr>
          <p:spPr bwMode="auto">
            <a:xfrm>
              <a:off x="2641978" y="560122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90" name="Oval 1220">
              <a:extLst>
                <a:ext uri="{FF2B5EF4-FFF2-40B4-BE49-F238E27FC236}">
                  <a16:creationId xmlns:a16="http://schemas.microsoft.com/office/drawing/2014/main" id="{46A8BF6B-64C4-405F-B8CA-194E86CD25FB}"/>
                </a:ext>
              </a:extLst>
            </p:cNvPr>
            <p:cNvSpPr>
              <a:spLocks noChangeAspect="1" noChangeArrowheads="1"/>
            </p:cNvSpPr>
            <p:nvPr userDrawn="1"/>
          </p:nvSpPr>
          <p:spPr bwMode="auto">
            <a:xfrm>
              <a:off x="2641978" y="570525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91" name="Oval 1221">
              <a:extLst>
                <a:ext uri="{FF2B5EF4-FFF2-40B4-BE49-F238E27FC236}">
                  <a16:creationId xmlns:a16="http://schemas.microsoft.com/office/drawing/2014/main" id="{03D0F133-F5C5-4B79-845D-BB17342275C7}"/>
                </a:ext>
              </a:extLst>
            </p:cNvPr>
            <p:cNvSpPr>
              <a:spLocks noChangeAspect="1" noChangeArrowheads="1"/>
            </p:cNvSpPr>
            <p:nvPr userDrawn="1"/>
          </p:nvSpPr>
          <p:spPr bwMode="auto">
            <a:xfrm>
              <a:off x="2753556" y="570525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92" name="Oval 1222">
              <a:extLst>
                <a:ext uri="{FF2B5EF4-FFF2-40B4-BE49-F238E27FC236}">
                  <a16:creationId xmlns:a16="http://schemas.microsoft.com/office/drawing/2014/main" id="{AB805002-DAF6-49DF-BFD4-1989EA0D1537}"/>
                </a:ext>
              </a:extLst>
            </p:cNvPr>
            <p:cNvSpPr>
              <a:spLocks noChangeAspect="1" noChangeArrowheads="1"/>
            </p:cNvSpPr>
            <p:nvPr userDrawn="1"/>
          </p:nvSpPr>
          <p:spPr bwMode="auto">
            <a:xfrm>
              <a:off x="4103024" y="26972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93" name="Oval 1223">
              <a:extLst>
                <a:ext uri="{FF2B5EF4-FFF2-40B4-BE49-F238E27FC236}">
                  <a16:creationId xmlns:a16="http://schemas.microsoft.com/office/drawing/2014/main" id="{A2FB9BA4-CF6E-45A1-B9FB-78E659EB9690}"/>
                </a:ext>
              </a:extLst>
            </p:cNvPr>
            <p:cNvSpPr>
              <a:spLocks noChangeAspect="1" noChangeArrowheads="1"/>
            </p:cNvSpPr>
            <p:nvPr userDrawn="1"/>
          </p:nvSpPr>
          <p:spPr bwMode="auto">
            <a:xfrm>
              <a:off x="4214589"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grpSp>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dirty="0"/>
              <a:t>Traffic Manager Routing Methods</a:t>
            </a:r>
          </a:p>
        </p:txBody>
      </p:sp>
      <p:sp>
        <p:nvSpPr>
          <p:cNvPr id="2535" name="Oval 2534">
            <a:extLst>
              <a:ext uri="{FF2B5EF4-FFF2-40B4-BE49-F238E27FC236}">
                <a16:creationId xmlns:a16="http://schemas.microsoft.com/office/drawing/2014/main" id="{3FCACB66-206C-4430-9C91-65F34706AE92}"/>
              </a:ext>
            </a:extLst>
          </p:cNvPr>
          <p:cNvSpPr/>
          <p:nvPr/>
        </p:nvSpPr>
        <p:spPr bwMode="auto">
          <a:xfrm>
            <a:off x="1549052" y="2243668"/>
            <a:ext cx="1969558" cy="2966508"/>
          </a:xfrm>
          <a:prstGeom prst="ellipse">
            <a:avLst/>
          </a:prstGeom>
          <a:noFill/>
          <a:ln w="50800">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2536" name="Oval 2535">
            <a:extLst>
              <a:ext uri="{FF2B5EF4-FFF2-40B4-BE49-F238E27FC236}">
                <a16:creationId xmlns:a16="http://schemas.microsoft.com/office/drawing/2014/main" id="{034565AD-3F10-43AE-9167-45772EB1D0A4}"/>
              </a:ext>
            </a:extLst>
          </p:cNvPr>
          <p:cNvSpPr/>
          <p:nvPr/>
        </p:nvSpPr>
        <p:spPr bwMode="auto">
          <a:xfrm>
            <a:off x="3518610" y="2273280"/>
            <a:ext cx="1506706" cy="1253242"/>
          </a:xfrm>
          <a:prstGeom prst="ellipse">
            <a:avLst/>
          </a:prstGeom>
          <a:noFill/>
          <a:ln w="50800">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sp>
        <p:nvSpPr>
          <p:cNvPr id="2537" name="Oval 2536">
            <a:extLst>
              <a:ext uri="{FF2B5EF4-FFF2-40B4-BE49-F238E27FC236}">
                <a16:creationId xmlns:a16="http://schemas.microsoft.com/office/drawing/2014/main" id="{14E51599-364E-4F99-B8D0-24A0DBB74E84}"/>
              </a:ext>
            </a:extLst>
          </p:cNvPr>
          <p:cNvSpPr/>
          <p:nvPr/>
        </p:nvSpPr>
        <p:spPr bwMode="auto">
          <a:xfrm>
            <a:off x="5025316" y="3240771"/>
            <a:ext cx="561975" cy="847726"/>
          </a:xfrm>
          <a:prstGeom prst="ellipse">
            <a:avLst/>
          </a:prstGeom>
          <a:noFill/>
          <a:ln w="50800">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a:gradFill>
                <a:gsLst>
                  <a:gs pos="5439">
                    <a:srgbClr val="F8F8F8"/>
                  </a:gs>
                  <a:gs pos="10000">
                    <a:srgbClr val="F8F8F8"/>
                  </a:gs>
                </a:gsLst>
                <a:lin ang="5400000" scaled="0"/>
              </a:gradFill>
            </a:endParaRPr>
          </a:p>
        </p:txBody>
      </p:sp>
      <p:cxnSp>
        <p:nvCxnSpPr>
          <p:cNvPr id="2538" name="Straight Arrow Connector 2537">
            <a:extLst>
              <a:ext uri="{FF2B5EF4-FFF2-40B4-BE49-F238E27FC236}">
                <a16:creationId xmlns:a16="http://schemas.microsoft.com/office/drawing/2014/main" id="{926B260A-CA61-4930-A3C1-6CF441BD467E}"/>
              </a:ext>
            </a:extLst>
          </p:cNvPr>
          <p:cNvCxnSpPr>
            <a:cxnSpLocks/>
            <a:stCxn id="2537" idx="6"/>
            <a:endCxn id="3708" idx="2"/>
          </p:cNvCxnSpPr>
          <p:nvPr/>
        </p:nvCxnSpPr>
        <p:spPr>
          <a:xfrm>
            <a:off x="5587291" y="3664634"/>
            <a:ext cx="466265" cy="535309"/>
          </a:xfrm>
          <a:prstGeom prst="straightConnector1">
            <a:avLst/>
          </a:prstGeom>
          <a:ln w="50800">
            <a:solidFill>
              <a:schemeClr val="tx2"/>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39" name="Text Placeholder 549">
            <a:extLst>
              <a:ext uri="{FF2B5EF4-FFF2-40B4-BE49-F238E27FC236}">
                <a16:creationId xmlns:a16="http://schemas.microsoft.com/office/drawing/2014/main" id="{70EB1D02-A4CD-45F7-9C71-F17479781B11}"/>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p:txBody>
      </p:sp>
      <p:sp>
        <p:nvSpPr>
          <p:cNvPr id="1240" name="Rectangle: Rounded Corners 1239">
            <a:extLst>
              <a:ext uri="{FF2B5EF4-FFF2-40B4-BE49-F238E27FC236}">
                <a16:creationId xmlns:a16="http://schemas.microsoft.com/office/drawing/2014/main" id="{33FE56F6-B05F-4495-BF8D-6335167E1DCC}"/>
              </a:ext>
            </a:extLst>
          </p:cNvPr>
          <p:cNvSpPr/>
          <p:nvPr/>
        </p:nvSpPr>
        <p:spPr bwMode="auto">
          <a:xfrm>
            <a:off x="9311129" y="2060881"/>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Priority</a:t>
            </a:r>
          </a:p>
        </p:txBody>
      </p:sp>
      <p:sp>
        <p:nvSpPr>
          <p:cNvPr id="1241" name="Rectangle: Rounded Corners 1240">
            <a:extLst>
              <a:ext uri="{FF2B5EF4-FFF2-40B4-BE49-F238E27FC236}">
                <a16:creationId xmlns:a16="http://schemas.microsoft.com/office/drawing/2014/main" id="{7189F0F8-E5EC-4C0C-9A2E-C903836FCFEF}"/>
              </a:ext>
            </a:extLst>
          </p:cNvPr>
          <p:cNvSpPr/>
          <p:nvPr/>
        </p:nvSpPr>
        <p:spPr bwMode="auto">
          <a:xfrm>
            <a:off x="9311129" y="2835259"/>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Weighted Round Robin</a:t>
            </a:r>
          </a:p>
        </p:txBody>
      </p:sp>
      <p:sp>
        <p:nvSpPr>
          <p:cNvPr id="1242" name="Rectangle: Rounded Corners 1241">
            <a:extLst>
              <a:ext uri="{FF2B5EF4-FFF2-40B4-BE49-F238E27FC236}">
                <a16:creationId xmlns:a16="http://schemas.microsoft.com/office/drawing/2014/main" id="{FE987DD4-08B7-4C43-999B-F2E6C77E391B}"/>
              </a:ext>
            </a:extLst>
          </p:cNvPr>
          <p:cNvSpPr/>
          <p:nvPr/>
        </p:nvSpPr>
        <p:spPr bwMode="auto">
          <a:xfrm>
            <a:off x="9311129" y="3559352"/>
            <a:ext cx="2849959" cy="52914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cs typeface="Segoe UI" pitchFamily="34" charset="0"/>
              </a:rPr>
              <a:t>Geographic</a:t>
            </a:r>
          </a:p>
        </p:txBody>
      </p:sp>
      <p:grpSp>
        <p:nvGrpSpPr>
          <p:cNvPr id="3" name="Group 2">
            <a:extLst>
              <a:ext uri="{FF2B5EF4-FFF2-40B4-BE49-F238E27FC236}">
                <a16:creationId xmlns:a16="http://schemas.microsoft.com/office/drawing/2014/main" id="{299511DB-4828-41EF-8134-A1A21F152DDC}"/>
              </a:ext>
            </a:extLst>
          </p:cNvPr>
          <p:cNvGrpSpPr/>
          <p:nvPr/>
        </p:nvGrpSpPr>
        <p:grpSpPr>
          <a:xfrm>
            <a:off x="2243616" y="2601630"/>
            <a:ext cx="941498" cy="941498"/>
            <a:chOff x="1459219" y="2696284"/>
            <a:chExt cx="941498" cy="941498"/>
          </a:xfrm>
        </p:grpSpPr>
        <p:sp>
          <p:nvSpPr>
            <p:cNvPr id="3694" name="Oval 3693">
              <a:extLst>
                <a:ext uri="{FF2B5EF4-FFF2-40B4-BE49-F238E27FC236}">
                  <a16:creationId xmlns:a16="http://schemas.microsoft.com/office/drawing/2014/main" id="{2D0B9527-C261-4F9F-B861-FE2E6FADE9AC}"/>
                </a:ext>
              </a:extLst>
            </p:cNvPr>
            <p:cNvSpPr/>
            <p:nvPr/>
          </p:nvSpPr>
          <p:spPr bwMode="auto">
            <a:xfrm>
              <a:off x="1459219" y="269628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695" name="Picture 3694">
              <a:extLst>
                <a:ext uri="{FF2B5EF4-FFF2-40B4-BE49-F238E27FC236}">
                  <a16:creationId xmlns:a16="http://schemas.microsoft.com/office/drawing/2014/main" id="{04C7EBD8-2F88-4C08-81D2-9E09B2CA0B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297" y="2911361"/>
              <a:ext cx="511343" cy="511344"/>
            </a:xfrm>
            <a:prstGeom prst="rect">
              <a:avLst/>
            </a:prstGeom>
          </p:spPr>
        </p:pic>
      </p:grpSp>
      <p:grpSp>
        <p:nvGrpSpPr>
          <p:cNvPr id="3696" name="Group 3695">
            <a:extLst>
              <a:ext uri="{FF2B5EF4-FFF2-40B4-BE49-F238E27FC236}">
                <a16:creationId xmlns:a16="http://schemas.microsoft.com/office/drawing/2014/main" id="{F76A0960-A802-4004-9DEE-C7FFFC288F0E}"/>
              </a:ext>
            </a:extLst>
          </p:cNvPr>
          <p:cNvGrpSpPr/>
          <p:nvPr/>
        </p:nvGrpSpPr>
        <p:grpSpPr>
          <a:xfrm>
            <a:off x="3878569" y="2372434"/>
            <a:ext cx="941498" cy="941498"/>
            <a:chOff x="3878569" y="2372434"/>
            <a:chExt cx="941498" cy="941498"/>
          </a:xfrm>
        </p:grpSpPr>
        <p:sp>
          <p:nvSpPr>
            <p:cNvPr id="3697" name="Oval 3696">
              <a:extLst>
                <a:ext uri="{FF2B5EF4-FFF2-40B4-BE49-F238E27FC236}">
                  <a16:creationId xmlns:a16="http://schemas.microsoft.com/office/drawing/2014/main" id="{FD9190C8-E4C5-4359-861D-B62A5984D26E}"/>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698" name="Picture 3697">
              <a:extLst>
                <a:ext uri="{FF2B5EF4-FFF2-40B4-BE49-F238E27FC236}">
                  <a16:creationId xmlns:a16="http://schemas.microsoft.com/office/drawing/2014/main" id="{7F8AFB87-30D9-41DC-A681-BF0B353CCD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3707" name="Group 3706">
            <a:extLst>
              <a:ext uri="{FF2B5EF4-FFF2-40B4-BE49-F238E27FC236}">
                <a16:creationId xmlns:a16="http://schemas.microsoft.com/office/drawing/2014/main" id="{CD2DB6E2-FD58-451E-BAEC-4FF6066B7646}"/>
              </a:ext>
            </a:extLst>
          </p:cNvPr>
          <p:cNvGrpSpPr/>
          <p:nvPr/>
        </p:nvGrpSpPr>
        <p:grpSpPr>
          <a:xfrm>
            <a:off x="6053556" y="3729194"/>
            <a:ext cx="941498" cy="941498"/>
            <a:chOff x="3878569" y="2372434"/>
            <a:chExt cx="941498" cy="941498"/>
          </a:xfrm>
        </p:grpSpPr>
        <p:sp>
          <p:nvSpPr>
            <p:cNvPr id="3708" name="Oval 3707">
              <a:extLst>
                <a:ext uri="{FF2B5EF4-FFF2-40B4-BE49-F238E27FC236}">
                  <a16:creationId xmlns:a16="http://schemas.microsoft.com/office/drawing/2014/main" id="{F0F61B43-28BC-45F4-86D8-5ECC0D5912B9}"/>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709" name="Picture 3708">
              <a:extLst>
                <a:ext uri="{FF2B5EF4-FFF2-40B4-BE49-F238E27FC236}">
                  <a16:creationId xmlns:a16="http://schemas.microsoft.com/office/drawing/2014/main" id="{DA46592D-15BB-42F1-A033-A8709A32D6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spTree>
    <p:extLst>
      <p:ext uri="{BB962C8B-B14F-4D97-AF65-F5344CB8AC3E}">
        <p14:creationId xmlns:p14="http://schemas.microsoft.com/office/powerpoint/2010/main" val="695325762"/>
      </p:ext>
    </p:extLst>
  </p:cSld>
  <p:clrMapOvr>
    <a:masterClrMapping/>
  </p:clrMapOvr>
  <p:transition>
    <p:fade/>
  </p:transition>
</p:sld>
</file>

<file path=ppt/slides/slide44.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 name="Text Placeholder 549">
            <a:extLst>
              <a:ext uri="{FF2B5EF4-FFF2-40B4-BE49-F238E27FC236}">
                <a16:creationId xmlns:a16="http://schemas.microsoft.com/office/drawing/2014/main" id="{85278EEE-FC55-4D6A-B6EF-1464A3E7FE97}"/>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p:txBody>
      </p:sp>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dirty="0"/>
              <a:t>Traffic Manager Routing Methods</a:t>
            </a:r>
          </a:p>
        </p:txBody>
      </p:sp>
      <p:sp>
        <p:nvSpPr>
          <p:cNvPr id="1224" name="Rectangle: Rounded Corners 1223">
            <a:extLst>
              <a:ext uri="{FF2B5EF4-FFF2-40B4-BE49-F238E27FC236}">
                <a16:creationId xmlns:a16="http://schemas.microsoft.com/office/drawing/2014/main" id="{71F871D6-CD03-41AC-8179-EF7375981EC9}"/>
              </a:ext>
            </a:extLst>
          </p:cNvPr>
          <p:cNvSpPr/>
          <p:nvPr/>
        </p:nvSpPr>
        <p:spPr bwMode="auto">
          <a:xfrm>
            <a:off x="9311129" y="2060881"/>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Priority</a:t>
            </a:r>
          </a:p>
        </p:txBody>
      </p:sp>
      <p:sp>
        <p:nvSpPr>
          <p:cNvPr id="1243" name="Rectangle: Rounded Corners 1242">
            <a:extLst>
              <a:ext uri="{FF2B5EF4-FFF2-40B4-BE49-F238E27FC236}">
                <a16:creationId xmlns:a16="http://schemas.microsoft.com/office/drawing/2014/main" id="{54646161-3676-41DE-82AC-C3957231EE3D}"/>
              </a:ext>
            </a:extLst>
          </p:cNvPr>
          <p:cNvSpPr/>
          <p:nvPr/>
        </p:nvSpPr>
        <p:spPr bwMode="auto">
          <a:xfrm>
            <a:off x="9311129" y="2835259"/>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Weighted Round Robin</a:t>
            </a:r>
          </a:p>
        </p:txBody>
      </p:sp>
      <p:sp>
        <p:nvSpPr>
          <p:cNvPr id="1244" name="Rectangle: Rounded Corners 1243">
            <a:extLst>
              <a:ext uri="{FF2B5EF4-FFF2-40B4-BE49-F238E27FC236}">
                <a16:creationId xmlns:a16="http://schemas.microsoft.com/office/drawing/2014/main" id="{E191E4D2-2C42-41CF-8A6F-133415A3CB2C}"/>
              </a:ext>
            </a:extLst>
          </p:cNvPr>
          <p:cNvSpPr/>
          <p:nvPr/>
        </p:nvSpPr>
        <p:spPr bwMode="auto">
          <a:xfrm>
            <a:off x="9311129" y="3559352"/>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Geographic</a:t>
            </a:r>
          </a:p>
        </p:txBody>
      </p:sp>
      <p:sp>
        <p:nvSpPr>
          <p:cNvPr id="1246" name="Rectangle: Rounded Corners 1245">
            <a:extLst>
              <a:ext uri="{FF2B5EF4-FFF2-40B4-BE49-F238E27FC236}">
                <a16:creationId xmlns:a16="http://schemas.microsoft.com/office/drawing/2014/main" id="{DB782E37-9DE2-4693-A99C-976D674231E3}"/>
              </a:ext>
            </a:extLst>
          </p:cNvPr>
          <p:cNvSpPr/>
          <p:nvPr/>
        </p:nvSpPr>
        <p:spPr bwMode="auto">
          <a:xfrm>
            <a:off x="9311128" y="4352296"/>
            <a:ext cx="2849959" cy="52914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Performance</a:t>
            </a:r>
          </a:p>
        </p:txBody>
      </p:sp>
      <p:grpSp>
        <p:nvGrpSpPr>
          <p:cNvPr id="64" name="Group 63">
            <a:extLst>
              <a:ext uri="{FF2B5EF4-FFF2-40B4-BE49-F238E27FC236}">
                <a16:creationId xmlns:a16="http://schemas.microsoft.com/office/drawing/2014/main" id="{31B747DF-71D8-42E4-B262-05E5C9C8FB7A}"/>
              </a:ext>
            </a:extLst>
          </p:cNvPr>
          <p:cNvGrpSpPr/>
          <p:nvPr/>
        </p:nvGrpSpPr>
        <p:grpSpPr>
          <a:xfrm>
            <a:off x="1343439" y="2014307"/>
            <a:ext cx="5758229" cy="3210183"/>
            <a:chOff x="395369" y="1139689"/>
            <a:chExt cx="8399902" cy="4651512"/>
          </a:xfrm>
          <a:solidFill>
            <a:srgbClr val="00B0F0"/>
          </a:solidFill>
        </p:grpSpPr>
        <p:sp>
          <p:nvSpPr>
            <p:cNvPr id="65" name="Oval 9">
              <a:extLst>
                <a:ext uri="{FF2B5EF4-FFF2-40B4-BE49-F238E27FC236}">
                  <a16:creationId xmlns:a16="http://schemas.microsoft.com/office/drawing/2014/main" id="{0202AD92-B358-40CC-95C6-68CFDD6301D3}"/>
                </a:ext>
              </a:extLst>
            </p:cNvPr>
            <p:cNvSpPr>
              <a:spLocks noChangeAspect="1" noChangeArrowheads="1"/>
            </p:cNvSpPr>
            <p:nvPr userDrawn="1"/>
          </p:nvSpPr>
          <p:spPr bwMode="auto">
            <a:xfrm>
              <a:off x="2417316"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 name="Oval 10">
              <a:extLst>
                <a:ext uri="{FF2B5EF4-FFF2-40B4-BE49-F238E27FC236}">
                  <a16:creationId xmlns:a16="http://schemas.microsoft.com/office/drawing/2014/main" id="{B1739934-618F-4C26-8D90-339A518CA186}"/>
                </a:ext>
              </a:extLst>
            </p:cNvPr>
            <p:cNvSpPr>
              <a:spLocks noChangeAspect="1" noChangeArrowheads="1"/>
            </p:cNvSpPr>
            <p:nvPr userDrawn="1"/>
          </p:nvSpPr>
          <p:spPr bwMode="auto">
            <a:xfrm>
              <a:off x="2528893"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 name="Oval 11">
              <a:extLst>
                <a:ext uri="{FF2B5EF4-FFF2-40B4-BE49-F238E27FC236}">
                  <a16:creationId xmlns:a16="http://schemas.microsoft.com/office/drawing/2014/main" id="{560CE476-2746-4344-BE4D-8445F88D021A}"/>
                </a:ext>
              </a:extLst>
            </p:cNvPr>
            <p:cNvSpPr>
              <a:spLocks noChangeAspect="1" noChangeArrowheads="1"/>
            </p:cNvSpPr>
            <p:nvPr userDrawn="1"/>
          </p:nvSpPr>
          <p:spPr bwMode="auto">
            <a:xfrm>
              <a:off x="2641976"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 name="Oval 12">
              <a:extLst>
                <a:ext uri="{FF2B5EF4-FFF2-40B4-BE49-F238E27FC236}">
                  <a16:creationId xmlns:a16="http://schemas.microsoft.com/office/drawing/2014/main" id="{2E56DB12-F515-4F7C-A46F-9EB215463C0C}"/>
                </a:ext>
              </a:extLst>
            </p:cNvPr>
            <p:cNvSpPr>
              <a:spLocks noChangeAspect="1" noChangeArrowheads="1"/>
            </p:cNvSpPr>
            <p:nvPr userDrawn="1"/>
          </p:nvSpPr>
          <p:spPr bwMode="auto">
            <a:xfrm>
              <a:off x="2753553"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 name="Oval 13">
              <a:extLst>
                <a:ext uri="{FF2B5EF4-FFF2-40B4-BE49-F238E27FC236}">
                  <a16:creationId xmlns:a16="http://schemas.microsoft.com/office/drawing/2014/main" id="{AA3915D2-517E-496B-BEB9-0ADBC61649FD}"/>
                </a:ext>
              </a:extLst>
            </p:cNvPr>
            <p:cNvSpPr>
              <a:spLocks noChangeAspect="1" noChangeArrowheads="1"/>
            </p:cNvSpPr>
            <p:nvPr userDrawn="1"/>
          </p:nvSpPr>
          <p:spPr bwMode="auto">
            <a:xfrm>
              <a:off x="3091299"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 name="Oval 14">
              <a:extLst>
                <a:ext uri="{FF2B5EF4-FFF2-40B4-BE49-F238E27FC236}">
                  <a16:creationId xmlns:a16="http://schemas.microsoft.com/office/drawing/2014/main" id="{27857739-8B41-4581-9E45-343B25D3D077}"/>
                </a:ext>
              </a:extLst>
            </p:cNvPr>
            <p:cNvSpPr>
              <a:spLocks noChangeAspect="1" noChangeArrowheads="1"/>
            </p:cNvSpPr>
            <p:nvPr userDrawn="1"/>
          </p:nvSpPr>
          <p:spPr bwMode="auto">
            <a:xfrm>
              <a:off x="3204383"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 name="Oval 15">
              <a:extLst>
                <a:ext uri="{FF2B5EF4-FFF2-40B4-BE49-F238E27FC236}">
                  <a16:creationId xmlns:a16="http://schemas.microsoft.com/office/drawing/2014/main" id="{DFEE4C0E-F6B0-4F74-BCD7-97878BAD7443}"/>
                </a:ext>
              </a:extLst>
            </p:cNvPr>
            <p:cNvSpPr>
              <a:spLocks noChangeAspect="1" noChangeArrowheads="1"/>
            </p:cNvSpPr>
            <p:nvPr userDrawn="1"/>
          </p:nvSpPr>
          <p:spPr bwMode="auto">
            <a:xfrm>
              <a:off x="3315959"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 name="Oval 16">
              <a:extLst>
                <a:ext uri="{FF2B5EF4-FFF2-40B4-BE49-F238E27FC236}">
                  <a16:creationId xmlns:a16="http://schemas.microsoft.com/office/drawing/2014/main" id="{AB8C443D-6F51-445D-AB3E-E49223D449B9}"/>
                </a:ext>
              </a:extLst>
            </p:cNvPr>
            <p:cNvSpPr>
              <a:spLocks noChangeAspect="1" noChangeArrowheads="1"/>
            </p:cNvSpPr>
            <p:nvPr userDrawn="1"/>
          </p:nvSpPr>
          <p:spPr bwMode="auto">
            <a:xfrm>
              <a:off x="3429044"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 name="Oval 17">
              <a:extLst>
                <a:ext uri="{FF2B5EF4-FFF2-40B4-BE49-F238E27FC236}">
                  <a16:creationId xmlns:a16="http://schemas.microsoft.com/office/drawing/2014/main" id="{B44F380A-4F9B-4426-8900-225ADC9847E1}"/>
                </a:ext>
              </a:extLst>
            </p:cNvPr>
            <p:cNvSpPr>
              <a:spLocks noChangeAspect="1" noChangeArrowheads="1"/>
            </p:cNvSpPr>
            <p:nvPr userDrawn="1"/>
          </p:nvSpPr>
          <p:spPr bwMode="auto">
            <a:xfrm>
              <a:off x="3540621"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 name="Oval 18">
              <a:extLst>
                <a:ext uri="{FF2B5EF4-FFF2-40B4-BE49-F238E27FC236}">
                  <a16:creationId xmlns:a16="http://schemas.microsoft.com/office/drawing/2014/main" id="{4B50FB66-E512-44AF-BFD3-028CCC961780}"/>
                </a:ext>
              </a:extLst>
            </p:cNvPr>
            <p:cNvSpPr>
              <a:spLocks noChangeAspect="1" noChangeArrowheads="1"/>
            </p:cNvSpPr>
            <p:nvPr userDrawn="1"/>
          </p:nvSpPr>
          <p:spPr bwMode="auto">
            <a:xfrm>
              <a:off x="3653706"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 name="Oval 19">
              <a:extLst>
                <a:ext uri="{FF2B5EF4-FFF2-40B4-BE49-F238E27FC236}">
                  <a16:creationId xmlns:a16="http://schemas.microsoft.com/office/drawing/2014/main" id="{D3E3BABD-68CA-48BB-ACD5-9844EF4E82DA}"/>
                </a:ext>
              </a:extLst>
            </p:cNvPr>
            <p:cNvSpPr>
              <a:spLocks noChangeAspect="1" noChangeArrowheads="1"/>
            </p:cNvSpPr>
            <p:nvPr userDrawn="1"/>
          </p:nvSpPr>
          <p:spPr bwMode="auto">
            <a:xfrm>
              <a:off x="3765282" y="113968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 name="Oval 20">
              <a:extLst>
                <a:ext uri="{FF2B5EF4-FFF2-40B4-BE49-F238E27FC236}">
                  <a16:creationId xmlns:a16="http://schemas.microsoft.com/office/drawing/2014/main" id="{0988055F-88F2-4CE4-ACBE-AB4CC10B773E}"/>
                </a:ext>
              </a:extLst>
            </p:cNvPr>
            <p:cNvSpPr>
              <a:spLocks noChangeAspect="1" noChangeArrowheads="1"/>
            </p:cNvSpPr>
            <p:nvPr userDrawn="1"/>
          </p:nvSpPr>
          <p:spPr bwMode="auto">
            <a:xfrm>
              <a:off x="3878366"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 name="Oval 21">
              <a:extLst>
                <a:ext uri="{FF2B5EF4-FFF2-40B4-BE49-F238E27FC236}">
                  <a16:creationId xmlns:a16="http://schemas.microsoft.com/office/drawing/2014/main" id="{C0169FDE-479D-4D8E-B660-43E69703B7CB}"/>
                </a:ext>
              </a:extLst>
            </p:cNvPr>
            <p:cNvSpPr>
              <a:spLocks noChangeAspect="1" noChangeArrowheads="1"/>
            </p:cNvSpPr>
            <p:nvPr userDrawn="1"/>
          </p:nvSpPr>
          <p:spPr bwMode="auto">
            <a:xfrm>
              <a:off x="3989942"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 name="Oval 22">
              <a:extLst>
                <a:ext uri="{FF2B5EF4-FFF2-40B4-BE49-F238E27FC236}">
                  <a16:creationId xmlns:a16="http://schemas.microsoft.com/office/drawing/2014/main" id="{BC84C22D-C466-40EE-AA3B-E88B6A970CDE}"/>
                </a:ext>
              </a:extLst>
            </p:cNvPr>
            <p:cNvSpPr>
              <a:spLocks noChangeAspect="1" noChangeArrowheads="1"/>
            </p:cNvSpPr>
            <p:nvPr userDrawn="1"/>
          </p:nvSpPr>
          <p:spPr bwMode="auto">
            <a:xfrm>
              <a:off x="6574294" y="113968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 name="Oval 23">
              <a:extLst>
                <a:ext uri="{FF2B5EF4-FFF2-40B4-BE49-F238E27FC236}">
                  <a16:creationId xmlns:a16="http://schemas.microsoft.com/office/drawing/2014/main" id="{8BB6735F-DB74-46B5-A16F-309C71ABFEDF}"/>
                </a:ext>
              </a:extLst>
            </p:cNvPr>
            <p:cNvSpPr>
              <a:spLocks noChangeAspect="1" noChangeArrowheads="1"/>
            </p:cNvSpPr>
            <p:nvPr userDrawn="1"/>
          </p:nvSpPr>
          <p:spPr bwMode="auto">
            <a:xfrm>
              <a:off x="219265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 name="Oval 24">
              <a:extLst>
                <a:ext uri="{FF2B5EF4-FFF2-40B4-BE49-F238E27FC236}">
                  <a16:creationId xmlns:a16="http://schemas.microsoft.com/office/drawing/2014/main" id="{5BAFD6FF-B939-4A50-BD73-3B9546326CE8}"/>
                </a:ext>
              </a:extLst>
            </p:cNvPr>
            <p:cNvSpPr>
              <a:spLocks noChangeAspect="1" noChangeArrowheads="1"/>
            </p:cNvSpPr>
            <p:nvPr userDrawn="1"/>
          </p:nvSpPr>
          <p:spPr bwMode="auto">
            <a:xfrm>
              <a:off x="2304233"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 name="Oval 25">
              <a:extLst>
                <a:ext uri="{FF2B5EF4-FFF2-40B4-BE49-F238E27FC236}">
                  <a16:creationId xmlns:a16="http://schemas.microsoft.com/office/drawing/2014/main" id="{91687603-5B13-4943-800A-6A339856A94D}"/>
                </a:ext>
              </a:extLst>
            </p:cNvPr>
            <p:cNvSpPr>
              <a:spLocks noChangeAspect="1" noChangeArrowheads="1"/>
            </p:cNvSpPr>
            <p:nvPr userDrawn="1"/>
          </p:nvSpPr>
          <p:spPr bwMode="auto">
            <a:xfrm>
              <a:off x="241731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 name="Oval 26">
              <a:extLst>
                <a:ext uri="{FF2B5EF4-FFF2-40B4-BE49-F238E27FC236}">
                  <a16:creationId xmlns:a16="http://schemas.microsoft.com/office/drawing/2014/main" id="{27B7430B-2DC7-4FF3-B9EC-785A8D29E773}"/>
                </a:ext>
              </a:extLst>
            </p:cNvPr>
            <p:cNvSpPr>
              <a:spLocks noChangeAspect="1" noChangeArrowheads="1"/>
            </p:cNvSpPr>
            <p:nvPr userDrawn="1"/>
          </p:nvSpPr>
          <p:spPr bwMode="auto">
            <a:xfrm>
              <a:off x="2528893"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 name="Oval 27">
              <a:extLst>
                <a:ext uri="{FF2B5EF4-FFF2-40B4-BE49-F238E27FC236}">
                  <a16:creationId xmlns:a16="http://schemas.microsoft.com/office/drawing/2014/main" id="{2F55C8CE-6A7B-4A20-A0DE-71C41EA6EF63}"/>
                </a:ext>
              </a:extLst>
            </p:cNvPr>
            <p:cNvSpPr>
              <a:spLocks noChangeAspect="1" noChangeArrowheads="1"/>
            </p:cNvSpPr>
            <p:nvPr userDrawn="1"/>
          </p:nvSpPr>
          <p:spPr bwMode="auto">
            <a:xfrm>
              <a:off x="264197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 name="Oval 28">
              <a:extLst>
                <a:ext uri="{FF2B5EF4-FFF2-40B4-BE49-F238E27FC236}">
                  <a16:creationId xmlns:a16="http://schemas.microsoft.com/office/drawing/2014/main" id="{341A8E6B-15EE-4B28-BF99-30FCFD3FDC48}"/>
                </a:ext>
              </a:extLst>
            </p:cNvPr>
            <p:cNvSpPr>
              <a:spLocks noChangeAspect="1" noChangeArrowheads="1"/>
            </p:cNvSpPr>
            <p:nvPr userDrawn="1"/>
          </p:nvSpPr>
          <p:spPr bwMode="auto">
            <a:xfrm>
              <a:off x="2866639"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 name="Oval 29">
              <a:extLst>
                <a:ext uri="{FF2B5EF4-FFF2-40B4-BE49-F238E27FC236}">
                  <a16:creationId xmlns:a16="http://schemas.microsoft.com/office/drawing/2014/main" id="{645FB77F-816B-415C-89A1-A4E1D1F3A243}"/>
                </a:ext>
              </a:extLst>
            </p:cNvPr>
            <p:cNvSpPr>
              <a:spLocks noChangeAspect="1" noChangeArrowheads="1"/>
            </p:cNvSpPr>
            <p:nvPr userDrawn="1"/>
          </p:nvSpPr>
          <p:spPr bwMode="auto">
            <a:xfrm>
              <a:off x="297821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 name="Oval 30">
              <a:extLst>
                <a:ext uri="{FF2B5EF4-FFF2-40B4-BE49-F238E27FC236}">
                  <a16:creationId xmlns:a16="http://schemas.microsoft.com/office/drawing/2014/main" id="{22ECC050-EEB4-4A98-B0CD-B132433BA8BA}"/>
                </a:ext>
              </a:extLst>
            </p:cNvPr>
            <p:cNvSpPr>
              <a:spLocks noChangeAspect="1" noChangeArrowheads="1"/>
            </p:cNvSpPr>
            <p:nvPr userDrawn="1"/>
          </p:nvSpPr>
          <p:spPr bwMode="auto">
            <a:xfrm>
              <a:off x="3091299"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 name="Oval 31">
              <a:extLst>
                <a:ext uri="{FF2B5EF4-FFF2-40B4-BE49-F238E27FC236}">
                  <a16:creationId xmlns:a16="http://schemas.microsoft.com/office/drawing/2014/main" id="{330A9285-AD7B-4E25-B96F-ED5272F94E5F}"/>
                </a:ext>
              </a:extLst>
            </p:cNvPr>
            <p:cNvSpPr>
              <a:spLocks noChangeAspect="1" noChangeArrowheads="1"/>
            </p:cNvSpPr>
            <p:nvPr userDrawn="1"/>
          </p:nvSpPr>
          <p:spPr bwMode="auto">
            <a:xfrm>
              <a:off x="3204383"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 name="Oval 32">
              <a:extLst>
                <a:ext uri="{FF2B5EF4-FFF2-40B4-BE49-F238E27FC236}">
                  <a16:creationId xmlns:a16="http://schemas.microsoft.com/office/drawing/2014/main" id="{6B7F251D-36C0-40D1-AD87-EBCB968D4030}"/>
                </a:ext>
              </a:extLst>
            </p:cNvPr>
            <p:cNvSpPr>
              <a:spLocks noChangeAspect="1" noChangeArrowheads="1"/>
            </p:cNvSpPr>
            <p:nvPr userDrawn="1"/>
          </p:nvSpPr>
          <p:spPr bwMode="auto">
            <a:xfrm>
              <a:off x="3315959"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 name="Oval 33">
              <a:extLst>
                <a:ext uri="{FF2B5EF4-FFF2-40B4-BE49-F238E27FC236}">
                  <a16:creationId xmlns:a16="http://schemas.microsoft.com/office/drawing/2014/main" id="{8F12795B-697D-4F5B-876C-7CB8C1C7A32C}"/>
                </a:ext>
              </a:extLst>
            </p:cNvPr>
            <p:cNvSpPr>
              <a:spLocks noChangeAspect="1" noChangeArrowheads="1"/>
            </p:cNvSpPr>
            <p:nvPr userDrawn="1"/>
          </p:nvSpPr>
          <p:spPr bwMode="auto">
            <a:xfrm>
              <a:off x="3429044"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 name="Oval 34">
              <a:extLst>
                <a:ext uri="{FF2B5EF4-FFF2-40B4-BE49-F238E27FC236}">
                  <a16:creationId xmlns:a16="http://schemas.microsoft.com/office/drawing/2014/main" id="{5806E468-0B68-4224-B4E2-A3D69E730754}"/>
                </a:ext>
              </a:extLst>
            </p:cNvPr>
            <p:cNvSpPr>
              <a:spLocks noChangeAspect="1" noChangeArrowheads="1"/>
            </p:cNvSpPr>
            <p:nvPr userDrawn="1"/>
          </p:nvSpPr>
          <p:spPr bwMode="auto">
            <a:xfrm>
              <a:off x="3540621"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 name="Oval 35">
              <a:extLst>
                <a:ext uri="{FF2B5EF4-FFF2-40B4-BE49-F238E27FC236}">
                  <a16:creationId xmlns:a16="http://schemas.microsoft.com/office/drawing/2014/main" id="{642264F1-3DDC-4ED8-AC77-3EB0B64BD8AC}"/>
                </a:ext>
              </a:extLst>
            </p:cNvPr>
            <p:cNvSpPr>
              <a:spLocks noChangeAspect="1" noChangeArrowheads="1"/>
            </p:cNvSpPr>
            <p:nvPr userDrawn="1"/>
          </p:nvSpPr>
          <p:spPr bwMode="auto">
            <a:xfrm>
              <a:off x="3653706"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 name="Oval 36">
              <a:extLst>
                <a:ext uri="{FF2B5EF4-FFF2-40B4-BE49-F238E27FC236}">
                  <a16:creationId xmlns:a16="http://schemas.microsoft.com/office/drawing/2014/main" id="{A912409A-6799-476A-BDBF-F3044C56119C}"/>
                </a:ext>
              </a:extLst>
            </p:cNvPr>
            <p:cNvSpPr>
              <a:spLocks noChangeAspect="1" noChangeArrowheads="1"/>
            </p:cNvSpPr>
            <p:nvPr userDrawn="1"/>
          </p:nvSpPr>
          <p:spPr bwMode="auto">
            <a:xfrm>
              <a:off x="3765282"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 name="Oval 37">
              <a:extLst>
                <a:ext uri="{FF2B5EF4-FFF2-40B4-BE49-F238E27FC236}">
                  <a16:creationId xmlns:a16="http://schemas.microsoft.com/office/drawing/2014/main" id="{2D8291CD-AB3B-4376-ACA1-223F50A34213}"/>
                </a:ext>
              </a:extLst>
            </p:cNvPr>
            <p:cNvSpPr>
              <a:spLocks noChangeAspect="1" noChangeArrowheads="1"/>
            </p:cNvSpPr>
            <p:nvPr userDrawn="1"/>
          </p:nvSpPr>
          <p:spPr bwMode="auto">
            <a:xfrm>
              <a:off x="3878366"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 name="Oval 38">
              <a:extLst>
                <a:ext uri="{FF2B5EF4-FFF2-40B4-BE49-F238E27FC236}">
                  <a16:creationId xmlns:a16="http://schemas.microsoft.com/office/drawing/2014/main" id="{5AF47889-2B41-4A02-8FC5-F1FC0AA8FDBB}"/>
                </a:ext>
              </a:extLst>
            </p:cNvPr>
            <p:cNvSpPr>
              <a:spLocks noChangeAspect="1" noChangeArrowheads="1"/>
            </p:cNvSpPr>
            <p:nvPr userDrawn="1"/>
          </p:nvSpPr>
          <p:spPr bwMode="auto">
            <a:xfrm>
              <a:off x="4663925"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 name="Oval 39">
              <a:extLst>
                <a:ext uri="{FF2B5EF4-FFF2-40B4-BE49-F238E27FC236}">
                  <a16:creationId xmlns:a16="http://schemas.microsoft.com/office/drawing/2014/main" id="{ACF1A138-1F69-42B7-B10E-C0FC1596DD05}"/>
                </a:ext>
              </a:extLst>
            </p:cNvPr>
            <p:cNvSpPr>
              <a:spLocks noChangeAspect="1" noChangeArrowheads="1"/>
            </p:cNvSpPr>
            <p:nvPr userDrawn="1"/>
          </p:nvSpPr>
          <p:spPr bwMode="auto">
            <a:xfrm>
              <a:off x="4777008"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 name="Oval 40">
              <a:extLst>
                <a:ext uri="{FF2B5EF4-FFF2-40B4-BE49-F238E27FC236}">
                  <a16:creationId xmlns:a16="http://schemas.microsoft.com/office/drawing/2014/main" id="{27EADE46-44EA-422E-B5B6-43830F283998}"/>
                </a:ext>
              </a:extLst>
            </p:cNvPr>
            <p:cNvSpPr>
              <a:spLocks noChangeAspect="1" noChangeArrowheads="1"/>
            </p:cNvSpPr>
            <p:nvPr userDrawn="1"/>
          </p:nvSpPr>
          <p:spPr bwMode="auto">
            <a:xfrm>
              <a:off x="6462718"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 name="Oval 41">
              <a:extLst>
                <a:ext uri="{FF2B5EF4-FFF2-40B4-BE49-F238E27FC236}">
                  <a16:creationId xmlns:a16="http://schemas.microsoft.com/office/drawing/2014/main" id="{B02C4139-1801-4F88-AAAE-5580CF470CBD}"/>
                </a:ext>
              </a:extLst>
            </p:cNvPr>
            <p:cNvSpPr>
              <a:spLocks noChangeAspect="1" noChangeArrowheads="1"/>
            </p:cNvSpPr>
            <p:nvPr userDrawn="1"/>
          </p:nvSpPr>
          <p:spPr bwMode="auto">
            <a:xfrm>
              <a:off x="6574294" y="124372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 name="Oval 42">
              <a:extLst>
                <a:ext uri="{FF2B5EF4-FFF2-40B4-BE49-F238E27FC236}">
                  <a16:creationId xmlns:a16="http://schemas.microsoft.com/office/drawing/2014/main" id="{E3357E68-A758-49DC-BD81-38E06DB5BB8A}"/>
                </a:ext>
              </a:extLst>
            </p:cNvPr>
            <p:cNvSpPr>
              <a:spLocks noChangeAspect="1" noChangeArrowheads="1"/>
            </p:cNvSpPr>
            <p:nvPr userDrawn="1"/>
          </p:nvSpPr>
          <p:spPr bwMode="auto">
            <a:xfrm>
              <a:off x="6687381" y="124372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 name="Oval 43">
              <a:extLst>
                <a:ext uri="{FF2B5EF4-FFF2-40B4-BE49-F238E27FC236}">
                  <a16:creationId xmlns:a16="http://schemas.microsoft.com/office/drawing/2014/main" id="{4ADCA253-B583-4560-9242-C2FF5C9A515D}"/>
                </a:ext>
              </a:extLst>
            </p:cNvPr>
            <p:cNvSpPr>
              <a:spLocks noChangeAspect="1" noChangeArrowheads="1"/>
            </p:cNvSpPr>
            <p:nvPr userDrawn="1"/>
          </p:nvSpPr>
          <p:spPr bwMode="auto">
            <a:xfrm>
              <a:off x="151867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 name="Oval 44">
              <a:extLst>
                <a:ext uri="{FF2B5EF4-FFF2-40B4-BE49-F238E27FC236}">
                  <a16:creationId xmlns:a16="http://schemas.microsoft.com/office/drawing/2014/main" id="{61646DC6-B18C-4A26-A58D-ACE99718AE35}"/>
                </a:ext>
              </a:extLst>
            </p:cNvPr>
            <p:cNvSpPr>
              <a:spLocks noChangeAspect="1" noChangeArrowheads="1"/>
            </p:cNvSpPr>
            <p:nvPr userDrawn="1"/>
          </p:nvSpPr>
          <p:spPr bwMode="auto">
            <a:xfrm>
              <a:off x="1630250"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 name="Oval 45">
              <a:extLst>
                <a:ext uri="{FF2B5EF4-FFF2-40B4-BE49-F238E27FC236}">
                  <a16:creationId xmlns:a16="http://schemas.microsoft.com/office/drawing/2014/main" id="{6ECDB9D1-9B53-43B4-B57B-6FF9B45A115A}"/>
                </a:ext>
              </a:extLst>
            </p:cNvPr>
            <p:cNvSpPr>
              <a:spLocks noChangeAspect="1" noChangeArrowheads="1"/>
            </p:cNvSpPr>
            <p:nvPr userDrawn="1"/>
          </p:nvSpPr>
          <p:spPr bwMode="auto">
            <a:xfrm>
              <a:off x="174333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 name="Oval 46">
              <a:extLst>
                <a:ext uri="{FF2B5EF4-FFF2-40B4-BE49-F238E27FC236}">
                  <a16:creationId xmlns:a16="http://schemas.microsoft.com/office/drawing/2014/main" id="{742840FC-EFBF-45E4-84A7-84D142774A76}"/>
                </a:ext>
              </a:extLst>
            </p:cNvPr>
            <p:cNvSpPr>
              <a:spLocks noChangeAspect="1" noChangeArrowheads="1"/>
            </p:cNvSpPr>
            <p:nvPr userDrawn="1"/>
          </p:nvSpPr>
          <p:spPr bwMode="auto">
            <a:xfrm>
              <a:off x="1854910"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 name="Oval 47">
              <a:extLst>
                <a:ext uri="{FF2B5EF4-FFF2-40B4-BE49-F238E27FC236}">
                  <a16:creationId xmlns:a16="http://schemas.microsoft.com/office/drawing/2014/main" id="{A32F1710-9E5A-446E-B055-22866F05BD87}"/>
                </a:ext>
              </a:extLst>
            </p:cNvPr>
            <p:cNvSpPr>
              <a:spLocks noChangeAspect="1" noChangeArrowheads="1"/>
            </p:cNvSpPr>
            <p:nvPr userDrawn="1"/>
          </p:nvSpPr>
          <p:spPr bwMode="auto">
            <a:xfrm>
              <a:off x="1967995"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 name="Oval 48">
              <a:extLst>
                <a:ext uri="{FF2B5EF4-FFF2-40B4-BE49-F238E27FC236}">
                  <a16:creationId xmlns:a16="http://schemas.microsoft.com/office/drawing/2014/main" id="{3421FFB4-C18F-43BA-AD16-55AA4ED0C619}"/>
                </a:ext>
              </a:extLst>
            </p:cNvPr>
            <p:cNvSpPr>
              <a:spLocks noChangeAspect="1" noChangeArrowheads="1"/>
            </p:cNvSpPr>
            <p:nvPr userDrawn="1"/>
          </p:nvSpPr>
          <p:spPr bwMode="auto">
            <a:xfrm>
              <a:off x="2192656"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 name="Oval 49">
              <a:extLst>
                <a:ext uri="{FF2B5EF4-FFF2-40B4-BE49-F238E27FC236}">
                  <a16:creationId xmlns:a16="http://schemas.microsoft.com/office/drawing/2014/main" id="{1D8FA16C-1203-45D8-97FC-78F651B771F2}"/>
                </a:ext>
              </a:extLst>
            </p:cNvPr>
            <p:cNvSpPr>
              <a:spLocks noChangeAspect="1" noChangeArrowheads="1"/>
            </p:cNvSpPr>
            <p:nvPr userDrawn="1"/>
          </p:nvSpPr>
          <p:spPr bwMode="auto">
            <a:xfrm>
              <a:off x="230423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 name="Oval 50">
              <a:extLst>
                <a:ext uri="{FF2B5EF4-FFF2-40B4-BE49-F238E27FC236}">
                  <a16:creationId xmlns:a16="http://schemas.microsoft.com/office/drawing/2014/main" id="{54C63C4F-DFAB-4B9D-9D3B-A95D22AAE5CF}"/>
                </a:ext>
              </a:extLst>
            </p:cNvPr>
            <p:cNvSpPr>
              <a:spLocks noChangeAspect="1" noChangeArrowheads="1"/>
            </p:cNvSpPr>
            <p:nvPr userDrawn="1"/>
          </p:nvSpPr>
          <p:spPr bwMode="auto">
            <a:xfrm>
              <a:off x="241731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 name="Oval 51">
              <a:extLst>
                <a:ext uri="{FF2B5EF4-FFF2-40B4-BE49-F238E27FC236}">
                  <a16:creationId xmlns:a16="http://schemas.microsoft.com/office/drawing/2014/main" id="{CC48B72C-44C0-40AE-93BE-6BE5CE0D72E5}"/>
                </a:ext>
              </a:extLst>
            </p:cNvPr>
            <p:cNvSpPr>
              <a:spLocks noChangeAspect="1" noChangeArrowheads="1"/>
            </p:cNvSpPr>
            <p:nvPr userDrawn="1"/>
          </p:nvSpPr>
          <p:spPr bwMode="auto">
            <a:xfrm>
              <a:off x="252889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 name="Oval 52">
              <a:extLst>
                <a:ext uri="{FF2B5EF4-FFF2-40B4-BE49-F238E27FC236}">
                  <a16:creationId xmlns:a16="http://schemas.microsoft.com/office/drawing/2014/main" id="{6DB759F0-70E5-4BC7-8B37-5E6579746648}"/>
                </a:ext>
              </a:extLst>
            </p:cNvPr>
            <p:cNvSpPr>
              <a:spLocks noChangeAspect="1" noChangeArrowheads="1"/>
            </p:cNvSpPr>
            <p:nvPr userDrawn="1"/>
          </p:nvSpPr>
          <p:spPr bwMode="auto">
            <a:xfrm>
              <a:off x="2753553"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 name="Oval 53">
              <a:extLst>
                <a:ext uri="{FF2B5EF4-FFF2-40B4-BE49-F238E27FC236}">
                  <a16:creationId xmlns:a16="http://schemas.microsoft.com/office/drawing/2014/main" id="{986CD028-56FE-44EB-A819-9C78D4845836}"/>
                </a:ext>
              </a:extLst>
            </p:cNvPr>
            <p:cNvSpPr>
              <a:spLocks noChangeAspect="1" noChangeArrowheads="1"/>
            </p:cNvSpPr>
            <p:nvPr userDrawn="1"/>
          </p:nvSpPr>
          <p:spPr bwMode="auto">
            <a:xfrm>
              <a:off x="2866639"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 name="Oval 54">
              <a:extLst>
                <a:ext uri="{FF2B5EF4-FFF2-40B4-BE49-F238E27FC236}">
                  <a16:creationId xmlns:a16="http://schemas.microsoft.com/office/drawing/2014/main" id="{681741F8-5145-4D18-BA87-2373436F03C1}"/>
                </a:ext>
              </a:extLst>
            </p:cNvPr>
            <p:cNvSpPr>
              <a:spLocks noChangeAspect="1" noChangeArrowheads="1"/>
            </p:cNvSpPr>
            <p:nvPr userDrawn="1"/>
          </p:nvSpPr>
          <p:spPr bwMode="auto">
            <a:xfrm>
              <a:off x="297821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 name="Oval 55">
              <a:extLst>
                <a:ext uri="{FF2B5EF4-FFF2-40B4-BE49-F238E27FC236}">
                  <a16:creationId xmlns:a16="http://schemas.microsoft.com/office/drawing/2014/main" id="{5EBD7064-94CD-42E3-912E-3FD942D62F06}"/>
                </a:ext>
              </a:extLst>
            </p:cNvPr>
            <p:cNvSpPr>
              <a:spLocks noChangeAspect="1" noChangeArrowheads="1"/>
            </p:cNvSpPr>
            <p:nvPr userDrawn="1"/>
          </p:nvSpPr>
          <p:spPr bwMode="auto">
            <a:xfrm>
              <a:off x="3091299"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 name="Oval 56">
              <a:extLst>
                <a:ext uri="{FF2B5EF4-FFF2-40B4-BE49-F238E27FC236}">
                  <a16:creationId xmlns:a16="http://schemas.microsoft.com/office/drawing/2014/main" id="{AC8D66C9-A252-49E8-9F50-95B94A2DE5B9}"/>
                </a:ext>
              </a:extLst>
            </p:cNvPr>
            <p:cNvSpPr>
              <a:spLocks noChangeAspect="1" noChangeArrowheads="1"/>
            </p:cNvSpPr>
            <p:nvPr userDrawn="1"/>
          </p:nvSpPr>
          <p:spPr bwMode="auto">
            <a:xfrm>
              <a:off x="3204383"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 name="Oval 57">
              <a:extLst>
                <a:ext uri="{FF2B5EF4-FFF2-40B4-BE49-F238E27FC236}">
                  <a16:creationId xmlns:a16="http://schemas.microsoft.com/office/drawing/2014/main" id="{4FD80DB4-9EE6-4C44-83B6-6FDA2B9AFA47}"/>
                </a:ext>
              </a:extLst>
            </p:cNvPr>
            <p:cNvSpPr>
              <a:spLocks noChangeAspect="1" noChangeArrowheads="1"/>
            </p:cNvSpPr>
            <p:nvPr userDrawn="1"/>
          </p:nvSpPr>
          <p:spPr bwMode="auto">
            <a:xfrm>
              <a:off x="3315959"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 name="Oval 58">
              <a:extLst>
                <a:ext uri="{FF2B5EF4-FFF2-40B4-BE49-F238E27FC236}">
                  <a16:creationId xmlns:a16="http://schemas.microsoft.com/office/drawing/2014/main" id="{561DA667-31E0-4B54-933E-7BB51A350AC9}"/>
                </a:ext>
              </a:extLst>
            </p:cNvPr>
            <p:cNvSpPr>
              <a:spLocks noChangeAspect="1" noChangeArrowheads="1"/>
            </p:cNvSpPr>
            <p:nvPr userDrawn="1"/>
          </p:nvSpPr>
          <p:spPr bwMode="auto">
            <a:xfrm>
              <a:off x="3429044"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 name="Oval 59">
              <a:extLst>
                <a:ext uri="{FF2B5EF4-FFF2-40B4-BE49-F238E27FC236}">
                  <a16:creationId xmlns:a16="http://schemas.microsoft.com/office/drawing/2014/main" id="{0D5578EB-BBB3-4EB6-B475-7911A0E232FC}"/>
                </a:ext>
              </a:extLst>
            </p:cNvPr>
            <p:cNvSpPr>
              <a:spLocks noChangeAspect="1" noChangeArrowheads="1"/>
            </p:cNvSpPr>
            <p:nvPr userDrawn="1"/>
          </p:nvSpPr>
          <p:spPr bwMode="auto">
            <a:xfrm>
              <a:off x="3540621" y="134776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 name="Oval 60">
              <a:extLst>
                <a:ext uri="{FF2B5EF4-FFF2-40B4-BE49-F238E27FC236}">
                  <a16:creationId xmlns:a16="http://schemas.microsoft.com/office/drawing/2014/main" id="{B48B287D-FC01-4077-A6DF-989B05ADA09D}"/>
                </a:ext>
              </a:extLst>
            </p:cNvPr>
            <p:cNvSpPr>
              <a:spLocks noChangeAspect="1" noChangeArrowheads="1"/>
            </p:cNvSpPr>
            <p:nvPr userDrawn="1"/>
          </p:nvSpPr>
          <p:spPr bwMode="auto">
            <a:xfrm>
              <a:off x="3653706"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 name="Oval 61">
              <a:extLst>
                <a:ext uri="{FF2B5EF4-FFF2-40B4-BE49-F238E27FC236}">
                  <a16:creationId xmlns:a16="http://schemas.microsoft.com/office/drawing/2014/main" id="{927A6CF2-A780-4DB5-B356-92058FE083FC}"/>
                </a:ext>
              </a:extLst>
            </p:cNvPr>
            <p:cNvSpPr>
              <a:spLocks noChangeAspect="1" noChangeArrowheads="1"/>
            </p:cNvSpPr>
            <p:nvPr userDrawn="1"/>
          </p:nvSpPr>
          <p:spPr bwMode="auto">
            <a:xfrm>
              <a:off x="3765282"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 name="Oval 62">
              <a:extLst>
                <a:ext uri="{FF2B5EF4-FFF2-40B4-BE49-F238E27FC236}">
                  <a16:creationId xmlns:a16="http://schemas.microsoft.com/office/drawing/2014/main" id="{66A80206-2EC2-4D00-A08C-5C6A7C3A94C6}"/>
                </a:ext>
              </a:extLst>
            </p:cNvPr>
            <p:cNvSpPr>
              <a:spLocks noChangeAspect="1" noChangeArrowheads="1"/>
            </p:cNvSpPr>
            <p:nvPr userDrawn="1"/>
          </p:nvSpPr>
          <p:spPr bwMode="auto">
            <a:xfrm>
              <a:off x="4663925"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 name="Oval 63">
              <a:extLst>
                <a:ext uri="{FF2B5EF4-FFF2-40B4-BE49-F238E27FC236}">
                  <a16:creationId xmlns:a16="http://schemas.microsoft.com/office/drawing/2014/main" id="{164E903F-CE8F-487F-89ED-DD34B9924D7F}"/>
                </a:ext>
              </a:extLst>
            </p:cNvPr>
            <p:cNvSpPr>
              <a:spLocks noChangeAspect="1" noChangeArrowheads="1"/>
            </p:cNvSpPr>
            <p:nvPr userDrawn="1"/>
          </p:nvSpPr>
          <p:spPr bwMode="auto">
            <a:xfrm>
              <a:off x="6687381"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 name="Oval 64">
              <a:extLst>
                <a:ext uri="{FF2B5EF4-FFF2-40B4-BE49-F238E27FC236}">
                  <a16:creationId xmlns:a16="http://schemas.microsoft.com/office/drawing/2014/main" id="{EB2628EC-1C6F-4EDE-A5C5-FED7E25937CA}"/>
                </a:ext>
              </a:extLst>
            </p:cNvPr>
            <p:cNvSpPr>
              <a:spLocks noChangeAspect="1" noChangeArrowheads="1"/>
            </p:cNvSpPr>
            <p:nvPr userDrawn="1"/>
          </p:nvSpPr>
          <p:spPr bwMode="auto">
            <a:xfrm>
              <a:off x="6798957" y="134776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 name="Oval 65">
              <a:extLst>
                <a:ext uri="{FF2B5EF4-FFF2-40B4-BE49-F238E27FC236}">
                  <a16:creationId xmlns:a16="http://schemas.microsoft.com/office/drawing/2014/main" id="{D677FEB3-F72E-4597-B314-9A5D409E3808}"/>
                </a:ext>
              </a:extLst>
            </p:cNvPr>
            <p:cNvSpPr>
              <a:spLocks noChangeAspect="1" noChangeArrowheads="1"/>
            </p:cNvSpPr>
            <p:nvPr userDrawn="1"/>
          </p:nvSpPr>
          <p:spPr bwMode="auto">
            <a:xfrm>
              <a:off x="1405588"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 name="Oval 66">
              <a:extLst>
                <a:ext uri="{FF2B5EF4-FFF2-40B4-BE49-F238E27FC236}">
                  <a16:creationId xmlns:a16="http://schemas.microsoft.com/office/drawing/2014/main" id="{CF6B9EE4-7038-46D3-A0AD-F790A6903B6A}"/>
                </a:ext>
              </a:extLst>
            </p:cNvPr>
            <p:cNvSpPr>
              <a:spLocks noChangeAspect="1" noChangeArrowheads="1"/>
            </p:cNvSpPr>
            <p:nvPr userDrawn="1"/>
          </p:nvSpPr>
          <p:spPr bwMode="auto">
            <a:xfrm>
              <a:off x="151867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 name="Oval 67">
              <a:extLst>
                <a:ext uri="{FF2B5EF4-FFF2-40B4-BE49-F238E27FC236}">
                  <a16:creationId xmlns:a16="http://schemas.microsoft.com/office/drawing/2014/main" id="{D2741DFA-ABA7-4419-8A8F-6538BDFA5B6B}"/>
                </a:ext>
              </a:extLst>
            </p:cNvPr>
            <p:cNvSpPr>
              <a:spLocks noChangeAspect="1" noChangeArrowheads="1"/>
            </p:cNvSpPr>
            <p:nvPr userDrawn="1"/>
          </p:nvSpPr>
          <p:spPr bwMode="auto">
            <a:xfrm>
              <a:off x="1630250"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 name="Oval 68">
              <a:extLst>
                <a:ext uri="{FF2B5EF4-FFF2-40B4-BE49-F238E27FC236}">
                  <a16:creationId xmlns:a16="http://schemas.microsoft.com/office/drawing/2014/main" id="{6D2C3283-86C1-4248-8FD6-F5B721157024}"/>
                </a:ext>
              </a:extLst>
            </p:cNvPr>
            <p:cNvSpPr>
              <a:spLocks noChangeAspect="1" noChangeArrowheads="1"/>
            </p:cNvSpPr>
            <p:nvPr userDrawn="1"/>
          </p:nvSpPr>
          <p:spPr bwMode="auto">
            <a:xfrm>
              <a:off x="174333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 name="Oval 69">
              <a:extLst>
                <a:ext uri="{FF2B5EF4-FFF2-40B4-BE49-F238E27FC236}">
                  <a16:creationId xmlns:a16="http://schemas.microsoft.com/office/drawing/2014/main" id="{7D8DFE44-AD3C-4A67-A108-98BA971DC521}"/>
                </a:ext>
              </a:extLst>
            </p:cNvPr>
            <p:cNvSpPr>
              <a:spLocks noChangeAspect="1" noChangeArrowheads="1"/>
            </p:cNvSpPr>
            <p:nvPr userDrawn="1"/>
          </p:nvSpPr>
          <p:spPr bwMode="auto">
            <a:xfrm>
              <a:off x="1854910"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 name="Oval 70">
              <a:extLst>
                <a:ext uri="{FF2B5EF4-FFF2-40B4-BE49-F238E27FC236}">
                  <a16:creationId xmlns:a16="http://schemas.microsoft.com/office/drawing/2014/main" id="{2BE41DCC-C88D-4F5E-80EC-EC870CAC7FBC}"/>
                </a:ext>
              </a:extLst>
            </p:cNvPr>
            <p:cNvSpPr>
              <a:spLocks noChangeAspect="1" noChangeArrowheads="1"/>
            </p:cNvSpPr>
            <p:nvPr userDrawn="1"/>
          </p:nvSpPr>
          <p:spPr bwMode="auto">
            <a:xfrm>
              <a:off x="1967995"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 name="Oval 71">
              <a:extLst>
                <a:ext uri="{FF2B5EF4-FFF2-40B4-BE49-F238E27FC236}">
                  <a16:creationId xmlns:a16="http://schemas.microsoft.com/office/drawing/2014/main" id="{70B1CBFD-4460-4E22-88B0-4217AF5EBC1F}"/>
                </a:ext>
              </a:extLst>
            </p:cNvPr>
            <p:cNvSpPr>
              <a:spLocks noChangeAspect="1" noChangeArrowheads="1"/>
            </p:cNvSpPr>
            <p:nvPr userDrawn="1"/>
          </p:nvSpPr>
          <p:spPr bwMode="auto">
            <a:xfrm>
              <a:off x="2079571"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 name="Oval 72">
              <a:extLst>
                <a:ext uri="{FF2B5EF4-FFF2-40B4-BE49-F238E27FC236}">
                  <a16:creationId xmlns:a16="http://schemas.microsoft.com/office/drawing/2014/main" id="{F0205EEB-3ECE-41D8-B774-A8B33A13170F}"/>
                </a:ext>
              </a:extLst>
            </p:cNvPr>
            <p:cNvSpPr>
              <a:spLocks noChangeAspect="1" noChangeArrowheads="1"/>
            </p:cNvSpPr>
            <p:nvPr userDrawn="1"/>
          </p:nvSpPr>
          <p:spPr bwMode="auto">
            <a:xfrm>
              <a:off x="2192656"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9" name="Oval 73">
              <a:extLst>
                <a:ext uri="{FF2B5EF4-FFF2-40B4-BE49-F238E27FC236}">
                  <a16:creationId xmlns:a16="http://schemas.microsoft.com/office/drawing/2014/main" id="{A41A524A-67A9-4FB1-92DE-938B3F9137EB}"/>
                </a:ext>
              </a:extLst>
            </p:cNvPr>
            <p:cNvSpPr>
              <a:spLocks noChangeAspect="1" noChangeArrowheads="1"/>
            </p:cNvSpPr>
            <p:nvPr userDrawn="1"/>
          </p:nvSpPr>
          <p:spPr bwMode="auto">
            <a:xfrm>
              <a:off x="230423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0" name="Oval 74">
              <a:extLst>
                <a:ext uri="{FF2B5EF4-FFF2-40B4-BE49-F238E27FC236}">
                  <a16:creationId xmlns:a16="http://schemas.microsoft.com/office/drawing/2014/main" id="{8AE83F11-1ACC-4FFF-AC2C-0FAE989D5075}"/>
                </a:ext>
              </a:extLst>
            </p:cNvPr>
            <p:cNvSpPr>
              <a:spLocks noChangeAspect="1" noChangeArrowheads="1"/>
            </p:cNvSpPr>
            <p:nvPr userDrawn="1"/>
          </p:nvSpPr>
          <p:spPr bwMode="auto">
            <a:xfrm>
              <a:off x="241731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1" name="Oval 75">
              <a:extLst>
                <a:ext uri="{FF2B5EF4-FFF2-40B4-BE49-F238E27FC236}">
                  <a16:creationId xmlns:a16="http://schemas.microsoft.com/office/drawing/2014/main" id="{23F32763-2C41-46A6-932A-DD64418BF862}"/>
                </a:ext>
              </a:extLst>
            </p:cNvPr>
            <p:cNvSpPr>
              <a:spLocks noChangeAspect="1" noChangeArrowheads="1"/>
            </p:cNvSpPr>
            <p:nvPr userDrawn="1"/>
          </p:nvSpPr>
          <p:spPr bwMode="auto">
            <a:xfrm>
              <a:off x="2753553"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2" name="Oval 76">
              <a:extLst>
                <a:ext uri="{FF2B5EF4-FFF2-40B4-BE49-F238E27FC236}">
                  <a16:creationId xmlns:a16="http://schemas.microsoft.com/office/drawing/2014/main" id="{70352A75-B848-43A9-8601-E98505D6F5CA}"/>
                </a:ext>
              </a:extLst>
            </p:cNvPr>
            <p:cNvSpPr>
              <a:spLocks noChangeAspect="1" noChangeArrowheads="1"/>
            </p:cNvSpPr>
            <p:nvPr userDrawn="1"/>
          </p:nvSpPr>
          <p:spPr bwMode="auto">
            <a:xfrm>
              <a:off x="286663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3" name="Oval 77">
              <a:extLst>
                <a:ext uri="{FF2B5EF4-FFF2-40B4-BE49-F238E27FC236}">
                  <a16:creationId xmlns:a16="http://schemas.microsoft.com/office/drawing/2014/main" id="{8FE8641A-846D-4DA1-9E72-6245A1D7F323}"/>
                </a:ext>
              </a:extLst>
            </p:cNvPr>
            <p:cNvSpPr>
              <a:spLocks noChangeAspect="1" noChangeArrowheads="1"/>
            </p:cNvSpPr>
            <p:nvPr userDrawn="1"/>
          </p:nvSpPr>
          <p:spPr bwMode="auto">
            <a:xfrm>
              <a:off x="297821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4" name="Oval 78">
              <a:extLst>
                <a:ext uri="{FF2B5EF4-FFF2-40B4-BE49-F238E27FC236}">
                  <a16:creationId xmlns:a16="http://schemas.microsoft.com/office/drawing/2014/main" id="{5459F05A-8CE4-49F1-AD11-552813628273}"/>
                </a:ext>
              </a:extLst>
            </p:cNvPr>
            <p:cNvSpPr>
              <a:spLocks noChangeAspect="1" noChangeArrowheads="1"/>
            </p:cNvSpPr>
            <p:nvPr userDrawn="1"/>
          </p:nvSpPr>
          <p:spPr bwMode="auto">
            <a:xfrm>
              <a:off x="3091299"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5" name="Oval 79">
              <a:extLst>
                <a:ext uri="{FF2B5EF4-FFF2-40B4-BE49-F238E27FC236}">
                  <a16:creationId xmlns:a16="http://schemas.microsoft.com/office/drawing/2014/main" id="{96823627-A780-4644-AD20-EDC5ECDD8E22}"/>
                </a:ext>
              </a:extLst>
            </p:cNvPr>
            <p:cNvSpPr>
              <a:spLocks noChangeAspect="1" noChangeArrowheads="1"/>
            </p:cNvSpPr>
            <p:nvPr userDrawn="1"/>
          </p:nvSpPr>
          <p:spPr bwMode="auto">
            <a:xfrm>
              <a:off x="320438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6" name="Oval 80">
              <a:extLst>
                <a:ext uri="{FF2B5EF4-FFF2-40B4-BE49-F238E27FC236}">
                  <a16:creationId xmlns:a16="http://schemas.microsoft.com/office/drawing/2014/main" id="{79503472-6E1B-45AC-98BE-74B6227D2D06}"/>
                </a:ext>
              </a:extLst>
            </p:cNvPr>
            <p:cNvSpPr>
              <a:spLocks noChangeAspect="1" noChangeArrowheads="1"/>
            </p:cNvSpPr>
            <p:nvPr userDrawn="1"/>
          </p:nvSpPr>
          <p:spPr bwMode="auto">
            <a:xfrm>
              <a:off x="331595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7" name="Oval 81">
              <a:extLst>
                <a:ext uri="{FF2B5EF4-FFF2-40B4-BE49-F238E27FC236}">
                  <a16:creationId xmlns:a16="http://schemas.microsoft.com/office/drawing/2014/main" id="{80150E4C-3F4C-45DE-9A2B-38516D5ABF84}"/>
                </a:ext>
              </a:extLst>
            </p:cNvPr>
            <p:cNvSpPr>
              <a:spLocks noChangeAspect="1" noChangeArrowheads="1"/>
            </p:cNvSpPr>
            <p:nvPr userDrawn="1"/>
          </p:nvSpPr>
          <p:spPr bwMode="auto">
            <a:xfrm>
              <a:off x="342904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8" name="Oval 82">
              <a:extLst>
                <a:ext uri="{FF2B5EF4-FFF2-40B4-BE49-F238E27FC236}">
                  <a16:creationId xmlns:a16="http://schemas.microsoft.com/office/drawing/2014/main" id="{4C073129-9660-4DAE-B871-3FF1A422FAB8}"/>
                </a:ext>
              </a:extLst>
            </p:cNvPr>
            <p:cNvSpPr>
              <a:spLocks noChangeAspect="1" noChangeArrowheads="1"/>
            </p:cNvSpPr>
            <p:nvPr userDrawn="1"/>
          </p:nvSpPr>
          <p:spPr bwMode="auto">
            <a:xfrm>
              <a:off x="3540621"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39" name="Oval 83">
              <a:extLst>
                <a:ext uri="{FF2B5EF4-FFF2-40B4-BE49-F238E27FC236}">
                  <a16:creationId xmlns:a16="http://schemas.microsoft.com/office/drawing/2014/main" id="{D9757857-0B1B-462F-8EF1-4E36A8E87CFE}"/>
                </a:ext>
              </a:extLst>
            </p:cNvPr>
            <p:cNvSpPr>
              <a:spLocks noChangeAspect="1" noChangeArrowheads="1"/>
            </p:cNvSpPr>
            <p:nvPr userDrawn="1"/>
          </p:nvSpPr>
          <p:spPr bwMode="auto">
            <a:xfrm>
              <a:off x="3653706"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0" name="Oval 84">
              <a:extLst>
                <a:ext uri="{FF2B5EF4-FFF2-40B4-BE49-F238E27FC236}">
                  <a16:creationId xmlns:a16="http://schemas.microsoft.com/office/drawing/2014/main" id="{9BA79402-6845-4A3A-BF99-B77EE82084F5}"/>
                </a:ext>
              </a:extLst>
            </p:cNvPr>
            <p:cNvSpPr>
              <a:spLocks noChangeAspect="1" noChangeArrowheads="1"/>
            </p:cNvSpPr>
            <p:nvPr userDrawn="1"/>
          </p:nvSpPr>
          <p:spPr bwMode="auto">
            <a:xfrm>
              <a:off x="3765282"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1" name="Oval 85">
              <a:extLst>
                <a:ext uri="{FF2B5EF4-FFF2-40B4-BE49-F238E27FC236}">
                  <a16:creationId xmlns:a16="http://schemas.microsoft.com/office/drawing/2014/main" id="{2C6BFDCA-EEA6-4225-B818-8C6E7C22F1E0}"/>
                </a:ext>
              </a:extLst>
            </p:cNvPr>
            <p:cNvSpPr>
              <a:spLocks noChangeAspect="1" noChangeArrowheads="1"/>
            </p:cNvSpPr>
            <p:nvPr userDrawn="1"/>
          </p:nvSpPr>
          <p:spPr bwMode="auto">
            <a:xfrm>
              <a:off x="5787228"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2" name="Oval 86">
              <a:extLst>
                <a:ext uri="{FF2B5EF4-FFF2-40B4-BE49-F238E27FC236}">
                  <a16:creationId xmlns:a16="http://schemas.microsoft.com/office/drawing/2014/main" id="{0AD916FD-4519-43F5-8EBF-2AF03C03B809}"/>
                </a:ext>
              </a:extLst>
            </p:cNvPr>
            <p:cNvSpPr>
              <a:spLocks noChangeAspect="1" noChangeArrowheads="1"/>
            </p:cNvSpPr>
            <p:nvPr userDrawn="1"/>
          </p:nvSpPr>
          <p:spPr bwMode="auto">
            <a:xfrm>
              <a:off x="5900313"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3" name="Oval 87">
              <a:extLst>
                <a:ext uri="{FF2B5EF4-FFF2-40B4-BE49-F238E27FC236}">
                  <a16:creationId xmlns:a16="http://schemas.microsoft.com/office/drawing/2014/main" id="{89CBDFCB-834B-4C16-BE23-1656DA340796}"/>
                </a:ext>
              </a:extLst>
            </p:cNvPr>
            <p:cNvSpPr>
              <a:spLocks noChangeAspect="1" noChangeArrowheads="1"/>
            </p:cNvSpPr>
            <p:nvPr userDrawn="1"/>
          </p:nvSpPr>
          <p:spPr bwMode="auto">
            <a:xfrm>
              <a:off x="657429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4" name="Oval 88">
              <a:extLst>
                <a:ext uri="{FF2B5EF4-FFF2-40B4-BE49-F238E27FC236}">
                  <a16:creationId xmlns:a16="http://schemas.microsoft.com/office/drawing/2014/main" id="{21F69B38-0091-47C4-99CE-4D7C1F95E79D}"/>
                </a:ext>
              </a:extLst>
            </p:cNvPr>
            <p:cNvSpPr>
              <a:spLocks noChangeAspect="1" noChangeArrowheads="1"/>
            </p:cNvSpPr>
            <p:nvPr userDrawn="1"/>
          </p:nvSpPr>
          <p:spPr bwMode="auto">
            <a:xfrm>
              <a:off x="6687381"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5" name="Oval 89">
              <a:extLst>
                <a:ext uri="{FF2B5EF4-FFF2-40B4-BE49-F238E27FC236}">
                  <a16:creationId xmlns:a16="http://schemas.microsoft.com/office/drawing/2014/main" id="{15E36E83-5D22-45AD-849D-A072CA2A4CF8}"/>
                </a:ext>
              </a:extLst>
            </p:cNvPr>
            <p:cNvSpPr>
              <a:spLocks noChangeAspect="1" noChangeArrowheads="1"/>
            </p:cNvSpPr>
            <p:nvPr userDrawn="1"/>
          </p:nvSpPr>
          <p:spPr bwMode="auto">
            <a:xfrm>
              <a:off x="6798957"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6" name="Oval 90">
              <a:extLst>
                <a:ext uri="{FF2B5EF4-FFF2-40B4-BE49-F238E27FC236}">
                  <a16:creationId xmlns:a16="http://schemas.microsoft.com/office/drawing/2014/main" id="{AA9B8C48-AB1C-4EC2-9240-31B6FDA9C8FE}"/>
                </a:ext>
              </a:extLst>
            </p:cNvPr>
            <p:cNvSpPr>
              <a:spLocks noChangeAspect="1" noChangeArrowheads="1"/>
            </p:cNvSpPr>
            <p:nvPr userDrawn="1"/>
          </p:nvSpPr>
          <p:spPr bwMode="auto">
            <a:xfrm>
              <a:off x="6912041"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7" name="Oval 91">
              <a:extLst>
                <a:ext uri="{FF2B5EF4-FFF2-40B4-BE49-F238E27FC236}">
                  <a16:creationId xmlns:a16="http://schemas.microsoft.com/office/drawing/2014/main" id="{4FE604A4-EA9F-49BD-9737-866C8959547B}"/>
                </a:ext>
              </a:extLst>
            </p:cNvPr>
            <p:cNvSpPr>
              <a:spLocks noChangeAspect="1" noChangeArrowheads="1"/>
            </p:cNvSpPr>
            <p:nvPr userDrawn="1"/>
          </p:nvSpPr>
          <p:spPr bwMode="auto">
            <a:xfrm>
              <a:off x="7586024"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8" name="Oval 92">
              <a:extLst>
                <a:ext uri="{FF2B5EF4-FFF2-40B4-BE49-F238E27FC236}">
                  <a16:creationId xmlns:a16="http://schemas.microsoft.com/office/drawing/2014/main" id="{27A36F0D-C9D4-400E-AB46-1E177C8128B0}"/>
                </a:ext>
              </a:extLst>
            </p:cNvPr>
            <p:cNvSpPr>
              <a:spLocks noChangeAspect="1" noChangeArrowheads="1"/>
            </p:cNvSpPr>
            <p:nvPr userDrawn="1"/>
          </p:nvSpPr>
          <p:spPr bwMode="auto">
            <a:xfrm>
              <a:off x="7697599" y="145179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49" name="Oval 93">
              <a:extLst>
                <a:ext uri="{FF2B5EF4-FFF2-40B4-BE49-F238E27FC236}">
                  <a16:creationId xmlns:a16="http://schemas.microsoft.com/office/drawing/2014/main" id="{56897DE5-3975-48AF-9155-626C9AD77DF4}"/>
                </a:ext>
              </a:extLst>
            </p:cNvPr>
            <p:cNvSpPr>
              <a:spLocks noChangeAspect="1" noChangeArrowheads="1"/>
            </p:cNvSpPr>
            <p:nvPr userDrawn="1"/>
          </p:nvSpPr>
          <p:spPr bwMode="auto">
            <a:xfrm>
              <a:off x="7810684" y="145179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0" name="Oval 94">
              <a:extLst>
                <a:ext uri="{FF2B5EF4-FFF2-40B4-BE49-F238E27FC236}">
                  <a16:creationId xmlns:a16="http://schemas.microsoft.com/office/drawing/2014/main" id="{DF54BA4E-DC54-4FF6-AB8B-FBD8DE86C7F5}"/>
                </a:ext>
              </a:extLst>
            </p:cNvPr>
            <p:cNvSpPr>
              <a:spLocks noChangeAspect="1" noChangeArrowheads="1"/>
            </p:cNvSpPr>
            <p:nvPr userDrawn="1"/>
          </p:nvSpPr>
          <p:spPr bwMode="auto">
            <a:xfrm>
              <a:off x="1405588"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1" name="Oval 95">
              <a:extLst>
                <a:ext uri="{FF2B5EF4-FFF2-40B4-BE49-F238E27FC236}">
                  <a16:creationId xmlns:a16="http://schemas.microsoft.com/office/drawing/2014/main" id="{1235F1D0-F153-4BEB-8BDA-1575DB478B00}"/>
                </a:ext>
              </a:extLst>
            </p:cNvPr>
            <p:cNvSpPr>
              <a:spLocks noChangeAspect="1" noChangeArrowheads="1"/>
            </p:cNvSpPr>
            <p:nvPr userDrawn="1"/>
          </p:nvSpPr>
          <p:spPr bwMode="auto">
            <a:xfrm>
              <a:off x="1518673"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2" name="Oval 96">
              <a:extLst>
                <a:ext uri="{FF2B5EF4-FFF2-40B4-BE49-F238E27FC236}">
                  <a16:creationId xmlns:a16="http://schemas.microsoft.com/office/drawing/2014/main" id="{1324D8C9-6F64-4533-A7E0-FCB574D9200A}"/>
                </a:ext>
              </a:extLst>
            </p:cNvPr>
            <p:cNvSpPr>
              <a:spLocks noChangeAspect="1" noChangeArrowheads="1"/>
            </p:cNvSpPr>
            <p:nvPr userDrawn="1"/>
          </p:nvSpPr>
          <p:spPr bwMode="auto">
            <a:xfrm>
              <a:off x="1630250"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3" name="Oval 97">
              <a:extLst>
                <a:ext uri="{FF2B5EF4-FFF2-40B4-BE49-F238E27FC236}">
                  <a16:creationId xmlns:a16="http://schemas.microsoft.com/office/drawing/2014/main" id="{ECF7513E-DFCC-4F52-ADE2-4A4996E9CE3F}"/>
                </a:ext>
              </a:extLst>
            </p:cNvPr>
            <p:cNvSpPr>
              <a:spLocks noChangeAspect="1" noChangeArrowheads="1"/>
            </p:cNvSpPr>
            <p:nvPr userDrawn="1"/>
          </p:nvSpPr>
          <p:spPr bwMode="auto">
            <a:xfrm>
              <a:off x="1743333"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4" name="Oval 98">
              <a:extLst>
                <a:ext uri="{FF2B5EF4-FFF2-40B4-BE49-F238E27FC236}">
                  <a16:creationId xmlns:a16="http://schemas.microsoft.com/office/drawing/2014/main" id="{00DE5FD0-C8D1-4B93-BBAB-25426F59BAC1}"/>
                </a:ext>
              </a:extLst>
            </p:cNvPr>
            <p:cNvSpPr>
              <a:spLocks noChangeAspect="1" noChangeArrowheads="1"/>
            </p:cNvSpPr>
            <p:nvPr userDrawn="1"/>
          </p:nvSpPr>
          <p:spPr bwMode="auto">
            <a:xfrm>
              <a:off x="1854910"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5" name="Oval 99">
              <a:extLst>
                <a:ext uri="{FF2B5EF4-FFF2-40B4-BE49-F238E27FC236}">
                  <a16:creationId xmlns:a16="http://schemas.microsoft.com/office/drawing/2014/main" id="{3FE0FEB1-8D9E-47BA-B9C3-AE18D7EEC900}"/>
                </a:ext>
              </a:extLst>
            </p:cNvPr>
            <p:cNvSpPr>
              <a:spLocks noChangeAspect="1" noChangeArrowheads="1"/>
            </p:cNvSpPr>
            <p:nvPr userDrawn="1"/>
          </p:nvSpPr>
          <p:spPr bwMode="auto">
            <a:xfrm>
              <a:off x="1967995"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6" name="Oval 100">
              <a:extLst>
                <a:ext uri="{FF2B5EF4-FFF2-40B4-BE49-F238E27FC236}">
                  <a16:creationId xmlns:a16="http://schemas.microsoft.com/office/drawing/2014/main" id="{E62EE86E-63B0-4BE7-B256-D734AFDB07ED}"/>
                </a:ext>
              </a:extLst>
            </p:cNvPr>
            <p:cNvSpPr>
              <a:spLocks noChangeAspect="1" noChangeArrowheads="1"/>
            </p:cNvSpPr>
            <p:nvPr userDrawn="1"/>
          </p:nvSpPr>
          <p:spPr bwMode="auto">
            <a:xfrm>
              <a:off x="207957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7" name="Oval 101">
              <a:extLst>
                <a:ext uri="{FF2B5EF4-FFF2-40B4-BE49-F238E27FC236}">
                  <a16:creationId xmlns:a16="http://schemas.microsoft.com/office/drawing/2014/main" id="{A30D6FF3-6DA0-4F48-B402-82C9B80471AF}"/>
                </a:ext>
              </a:extLst>
            </p:cNvPr>
            <p:cNvSpPr>
              <a:spLocks noChangeAspect="1" noChangeArrowheads="1"/>
            </p:cNvSpPr>
            <p:nvPr userDrawn="1"/>
          </p:nvSpPr>
          <p:spPr bwMode="auto">
            <a:xfrm>
              <a:off x="2192656"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8" name="Oval 102">
              <a:extLst>
                <a:ext uri="{FF2B5EF4-FFF2-40B4-BE49-F238E27FC236}">
                  <a16:creationId xmlns:a16="http://schemas.microsoft.com/office/drawing/2014/main" id="{D79FAFEF-8DF9-43DA-B4EB-2884704541A0}"/>
                </a:ext>
              </a:extLst>
            </p:cNvPr>
            <p:cNvSpPr>
              <a:spLocks noChangeAspect="1" noChangeArrowheads="1"/>
            </p:cNvSpPr>
            <p:nvPr userDrawn="1"/>
          </p:nvSpPr>
          <p:spPr bwMode="auto">
            <a:xfrm>
              <a:off x="2304233"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59" name="Oval 103">
              <a:extLst>
                <a:ext uri="{FF2B5EF4-FFF2-40B4-BE49-F238E27FC236}">
                  <a16:creationId xmlns:a16="http://schemas.microsoft.com/office/drawing/2014/main" id="{20BFAE30-6A38-4F36-BF5A-37F2506BBA0B}"/>
                </a:ext>
              </a:extLst>
            </p:cNvPr>
            <p:cNvSpPr>
              <a:spLocks noChangeAspect="1" noChangeArrowheads="1"/>
            </p:cNvSpPr>
            <p:nvPr userDrawn="1"/>
          </p:nvSpPr>
          <p:spPr bwMode="auto">
            <a:xfrm>
              <a:off x="2417316"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0" name="Oval 104">
              <a:extLst>
                <a:ext uri="{FF2B5EF4-FFF2-40B4-BE49-F238E27FC236}">
                  <a16:creationId xmlns:a16="http://schemas.microsoft.com/office/drawing/2014/main" id="{E17DFC20-E46D-4C62-8BA3-66273DD4A05F}"/>
                </a:ext>
              </a:extLst>
            </p:cNvPr>
            <p:cNvSpPr>
              <a:spLocks noChangeAspect="1" noChangeArrowheads="1"/>
            </p:cNvSpPr>
            <p:nvPr userDrawn="1"/>
          </p:nvSpPr>
          <p:spPr bwMode="auto">
            <a:xfrm>
              <a:off x="3091299"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1" name="Oval 105">
              <a:extLst>
                <a:ext uri="{FF2B5EF4-FFF2-40B4-BE49-F238E27FC236}">
                  <a16:creationId xmlns:a16="http://schemas.microsoft.com/office/drawing/2014/main" id="{A5CA179F-7E0E-4F74-9D8C-D77EA016F409}"/>
                </a:ext>
              </a:extLst>
            </p:cNvPr>
            <p:cNvSpPr>
              <a:spLocks noChangeAspect="1" noChangeArrowheads="1"/>
            </p:cNvSpPr>
            <p:nvPr userDrawn="1"/>
          </p:nvSpPr>
          <p:spPr bwMode="auto">
            <a:xfrm>
              <a:off x="3204383"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2" name="Oval 106">
              <a:extLst>
                <a:ext uri="{FF2B5EF4-FFF2-40B4-BE49-F238E27FC236}">
                  <a16:creationId xmlns:a16="http://schemas.microsoft.com/office/drawing/2014/main" id="{A45E8100-570B-4321-949F-2FDDEF407B22}"/>
                </a:ext>
              </a:extLst>
            </p:cNvPr>
            <p:cNvSpPr>
              <a:spLocks noChangeAspect="1" noChangeArrowheads="1"/>
            </p:cNvSpPr>
            <p:nvPr userDrawn="1"/>
          </p:nvSpPr>
          <p:spPr bwMode="auto">
            <a:xfrm>
              <a:off x="3315959"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3" name="Oval 107">
              <a:extLst>
                <a:ext uri="{FF2B5EF4-FFF2-40B4-BE49-F238E27FC236}">
                  <a16:creationId xmlns:a16="http://schemas.microsoft.com/office/drawing/2014/main" id="{935706F0-15D5-4A33-A05F-48596A5D7418}"/>
                </a:ext>
              </a:extLst>
            </p:cNvPr>
            <p:cNvSpPr>
              <a:spLocks noChangeAspect="1" noChangeArrowheads="1"/>
            </p:cNvSpPr>
            <p:nvPr userDrawn="1"/>
          </p:nvSpPr>
          <p:spPr bwMode="auto">
            <a:xfrm>
              <a:off x="3429044"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4" name="Oval 108">
              <a:extLst>
                <a:ext uri="{FF2B5EF4-FFF2-40B4-BE49-F238E27FC236}">
                  <a16:creationId xmlns:a16="http://schemas.microsoft.com/office/drawing/2014/main" id="{EEE594B3-CE50-488F-998A-56885DB83FE4}"/>
                </a:ext>
              </a:extLst>
            </p:cNvPr>
            <p:cNvSpPr>
              <a:spLocks noChangeAspect="1" noChangeArrowheads="1"/>
            </p:cNvSpPr>
            <p:nvPr userDrawn="1"/>
          </p:nvSpPr>
          <p:spPr bwMode="auto">
            <a:xfrm>
              <a:off x="354062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5" name="Oval 109">
              <a:extLst>
                <a:ext uri="{FF2B5EF4-FFF2-40B4-BE49-F238E27FC236}">
                  <a16:creationId xmlns:a16="http://schemas.microsoft.com/office/drawing/2014/main" id="{EBB4979D-7F92-42AE-B870-0B13F2E4DD1C}"/>
                </a:ext>
              </a:extLst>
            </p:cNvPr>
            <p:cNvSpPr>
              <a:spLocks noChangeAspect="1" noChangeArrowheads="1"/>
            </p:cNvSpPr>
            <p:nvPr userDrawn="1"/>
          </p:nvSpPr>
          <p:spPr bwMode="auto">
            <a:xfrm>
              <a:off x="3653706"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6" name="Oval 110">
              <a:extLst>
                <a:ext uri="{FF2B5EF4-FFF2-40B4-BE49-F238E27FC236}">
                  <a16:creationId xmlns:a16="http://schemas.microsoft.com/office/drawing/2014/main" id="{6828980E-C6CE-476B-8E52-2E287C27B9A6}"/>
                </a:ext>
              </a:extLst>
            </p:cNvPr>
            <p:cNvSpPr>
              <a:spLocks noChangeAspect="1" noChangeArrowheads="1"/>
            </p:cNvSpPr>
            <p:nvPr userDrawn="1"/>
          </p:nvSpPr>
          <p:spPr bwMode="auto">
            <a:xfrm>
              <a:off x="3765282"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7" name="Oval 111">
              <a:extLst>
                <a:ext uri="{FF2B5EF4-FFF2-40B4-BE49-F238E27FC236}">
                  <a16:creationId xmlns:a16="http://schemas.microsoft.com/office/drawing/2014/main" id="{F6020E08-B7DD-459D-8704-F7E4F6A0D219}"/>
                </a:ext>
              </a:extLst>
            </p:cNvPr>
            <p:cNvSpPr>
              <a:spLocks noChangeAspect="1" noChangeArrowheads="1"/>
            </p:cNvSpPr>
            <p:nvPr userDrawn="1"/>
          </p:nvSpPr>
          <p:spPr bwMode="auto">
            <a:xfrm>
              <a:off x="567565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8" name="Oval 112">
              <a:extLst>
                <a:ext uri="{FF2B5EF4-FFF2-40B4-BE49-F238E27FC236}">
                  <a16:creationId xmlns:a16="http://schemas.microsoft.com/office/drawing/2014/main" id="{CB838EEE-B769-438A-A8CA-8F08FE52AECA}"/>
                </a:ext>
              </a:extLst>
            </p:cNvPr>
            <p:cNvSpPr>
              <a:spLocks noChangeAspect="1" noChangeArrowheads="1"/>
            </p:cNvSpPr>
            <p:nvPr userDrawn="1"/>
          </p:nvSpPr>
          <p:spPr bwMode="auto">
            <a:xfrm>
              <a:off x="6238058"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69" name="Oval 113">
              <a:extLst>
                <a:ext uri="{FF2B5EF4-FFF2-40B4-BE49-F238E27FC236}">
                  <a16:creationId xmlns:a16="http://schemas.microsoft.com/office/drawing/2014/main" id="{5D5D1A21-DC58-4698-89EF-6FA189C10439}"/>
                </a:ext>
              </a:extLst>
            </p:cNvPr>
            <p:cNvSpPr>
              <a:spLocks noChangeAspect="1" noChangeArrowheads="1"/>
            </p:cNvSpPr>
            <p:nvPr userDrawn="1"/>
          </p:nvSpPr>
          <p:spPr bwMode="auto">
            <a:xfrm>
              <a:off x="6349634"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0" name="Oval 114">
              <a:extLst>
                <a:ext uri="{FF2B5EF4-FFF2-40B4-BE49-F238E27FC236}">
                  <a16:creationId xmlns:a16="http://schemas.microsoft.com/office/drawing/2014/main" id="{701471FB-6700-47E0-9690-3EB14E4C1813}"/>
                </a:ext>
              </a:extLst>
            </p:cNvPr>
            <p:cNvSpPr>
              <a:spLocks noChangeAspect="1" noChangeArrowheads="1"/>
            </p:cNvSpPr>
            <p:nvPr userDrawn="1"/>
          </p:nvSpPr>
          <p:spPr bwMode="auto">
            <a:xfrm>
              <a:off x="6462718"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1" name="Oval 115">
              <a:extLst>
                <a:ext uri="{FF2B5EF4-FFF2-40B4-BE49-F238E27FC236}">
                  <a16:creationId xmlns:a16="http://schemas.microsoft.com/office/drawing/2014/main" id="{AB1448F6-7FF2-403C-B274-149CCFF3B222}"/>
                </a:ext>
              </a:extLst>
            </p:cNvPr>
            <p:cNvSpPr>
              <a:spLocks noChangeAspect="1" noChangeArrowheads="1"/>
            </p:cNvSpPr>
            <p:nvPr userDrawn="1"/>
          </p:nvSpPr>
          <p:spPr bwMode="auto">
            <a:xfrm>
              <a:off x="6574294"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2" name="Oval 116">
              <a:extLst>
                <a:ext uri="{FF2B5EF4-FFF2-40B4-BE49-F238E27FC236}">
                  <a16:creationId xmlns:a16="http://schemas.microsoft.com/office/drawing/2014/main" id="{B7787D48-B94C-493E-86B8-C4939462A94D}"/>
                </a:ext>
              </a:extLst>
            </p:cNvPr>
            <p:cNvSpPr>
              <a:spLocks noChangeAspect="1" noChangeArrowheads="1"/>
            </p:cNvSpPr>
            <p:nvPr userDrawn="1"/>
          </p:nvSpPr>
          <p:spPr bwMode="auto">
            <a:xfrm>
              <a:off x="668738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3" name="Oval 117">
              <a:extLst>
                <a:ext uri="{FF2B5EF4-FFF2-40B4-BE49-F238E27FC236}">
                  <a16:creationId xmlns:a16="http://schemas.microsoft.com/office/drawing/2014/main" id="{BDE3F8A9-B628-4B81-8C04-81BEA359CD88}"/>
                </a:ext>
              </a:extLst>
            </p:cNvPr>
            <p:cNvSpPr>
              <a:spLocks noChangeAspect="1" noChangeArrowheads="1"/>
            </p:cNvSpPr>
            <p:nvPr userDrawn="1"/>
          </p:nvSpPr>
          <p:spPr bwMode="auto">
            <a:xfrm>
              <a:off x="6798957"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4" name="Oval 118">
              <a:extLst>
                <a:ext uri="{FF2B5EF4-FFF2-40B4-BE49-F238E27FC236}">
                  <a16:creationId xmlns:a16="http://schemas.microsoft.com/office/drawing/2014/main" id="{8A417D4F-F9CD-4FFF-B592-FA05BAE127E7}"/>
                </a:ext>
              </a:extLst>
            </p:cNvPr>
            <p:cNvSpPr>
              <a:spLocks noChangeAspect="1" noChangeArrowheads="1"/>
            </p:cNvSpPr>
            <p:nvPr userDrawn="1"/>
          </p:nvSpPr>
          <p:spPr bwMode="auto">
            <a:xfrm>
              <a:off x="6912041"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5" name="Oval 119">
              <a:extLst>
                <a:ext uri="{FF2B5EF4-FFF2-40B4-BE49-F238E27FC236}">
                  <a16:creationId xmlns:a16="http://schemas.microsoft.com/office/drawing/2014/main" id="{CE896E2B-8EC5-4966-A8F3-FEC6C3780DC9}"/>
                </a:ext>
              </a:extLst>
            </p:cNvPr>
            <p:cNvSpPr>
              <a:spLocks noChangeAspect="1" noChangeArrowheads="1"/>
            </p:cNvSpPr>
            <p:nvPr userDrawn="1"/>
          </p:nvSpPr>
          <p:spPr bwMode="auto">
            <a:xfrm>
              <a:off x="7023616" y="155583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6" name="Oval 120">
              <a:extLst>
                <a:ext uri="{FF2B5EF4-FFF2-40B4-BE49-F238E27FC236}">
                  <a16:creationId xmlns:a16="http://schemas.microsoft.com/office/drawing/2014/main" id="{2B7CD764-5A90-426C-A4D0-67A65D2FA688}"/>
                </a:ext>
              </a:extLst>
            </p:cNvPr>
            <p:cNvSpPr>
              <a:spLocks noChangeAspect="1" noChangeArrowheads="1"/>
            </p:cNvSpPr>
            <p:nvPr userDrawn="1"/>
          </p:nvSpPr>
          <p:spPr bwMode="auto">
            <a:xfrm>
              <a:off x="7136701"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7" name="Oval 121">
              <a:extLst>
                <a:ext uri="{FF2B5EF4-FFF2-40B4-BE49-F238E27FC236}">
                  <a16:creationId xmlns:a16="http://schemas.microsoft.com/office/drawing/2014/main" id="{485B284D-4FED-4C16-9129-6033E3F5035E}"/>
                </a:ext>
              </a:extLst>
            </p:cNvPr>
            <p:cNvSpPr>
              <a:spLocks noChangeAspect="1" noChangeArrowheads="1"/>
            </p:cNvSpPr>
            <p:nvPr userDrawn="1"/>
          </p:nvSpPr>
          <p:spPr bwMode="auto">
            <a:xfrm>
              <a:off x="7248277"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8" name="Oval 122">
              <a:extLst>
                <a:ext uri="{FF2B5EF4-FFF2-40B4-BE49-F238E27FC236}">
                  <a16:creationId xmlns:a16="http://schemas.microsoft.com/office/drawing/2014/main" id="{0B959AD5-8123-4AD1-94AB-057BE0A57EFC}"/>
                </a:ext>
              </a:extLst>
            </p:cNvPr>
            <p:cNvSpPr>
              <a:spLocks noChangeAspect="1" noChangeArrowheads="1"/>
            </p:cNvSpPr>
            <p:nvPr userDrawn="1"/>
          </p:nvSpPr>
          <p:spPr bwMode="auto">
            <a:xfrm>
              <a:off x="7586024" y="155583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79" name="Oval 123">
              <a:extLst>
                <a:ext uri="{FF2B5EF4-FFF2-40B4-BE49-F238E27FC236}">
                  <a16:creationId xmlns:a16="http://schemas.microsoft.com/office/drawing/2014/main" id="{A6B25E28-B1F5-4578-A1A9-5A6668A9B0D0}"/>
                </a:ext>
              </a:extLst>
            </p:cNvPr>
            <p:cNvSpPr>
              <a:spLocks noChangeAspect="1" noChangeArrowheads="1"/>
            </p:cNvSpPr>
            <p:nvPr userDrawn="1"/>
          </p:nvSpPr>
          <p:spPr bwMode="auto">
            <a:xfrm>
              <a:off x="140558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0" name="Oval 124">
              <a:extLst>
                <a:ext uri="{FF2B5EF4-FFF2-40B4-BE49-F238E27FC236}">
                  <a16:creationId xmlns:a16="http://schemas.microsoft.com/office/drawing/2014/main" id="{D243CE0E-5780-49F5-970C-7F6C9FB5001B}"/>
                </a:ext>
              </a:extLst>
            </p:cNvPr>
            <p:cNvSpPr>
              <a:spLocks noChangeAspect="1" noChangeArrowheads="1"/>
            </p:cNvSpPr>
            <p:nvPr userDrawn="1"/>
          </p:nvSpPr>
          <p:spPr bwMode="auto">
            <a:xfrm>
              <a:off x="151867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1" name="Oval 125">
              <a:extLst>
                <a:ext uri="{FF2B5EF4-FFF2-40B4-BE49-F238E27FC236}">
                  <a16:creationId xmlns:a16="http://schemas.microsoft.com/office/drawing/2014/main" id="{3D9ADCD7-AC62-4275-878E-F02FEC22A055}"/>
                </a:ext>
              </a:extLst>
            </p:cNvPr>
            <p:cNvSpPr>
              <a:spLocks noChangeAspect="1" noChangeArrowheads="1"/>
            </p:cNvSpPr>
            <p:nvPr userDrawn="1"/>
          </p:nvSpPr>
          <p:spPr bwMode="auto">
            <a:xfrm>
              <a:off x="1630250"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2" name="Oval 126">
              <a:extLst>
                <a:ext uri="{FF2B5EF4-FFF2-40B4-BE49-F238E27FC236}">
                  <a16:creationId xmlns:a16="http://schemas.microsoft.com/office/drawing/2014/main" id="{FB6FBA57-5C63-49BA-8E37-877D938B991D}"/>
                </a:ext>
              </a:extLst>
            </p:cNvPr>
            <p:cNvSpPr>
              <a:spLocks noChangeAspect="1" noChangeArrowheads="1"/>
            </p:cNvSpPr>
            <p:nvPr userDrawn="1"/>
          </p:nvSpPr>
          <p:spPr bwMode="auto">
            <a:xfrm>
              <a:off x="1743333"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3" name="Oval 127">
              <a:extLst>
                <a:ext uri="{FF2B5EF4-FFF2-40B4-BE49-F238E27FC236}">
                  <a16:creationId xmlns:a16="http://schemas.microsoft.com/office/drawing/2014/main" id="{6A8DA975-E8DC-459C-AA65-3DF0BB983D54}"/>
                </a:ext>
              </a:extLst>
            </p:cNvPr>
            <p:cNvSpPr>
              <a:spLocks noChangeAspect="1" noChangeArrowheads="1"/>
            </p:cNvSpPr>
            <p:nvPr userDrawn="1"/>
          </p:nvSpPr>
          <p:spPr bwMode="auto">
            <a:xfrm>
              <a:off x="1854910"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4" name="Oval 128">
              <a:extLst>
                <a:ext uri="{FF2B5EF4-FFF2-40B4-BE49-F238E27FC236}">
                  <a16:creationId xmlns:a16="http://schemas.microsoft.com/office/drawing/2014/main" id="{D245A947-06CA-4B9C-AEE1-C91603158204}"/>
                </a:ext>
              </a:extLst>
            </p:cNvPr>
            <p:cNvSpPr>
              <a:spLocks noChangeAspect="1" noChangeArrowheads="1"/>
            </p:cNvSpPr>
            <p:nvPr userDrawn="1"/>
          </p:nvSpPr>
          <p:spPr bwMode="auto">
            <a:xfrm>
              <a:off x="1967995"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5" name="Oval 129">
              <a:extLst>
                <a:ext uri="{FF2B5EF4-FFF2-40B4-BE49-F238E27FC236}">
                  <a16:creationId xmlns:a16="http://schemas.microsoft.com/office/drawing/2014/main" id="{163FEA36-C503-4D73-BEFE-FD1AC5024E33}"/>
                </a:ext>
              </a:extLst>
            </p:cNvPr>
            <p:cNvSpPr>
              <a:spLocks noChangeAspect="1" noChangeArrowheads="1"/>
            </p:cNvSpPr>
            <p:nvPr userDrawn="1"/>
          </p:nvSpPr>
          <p:spPr bwMode="auto">
            <a:xfrm>
              <a:off x="207957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6" name="Oval 130">
              <a:extLst>
                <a:ext uri="{FF2B5EF4-FFF2-40B4-BE49-F238E27FC236}">
                  <a16:creationId xmlns:a16="http://schemas.microsoft.com/office/drawing/2014/main" id="{853D921E-6257-41CD-936E-123C2549B40F}"/>
                </a:ext>
              </a:extLst>
            </p:cNvPr>
            <p:cNvSpPr>
              <a:spLocks noChangeAspect="1" noChangeArrowheads="1"/>
            </p:cNvSpPr>
            <p:nvPr userDrawn="1"/>
          </p:nvSpPr>
          <p:spPr bwMode="auto">
            <a:xfrm>
              <a:off x="2192656"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7" name="Oval 131">
              <a:extLst>
                <a:ext uri="{FF2B5EF4-FFF2-40B4-BE49-F238E27FC236}">
                  <a16:creationId xmlns:a16="http://schemas.microsoft.com/office/drawing/2014/main" id="{5B3FFB75-888D-409A-A885-020575BF2DFD}"/>
                </a:ext>
              </a:extLst>
            </p:cNvPr>
            <p:cNvSpPr>
              <a:spLocks noChangeAspect="1" noChangeArrowheads="1"/>
            </p:cNvSpPr>
            <p:nvPr userDrawn="1"/>
          </p:nvSpPr>
          <p:spPr bwMode="auto">
            <a:xfrm>
              <a:off x="2304233"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8" name="Oval 132">
              <a:extLst>
                <a:ext uri="{FF2B5EF4-FFF2-40B4-BE49-F238E27FC236}">
                  <a16:creationId xmlns:a16="http://schemas.microsoft.com/office/drawing/2014/main" id="{6DD68D8F-6D3E-4D54-86E3-E84659981C96}"/>
                </a:ext>
              </a:extLst>
            </p:cNvPr>
            <p:cNvSpPr>
              <a:spLocks noChangeAspect="1" noChangeArrowheads="1"/>
            </p:cNvSpPr>
            <p:nvPr userDrawn="1"/>
          </p:nvSpPr>
          <p:spPr bwMode="auto">
            <a:xfrm>
              <a:off x="2417316"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89" name="Oval 133">
              <a:extLst>
                <a:ext uri="{FF2B5EF4-FFF2-40B4-BE49-F238E27FC236}">
                  <a16:creationId xmlns:a16="http://schemas.microsoft.com/office/drawing/2014/main" id="{DD4D3E7A-34C5-4AA9-AAA9-A126D39212C4}"/>
                </a:ext>
              </a:extLst>
            </p:cNvPr>
            <p:cNvSpPr>
              <a:spLocks noChangeAspect="1" noChangeArrowheads="1"/>
            </p:cNvSpPr>
            <p:nvPr userDrawn="1"/>
          </p:nvSpPr>
          <p:spPr bwMode="auto">
            <a:xfrm>
              <a:off x="252889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0" name="Oval 134">
              <a:extLst>
                <a:ext uri="{FF2B5EF4-FFF2-40B4-BE49-F238E27FC236}">
                  <a16:creationId xmlns:a16="http://schemas.microsoft.com/office/drawing/2014/main" id="{268FD93D-67FE-4398-8A81-E135DDAEF994}"/>
                </a:ext>
              </a:extLst>
            </p:cNvPr>
            <p:cNvSpPr>
              <a:spLocks noChangeAspect="1" noChangeArrowheads="1"/>
            </p:cNvSpPr>
            <p:nvPr userDrawn="1"/>
          </p:nvSpPr>
          <p:spPr bwMode="auto">
            <a:xfrm>
              <a:off x="3091299"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1" name="Oval 135">
              <a:extLst>
                <a:ext uri="{FF2B5EF4-FFF2-40B4-BE49-F238E27FC236}">
                  <a16:creationId xmlns:a16="http://schemas.microsoft.com/office/drawing/2014/main" id="{C8352A52-C5B5-45EA-A754-899813767AD1}"/>
                </a:ext>
              </a:extLst>
            </p:cNvPr>
            <p:cNvSpPr>
              <a:spLocks noChangeAspect="1" noChangeArrowheads="1"/>
            </p:cNvSpPr>
            <p:nvPr userDrawn="1"/>
          </p:nvSpPr>
          <p:spPr bwMode="auto">
            <a:xfrm>
              <a:off x="3204383"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2" name="Oval 136">
              <a:extLst>
                <a:ext uri="{FF2B5EF4-FFF2-40B4-BE49-F238E27FC236}">
                  <a16:creationId xmlns:a16="http://schemas.microsoft.com/office/drawing/2014/main" id="{158786CF-0C45-449C-817C-27C05EF785FE}"/>
                </a:ext>
              </a:extLst>
            </p:cNvPr>
            <p:cNvSpPr>
              <a:spLocks noChangeAspect="1" noChangeArrowheads="1"/>
            </p:cNvSpPr>
            <p:nvPr userDrawn="1"/>
          </p:nvSpPr>
          <p:spPr bwMode="auto">
            <a:xfrm>
              <a:off x="3315959"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3" name="Oval 137">
              <a:extLst>
                <a:ext uri="{FF2B5EF4-FFF2-40B4-BE49-F238E27FC236}">
                  <a16:creationId xmlns:a16="http://schemas.microsoft.com/office/drawing/2014/main" id="{D04A0FBE-A0C5-49AC-927C-93C2E9AACC25}"/>
                </a:ext>
              </a:extLst>
            </p:cNvPr>
            <p:cNvSpPr>
              <a:spLocks noChangeAspect="1" noChangeArrowheads="1"/>
            </p:cNvSpPr>
            <p:nvPr userDrawn="1"/>
          </p:nvSpPr>
          <p:spPr bwMode="auto">
            <a:xfrm>
              <a:off x="342904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4" name="Oval 138">
              <a:extLst>
                <a:ext uri="{FF2B5EF4-FFF2-40B4-BE49-F238E27FC236}">
                  <a16:creationId xmlns:a16="http://schemas.microsoft.com/office/drawing/2014/main" id="{31895EC6-B8DA-4FFF-9E5A-57812EB31155}"/>
                </a:ext>
              </a:extLst>
            </p:cNvPr>
            <p:cNvSpPr>
              <a:spLocks noChangeAspect="1" noChangeArrowheads="1"/>
            </p:cNvSpPr>
            <p:nvPr userDrawn="1"/>
          </p:nvSpPr>
          <p:spPr bwMode="auto">
            <a:xfrm>
              <a:off x="3540621"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5" name="Oval 139">
              <a:extLst>
                <a:ext uri="{FF2B5EF4-FFF2-40B4-BE49-F238E27FC236}">
                  <a16:creationId xmlns:a16="http://schemas.microsoft.com/office/drawing/2014/main" id="{F6267048-66A5-4BB7-8764-B92174E69223}"/>
                </a:ext>
              </a:extLst>
            </p:cNvPr>
            <p:cNvSpPr>
              <a:spLocks noChangeAspect="1" noChangeArrowheads="1"/>
            </p:cNvSpPr>
            <p:nvPr userDrawn="1"/>
          </p:nvSpPr>
          <p:spPr bwMode="auto">
            <a:xfrm>
              <a:off x="3653706"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6" name="Oval 140">
              <a:extLst>
                <a:ext uri="{FF2B5EF4-FFF2-40B4-BE49-F238E27FC236}">
                  <a16:creationId xmlns:a16="http://schemas.microsoft.com/office/drawing/2014/main" id="{01710126-8A06-44B9-BF64-2130C43A51A0}"/>
                </a:ext>
              </a:extLst>
            </p:cNvPr>
            <p:cNvSpPr>
              <a:spLocks noChangeAspect="1" noChangeArrowheads="1"/>
            </p:cNvSpPr>
            <p:nvPr userDrawn="1"/>
          </p:nvSpPr>
          <p:spPr bwMode="auto">
            <a:xfrm>
              <a:off x="3765282"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7" name="Oval 141">
              <a:extLst>
                <a:ext uri="{FF2B5EF4-FFF2-40B4-BE49-F238E27FC236}">
                  <a16:creationId xmlns:a16="http://schemas.microsoft.com/office/drawing/2014/main" id="{FFAA3BB6-93D9-4520-ABA8-95896B8AFA65}"/>
                </a:ext>
              </a:extLst>
            </p:cNvPr>
            <p:cNvSpPr>
              <a:spLocks noChangeAspect="1" noChangeArrowheads="1"/>
            </p:cNvSpPr>
            <p:nvPr userDrawn="1"/>
          </p:nvSpPr>
          <p:spPr bwMode="auto">
            <a:xfrm>
              <a:off x="477700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8" name="Oval 142">
              <a:extLst>
                <a:ext uri="{FF2B5EF4-FFF2-40B4-BE49-F238E27FC236}">
                  <a16:creationId xmlns:a16="http://schemas.microsoft.com/office/drawing/2014/main" id="{EC34FB11-D627-4B13-95EF-DF20445AF923}"/>
                </a:ext>
              </a:extLst>
            </p:cNvPr>
            <p:cNvSpPr>
              <a:spLocks noChangeAspect="1" noChangeArrowheads="1"/>
            </p:cNvSpPr>
            <p:nvPr userDrawn="1"/>
          </p:nvSpPr>
          <p:spPr bwMode="auto">
            <a:xfrm>
              <a:off x="4888585"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99" name="Oval 143">
              <a:extLst>
                <a:ext uri="{FF2B5EF4-FFF2-40B4-BE49-F238E27FC236}">
                  <a16:creationId xmlns:a16="http://schemas.microsoft.com/office/drawing/2014/main" id="{01B5BB48-DD6A-450D-BAA5-20190E9924DB}"/>
                </a:ext>
              </a:extLst>
            </p:cNvPr>
            <p:cNvSpPr>
              <a:spLocks noChangeAspect="1" noChangeArrowheads="1"/>
            </p:cNvSpPr>
            <p:nvPr userDrawn="1"/>
          </p:nvSpPr>
          <p:spPr bwMode="auto">
            <a:xfrm>
              <a:off x="5001670"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0" name="Oval 144">
              <a:extLst>
                <a:ext uri="{FF2B5EF4-FFF2-40B4-BE49-F238E27FC236}">
                  <a16:creationId xmlns:a16="http://schemas.microsoft.com/office/drawing/2014/main" id="{F8173A1E-F223-480F-B6E1-51C4847C5E6C}"/>
                </a:ext>
              </a:extLst>
            </p:cNvPr>
            <p:cNvSpPr>
              <a:spLocks noChangeAspect="1" noChangeArrowheads="1"/>
            </p:cNvSpPr>
            <p:nvPr userDrawn="1"/>
          </p:nvSpPr>
          <p:spPr bwMode="auto">
            <a:xfrm>
              <a:off x="5562568"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1" name="Oval 145">
              <a:extLst>
                <a:ext uri="{FF2B5EF4-FFF2-40B4-BE49-F238E27FC236}">
                  <a16:creationId xmlns:a16="http://schemas.microsoft.com/office/drawing/2014/main" id="{DA382930-FECF-4D8E-AB36-95F624677689}"/>
                </a:ext>
              </a:extLst>
            </p:cNvPr>
            <p:cNvSpPr>
              <a:spLocks noChangeAspect="1" noChangeArrowheads="1"/>
            </p:cNvSpPr>
            <p:nvPr userDrawn="1"/>
          </p:nvSpPr>
          <p:spPr bwMode="auto">
            <a:xfrm>
              <a:off x="601339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2" name="Oval 146">
              <a:extLst>
                <a:ext uri="{FF2B5EF4-FFF2-40B4-BE49-F238E27FC236}">
                  <a16:creationId xmlns:a16="http://schemas.microsoft.com/office/drawing/2014/main" id="{D3841CB9-5BCB-4B35-BCA0-02A3453796D7}"/>
                </a:ext>
              </a:extLst>
            </p:cNvPr>
            <p:cNvSpPr>
              <a:spLocks noChangeAspect="1" noChangeArrowheads="1"/>
            </p:cNvSpPr>
            <p:nvPr userDrawn="1"/>
          </p:nvSpPr>
          <p:spPr bwMode="auto">
            <a:xfrm>
              <a:off x="612497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3" name="Oval 147">
              <a:extLst>
                <a:ext uri="{FF2B5EF4-FFF2-40B4-BE49-F238E27FC236}">
                  <a16:creationId xmlns:a16="http://schemas.microsoft.com/office/drawing/2014/main" id="{C5697A74-01BB-435D-B4F5-1FC3FC408E9F}"/>
                </a:ext>
              </a:extLst>
            </p:cNvPr>
            <p:cNvSpPr>
              <a:spLocks noChangeAspect="1" noChangeArrowheads="1"/>
            </p:cNvSpPr>
            <p:nvPr userDrawn="1"/>
          </p:nvSpPr>
          <p:spPr bwMode="auto">
            <a:xfrm>
              <a:off x="6238058"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4" name="Oval 148">
              <a:extLst>
                <a:ext uri="{FF2B5EF4-FFF2-40B4-BE49-F238E27FC236}">
                  <a16:creationId xmlns:a16="http://schemas.microsoft.com/office/drawing/2014/main" id="{00FC13EA-F765-44C8-AF99-7AC052007CB9}"/>
                </a:ext>
              </a:extLst>
            </p:cNvPr>
            <p:cNvSpPr>
              <a:spLocks noChangeAspect="1" noChangeArrowheads="1"/>
            </p:cNvSpPr>
            <p:nvPr userDrawn="1"/>
          </p:nvSpPr>
          <p:spPr bwMode="auto">
            <a:xfrm>
              <a:off x="6349634"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5" name="Oval 149">
              <a:extLst>
                <a:ext uri="{FF2B5EF4-FFF2-40B4-BE49-F238E27FC236}">
                  <a16:creationId xmlns:a16="http://schemas.microsoft.com/office/drawing/2014/main" id="{C6D5136D-E491-4384-84EC-EE200AD5D804}"/>
                </a:ext>
              </a:extLst>
            </p:cNvPr>
            <p:cNvSpPr>
              <a:spLocks noChangeAspect="1" noChangeArrowheads="1"/>
            </p:cNvSpPr>
            <p:nvPr userDrawn="1"/>
          </p:nvSpPr>
          <p:spPr bwMode="auto">
            <a:xfrm>
              <a:off x="6462718"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6" name="Oval 150">
              <a:extLst>
                <a:ext uri="{FF2B5EF4-FFF2-40B4-BE49-F238E27FC236}">
                  <a16:creationId xmlns:a16="http://schemas.microsoft.com/office/drawing/2014/main" id="{B3712765-1432-461B-B722-5F9910ED0C63}"/>
                </a:ext>
              </a:extLst>
            </p:cNvPr>
            <p:cNvSpPr>
              <a:spLocks noChangeAspect="1" noChangeArrowheads="1"/>
            </p:cNvSpPr>
            <p:nvPr userDrawn="1"/>
          </p:nvSpPr>
          <p:spPr bwMode="auto">
            <a:xfrm>
              <a:off x="657429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7" name="Oval 151">
              <a:extLst>
                <a:ext uri="{FF2B5EF4-FFF2-40B4-BE49-F238E27FC236}">
                  <a16:creationId xmlns:a16="http://schemas.microsoft.com/office/drawing/2014/main" id="{A45AA01C-959F-45A8-BEBB-40802BD26231}"/>
                </a:ext>
              </a:extLst>
            </p:cNvPr>
            <p:cNvSpPr>
              <a:spLocks noChangeAspect="1" noChangeArrowheads="1"/>
            </p:cNvSpPr>
            <p:nvPr userDrawn="1"/>
          </p:nvSpPr>
          <p:spPr bwMode="auto">
            <a:xfrm>
              <a:off x="668738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8" name="Oval 152">
              <a:extLst>
                <a:ext uri="{FF2B5EF4-FFF2-40B4-BE49-F238E27FC236}">
                  <a16:creationId xmlns:a16="http://schemas.microsoft.com/office/drawing/2014/main" id="{B56EEBD6-62F3-4B98-B380-C447339B7600}"/>
                </a:ext>
              </a:extLst>
            </p:cNvPr>
            <p:cNvSpPr>
              <a:spLocks noChangeAspect="1" noChangeArrowheads="1"/>
            </p:cNvSpPr>
            <p:nvPr userDrawn="1"/>
          </p:nvSpPr>
          <p:spPr bwMode="auto">
            <a:xfrm>
              <a:off x="6798957"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09" name="Oval 153">
              <a:extLst>
                <a:ext uri="{FF2B5EF4-FFF2-40B4-BE49-F238E27FC236}">
                  <a16:creationId xmlns:a16="http://schemas.microsoft.com/office/drawing/2014/main" id="{96237CF6-C7E4-445A-8492-CD1F28D7B7AC}"/>
                </a:ext>
              </a:extLst>
            </p:cNvPr>
            <p:cNvSpPr>
              <a:spLocks noChangeAspect="1" noChangeArrowheads="1"/>
            </p:cNvSpPr>
            <p:nvPr userDrawn="1"/>
          </p:nvSpPr>
          <p:spPr bwMode="auto">
            <a:xfrm>
              <a:off x="6912041"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0" name="Oval 154">
              <a:extLst>
                <a:ext uri="{FF2B5EF4-FFF2-40B4-BE49-F238E27FC236}">
                  <a16:creationId xmlns:a16="http://schemas.microsoft.com/office/drawing/2014/main" id="{CF47EA56-E11C-4FA6-9350-0CD4B1533C1D}"/>
                </a:ext>
              </a:extLst>
            </p:cNvPr>
            <p:cNvSpPr>
              <a:spLocks noChangeAspect="1" noChangeArrowheads="1"/>
            </p:cNvSpPr>
            <p:nvPr userDrawn="1"/>
          </p:nvSpPr>
          <p:spPr bwMode="auto">
            <a:xfrm>
              <a:off x="7023616"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1" name="Oval 155">
              <a:extLst>
                <a:ext uri="{FF2B5EF4-FFF2-40B4-BE49-F238E27FC236}">
                  <a16:creationId xmlns:a16="http://schemas.microsoft.com/office/drawing/2014/main" id="{1AFF5778-D33A-4BA6-ABA6-BFC800BBB640}"/>
                </a:ext>
              </a:extLst>
            </p:cNvPr>
            <p:cNvSpPr>
              <a:spLocks noChangeAspect="1" noChangeArrowheads="1"/>
            </p:cNvSpPr>
            <p:nvPr userDrawn="1"/>
          </p:nvSpPr>
          <p:spPr bwMode="auto">
            <a:xfrm>
              <a:off x="7136701"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2" name="Oval 156">
              <a:extLst>
                <a:ext uri="{FF2B5EF4-FFF2-40B4-BE49-F238E27FC236}">
                  <a16:creationId xmlns:a16="http://schemas.microsoft.com/office/drawing/2014/main" id="{D13CD327-83AE-4AED-8810-1EF50FE841D4}"/>
                </a:ext>
              </a:extLst>
            </p:cNvPr>
            <p:cNvSpPr>
              <a:spLocks noChangeAspect="1" noChangeArrowheads="1"/>
            </p:cNvSpPr>
            <p:nvPr userDrawn="1"/>
          </p:nvSpPr>
          <p:spPr bwMode="auto">
            <a:xfrm>
              <a:off x="7248277"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3" name="Oval 157">
              <a:extLst>
                <a:ext uri="{FF2B5EF4-FFF2-40B4-BE49-F238E27FC236}">
                  <a16:creationId xmlns:a16="http://schemas.microsoft.com/office/drawing/2014/main" id="{E0ECD9A8-43CC-41D3-9BA8-0AB9EA22DF2A}"/>
                </a:ext>
              </a:extLst>
            </p:cNvPr>
            <p:cNvSpPr>
              <a:spLocks noChangeAspect="1" noChangeArrowheads="1"/>
            </p:cNvSpPr>
            <p:nvPr userDrawn="1"/>
          </p:nvSpPr>
          <p:spPr bwMode="auto">
            <a:xfrm>
              <a:off x="7361362"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4" name="Oval 158">
              <a:extLst>
                <a:ext uri="{FF2B5EF4-FFF2-40B4-BE49-F238E27FC236}">
                  <a16:creationId xmlns:a16="http://schemas.microsoft.com/office/drawing/2014/main" id="{7C77C612-6A52-4DC9-A1EB-DF9C4AB6A67D}"/>
                </a:ext>
              </a:extLst>
            </p:cNvPr>
            <p:cNvSpPr>
              <a:spLocks noChangeAspect="1" noChangeArrowheads="1"/>
            </p:cNvSpPr>
            <p:nvPr userDrawn="1"/>
          </p:nvSpPr>
          <p:spPr bwMode="auto">
            <a:xfrm>
              <a:off x="7472939"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5" name="Oval 159">
              <a:extLst>
                <a:ext uri="{FF2B5EF4-FFF2-40B4-BE49-F238E27FC236}">
                  <a16:creationId xmlns:a16="http://schemas.microsoft.com/office/drawing/2014/main" id="{A96E8B0C-38F9-4B7D-AF75-042945D85EA0}"/>
                </a:ext>
              </a:extLst>
            </p:cNvPr>
            <p:cNvSpPr>
              <a:spLocks noChangeAspect="1" noChangeArrowheads="1"/>
            </p:cNvSpPr>
            <p:nvPr userDrawn="1"/>
          </p:nvSpPr>
          <p:spPr bwMode="auto">
            <a:xfrm>
              <a:off x="7586024"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6" name="Oval 160">
              <a:extLst>
                <a:ext uri="{FF2B5EF4-FFF2-40B4-BE49-F238E27FC236}">
                  <a16:creationId xmlns:a16="http://schemas.microsoft.com/office/drawing/2014/main" id="{13C7AAC5-25FC-49B2-8900-59955D8D5F73}"/>
                </a:ext>
              </a:extLst>
            </p:cNvPr>
            <p:cNvSpPr>
              <a:spLocks noChangeAspect="1" noChangeArrowheads="1"/>
            </p:cNvSpPr>
            <p:nvPr userDrawn="1"/>
          </p:nvSpPr>
          <p:spPr bwMode="auto">
            <a:xfrm>
              <a:off x="7697599" y="165836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7" name="Oval 161">
              <a:extLst>
                <a:ext uri="{FF2B5EF4-FFF2-40B4-BE49-F238E27FC236}">
                  <a16:creationId xmlns:a16="http://schemas.microsoft.com/office/drawing/2014/main" id="{881AFAFB-D611-4EC6-AD45-ADAD8111DE32}"/>
                </a:ext>
              </a:extLst>
            </p:cNvPr>
            <p:cNvSpPr>
              <a:spLocks noChangeAspect="1" noChangeArrowheads="1"/>
            </p:cNvSpPr>
            <p:nvPr userDrawn="1"/>
          </p:nvSpPr>
          <p:spPr bwMode="auto">
            <a:xfrm>
              <a:off x="7810684" y="165836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8" name="Oval 162">
              <a:extLst>
                <a:ext uri="{FF2B5EF4-FFF2-40B4-BE49-F238E27FC236}">
                  <a16:creationId xmlns:a16="http://schemas.microsoft.com/office/drawing/2014/main" id="{9D3317E2-ED8B-416E-ADF7-5BB3C6BC6AF2}"/>
                </a:ext>
              </a:extLst>
            </p:cNvPr>
            <p:cNvSpPr>
              <a:spLocks noChangeAspect="1" noChangeArrowheads="1"/>
            </p:cNvSpPr>
            <p:nvPr userDrawn="1"/>
          </p:nvSpPr>
          <p:spPr bwMode="auto">
            <a:xfrm>
              <a:off x="844690"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19" name="Oval 163">
              <a:extLst>
                <a:ext uri="{FF2B5EF4-FFF2-40B4-BE49-F238E27FC236}">
                  <a16:creationId xmlns:a16="http://schemas.microsoft.com/office/drawing/2014/main" id="{8D1B0D3E-0990-40F1-AEAE-86AE5F24EDDA}"/>
                </a:ext>
              </a:extLst>
            </p:cNvPr>
            <p:cNvSpPr>
              <a:spLocks noChangeAspect="1" noChangeArrowheads="1"/>
            </p:cNvSpPr>
            <p:nvPr userDrawn="1"/>
          </p:nvSpPr>
          <p:spPr bwMode="auto">
            <a:xfrm>
              <a:off x="956267"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0" name="Oval 164">
              <a:extLst>
                <a:ext uri="{FF2B5EF4-FFF2-40B4-BE49-F238E27FC236}">
                  <a16:creationId xmlns:a16="http://schemas.microsoft.com/office/drawing/2014/main" id="{4C949482-A4FC-4EC1-8BF2-96A909B265AF}"/>
                </a:ext>
              </a:extLst>
            </p:cNvPr>
            <p:cNvSpPr>
              <a:spLocks noChangeAspect="1" noChangeArrowheads="1"/>
            </p:cNvSpPr>
            <p:nvPr userDrawn="1"/>
          </p:nvSpPr>
          <p:spPr bwMode="auto">
            <a:xfrm>
              <a:off x="106935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1" name="Oval 165">
              <a:extLst>
                <a:ext uri="{FF2B5EF4-FFF2-40B4-BE49-F238E27FC236}">
                  <a16:creationId xmlns:a16="http://schemas.microsoft.com/office/drawing/2014/main" id="{66EBFBEA-004F-4AFA-97DC-E4BB58570736}"/>
                </a:ext>
              </a:extLst>
            </p:cNvPr>
            <p:cNvSpPr>
              <a:spLocks noChangeAspect="1" noChangeArrowheads="1"/>
            </p:cNvSpPr>
            <p:nvPr userDrawn="1"/>
          </p:nvSpPr>
          <p:spPr bwMode="auto">
            <a:xfrm>
              <a:off x="118092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2" name="Oval 166">
              <a:extLst>
                <a:ext uri="{FF2B5EF4-FFF2-40B4-BE49-F238E27FC236}">
                  <a16:creationId xmlns:a16="http://schemas.microsoft.com/office/drawing/2014/main" id="{13A7253D-6875-4A8E-95F5-10C673877E48}"/>
                </a:ext>
              </a:extLst>
            </p:cNvPr>
            <p:cNvSpPr>
              <a:spLocks noChangeAspect="1" noChangeArrowheads="1"/>
            </p:cNvSpPr>
            <p:nvPr userDrawn="1"/>
          </p:nvSpPr>
          <p:spPr bwMode="auto">
            <a:xfrm>
              <a:off x="129401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3" name="Oval 167">
              <a:extLst>
                <a:ext uri="{FF2B5EF4-FFF2-40B4-BE49-F238E27FC236}">
                  <a16:creationId xmlns:a16="http://schemas.microsoft.com/office/drawing/2014/main" id="{13A039C7-D7F2-4DA4-B309-75E6862A1D0B}"/>
                </a:ext>
              </a:extLst>
            </p:cNvPr>
            <p:cNvSpPr>
              <a:spLocks noChangeAspect="1" noChangeArrowheads="1"/>
            </p:cNvSpPr>
            <p:nvPr userDrawn="1"/>
          </p:nvSpPr>
          <p:spPr bwMode="auto">
            <a:xfrm>
              <a:off x="140558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4" name="Oval 168">
              <a:extLst>
                <a:ext uri="{FF2B5EF4-FFF2-40B4-BE49-F238E27FC236}">
                  <a16:creationId xmlns:a16="http://schemas.microsoft.com/office/drawing/2014/main" id="{A0613B7B-0592-4DF2-95E5-E73993AE4BEF}"/>
                </a:ext>
              </a:extLst>
            </p:cNvPr>
            <p:cNvSpPr>
              <a:spLocks noChangeAspect="1" noChangeArrowheads="1"/>
            </p:cNvSpPr>
            <p:nvPr userDrawn="1"/>
          </p:nvSpPr>
          <p:spPr bwMode="auto">
            <a:xfrm>
              <a:off x="151867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5" name="Oval 169">
              <a:extLst>
                <a:ext uri="{FF2B5EF4-FFF2-40B4-BE49-F238E27FC236}">
                  <a16:creationId xmlns:a16="http://schemas.microsoft.com/office/drawing/2014/main" id="{88BB2449-9A02-4B13-AE64-42FCC38D0EE8}"/>
                </a:ext>
              </a:extLst>
            </p:cNvPr>
            <p:cNvSpPr>
              <a:spLocks noChangeAspect="1" noChangeArrowheads="1"/>
            </p:cNvSpPr>
            <p:nvPr userDrawn="1"/>
          </p:nvSpPr>
          <p:spPr bwMode="auto">
            <a:xfrm>
              <a:off x="163025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6" name="Oval 170">
              <a:extLst>
                <a:ext uri="{FF2B5EF4-FFF2-40B4-BE49-F238E27FC236}">
                  <a16:creationId xmlns:a16="http://schemas.microsoft.com/office/drawing/2014/main" id="{63C0C78A-B1E3-45F5-A366-BA8E7F976063}"/>
                </a:ext>
              </a:extLst>
            </p:cNvPr>
            <p:cNvSpPr>
              <a:spLocks noChangeAspect="1" noChangeArrowheads="1"/>
            </p:cNvSpPr>
            <p:nvPr userDrawn="1"/>
          </p:nvSpPr>
          <p:spPr bwMode="auto">
            <a:xfrm>
              <a:off x="174333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7" name="Oval 171">
              <a:extLst>
                <a:ext uri="{FF2B5EF4-FFF2-40B4-BE49-F238E27FC236}">
                  <a16:creationId xmlns:a16="http://schemas.microsoft.com/office/drawing/2014/main" id="{B927CE92-ED04-400E-9C5A-601BB7FE8831}"/>
                </a:ext>
              </a:extLst>
            </p:cNvPr>
            <p:cNvSpPr>
              <a:spLocks noChangeAspect="1" noChangeArrowheads="1"/>
            </p:cNvSpPr>
            <p:nvPr userDrawn="1"/>
          </p:nvSpPr>
          <p:spPr bwMode="auto">
            <a:xfrm>
              <a:off x="1854910"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8" name="Oval 172">
              <a:extLst>
                <a:ext uri="{FF2B5EF4-FFF2-40B4-BE49-F238E27FC236}">
                  <a16:creationId xmlns:a16="http://schemas.microsoft.com/office/drawing/2014/main" id="{0C1E44B8-E574-459C-B90A-8CD224AF6289}"/>
                </a:ext>
              </a:extLst>
            </p:cNvPr>
            <p:cNvSpPr>
              <a:spLocks noChangeAspect="1" noChangeArrowheads="1"/>
            </p:cNvSpPr>
            <p:nvPr userDrawn="1"/>
          </p:nvSpPr>
          <p:spPr bwMode="auto">
            <a:xfrm>
              <a:off x="196799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29" name="Oval 173">
              <a:extLst>
                <a:ext uri="{FF2B5EF4-FFF2-40B4-BE49-F238E27FC236}">
                  <a16:creationId xmlns:a16="http://schemas.microsoft.com/office/drawing/2014/main" id="{83007E9B-C3D8-4D3B-A258-6D0258E09098}"/>
                </a:ext>
              </a:extLst>
            </p:cNvPr>
            <p:cNvSpPr>
              <a:spLocks noChangeAspect="1" noChangeArrowheads="1"/>
            </p:cNvSpPr>
            <p:nvPr userDrawn="1"/>
          </p:nvSpPr>
          <p:spPr bwMode="auto">
            <a:xfrm>
              <a:off x="207957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0" name="Oval 174">
              <a:extLst>
                <a:ext uri="{FF2B5EF4-FFF2-40B4-BE49-F238E27FC236}">
                  <a16:creationId xmlns:a16="http://schemas.microsoft.com/office/drawing/2014/main" id="{1C986D51-A898-4D88-877B-C32144BDAE23}"/>
                </a:ext>
              </a:extLst>
            </p:cNvPr>
            <p:cNvSpPr>
              <a:spLocks noChangeAspect="1" noChangeArrowheads="1"/>
            </p:cNvSpPr>
            <p:nvPr userDrawn="1"/>
          </p:nvSpPr>
          <p:spPr bwMode="auto">
            <a:xfrm>
              <a:off x="219265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1" name="Oval 175">
              <a:extLst>
                <a:ext uri="{FF2B5EF4-FFF2-40B4-BE49-F238E27FC236}">
                  <a16:creationId xmlns:a16="http://schemas.microsoft.com/office/drawing/2014/main" id="{04CADC37-B89D-4204-A144-9B334A14BB67}"/>
                </a:ext>
              </a:extLst>
            </p:cNvPr>
            <p:cNvSpPr>
              <a:spLocks noChangeAspect="1" noChangeArrowheads="1"/>
            </p:cNvSpPr>
            <p:nvPr userDrawn="1"/>
          </p:nvSpPr>
          <p:spPr bwMode="auto">
            <a:xfrm>
              <a:off x="230423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2" name="Oval 176">
              <a:extLst>
                <a:ext uri="{FF2B5EF4-FFF2-40B4-BE49-F238E27FC236}">
                  <a16:creationId xmlns:a16="http://schemas.microsoft.com/office/drawing/2014/main" id="{E369AE1D-2799-4EF9-9D64-962D16F21796}"/>
                </a:ext>
              </a:extLst>
            </p:cNvPr>
            <p:cNvSpPr>
              <a:spLocks noChangeAspect="1" noChangeArrowheads="1"/>
            </p:cNvSpPr>
            <p:nvPr userDrawn="1"/>
          </p:nvSpPr>
          <p:spPr bwMode="auto">
            <a:xfrm>
              <a:off x="241731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3" name="Oval 177">
              <a:extLst>
                <a:ext uri="{FF2B5EF4-FFF2-40B4-BE49-F238E27FC236}">
                  <a16:creationId xmlns:a16="http://schemas.microsoft.com/office/drawing/2014/main" id="{456DF04B-B7D3-4EFF-887D-8531A59A6EE8}"/>
                </a:ext>
              </a:extLst>
            </p:cNvPr>
            <p:cNvSpPr>
              <a:spLocks noChangeAspect="1" noChangeArrowheads="1"/>
            </p:cNvSpPr>
            <p:nvPr userDrawn="1"/>
          </p:nvSpPr>
          <p:spPr bwMode="auto">
            <a:xfrm>
              <a:off x="252889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4" name="Oval 178">
              <a:extLst>
                <a:ext uri="{FF2B5EF4-FFF2-40B4-BE49-F238E27FC236}">
                  <a16:creationId xmlns:a16="http://schemas.microsoft.com/office/drawing/2014/main" id="{6A439C2E-7575-4F2C-AA95-E6D8E90DA71A}"/>
                </a:ext>
              </a:extLst>
            </p:cNvPr>
            <p:cNvSpPr>
              <a:spLocks noChangeAspect="1" noChangeArrowheads="1"/>
            </p:cNvSpPr>
            <p:nvPr userDrawn="1"/>
          </p:nvSpPr>
          <p:spPr bwMode="auto">
            <a:xfrm>
              <a:off x="264197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5" name="Oval 179">
              <a:extLst>
                <a:ext uri="{FF2B5EF4-FFF2-40B4-BE49-F238E27FC236}">
                  <a16:creationId xmlns:a16="http://schemas.microsoft.com/office/drawing/2014/main" id="{A0A12AB1-6F3E-4713-8C24-3954A9645E7F}"/>
                </a:ext>
              </a:extLst>
            </p:cNvPr>
            <p:cNvSpPr>
              <a:spLocks noChangeAspect="1" noChangeArrowheads="1"/>
            </p:cNvSpPr>
            <p:nvPr userDrawn="1"/>
          </p:nvSpPr>
          <p:spPr bwMode="auto">
            <a:xfrm>
              <a:off x="2753553"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6" name="Oval 180">
              <a:extLst>
                <a:ext uri="{FF2B5EF4-FFF2-40B4-BE49-F238E27FC236}">
                  <a16:creationId xmlns:a16="http://schemas.microsoft.com/office/drawing/2014/main" id="{0DD4CA49-B3D9-477E-AD96-B1907C0DE126}"/>
                </a:ext>
              </a:extLst>
            </p:cNvPr>
            <p:cNvSpPr>
              <a:spLocks noChangeAspect="1" noChangeArrowheads="1"/>
            </p:cNvSpPr>
            <p:nvPr userDrawn="1"/>
          </p:nvSpPr>
          <p:spPr bwMode="auto">
            <a:xfrm>
              <a:off x="320438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7" name="Oval 181">
              <a:extLst>
                <a:ext uri="{FF2B5EF4-FFF2-40B4-BE49-F238E27FC236}">
                  <a16:creationId xmlns:a16="http://schemas.microsoft.com/office/drawing/2014/main" id="{22B5172D-6F31-440C-A110-A53D5431E1A5}"/>
                </a:ext>
              </a:extLst>
            </p:cNvPr>
            <p:cNvSpPr>
              <a:spLocks noChangeAspect="1" noChangeArrowheads="1"/>
            </p:cNvSpPr>
            <p:nvPr userDrawn="1"/>
          </p:nvSpPr>
          <p:spPr bwMode="auto">
            <a:xfrm>
              <a:off x="3315959"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8" name="Oval 182">
              <a:extLst>
                <a:ext uri="{FF2B5EF4-FFF2-40B4-BE49-F238E27FC236}">
                  <a16:creationId xmlns:a16="http://schemas.microsoft.com/office/drawing/2014/main" id="{F7F29E11-E16E-47C4-A007-FDED97D73A07}"/>
                </a:ext>
              </a:extLst>
            </p:cNvPr>
            <p:cNvSpPr>
              <a:spLocks noChangeAspect="1" noChangeArrowheads="1"/>
            </p:cNvSpPr>
            <p:nvPr userDrawn="1"/>
          </p:nvSpPr>
          <p:spPr bwMode="auto">
            <a:xfrm>
              <a:off x="342904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39" name="Oval 183">
              <a:extLst>
                <a:ext uri="{FF2B5EF4-FFF2-40B4-BE49-F238E27FC236}">
                  <a16:creationId xmlns:a16="http://schemas.microsoft.com/office/drawing/2014/main" id="{80E297AC-42B3-4BE6-B55E-F42B87B7A1F0}"/>
                </a:ext>
              </a:extLst>
            </p:cNvPr>
            <p:cNvSpPr>
              <a:spLocks noChangeAspect="1" noChangeArrowheads="1"/>
            </p:cNvSpPr>
            <p:nvPr userDrawn="1"/>
          </p:nvSpPr>
          <p:spPr bwMode="auto">
            <a:xfrm>
              <a:off x="354062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0" name="Oval 184">
              <a:extLst>
                <a:ext uri="{FF2B5EF4-FFF2-40B4-BE49-F238E27FC236}">
                  <a16:creationId xmlns:a16="http://schemas.microsoft.com/office/drawing/2014/main" id="{084DA089-4D0D-4A42-8E66-9BA6432902E0}"/>
                </a:ext>
              </a:extLst>
            </p:cNvPr>
            <p:cNvSpPr>
              <a:spLocks noChangeAspect="1" noChangeArrowheads="1"/>
            </p:cNvSpPr>
            <p:nvPr userDrawn="1"/>
          </p:nvSpPr>
          <p:spPr bwMode="auto">
            <a:xfrm>
              <a:off x="365370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1" name="Oval 185">
              <a:extLst>
                <a:ext uri="{FF2B5EF4-FFF2-40B4-BE49-F238E27FC236}">
                  <a16:creationId xmlns:a16="http://schemas.microsoft.com/office/drawing/2014/main" id="{003FF680-36E0-49B6-AB9A-BE80D06625D0}"/>
                </a:ext>
              </a:extLst>
            </p:cNvPr>
            <p:cNvSpPr>
              <a:spLocks noChangeAspect="1" noChangeArrowheads="1"/>
            </p:cNvSpPr>
            <p:nvPr userDrawn="1"/>
          </p:nvSpPr>
          <p:spPr bwMode="auto">
            <a:xfrm>
              <a:off x="466392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2" name="Oval 186">
              <a:extLst>
                <a:ext uri="{FF2B5EF4-FFF2-40B4-BE49-F238E27FC236}">
                  <a16:creationId xmlns:a16="http://schemas.microsoft.com/office/drawing/2014/main" id="{D30FB89D-17E7-4114-A905-507DA570FD4F}"/>
                </a:ext>
              </a:extLst>
            </p:cNvPr>
            <p:cNvSpPr>
              <a:spLocks noChangeAspect="1" noChangeArrowheads="1"/>
            </p:cNvSpPr>
            <p:nvPr userDrawn="1"/>
          </p:nvSpPr>
          <p:spPr bwMode="auto">
            <a:xfrm>
              <a:off x="477700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3" name="Oval 187">
              <a:extLst>
                <a:ext uri="{FF2B5EF4-FFF2-40B4-BE49-F238E27FC236}">
                  <a16:creationId xmlns:a16="http://schemas.microsoft.com/office/drawing/2014/main" id="{46FA0B31-4360-470F-9601-D6F828083047}"/>
                </a:ext>
              </a:extLst>
            </p:cNvPr>
            <p:cNvSpPr>
              <a:spLocks noChangeAspect="1" noChangeArrowheads="1"/>
            </p:cNvSpPr>
            <p:nvPr userDrawn="1"/>
          </p:nvSpPr>
          <p:spPr bwMode="auto">
            <a:xfrm>
              <a:off x="4888585"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4" name="Oval 188">
              <a:extLst>
                <a:ext uri="{FF2B5EF4-FFF2-40B4-BE49-F238E27FC236}">
                  <a16:creationId xmlns:a16="http://schemas.microsoft.com/office/drawing/2014/main" id="{9F1B1213-A47F-4B69-9295-A40C38C974E5}"/>
                </a:ext>
              </a:extLst>
            </p:cNvPr>
            <p:cNvSpPr>
              <a:spLocks noChangeAspect="1" noChangeArrowheads="1"/>
            </p:cNvSpPr>
            <p:nvPr userDrawn="1"/>
          </p:nvSpPr>
          <p:spPr bwMode="auto">
            <a:xfrm>
              <a:off x="500167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5" name="Oval 189">
              <a:extLst>
                <a:ext uri="{FF2B5EF4-FFF2-40B4-BE49-F238E27FC236}">
                  <a16:creationId xmlns:a16="http://schemas.microsoft.com/office/drawing/2014/main" id="{6FA73D17-096E-49F0-B039-B6D3DA307ECA}"/>
                </a:ext>
              </a:extLst>
            </p:cNvPr>
            <p:cNvSpPr>
              <a:spLocks noChangeAspect="1" noChangeArrowheads="1"/>
            </p:cNvSpPr>
            <p:nvPr userDrawn="1"/>
          </p:nvSpPr>
          <p:spPr bwMode="auto">
            <a:xfrm>
              <a:off x="5113246"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6" name="Oval 190">
              <a:extLst>
                <a:ext uri="{FF2B5EF4-FFF2-40B4-BE49-F238E27FC236}">
                  <a16:creationId xmlns:a16="http://schemas.microsoft.com/office/drawing/2014/main" id="{62BB89F4-9985-4A8D-A19F-3525ECEA9FC2}"/>
                </a:ext>
              </a:extLst>
            </p:cNvPr>
            <p:cNvSpPr>
              <a:spLocks noChangeAspect="1" noChangeArrowheads="1"/>
            </p:cNvSpPr>
            <p:nvPr userDrawn="1"/>
          </p:nvSpPr>
          <p:spPr bwMode="auto">
            <a:xfrm>
              <a:off x="556256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7" name="Oval 191">
              <a:extLst>
                <a:ext uri="{FF2B5EF4-FFF2-40B4-BE49-F238E27FC236}">
                  <a16:creationId xmlns:a16="http://schemas.microsoft.com/office/drawing/2014/main" id="{1B63EE71-1C69-47DA-8078-554C0F93DACD}"/>
                </a:ext>
              </a:extLst>
            </p:cNvPr>
            <p:cNvSpPr>
              <a:spLocks noChangeAspect="1" noChangeArrowheads="1"/>
            </p:cNvSpPr>
            <p:nvPr userDrawn="1"/>
          </p:nvSpPr>
          <p:spPr bwMode="auto">
            <a:xfrm>
              <a:off x="567565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8" name="Oval 192">
              <a:extLst>
                <a:ext uri="{FF2B5EF4-FFF2-40B4-BE49-F238E27FC236}">
                  <a16:creationId xmlns:a16="http://schemas.microsoft.com/office/drawing/2014/main" id="{4A7E27C5-83E9-4328-85BB-03D8A2F2487D}"/>
                </a:ext>
              </a:extLst>
            </p:cNvPr>
            <p:cNvSpPr>
              <a:spLocks noChangeAspect="1" noChangeArrowheads="1"/>
            </p:cNvSpPr>
            <p:nvPr userDrawn="1"/>
          </p:nvSpPr>
          <p:spPr bwMode="auto">
            <a:xfrm>
              <a:off x="578722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49" name="Oval 193">
              <a:extLst>
                <a:ext uri="{FF2B5EF4-FFF2-40B4-BE49-F238E27FC236}">
                  <a16:creationId xmlns:a16="http://schemas.microsoft.com/office/drawing/2014/main" id="{A215C865-F7B7-4A87-97B2-0B299B3DC893}"/>
                </a:ext>
              </a:extLst>
            </p:cNvPr>
            <p:cNvSpPr>
              <a:spLocks noChangeAspect="1" noChangeArrowheads="1"/>
            </p:cNvSpPr>
            <p:nvPr userDrawn="1"/>
          </p:nvSpPr>
          <p:spPr bwMode="auto">
            <a:xfrm>
              <a:off x="5900313"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0" name="Oval 194">
              <a:extLst>
                <a:ext uri="{FF2B5EF4-FFF2-40B4-BE49-F238E27FC236}">
                  <a16:creationId xmlns:a16="http://schemas.microsoft.com/office/drawing/2014/main" id="{47B0E67C-2602-4030-A96A-4D3A4376FED4}"/>
                </a:ext>
              </a:extLst>
            </p:cNvPr>
            <p:cNvSpPr>
              <a:spLocks noChangeAspect="1" noChangeArrowheads="1"/>
            </p:cNvSpPr>
            <p:nvPr userDrawn="1"/>
          </p:nvSpPr>
          <p:spPr bwMode="auto">
            <a:xfrm>
              <a:off x="601339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1" name="Oval 195">
              <a:extLst>
                <a:ext uri="{FF2B5EF4-FFF2-40B4-BE49-F238E27FC236}">
                  <a16:creationId xmlns:a16="http://schemas.microsoft.com/office/drawing/2014/main" id="{1F9F82C3-D852-4B3B-AD78-FE9428077FEA}"/>
                </a:ext>
              </a:extLst>
            </p:cNvPr>
            <p:cNvSpPr>
              <a:spLocks noChangeAspect="1" noChangeArrowheads="1"/>
            </p:cNvSpPr>
            <p:nvPr userDrawn="1"/>
          </p:nvSpPr>
          <p:spPr bwMode="auto">
            <a:xfrm>
              <a:off x="612497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2" name="Oval 196">
              <a:extLst>
                <a:ext uri="{FF2B5EF4-FFF2-40B4-BE49-F238E27FC236}">
                  <a16:creationId xmlns:a16="http://schemas.microsoft.com/office/drawing/2014/main" id="{E088BB79-DE64-49F1-9322-701E05D0812B}"/>
                </a:ext>
              </a:extLst>
            </p:cNvPr>
            <p:cNvSpPr>
              <a:spLocks noChangeAspect="1" noChangeArrowheads="1"/>
            </p:cNvSpPr>
            <p:nvPr userDrawn="1"/>
          </p:nvSpPr>
          <p:spPr bwMode="auto">
            <a:xfrm>
              <a:off x="6238058"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3" name="Oval 197">
              <a:extLst>
                <a:ext uri="{FF2B5EF4-FFF2-40B4-BE49-F238E27FC236}">
                  <a16:creationId xmlns:a16="http://schemas.microsoft.com/office/drawing/2014/main" id="{B200D1B7-B3D8-42D5-8EE9-304809AAEF21}"/>
                </a:ext>
              </a:extLst>
            </p:cNvPr>
            <p:cNvSpPr>
              <a:spLocks noChangeAspect="1" noChangeArrowheads="1"/>
            </p:cNvSpPr>
            <p:nvPr userDrawn="1"/>
          </p:nvSpPr>
          <p:spPr bwMode="auto">
            <a:xfrm>
              <a:off x="6349634"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4" name="Oval 198">
              <a:extLst>
                <a:ext uri="{FF2B5EF4-FFF2-40B4-BE49-F238E27FC236}">
                  <a16:creationId xmlns:a16="http://schemas.microsoft.com/office/drawing/2014/main" id="{F4084400-14F2-4778-A638-5EA46474C895}"/>
                </a:ext>
              </a:extLst>
            </p:cNvPr>
            <p:cNvSpPr>
              <a:spLocks noChangeAspect="1" noChangeArrowheads="1"/>
            </p:cNvSpPr>
            <p:nvPr userDrawn="1"/>
          </p:nvSpPr>
          <p:spPr bwMode="auto">
            <a:xfrm>
              <a:off x="6462718"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5" name="Oval 199">
              <a:extLst>
                <a:ext uri="{FF2B5EF4-FFF2-40B4-BE49-F238E27FC236}">
                  <a16:creationId xmlns:a16="http://schemas.microsoft.com/office/drawing/2014/main" id="{D4E85E86-092A-4A5F-A680-7771B061A426}"/>
                </a:ext>
              </a:extLst>
            </p:cNvPr>
            <p:cNvSpPr>
              <a:spLocks noChangeAspect="1" noChangeArrowheads="1"/>
            </p:cNvSpPr>
            <p:nvPr userDrawn="1"/>
          </p:nvSpPr>
          <p:spPr bwMode="auto">
            <a:xfrm>
              <a:off x="657429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6" name="Oval 200">
              <a:extLst>
                <a:ext uri="{FF2B5EF4-FFF2-40B4-BE49-F238E27FC236}">
                  <a16:creationId xmlns:a16="http://schemas.microsoft.com/office/drawing/2014/main" id="{11E3F16B-3269-4F19-8B0C-8476CA26E9FA}"/>
                </a:ext>
              </a:extLst>
            </p:cNvPr>
            <p:cNvSpPr>
              <a:spLocks noChangeAspect="1" noChangeArrowheads="1"/>
            </p:cNvSpPr>
            <p:nvPr userDrawn="1"/>
          </p:nvSpPr>
          <p:spPr bwMode="auto">
            <a:xfrm>
              <a:off x="668738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7" name="Oval 201">
              <a:extLst>
                <a:ext uri="{FF2B5EF4-FFF2-40B4-BE49-F238E27FC236}">
                  <a16:creationId xmlns:a16="http://schemas.microsoft.com/office/drawing/2014/main" id="{CDDECFDC-FD54-458B-B5EF-0D60378239C2}"/>
                </a:ext>
              </a:extLst>
            </p:cNvPr>
            <p:cNvSpPr>
              <a:spLocks noChangeAspect="1" noChangeArrowheads="1"/>
            </p:cNvSpPr>
            <p:nvPr userDrawn="1"/>
          </p:nvSpPr>
          <p:spPr bwMode="auto">
            <a:xfrm>
              <a:off x="679895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8" name="Oval 202">
              <a:extLst>
                <a:ext uri="{FF2B5EF4-FFF2-40B4-BE49-F238E27FC236}">
                  <a16:creationId xmlns:a16="http://schemas.microsoft.com/office/drawing/2014/main" id="{588317EE-65E0-4B53-94CE-B9CDE7B804C6}"/>
                </a:ext>
              </a:extLst>
            </p:cNvPr>
            <p:cNvSpPr>
              <a:spLocks noChangeAspect="1" noChangeArrowheads="1"/>
            </p:cNvSpPr>
            <p:nvPr userDrawn="1"/>
          </p:nvSpPr>
          <p:spPr bwMode="auto">
            <a:xfrm>
              <a:off x="6912041"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59" name="Oval 203">
              <a:extLst>
                <a:ext uri="{FF2B5EF4-FFF2-40B4-BE49-F238E27FC236}">
                  <a16:creationId xmlns:a16="http://schemas.microsoft.com/office/drawing/2014/main" id="{81E643BC-6F15-45D8-A7F8-7DDF60D5B9F0}"/>
                </a:ext>
              </a:extLst>
            </p:cNvPr>
            <p:cNvSpPr>
              <a:spLocks noChangeAspect="1" noChangeArrowheads="1"/>
            </p:cNvSpPr>
            <p:nvPr userDrawn="1"/>
          </p:nvSpPr>
          <p:spPr bwMode="auto">
            <a:xfrm>
              <a:off x="702361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0" name="Oval 204">
              <a:extLst>
                <a:ext uri="{FF2B5EF4-FFF2-40B4-BE49-F238E27FC236}">
                  <a16:creationId xmlns:a16="http://schemas.microsoft.com/office/drawing/2014/main" id="{84944BFE-F73E-4A7E-90F9-A4BE502B96DF}"/>
                </a:ext>
              </a:extLst>
            </p:cNvPr>
            <p:cNvSpPr>
              <a:spLocks noChangeAspect="1" noChangeArrowheads="1"/>
            </p:cNvSpPr>
            <p:nvPr userDrawn="1"/>
          </p:nvSpPr>
          <p:spPr bwMode="auto">
            <a:xfrm>
              <a:off x="7136701"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1" name="Oval 205">
              <a:extLst>
                <a:ext uri="{FF2B5EF4-FFF2-40B4-BE49-F238E27FC236}">
                  <a16:creationId xmlns:a16="http://schemas.microsoft.com/office/drawing/2014/main" id="{E4572E73-F04E-4374-A491-551FF185560F}"/>
                </a:ext>
              </a:extLst>
            </p:cNvPr>
            <p:cNvSpPr>
              <a:spLocks noChangeAspect="1" noChangeArrowheads="1"/>
            </p:cNvSpPr>
            <p:nvPr userDrawn="1"/>
          </p:nvSpPr>
          <p:spPr bwMode="auto">
            <a:xfrm>
              <a:off x="724827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2" name="Oval 206">
              <a:extLst>
                <a:ext uri="{FF2B5EF4-FFF2-40B4-BE49-F238E27FC236}">
                  <a16:creationId xmlns:a16="http://schemas.microsoft.com/office/drawing/2014/main" id="{81963B22-9C16-4E39-B6FA-01B2B268BB4D}"/>
                </a:ext>
              </a:extLst>
            </p:cNvPr>
            <p:cNvSpPr>
              <a:spLocks noChangeAspect="1" noChangeArrowheads="1"/>
            </p:cNvSpPr>
            <p:nvPr userDrawn="1"/>
          </p:nvSpPr>
          <p:spPr bwMode="auto">
            <a:xfrm>
              <a:off x="736136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3" name="Oval 207">
              <a:extLst>
                <a:ext uri="{FF2B5EF4-FFF2-40B4-BE49-F238E27FC236}">
                  <a16:creationId xmlns:a16="http://schemas.microsoft.com/office/drawing/2014/main" id="{4526D173-64E7-4D9D-AFAD-39C7AE2FBF2B}"/>
                </a:ext>
              </a:extLst>
            </p:cNvPr>
            <p:cNvSpPr>
              <a:spLocks noChangeAspect="1" noChangeArrowheads="1"/>
            </p:cNvSpPr>
            <p:nvPr userDrawn="1"/>
          </p:nvSpPr>
          <p:spPr bwMode="auto">
            <a:xfrm>
              <a:off x="7472939"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4" name="Oval 208">
              <a:extLst>
                <a:ext uri="{FF2B5EF4-FFF2-40B4-BE49-F238E27FC236}">
                  <a16:creationId xmlns:a16="http://schemas.microsoft.com/office/drawing/2014/main" id="{B4706B42-C436-4C00-8B12-F03C4C27AEDE}"/>
                </a:ext>
              </a:extLst>
            </p:cNvPr>
            <p:cNvSpPr>
              <a:spLocks noChangeAspect="1" noChangeArrowheads="1"/>
            </p:cNvSpPr>
            <p:nvPr userDrawn="1"/>
          </p:nvSpPr>
          <p:spPr bwMode="auto">
            <a:xfrm>
              <a:off x="7586024"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5" name="Oval 209">
              <a:extLst>
                <a:ext uri="{FF2B5EF4-FFF2-40B4-BE49-F238E27FC236}">
                  <a16:creationId xmlns:a16="http://schemas.microsoft.com/office/drawing/2014/main" id="{F8B75790-A33F-4126-82B4-1A44A3AC504F}"/>
                </a:ext>
              </a:extLst>
            </p:cNvPr>
            <p:cNvSpPr>
              <a:spLocks noChangeAspect="1" noChangeArrowheads="1"/>
            </p:cNvSpPr>
            <p:nvPr userDrawn="1"/>
          </p:nvSpPr>
          <p:spPr bwMode="auto">
            <a:xfrm>
              <a:off x="7697599"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6" name="Oval 210">
              <a:extLst>
                <a:ext uri="{FF2B5EF4-FFF2-40B4-BE49-F238E27FC236}">
                  <a16:creationId xmlns:a16="http://schemas.microsoft.com/office/drawing/2014/main" id="{B45A651C-E366-4380-AC69-9841C3C9A457}"/>
                </a:ext>
              </a:extLst>
            </p:cNvPr>
            <p:cNvSpPr>
              <a:spLocks noChangeAspect="1" noChangeArrowheads="1"/>
            </p:cNvSpPr>
            <p:nvPr userDrawn="1"/>
          </p:nvSpPr>
          <p:spPr bwMode="auto">
            <a:xfrm>
              <a:off x="7810684"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7" name="Oval 211">
              <a:extLst>
                <a:ext uri="{FF2B5EF4-FFF2-40B4-BE49-F238E27FC236}">
                  <a16:creationId xmlns:a16="http://schemas.microsoft.com/office/drawing/2014/main" id="{455017B9-6FD3-4702-83D3-28437085BD5C}"/>
                </a:ext>
              </a:extLst>
            </p:cNvPr>
            <p:cNvSpPr>
              <a:spLocks noChangeAspect="1" noChangeArrowheads="1"/>
            </p:cNvSpPr>
            <p:nvPr userDrawn="1"/>
          </p:nvSpPr>
          <p:spPr bwMode="auto">
            <a:xfrm>
              <a:off x="7922259"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8" name="Oval 212">
              <a:extLst>
                <a:ext uri="{FF2B5EF4-FFF2-40B4-BE49-F238E27FC236}">
                  <a16:creationId xmlns:a16="http://schemas.microsoft.com/office/drawing/2014/main" id="{BF39489B-46A1-40DB-94AD-60B6D8AE9B27}"/>
                </a:ext>
              </a:extLst>
            </p:cNvPr>
            <p:cNvSpPr>
              <a:spLocks noChangeAspect="1" noChangeArrowheads="1"/>
            </p:cNvSpPr>
            <p:nvPr userDrawn="1"/>
          </p:nvSpPr>
          <p:spPr bwMode="auto">
            <a:xfrm>
              <a:off x="803534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69" name="Oval 213">
              <a:extLst>
                <a:ext uri="{FF2B5EF4-FFF2-40B4-BE49-F238E27FC236}">
                  <a16:creationId xmlns:a16="http://schemas.microsoft.com/office/drawing/2014/main" id="{135B718E-F072-4684-BE73-A81861E6EEC8}"/>
                </a:ext>
              </a:extLst>
            </p:cNvPr>
            <p:cNvSpPr>
              <a:spLocks noChangeAspect="1" noChangeArrowheads="1"/>
            </p:cNvSpPr>
            <p:nvPr userDrawn="1"/>
          </p:nvSpPr>
          <p:spPr bwMode="auto">
            <a:xfrm>
              <a:off x="814692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0" name="Oval 214">
              <a:extLst>
                <a:ext uri="{FF2B5EF4-FFF2-40B4-BE49-F238E27FC236}">
                  <a16:creationId xmlns:a16="http://schemas.microsoft.com/office/drawing/2014/main" id="{CDFC8CE9-088E-45A7-8B9C-0C7442F73CAB}"/>
                </a:ext>
              </a:extLst>
            </p:cNvPr>
            <p:cNvSpPr>
              <a:spLocks noChangeAspect="1" noChangeArrowheads="1"/>
            </p:cNvSpPr>
            <p:nvPr userDrawn="1"/>
          </p:nvSpPr>
          <p:spPr bwMode="auto">
            <a:xfrm>
              <a:off x="8260005"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1" name="Oval 215">
              <a:extLst>
                <a:ext uri="{FF2B5EF4-FFF2-40B4-BE49-F238E27FC236}">
                  <a16:creationId xmlns:a16="http://schemas.microsoft.com/office/drawing/2014/main" id="{414A8A2E-F174-43AA-83D3-6FB052CED43D}"/>
                </a:ext>
              </a:extLst>
            </p:cNvPr>
            <p:cNvSpPr>
              <a:spLocks noChangeAspect="1" noChangeArrowheads="1"/>
            </p:cNvSpPr>
            <p:nvPr userDrawn="1"/>
          </p:nvSpPr>
          <p:spPr bwMode="auto">
            <a:xfrm>
              <a:off x="8371582"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2" name="Oval 216">
              <a:extLst>
                <a:ext uri="{FF2B5EF4-FFF2-40B4-BE49-F238E27FC236}">
                  <a16:creationId xmlns:a16="http://schemas.microsoft.com/office/drawing/2014/main" id="{A5A84DFE-2769-4D0C-A9C5-9411252E2F18}"/>
                </a:ext>
              </a:extLst>
            </p:cNvPr>
            <p:cNvSpPr>
              <a:spLocks noChangeAspect="1" noChangeArrowheads="1"/>
            </p:cNvSpPr>
            <p:nvPr userDrawn="1"/>
          </p:nvSpPr>
          <p:spPr bwMode="auto">
            <a:xfrm>
              <a:off x="8484665"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3" name="Oval 217">
              <a:extLst>
                <a:ext uri="{FF2B5EF4-FFF2-40B4-BE49-F238E27FC236}">
                  <a16:creationId xmlns:a16="http://schemas.microsoft.com/office/drawing/2014/main" id="{BD72843A-B844-48EA-9F55-31BADA9FE621}"/>
                </a:ext>
              </a:extLst>
            </p:cNvPr>
            <p:cNvSpPr>
              <a:spLocks noChangeAspect="1" noChangeArrowheads="1"/>
            </p:cNvSpPr>
            <p:nvPr userDrawn="1"/>
          </p:nvSpPr>
          <p:spPr bwMode="auto">
            <a:xfrm>
              <a:off x="8596242"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4" name="Oval 218">
              <a:extLst>
                <a:ext uri="{FF2B5EF4-FFF2-40B4-BE49-F238E27FC236}">
                  <a16:creationId xmlns:a16="http://schemas.microsoft.com/office/drawing/2014/main" id="{4BA1D14C-BBFE-4B8F-9E24-FF5C6061FDA3}"/>
                </a:ext>
              </a:extLst>
            </p:cNvPr>
            <p:cNvSpPr>
              <a:spLocks noChangeAspect="1" noChangeArrowheads="1"/>
            </p:cNvSpPr>
            <p:nvPr userDrawn="1"/>
          </p:nvSpPr>
          <p:spPr bwMode="auto">
            <a:xfrm>
              <a:off x="506946" y="176240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5" name="Oval 219">
              <a:extLst>
                <a:ext uri="{FF2B5EF4-FFF2-40B4-BE49-F238E27FC236}">
                  <a16:creationId xmlns:a16="http://schemas.microsoft.com/office/drawing/2014/main" id="{5C1F2686-F6BE-4A64-B99F-94FACE6274C2}"/>
                </a:ext>
              </a:extLst>
            </p:cNvPr>
            <p:cNvSpPr>
              <a:spLocks noChangeAspect="1" noChangeArrowheads="1"/>
            </p:cNvSpPr>
            <p:nvPr userDrawn="1"/>
          </p:nvSpPr>
          <p:spPr bwMode="auto">
            <a:xfrm>
              <a:off x="620030"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6" name="Oval 220">
              <a:extLst>
                <a:ext uri="{FF2B5EF4-FFF2-40B4-BE49-F238E27FC236}">
                  <a16:creationId xmlns:a16="http://schemas.microsoft.com/office/drawing/2014/main" id="{CBFC6A2B-52CB-4141-9334-EDBA2FCD43B0}"/>
                </a:ext>
              </a:extLst>
            </p:cNvPr>
            <p:cNvSpPr>
              <a:spLocks noChangeAspect="1" noChangeArrowheads="1"/>
            </p:cNvSpPr>
            <p:nvPr userDrawn="1"/>
          </p:nvSpPr>
          <p:spPr bwMode="auto">
            <a:xfrm>
              <a:off x="731607" y="176240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7" name="Oval 221">
              <a:extLst>
                <a:ext uri="{FF2B5EF4-FFF2-40B4-BE49-F238E27FC236}">
                  <a16:creationId xmlns:a16="http://schemas.microsoft.com/office/drawing/2014/main" id="{5A741D73-0985-40BC-8A98-3DEF416DBF80}"/>
                </a:ext>
              </a:extLst>
            </p:cNvPr>
            <p:cNvSpPr>
              <a:spLocks noChangeAspect="1" noChangeArrowheads="1"/>
            </p:cNvSpPr>
            <p:nvPr userDrawn="1"/>
          </p:nvSpPr>
          <p:spPr bwMode="auto">
            <a:xfrm>
              <a:off x="84469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8" name="Oval 222">
              <a:extLst>
                <a:ext uri="{FF2B5EF4-FFF2-40B4-BE49-F238E27FC236}">
                  <a16:creationId xmlns:a16="http://schemas.microsoft.com/office/drawing/2014/main" id="{DE18FE64-D996-47C7-A170-FB8626999EAC}"/>
                </a:ext>
              </a:extLst>
            </p:cNvPr>
            <p:cNvSpPr>
              <a:spLocks noChangeAspect="1" noChangeArrowheads="1"/>
            </p:cNvSpPr>
            <p:nvPr userDrawn="1"/>
          </p:nvSpPr>
          <p:spPr bwMode="auto">
            <a:xfrm>
              <a:off x="956267"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79" name="Oval 223">
              <a:extLst>
                <a:ext uri="{FF2B5EF4-FFF2-40B4-BE49-F238E27FC236}">
                  <a16:creationId xmlns:a16="http://schemas.microsoft.com/office/drawing/2014/main" id="{BE1E0E5C-AD77-4CDB-9EB2-2254F9021004}"/>
                </a:ext>
              </a:extLst>
            </p:cNvPr>
            <p:cNvSpPr>
              <a:spLocks noChangeAspect="1" noChangeArrowheads="1"/>
            </p:cNvSpPr>
            <p:nvPr userDrawn="1"/>
          </p:nvSpPr>
          <p:spPr bwMode="auto">
            <a:xfrm>
              <a:off x="106935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0" name="Oval 224">
              <a:extLst>
                <a:ext uri="{FF2B5EF4-FFF2-40B4-BE49-F238E27FC236}">
                  <a16:creationId xmlns:a16="http://schemas.microsoft.com/office/drawing/2014/main" id="{9C7199DE-841E-4033-BCD6-6185C5E90551}"/>
                </a:ext>
              </a:extLst>
            </p:cNvPr>
            <p:cNvSpPr>
              <a:spLocks noChangeAspect="1" noChangeArrowheads="1"/>
            </p:cNvSpPr>
            <p:nvPr userDrawn="1"/>
          </p:nvSpPr>
          <p:spPr bwMode="auto">
            <a:xfrm>
              <a:off x="118092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1" name="Oval 225">
              <a:extLst>
                <a:ext uri="{FF2B5EF4-FFF2-40B4-BE49-F238E27FC236}">
                  <a16:creationId xmlns:a16="http://schemas.microsoft.com/office/drawing/2014/main" id="{60E9244B-A81E-4DAD-9599-01288D53EE96}"/>
                </a:ext>
              </a:extLst>
            </p:cNvPr>
            <p:cNvSpPr>
              <a:spLocks noChangeAspect="1" noChangeArrowheads="1"/>
            </p:cNvSpPr>
            <p:nvPr userDrawn="1"/>
          </p:nvSpPr>
          <p:spPr bwMode="auto">
            <a:xfrm>
              <a:off x="129401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2" name="Oval 226">
              <a:extLst>
                <a:ext uri="{FF2B5EF4-FFF2-40B4-BE49-F238E27FC236}">
                  <a16:creationId xmlns:a16="http://schemas.microsoft.com/office/drawing/2014/main" id="{B1A690AD-E5E3-40B2-95CB-E83B2141CF5A}"/>
                </a:ext>
              </a:extLst>
            </p:cNvPr>
            <p:cNvSpPr>
              <a:spLocks noChangeAspect="1" noChangeArrowheads="1"/>
            </p:cNvSpPr>
            <p:nvPr userDrawn="1"/>
          </p:nvSpPr>
          <p:spPr bwMode="auto">
            <a:xfrm>
              <a:off x="140558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3" name="Oval 227">
              <a:extLst>
                <a:ext uri="{FF2B5EF4-FFF2-40B4-BE49-F238E27FC236}">
                  <a16:creationId xmlns:a16="http://schemas.microsoft.com/office/drawing/2014/main" id="{5DA53E30-4F2C-4714-BD1B-FC70DF69A0CC}"/>
                </a:ext>
              </a:extLst>
            </p:cNvPr>
            <p:cNvSpPr>
              <a:spLocks noChangeAspect="1" noChangeArrowheads="1"/>
            </p:cNvSpPr>
            <p:nvPr userDrawn="1"/>
          </p:nvSpPr>
          <p:spPr bwMode="auto">
            <a:xfrm>
              <a:off x="151867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4" name="Oval 228">
              <a:extLst>
                <a:ext uri="{FF2B5EF4-FFF2-40B4-BE49-F238E27FC236}">
                  <a16:creationId xmlns:a16="http://schemas.microsoft.com/office/drawing/2014/main" id="{0C74952F-938C-4FB5-93A9-74848F03DF27}"/>
                </a:ext>
              </a:extLst>
            </p:cNvPr>
            <p:cNvSpPr>
              <a:spLocks noChangeAspect="1" noChangeArrowheads="1"/>
            </p:cNvSpPr>
            <p:nvPr userDrawn="1"/>
          </p:nvSpPr>
          <p:spPr bwMode="auto">
            <a:xfrm>
              <a:off x="163025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5" name="Oval 229">
              <a:extLst>
                <a:ext uri="{FF2B5EF4-FFF2-40B4-BE49-F238E27FC236}">
                  <a16:creationId xmlns:a16="http://schemas.microsoft.com/office/drawing/2014/main" id="{58687FA7-31E2-4A82-B624-FD026208CEDD}"/>
                </a:ext>
              </a:extLst>
            </p:cNvPr>
            <p:cNvSpPr>
              <a:spLocks noChangeAspect="1" noChangeArrowheads="1"/>
            </p:cNvSpPr>
            <p:nvPr userDrawn="1"/>
          </p:nvSpPr>
          <p:spPr bwMode="auto">
            <a:xfrm>
              <a:off x="174333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6" name="Oval 230">
              <a:extLst>
                <a:ext uri="{FF2B5EF4-FFF2-40B4-BE49-F238E27FC236}">
                  <a16:creationId xmlns:a16="http://schemas.microsoft.com/office/drawing/2014/main" id="{7772BEA3-885C-4762-9E34-1AE823158AD5}"/>
                </a:ext>
              </a:extLst>
            </p:cNvPr>
            <p:cNvSpPr>
              <a:spLocks noChangeAspect="1" noChangeArrowheads="1"/>
            </p:cNvSpPr>
            <p:nvPr userDrawn="1"/>
          </p:nvSpPr>
          <p:spPr bwMode="auto">
            <a:xfrm>
              <a:off x="185491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7" name="Oval 231">
              <a:extLst>
                <a:ext uri="{FF2B5EF4-FFF2-40B4-BE49-F238E27FC236}">
                  <a16:creationId xmlns:a16="http://schemas.microsoft.com/office/drawing/2014/main" id="{3BE27237-2CE1-4AAC-8BCD-7B36AC0A1F06}"/>
                </a:ext>
              </a:extLst>
            </p:cNvPr>
            <p:cNvSpPr>
              <a:spLocks noChangeAspect="1" noChangeArrowheads="1"/>
            </p:cNvSpPr>
            <p:nvPr userDrawn="1"/>
          </p:nvSpPr>
          <p:spPr bwMode="auto">
            <a:xfrm>
              <a:off x="196799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8" name="Oval 232">
              <a:extLst>
                <a:ext uri="{FF2B5EF4-FFF2-40B4-BE49-F238E27FC236}">
                  <a16:creationId xmlns:a16="http://schemas.microsoft.com/office/drawing/2014/main" id="{1591A25A-6C38-4691-A822-1DF0D93D01E6}"/>
                </a:ext>
              </a:extLst>
            </p:cNvPr>
            <p:cNvSpPr>
              <a:spLocks noChangeAspect="1" noChangeArrowheads="1"/>
            </p:cNvSpPr>
            <p:nvPr userDrawn="1"/>
          </p:nvSpPr>
          <p:spPr bwMode="auto">
            <a:xfrm>
              <a:off x="207957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89" name="Oval 233">
              <a:extLst>
                <a:ext uri="{FF2B5EF4-FFF2-40B4-BE49-F238E27FC236}">
                  <a16:creationId xmlns:a16="http://schemas.microsoft.com/office/drawing/2014/main" id="{FDA0C85F-48DC-40BE-AED6-4440CAB6F2C1}"/>
                </a:ext>
              </a:extLst>
            </p:cNvPr>
            <p:cNvSpPr>
              <a:spLocks noChangeAspect="1" noChangeArrowheads="1"/>
            </p:cNvSpPr>
            <p:nvPr userDrawn="1"/>
          </p:nvSpPr>
          <p:spPr bwMode="auto">
            <a:xfrm>
              <a:off x="219265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0" name="Oval 234">
              <a:extLst>
                <a:ext uri="{FF2B5EF4-FFF2-40B4-BE49-F238E27FC236}">
                  <a16:creationId xmlns:a16="http://schemas.microsoft.com/office/drawing/2014/main" id="{35E702BF-8432-41FF-93CF-5A1A0788D989}"/>
                </a:ext>
              </a:extLst>
            </p:cNvPr>
            <p:cNvSpPr>
              <a:spLocks noChangeAspect="1" noChangeArrowheads="1"/>
            </p:cNvSpPr>
            <p:nvPr userDrawn="1"/>
          </p:nvSpPr>
          <p:spPr bwMode="auto">
            <a:xfrm>
              <a:off x="230423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1" name="Oval 235">
              <a:extLst>
                <a:ext uri="{FF2B5EF4-FFF2-40B4-BE49-F238E27FC236}">
                  <a16:creationId xmlns:a16="http://schemas.microsoft.com/office/drawing/2014/main" id="{227CE92F-FDB2-4D5A-AA83-33661C4106DF}"/>
                </a:ext>
              </a:extLst>
            </p:cNvPr>
            <p:cNvSpPr>
              <a:spLocks noChangeAspect="1" noChangeArrowheads="1"/>
            </p:cNvSpPr>
            <p:nvPr userDrawn="1"/>
          </p:nvSpPr>
          <p:spPr bwMode="auto">
            <a:xfrm>
              <a:off x="252889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2" name="Oval 236">
              <a:extLst>
                <a:ext uri="{FF2B5EF4-FFF2-40B4-BE49-F238E27FC236}">
                  <a16:creationId xmlns:a16="http://schemas.microsoft.com/office/drawing/2014/main" id="{76B275D7-F239-4D2F-9F8C-4233B0FBEC23}"/>
                </a:ext>
              </a:extLst>
            </p:cNvPr>
            <p:cNvSpPr>
              <a:spLocks noChangeAspect="1" noChangeArrowheads="1"/>
            </p:cNvSpPr>
            <p:nvPr userDrawn="1"/>
          </p:nvSpPr>
          <p:spPr bwMode="auto">
            <a:xfrm>
              <a:off x="264197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3" name="Oval 237">
              <a:extLst>
                <a:ext uri="{FF2B5EF4-FFF2-40B4-BE49-F238E27FC236}">
                  <a16:creationId xmlns:a16="http://schemas.microsoft.com/office/drawing/2014/main" id="{3A6CD94D-7142-4CEE-B793-A333B0F71FFC}"/>
                </a:ext>
              </a:extLst>
            </p:cNvPr>
            <p:cNvSpPr>
              <a:spLocks noChangeAspect="1" noChangeArrowheads="1"/>
            </p:cNvSpPr>
            <p:nvPr userDrawn="1"/>
          </p:nvSpPr>
          <p:spPr bwMode="auto">
            <a:xfrm>
              <a:off x="2753553"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4" name="Oval 238">
              <a:extLst>
                <a:ext uri="{FF2B5EF4-FFF2-40B4-BE49-F238E27FC236}">
                  <a16:creationId xmlns:a16="http://schemas.microsoft.com/office/drawing/2014/main" id="{D62D5157-B46A-44F5-B70C-5E832293A8FB}"/>
                </a:ext>
              </a:extLst>
            </p:cNvPr>
            <p:cNvSpPr>
              <a:spLocks noChangeAspect="1" noChangeArrowheads="1"/>
            </p:cNvSpPr>
            <p:nvPr userDrawn="1"/>
          </p:nvSpPr>
          <p:spPr bwMode="auto">
            <a:xfrm>
              <a:off x="320438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5" name="Oval 239">
              <a:extLst>
                <a:ext uri="{FF2B5EF4-FFF2-40B4-BE49-F238E27FC236}">
                  <a16:creationId xmlns:a16="http://schemas.microsoft.com/office/drawing/2014/main" id="{3DC2C622-B6CB-498B-A4D5-A5FE97CA006E}"/>
                </a:ext>
              </a:extLst>
            </p:cNvPr>
            <p:cNvSpPr>
              <a:spLocks noChangeAspect="1" noChangeArrowheads="1"/>
            </p:cNvSpPr>
            <p:nvPr userDrawn="1"/>
          </p:nvSpPr>
          <p:spPr bwMode="auto">
            <a:xfrm>
              <a:off x="3315959"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6" name="Oval 240">
              <a:extLst>
                <a:ext uri="{FF2B5EF4-FFF2-40B4-BE49-F238E27FC236}">
                  <a16:creationId xmlns:a16="http://schemas.microsoft.com/office/drawing/2014/main" id="{07A71592-8A45-4DE9-8908-A92163F32195}"/>
                </a:ext>
              </a:extLst>
            </p:cNvPr>
            <p:cNvSpPr>
              <a:spLocks noChangeAspect="1" noChangeArrowheads="1"/>
            </p:cNvSpPr>
            <p:nvPr userDrawn="1"/>
          </p:nvSpPr>
          <p:spPr bwMode="auto">
            <a:xfrm>
              <a:off x="342904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7" name="Oval 241">
              <a:extLst>
                <a:ext uri="{FF2B5EF4-FFF2-40B4-BE49-F238E27FC236}">
                  <a16:creationId xmlns:a16="http://schemas.microsoft.com/office/drawing/2014/main" id="{C27F7AA9-7CE1-430E-B420-7977EEA44ACB}"/>
                </a:ext>
              </a:extLst>
            </p:cNvPr>
            <p:cNvSpPr>
              <a:spLocks noChangeAspect="1" noChangeArrowheads="1"/>
            </p:cNvSpPr>
            <p:nvPr userDrawn="1"/>
          </p:nvSpPr>
          <p:spPr bwMode="auto">
            <a:xfrm>
              <a:off x="387836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8" name="Oval 242">
              <a:extLst>
                <a:ext uri="{FF2B5EF4-FFF2-40B4-BE49-F238E27FC236}">
                  <a16:creationId xmlns:a16="http://schemas.microsoft.com/office/drawing/2014/main" id="{6B5230DF-C3EE-4A9A-8066-5E8DAC5122FB}"/>
                </a:ext>
              </a:extLst>
            </p:cNvPr>
            <p:cNvSpPr>
              <a:spLocks noChangeAspect="1" noChangeArrowheads="1"/>
            </p:cNvSpPr>
            <p:nvPr userDrawn="1"/>
          </p:nvSpPr>
          <p:spPr bwMode="auto">
            <a:xfrm>
              <a:off x="466392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299" name="Oval 243">
              <a:extLst>
                <a:ext uri="{FF2B5EF4-FFF2-40B4-BE49-F238E27FC236}">
                  <a16:creationId xmlns:a16="http://schemas.microsoft.com/office/drawing/2014/main" id="{0BEFCD1C-E577-41DD-AC25-8A8F59FFC65E}"/>
                </a:ext>
              </a:extLst>
            </p:cNvPr>
            <p:cNvSpPr>
              <a:spLocks noChangeAspect="1" noChangeArrowheads="1"/>
            </p:cNvSpPr>
            <p:nvPr userDrawn="1"/>
          </p:nvSpPr>
          <p:spPr bwMode="auto">
            <a:xfrm>
              <a:off x="477700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0" name="Oval 244">
              <a:extLst>
                <a:ext uri="{FF2B5EF4-FFF2-40B4-BE49-F238E27FC236}">
                  <a16:creationId xmlns:a16="http://schemas.microsoft.com/office/drawing/2014/main" id="{A6F374D3-A055-4409-BEE4-573B117BC022}"/>
                </a:ext>
              </a:extLst>
            </p:cNvPr>
            <p:cNvSpPr>
              <a:spLocks noChangeAspect="1" noChangeArrowheads="1"/>
            </p:cNvSpPr>
            <p:nvPr userDrawn="1"/>
          </p:nvSpPr>
          <p:spPr bwMode="auto">
            <a:xfrm>
              <a:off x="4888585"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1" name="Oval 245">
              <a:extLst>
                <a:ext uri="{FF2B5EF4-FFF2-40B4-BE49-F238E27FC236}">
                  <a16:creationId xmlns:a16="http://schemas.microsoft.com/office/drawing/2014/main" id="{076D7E4E-E67B-47B0-92BA-2D8BC21EB510}"/>
                </a:ext>
              </a:extLst>
            </p:cNvPr>
            <p:cNvSpPr>
              <a:spLocks noChangeAspect="1" noChangeArrowheads="1"/>
            </p:cNvSpPr>
            <p:nvPr userDrawn="1"/>
          </p:nvSpPr>
          <p:spPr bwMode="auto">
            <a:xfrm>
              <a:off x="500167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2" name="Oval 246">
              <a:extLst>
                <a:ext uri="{FF2B5EF4-FFF2-40B4-BE49-F238E27FC236}">
                  <a16:creationId xmlns:a16="http://schemas.microsoft.com/office/drawing/2014/main" id="{10A32DA8-5295-4D39-8E49-9967E93B3859}"/>
                </a:ext>
              </a:extLst>
            </p:cNvPr>
            <p:cNvSpPr>
              <a:spLocks noChangeAspect="1" noChangeArrowheads="1"/>
            </p:cNvSpPr>
            <p:nvPr userDrawn="1"/>
          </p:nvSpPr>
          <p:spPr bwMode="auto">
            <a:xfrm>
              <a:off x="5113246"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3" name="Oval 247">
              <a:extLst>
                <a:ext uri="{FF2B5EF4-FFF2-40B4-BE49-F238E27FC236}">
                  <a16:creationId xmlns:a16="http://schemas.microsoft.com/office/drawing/2014/main" id="{F2002CA2-1E9B-4E1E-88BD-EE9A77669D69}"/>
                </a:ext>
              </a:extLst>
            </p:cNvPr>
            <p:cNvSpPr>
              <a:spLocks noChangeAspect="1" noChangeArrowheads="1"/>
            </p:cNvSpPr>
            <p:nvPr userDrawn="1"/>
          </p:nvSpPr>
          <p:spPr bwMode="auto">
            <a:xfrm>
              <a:off x="5226330"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4" name="Oval 248">
              <a:extLst>
                <a:ext uri="{FF2B5EF4-FFF2-40B4-BE49-F238E27FC236}">
                  <a16:creationId xmlns:a16="http://schemas.microsoft.com/office/drawing/2014/main" id="{1CBC1689-8C60-46E4-9112-9CEE917E0838}"/>
                </a:ext>
              </a:extLst>
            </p:cNvPr>
            <p:cNvSpPr>
              <a:spLocks noChangeAspect="1" noChangeArrowheads="1"/>
            </p:cNvSpPr>
            <p:nvPr userDrawn="1"/>
          </p:nvSpPr>
          <p:spPr bwMode="auto">
            <a:xfrm>
              <a:off x="533790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5" name="Oval 249">
              <a:extLst>
                <a:ext uri="{FF2B5EF4-FFF2-40B4-BE49-F238E27FC236}">
                  <a16:creationId xmlns:a16="http://schemas.microsoft.com/office/drawing/2014/main" id="{8E6D028D-5799-41A8-B5AC-71290444FE01}"/>
                </a:ext>
              </a:extLst>
            </p:cNvPr>
            <p:cNvSpPr>
              <a:spLocks noChangeAspect="1" noChangeArrowheads="1"/>
            </p:cNvSpPr>
            <p:nvPr userDrawn="1"/>
          </p:nvSpPr>
          <p:spPr bwMode="auto">
            <a:xfrm>
              <a:off x="545099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6" name="Oval 250">
              <a:extLst>
                <a:ext uri="{FF2B5EF4-FFF2-40B4-BE49-F238E27FC236}">
                  <a16:creationId xmlns:a16="http://schemas.microsoft.com/office/drawing/2014/main" id="{3E0C6080-6E11-4276-A87B-CC3A12622B13}"/>
                </a:ext>
              </a:extLst>
            </p:cNvPr>
            <p:cNvSpPr>
              <a:spLocks noChangeAspect="1" noChangeArrowheads="1"/>
            </p:cNvSpPr>
            <p:nvPr userDrawn="1"/>
          </p:nvSpPr>
          <p:spPr bwMode="auto">
            <a:xfrm>
              <a:off x="556256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7" name="Oval 251">
              <a:extLst>
                <a:ext uri="{FF2B5EF4-FFF2-40B4-BE49-F238E27FC236}">
                  <a16:creationId xmlns:a16="http://schemas.microsoft.com/office/drawing/2014/main" id="{CA74AF84-D9D0-4403-A234-A5D414E108A9}"/>
                </a:ext>
              </a:extLst>
            </p:cNvPr>
            <p:cNvSpPr>
              <a:spLocks noChangeAspect="1" noChangeArrowheads="1"/>
            </p:cNvSpPr>
            <p:nvPr userDrawn="1"/>
          </p:nvSpPr>
          <p:spPr bwMode="auto">
            <a:xfrm>
              <a:off x="5675651"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8" name="Oval 252">
              <a:extLst>
                <a:ext uri="{FF2B5EF4-FFF2-40B4-BE49-F238E27FC236}">
                  <a16:creationId xmlns:a16="http://schemas.microsoft.com/office/drawing/2014/main" id="{CEDDE50E-5611-4631-A91E-D4833C5F7442}"/>
                </a:ext>
              </a:extLst>
            </p:cNvPr>
            <p:cNvSpPr>
              <a:spLocks noChangeAspect="1" noChangeArrowheads="1"/>
            </p:cNvSpPr>
            <p:nvPr userDrawn="1"/>
          </p:nvSpPr>
          <p:spPr bwMode="auto">
            <a:xfrm>
              <a:off x="578722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09" name="Oval 253">
              <a:extLst>
                <a:ext uri="{FF2B5EF4-FFF2-40B4-BE49-F238E27FC236}">
                  <a16:creationId xmlns:a16="http://schemas.microsoft.com/office/drawing/2014/main" id="{466BDF9D-14CC-4654-BD49-A0C8AF3623FC}"/>
                </a:ext>
              </a:extLst>
            </p:cNvPr>
            <p:cNvSpPr>
              <a:spLocks noChangeAspect="1" noChangeArrowheads="1"/>
            </p:cNvSpPr>
            <p:nvPr userDrawn="1"/>
          </p:nvSpPr>
          <p:spPr bwMode="auto">
            <a:xfrm>
              <a:off x="5900313"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0" name="Oval 254">
              <a:extLst>
                <a:ext uri="{FF2B5EF4-FFF2-40B4-BE49-F238E27FC236}">
                  <a16:creationId xmlns:a16="http://schemas.microsoft.com/office/drawing/2014/main" id="{087B3629-BD77-46A0-B006-CE2E6E845A9B}"/>
                </a:ext>
              </a:extLst>
            </p:cNvPr>
            <p:cNvSpPr>
              <a:spLocks noChangeAspect="1" noChangeArrowheads="1"/>
            </p:cNvSpPr>
            <p:nvPr userDrawn="1"/>
          </p:nvSpPr>
          <p:spPr bwMode="auto">
            <a:xfrm>
              <a:off x="601339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1" name="Oval 255">
              <a:extLst>
                <a:ext uri="{FF2B5EF4-FFF2-40B4-BE49-F238E27FC236}">
                  <a16:creationId xmlns:a16="http://schemas.microsoft.com/office/drawing/2014/main" id="{FDAA1B0E-BCEC-4C32-91E4-A30AC48611A9}"/>
                </a:ext>
              </a:extLst>
            </p:cNvPr>
            <p:cNvSpPr>
              <a:spLocks noChangeAspect="1" noChangeArrowheads="1"/>
            </p:cNvSpPr>
            <p:nvPr userDrawn="1"/>
          </p:nvSpPr>
          <p:spPr bwMode="auto">
            <a:xfrm>
              <a:off x="612497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2" name="Oval 256">
              <a:extLst>
                <a:ext uri="{FF2B5EF4-FFF2-40B4-BE49-F238E27FC236}">
                  <a16:creationId xmlns:a16="http://schemas.microsoft.com/office/drawing/2014/main" id="{863CE0FE-724C-4DD5-8DE1-C808548F5087}"/>
                </a:ext>
              </a:extLst>
            </p:cNvPr>
            <p:cNvSpPr>
              <a:spLocks noChangeAspect="1" noChangeArrowheads="1"/>
            </p:cNvSpPr>
            <p:nvPr userDrawn="1"/>
          </p:nvSpPr>
          <p:spPr bwMode="auto">
            <a:xfrm>
              <a:off x="6238058"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3" name="Oval 257">
              <a:extLst>
                <a:ext uri="{FF2B5EF4-FFF2-40B4-BE49-F238E27FC236}">
                  <a16:creationId xmlns:a16="http://schemas.microsoft.com/office/drawing/2014/main" id="{1B335F65-0226-47F4-A1F6-9659B8240A78}"/>
                </a:ext>
              </a:extLst>
            </p:cNvPr>
            <p:cNvSpPr>
              <a:spLocks noChangeAspect="1" noChangeArrowheads="1"/>
            </p:cNvSpPr>
            <p:nvPr userDrawn="1"/>
          </p:nvSpPr>
          <p:spPr bwMode="auto">
            <a:xfrm>
              <a:off x="6349634"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4" name="Oval 258">
              <a:extLst>
                <a:ext uri="{FF2B5EF4-FFF2-40B4-BE49-F238E27FC236}">
                  <a16:creationId xmlns:a16="http://schemas.microsoft.com/office/drawing/2014/main" id="{7CFE590A-4FCA-4970-A542-D03C4B018914}"/>
                </a:ext>
              </a:extLst>
            </p:cNvPr>
            <p:cNvSpPr>
              <a:spLocks noChangeAspect="1" noChangeArrowheads="1"/>
            </p:cNvSpPr>
            <p:nvPr userDrawn="1"/>
          </p:nvSpPr>
          <p:spPr bwMode="auto">
            <a:xfrm>
              <a:off x="6462718"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5" name="Oval 259">
              <a:extLst>
                <a:ext uri="{FF2B5EF4-FFF2-40B4-BE49-F238E27FC236}">
                  <a16:creationId xmlns:a16="http://schemas.microsoft.com/office/drawing/2014/main" id="{DBFD5B06-231C-4579-A1A3-5FEFD4D6DBB2}"/>
                </a:ext>
              </a:extLst>
            </p:cNvPr>
            <p:cNvSpPr>
              <a:spLocks noChangeAspect="1" noChangeArrowheads="1"/>
            </p:cNvSpPr>
            <p:nvPr userDrawn="1"/>
          </p:nvSpPr>
          <p:spPr bwMode="auto">
            <a:xfrm>
              <a:off x="657429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6" name="Oval 260">
              <a:extLst>
                <a:ext uri="{FF2B5EF4-FFF2-40B4-BE49-F238E27FC236}">
                  <a16:creationId xmlns:a16="http://schemas.microsoft.com/office/drawing/2014/main" id="{15BAB537-5E00-4BC5-8758-583A0D10ECA4}"/>
                </a:ext>
              </a:extLst>
            </p:cNvPr>
            <p:cNvSpPr>
              <a:spLocks noChangeAspect="1" noChangeArrowheads="1"/>
            </p:cNvSpPr>
            <p:nvPr userDrawn="1"/>
          </p:nvSpPr>
          <p:spPr bwMode="auto">
            <a:xfrm>
              <a:off x="668738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7" name="Oval 261">
              <a:extLst>
                <a:ext uri="{FF2B5EF4-FFF2-40B4-BE49-F238E27FC236}">
                  <a16:creationId xmlns:a16="http://schemas.microsoft.com/office/drawing/2014/main" id="{0444F1A9-7D72-4E04-A1A0-32468E309A21}"/>
                </a:ext>
              </a:extLst>
            </p:cNvPr>
            <p:cNvSpPr>
              <a:spLocks noChangeAspect="1" noChangeArrowheads="1"/>
            </p:cNvSpPr>
            <p:nvPr userDrawn="1"/>
          </p:nvSpPr>
          <p:spPr bwMode="auto">
            <a:xfrm>
              <a:off x="679895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8" name="Oval 262">
              <a:extLst>
                <a:ext uri="{FF2B5EF4-FFF2-40B4-BE49-F238E27FC236}">
                  <a16:creationId xmlns:a16="http://schemas.microsoft.com/office/drawing/2014/main" id="{2B9197D2-ECE6-4A2E-9C06-6B3CA740DA8A}"/>
                </a:ext>
              </a:extLst>
            </p:cNvPr>
            <p:cNvSpPr>
              <a:spLocks noChangeAspect="1" noChangeArrowheads="1"/>
            </p:cNvSpPr>
            <p:nvPr userDrawn="1"/>
          </p:nvSpPr>
          <p:spPr bwMode="auto">
            <a:xfrm>
              <a:off x="6912041"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19" name="Oval 263">
              <a:extLst>
                <a:ext uri="{FF2B5EF4-FFF2-40B4-BE49-F238E27FC236}">
                  <a16:creationId xmlns:a16="http://schemas.microsoft.com/office/drawing/2014/main" id="{FBDCFD27-ED0E-4225-ADA1-6030C8E1E775}"/>
                </a:ext>
              </a:extLst>
            </p:cNvPr>
            <p:cNvSpPr>
              <a:spLocks noChangeAspect="1" noChangeArrowheads="1"/>
            </p:cNvSpPr>
            <p:nvPr userDrawn="1"/>
          </p:nvSpPr>
          <p:spPr bwMode="auto">
            <a:xfrm>
              <a:off x="702361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0" name="Oval 264">
              <a:extLst>
                <a:ext uri="{FF2B5EF4-FFF2-40B4-BE49-F238E27FC236}">
                  <a16:creationId xmlns:a16="http://schemas.microsoft.com/office/drawing/2014/main" id="{3932739D-0B7E-4880-A110-F81CB8EDAD48}"/>
                </a:ext>
              </a:extLst>
            </p:cNvPr>
            <p:cNvSpPr>
              <a:spLocks noChangeAspect="1" noChangeArrowheads="1"/>
            </p:cNvSpPr>
            <p:nvPr userDrawn="1"/>
          </p:nvSpPr>
          <p:spPr bwMode="auto">
            <a:xfrm>
              <a:off x="7136701"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1" name="Oval 265">
              <a:extLst>
                <a:ext uri="{FF2B5EF4-FFF2-40B4-BE49-F238E27FC236}">
                  <a16:creationId xmlns:a16="http://schemas.microsoft.com/office/drawing/2014/main" id="{58563304-5D9B-4262-A415-3B962F702A09}"/>
                </a:ext>
              </a:extLst>
            </p:cNvPr>
            <p:cNvSpPr>
              <a:spLocks noChangeAspect="1" noChangeArrowheads="1"/>
            </p:cNvSpPr>
            <p:nvPr userDrawn="1"/>
          </p:nvSpPr>
          <p:spPr bwMode="auto">
            <a:xfrm>
              <a:off x="724827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2" name="Oval 266">
              <a:extLst>
                <a:ext uri="{FF2B5EF4-FFF2-40B4-BE49-F238E27FC236}">
                  <a16:creationId xmlns:a16="http://schemas.microsoft.com/office/drawing/2014/main" id="{09B52040-9B06-4D05-B87A-057FE538A4B2}"/>
                </a:ext>
              </a:extLst>
            </p:cNvPr>
            <p:cNvSpPr>
              <a:spLocks noChangeAspect="1" noChangeArrowheads="1"/>
            </p:cNvSpPr>
            <p:nvPr userDrawn="1"/>
          </p:nvSpPr>
          <p:spPr bwMode="auto">
            <a:xfrm>
              <a:off x="736136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3" name="Oval 267">
              <a:extLst>
                <a:ext uri="{FF2B5EF4-FFF2-40B4-BE49-F238E27FC236}">
                  <a16:creationId xmlns:a16="http://schemas.microsoft.com/office/drawing/2014/main" id="{051921ED-45C0-4F6F-AF7A-EF85C7807493}"/>
                </a:ext>
              </a:extLst>
            </p:cNvPr>
            <p:cNvSpPr>
              <a:spLocks noChangeAspect="1" noChangeArrowheads="1"/>
            </p:cNvSpPr>
            <p:nvPr userDrawn="1"/>
          </p:nvSpPr>
          <p:spPr bwMode="auto">
            <a:xfrm>
              <a:off x="7472939"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4" name="Oval 268">
              <a:extLst>
                <a:ext uri="{FF2B5EF4-FFF2-40B4-BE49-F238E27FC236}">
                  <a16:creationId xmlns:a16="http://schemas.microsoft.com/office/drawing/2014/main" id="{9E62F87B-DD18-469D-864B-C151840CF052}"/>
                </a:ext>
              </a:extLst>
            </p:cNvPr>
            <p:cNvSpPr>
              <a:spLocks noChangeAspect="1" noChangeArrowheads="1"/>
            </p:cNvSpPr>
            <p:nvPr userDrawn="1"/>
          </p:nvSpPr>
          <p:spPr bwMode="auto">
            <a:xfrm>
              <a:off x="7586024"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5" name="Oval 269">
              <a:extLst>
                <a:ext uri="{FF2B5EF4-FFF2-40B4-BE49-F238E27FC236}">
                  <a16:creationId xmlns:a16="http://schemas.microsoft.com/office/drawing/2014/main" id="{EE370FB4-E230-4FB7-AEFD-750FEE8FC717}"/>
                </a:ext>
              </a:extLst>
            </p:cNvPr>
            <p:cNvSpPr>
              <a:spLocks noChangeAspect="1" noChangeArrowheads="1"/>
            </p:cNvSpPr>
            <p:nvPr userDrawn="1"/>
          </p:nvSpPr>
          <p:spPr bwMode="auto">
            <a:xfrm>
              <a:off x="7697599"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6" name="Oval 270">
              <a:extLst>
                <a:ext uri="{FF2B5EF4-FFF2-40B4-BE49-F238E27FC236}">
                  <a16:creationId xmlns:a16="http://schemas.microsoft.com/office/drawing/2014/main" id="{1EC924C8-CD19-4A25-B8C4-430F118D26CB}"/>
                </a:ext>
              </a:extLst>
            </p:cNvPr>
            <p:cNvSpPr>
              <a:spLocks noChangeAspect="1" noChangeArrowheads="1"/>
            </p:cNvSpPr>
            <p:nvPr userDrawn="1"/>
          </p:nvSpPr>
          <p:spPr bwMode="auto">
            <a:xfrm>
              <a:off x="7810684"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7" name="Oval 271">
              <a:extLst>
                <a:ext uri="{FF2B5EF4-FFF2-40B4-BE49-F238E27FC236}">
                  <a16:creationId xmlns:a16="http://schemas.microsoft.com/office/drawing/2014/main" id="{EDE72F0C-2E18-4DA2-AF85-ECAA3A5F81EA}"/>
                </a:ext>
              </a:extLst>
            </p:cNvPr>
            <p:cNvSpPr>
              <a:spLocks noChangeAspect="1" noChangeArrowheads="1"/>
            </p:cNvSpPr>
            <p:nvPr userDrawn="1"/>
          </p:nvSpPr>
          <p:spPr bwMode="auto">
            <a:xfrm>
              <a:off x="7922259"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8" name="Oval 272">
              <a:extLst>
                <a:ext uri="{FF2B5EF4-FFF2-40B4-BE49-F238E27FC236}">
                  <a16:creationId xmlns:a16="http://schemas.microsoft.com/office/drawing/2014/main" id="{ACC080A6-D174-4299-A86E-0B14CC610E10}"/>
                </a:ext>
              </a:extLst>
            </p:cNvPr>
            <p:cNvSpPr>
              <a:spLocks noChangeAspect="1" noChangeArrowheads="1"/>
            </p:cNvSpPr>
            <p:nvPr userDrawn="1"/>
          </p:nvSpPr>
          <p:spPr bwMode="auto">
            <a:xfrm>
              <a:off x="803534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29" name="Oval 273">
              <a:extLst>
                <a:ext uri="{FF2B5EF4-FFF2-40B4-BE49-F238E27FC236}">
                  <a16:creationId xmlns:a16="http://schemas.microsoft.com/office/drawing/2014/main" id="{29E48CA5-0F95-45F4-89E9-CAA4CC1C14AC}"/>
                </a:ext>
              </a:extLst>
            </p:cNvPr>
            <p:cNvSpPr>
              <a:spLocks noChangeAspect="1" noChangeArrowheads="1"/>
            </p:cNvSpPr>
            <p:nvPr userDrawn="1"/>
          </p:nvSpPr>
          <p:spPr bwMode="auto">
            <a:xfrm>
              <a:off x="814692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0" name="Oval 274">
              <a:extLst>
                <a:ext uri="{FF2B5EF4-FFF2-40B4-BE49-F238E27FC236}">
                  <a16:creationId xmlns:a16="http://schemas.microsoft.com/office/drawing/2014/main" id="{6B0E255D-DF31-4BC1-BD0D-BD05B91B5DC8}"/>
                </a:ext>
              </a:extLst>
            </p:cNvPr>
            <p:cNvSpPr>
              <a:spLocks noChangeAspect="1" noChangeArrowheads="1"/>
            </p:cNvSpPr>
            <p:nvPr userDrawn="1"/>
          </p:nvSpPr>
          <p:spPr bwMode="auto">
            <a:xfrm>
              <a:off x="8260005"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1" name="Oval 275">
              <a:extLst>
                <a:ext uri="{FF2B5EF4-FFF2-40B4-BE49-F238E27FC236}">
                  <a16:creationId xmlns:a16="http://schemas.microsoft.com/office/drawing/2014/main" id="{EE0B2400-3103-45E8-A318-BFB25A5A258D}"/>
                </a:ext>
              </a:extLst>
            </p:cNvPr>
            <p:cNvSpPr>
              <a:spLocks noChangeAspect="1" noChangeArrowheads="1"/>
            </p:cNvSpPr>
            <p:nvPr userDrawn="1"/>
          </p:nvSpPr>
          <p:spPr bwMode="auto">
            <a:xfrm>
              <a:off x="8371582"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2" name="Oval 276">
              <a:extLst>
                <a:ext uri="{FF2B5EF4-FFF2-40B4-BE49-F238E27FC236}">
                  <a16:creationId xmlns:a16="http://schemas.microsoft.com/office/drawing/2014/main" id="{BDAE978C-EFF3-4437-B0AA-79BFB4B24D1E}"/>
                </a:ext>
              </a:extLst>
            </p:cNvPr>
            <p:cNvSpPr>
              <a:spLocks noChangeAspect="1" noChangeArrowheads="1"/>
            </p:cNvSpPr>
            <p:nvPr userDrawn="1"/>
          </p:nvSpPr>
          <p:spPr bwMode="auto">
            <a:xfrm>
              <a:off x="8484665"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3" name="Oval 277">
              <a:extLst>
                <a:ext uri="{FF2B5EF4-FFF2-40B4-BE49-F238E27FC236}">
                  <a16:creationId xmlns:a16="http://schemas.microsoft.com/office/drawing/2014/main" id="{A47C3A8A-74D7-46FB-AA7A-5FFF7CEE9F24}"/>
                </a:ext>
              </a:extLst>
            </p:cNvPr>
            <p:cNvSpPr>
              <a:spLocks noChangeAspect="1" noChangeArrowheads="1"/>
            </p:cNvSpPr>
            <p:nvPr userDrawn="1"/>
          </p:nvSpPr>
          <p:spPr bwMode="auto">
            <a:xfrm>
              <a:off x="8596242"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4" name="Oval 278">
              <a:extLst>
                <a:ext uri="{FF2B5EF4-FFF2-40B4-BE49-F238E27FC236}">
                  <a16:creationId xmlns:a16="http://schemas.microsoft.com/office/drawing/2014/main" id="{6BE91E56-2CBA-4828-8329-6EF0C8FAF515}"/>
                </a:ext>
              </a:extLst>
            </p:cNvPr>
            <p:cNvSpPr>
              <a:spLocks noChangeAspect="1" noChangeArrowheads="1"/>
            </p:cNvSpPr>
            <p:nvPr userDrawn="1"/>
          </p:nvSpPr>
          <p:spPr bwMode="auto">
            <a:xfrm>
              <a:off x="870932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5" name="Oval 279">
              <a:extLst>
                <a:ext uri="{FF2B5EF4-FFF2-40B4-BE49-F238E27FC236}">
                  <a16:creationId xmlns:a16="http://schemas.microsoft.com/office/drawing/2014/main" id="{8D3B293D-CBF3-46E0-8B3D-7D786224054C}"/>
                </a:ext>
              </a:extLst>
            </p:cNvPr>
            <p:cNvSpPr>
              <a:spLocks noChangeAspect="1" noChangeArrowheads="1"/>
            </p:cNvSpPr>
            <p:nvPr userDrawn="1"/>
          </p:nvSpPr>
          <p:spPr bwMode="auto">
            <a:xfrm>
              <a:off x="506946" y="186644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6" name="Oval 280">
              <a:extLst>
                <a:ext uri="{FF2B5EF4-FFF2-40B4-BE49-F238E27FC236}">
                  <a16:creationId xmlns:a16="http://schemas.microsoft.com/office/drawing/2014/main" id="{920A74D4-197A-4B6A-912F-CAE045624FC6}"/>
                </a:ext>
              </a:extLst>
            </p:cNvPr>
            <p:cNvSpPr>
              <a:spLocks noChangeAspect="1" noChangeArrowheads="1"/>
            </p:cNvSpPr>
            <p:nvPr userDrawn="1"/>
          </p:nvSpPr>
          <p:spPr bwMode="auto">
            <a:xfrm>
              <a:off x="620030"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7" name="Oval 281">
              <a:extLst>
                <a:ext uri="{FF2B5EF4-FFF2-40B4-BE49-F238E27FC236}">
                  <a16:creationId xmlns:a16="http://schemas.microsoft.com/office/drawing/2014/main" id="{174E985A-7B27-4C09-A99E-E1629A59AC49}"/>
                </a:ext>
              </a:extLst>
            </p:cNvPr>
            <p:cNvSpPr>
              <a:spLocks noChangeAspect="1" noChangeArrowheads="1"/>
            </p:cNvSpPr>
            <p:nvPr userDrawn="1"/>
          </p:nvSpPr>
          <p:spPr bwMode="auto">
            <a:xfrm>
              <a:off x="731607" y="186644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8" name="Oval 282">
              <a:extLst>
                <a:ext uri="{FF2B5EF4-FFF2-40B4-BE49-F238E27FC236}">
                  <a16:creationId xmlns:a16="http://schemas.microsoft.com/office/drawing/2014/main" id="{D1F8FF1C-BD08-4D17-8F7C-D78B3A9F1CDA}"/>
                </a:ext>
              </a:extLst>
            </p:cNvPr>
            <p:cNvSpPr>
              <a:spLocks noChangeAspect="1" noChangeArrowheads="1"/>
            </p:cNvSpPr>
            <p:nvPr userDrawn="1"/>
          </p:nvSpPr>
          <p:spPr bwMode="auto">
            <a:xfrm>
              <a:off x="84469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39" name="Oval 283">
              <a:extLst>
                <a:ext uri="{FF2B5EF4-FFF2-40B4-BE49-F238E27FC236}">
                  <a16:creationId xmlns:a16="http://schemas.microsoft.com/office/drawing/2014/main" id="{65F15FEF-62C1-4736-A577-BD0A135F2076}"/>
                </a:ext>
              </a:extLst>
            </p:cNvPr>
            <p:cNvSpPr>
              <a:spLocks noChangeAspect="1" noChangeArrowheads="1"/>
            </p:cNvSpPr>
            <p:nvPr userDrawn="1"/>
          </p:nvSpPr>
          <p:spPr bwMode="auto">
            <a:xfrm>
              <a:off x="956267"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0" name="Oval 284">
              <a:extLst>
                <a:ext uri="{FF2B5EF4-FFF2-40B4-BE49-F238E27FC236}">
                  <a16:creationId xmlns:a16="http://schemas.microsoft.com/office/drawing/2014/main" id="{0D4B57DC-4BC4-4001-8C12-E3F8CE512F7E}"/>
                </a:ext>
              </a:extLst>
            </p:cNvPr>
            <p:cNvSpPr>
              <a:spLocks noChangeAspect="1" noChangeArrowheads="1"/>
            </p:cNvSpPr>
            <p:nvPr userDrawn="1"/>
          </p:nvSpPr>
          <p:spPr bwMode="auto">
            <a:xfrm>
              <a:off x="1069352"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1" name="Oval 285">
              <a:extLst>
                <a:ext uri="{FF2B5EF4-FFF2-40B4-BE49-F238E27FC236}">
                  <a16:creationId xmlns:a16="http://schemas.microsoft.com/office/drawing/2014/main" id="{A0A213DB-6FD4-4EAA-B56F-C437CB0EE4C3}"/>
                </a:ext>
              </a:extLst>
            </p:cNvPr>
            <p:cNvSpPr>
              <a:spLocks noChangeAspect="1" noChangeArrowheads="1"/>
            </p:cNvSpPr>
            <p:nvPr userDrawn="1"/>
          </p:nvSpPr>
          <p:spPr bwMode="auto">
            <a:xfrm>
              <a:off x="118092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2" name="Oval 286">
              <a:extLst>
                <a:ext uri="{FF2B5EF4-FFF2-40B4-BE49-F238E27FC236}">
                  <a16:creationId xmlns:a16="http://schemas.microsoft.com/office/drawing/2014/main" id="{2303C57D-7129-4474-9F15-816334E94D22}"/>
                </a:ext>
              </a:extLst>
            </p:cNvPr>
            <p:cNvSpPr>
              <a:spLocks noChangeAspect="1" noChangeArrowheads="1"/>
            </p:cNvSpPr>
            <p:nvPr userDrawn="1"/>
          </p:nvSpPr>
          <p:spPr bwMode="auto">
            <a:xfrm>
              <a:off x="129401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3" name="Oval 287">
              <a:extLst>
                <a:ext uri="{FF2B5EF4-FFF2-40B4-BE49-F238E27FC236}">
                  <a16:creationId xmlns:a16="http://schemas.microsoft.com/office/drawing/2014/main" id="{D5A1E44A-3E93-4321-AE47-B56FC80BBE66}"/>
                </a:ext>
              </a:extLst>
            </p:cNvPr>
            <p:cNvSpPr>
              <a:spLocks noChangeAspect="1" noChangeArrowheads="1"/>
            </p:cNvSpPr>
            <p:nvPr userDrawn="1"/>
          </p:nvSpPr>
          <p:spPr bwMode="auto">
            <a:xfrm>
              <a:off x="140558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4" name="Oval 288">
              <a:extLst>
                <a:ext uri="{FF2B5EF4-FFF2-40B4-BE49-F238E27FC236}">
                  <a16:creationId xmlns:a16="http://schemas.microsoft.com/office/drawing/2014/main" id="{0993A450-E344-43DE-876D-C9A3AAF090EB}"/>
                </a:ext>
              </a:extLst>
            </p:cNvPr>
            <p:cNvSpPr>
              <a:spLocks noChangeAspect="1" noChangeArrowheads="1"/>
            </p:cNvSpPr>
            <p:nvPr userDrawn="1"/>
          </p:nvSpPr>
          <p:spPr bwMode="auto">
            <a:xfrm>
              <a:off x="151867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5" name="Oval 289">
              <a:extLst>
                <a:ext uri="{FF2B5EF4-FFF2-40B4-BE49-F238E27FC236}">
                  <a16:creationId xmlns:a16="http://schemas.microsoft.com/office/drawing/2014/main" id="{16494FB4-827C-479E-8F80-E87A13F08B40}"/>
                </a:ext>
              </a:extLst>
            </p:cNvPr>
            <p:cNvSpPr>
              <a:spLocks noChangeAspect="1" noChangeArrowheads="1"/>
            </p:cNvSpPr>
            <p:nvPr userDrawn="1"/>
          </p:nvSpPr>
          <p:spPr bwMode="auto">
            <a:xfrm>
              <a:off x="163025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6" name="Oval 290">
              <a:extLst>
                <a:ext uri="{FF2B5EF4-FFF2-40B4-BE49-F238E27FC236}">
                  <a16:creationId xmlns:a16="http://schemas.microsoft.com/office/drawing/2014/main" id="{715F9A4B-77A4-4946-8890-92FB5287F522}"/>
                </a:ext>
              </a:extLst>
            </p:cNvPr>
            <p:cNvSpPr>
              <a:spLocks noChangeAspect="1" noChangeArrowheads="1"/>
            </p:cNvSpPr>
            <p:nvPr userDrawn="1"/>
          </p:nvSpPr>
          <p:spPr bwMode="auto">
            <a:xfrm>
              <a:off x="174333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7" name="Oval 291">
              <a:extLst>
                <a:ext uri="{FF2B5EF4-FFF2-40B4-BE49-F238E27FC236}">
                  <a16:creationId xmlns:a16="http://schemas.microsoft.com/office/drawing/2014/main" id="{9640E323-0A3D-4620-A1A7-4BC4CB2403E2}"/>
                </a:ext>
              </a:extLst>
            </p:cNvPr>
            <p:cNvSpPr>
              <a:spLocks noChangeAspect="1" noChangeArrowheads="1"/>
            </p:cNvSpPr>
            <p:nvPr userDrawn="1"/>
          </p:nvSpPr>
          <p:spPr bwMode="auto">
            <a:xfrm>
              <a:off x="185491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8" name="Oval 292">
              <a:extLst>
                <a:ext uri="{FF2B5EF4-FFF2-40B4-BE49-F238E27FC236}">
                  <a16:creationId xmlns:a16="http://schemas.microsoft.com/office/drawing/2014/main" id="{1023BE41-2D86-40C7-8BA5-30E750BF87DB}"/>
                </a:ext>
              </a:extLst>
            </p:cNvPr>
            <p:cNvSpPr>
              <a:spLocks noChangeAspect="1" noChangeArrowheads="1"/>
            </p:cNvSpPr>
            <p:nvPr userDrawn="1"/>
          </p:nvSpPr>
          <p:spPr bwMode="auto">
            <a:xfrm>
              <a:off x="196799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49" name="Oval 293">
              <a:extLst>
                <a:ext uri="{FF2B5EF4-FFF2-40B4-BE49-F238E27FC236}">
                  <a16:creationId xmlns:a16="http://schemas.microsoft.com/office/drawing/2014/main" id="{2FB085F0-674B-4C2D-A055-E35A5E9D6A0C}"/>
                </a:ext>
              </a:extLst>
            </p:cNvPr>
            <p:cNvSpPr>
              <a:spLocks noChangeAspect="1" noChangeArrowheads="1"/>
            </p:cNvSpPr>
            <p:nvPr userDrawn="1"/>
          </p:nvSpPr>
          <p:spPr bwMode="auto">
            <a:xfrm>
              <a:off x="207957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0" name="Oval 294">
              <a:extLst>
                <a:ext uri="{FF2B5EF4-FFF2-40B4-BE49-F238E27FC236}">
                  <a16:creationId xmlns:a16="http://schemas.microsoft.com/office/drawing/2014/main" id="{2A72D9EA-2209-43E6-B90D-0DF4E381828C}"/>
                </a:ext>
              </a:extLst>
            </p:cNvPr>
            <p:cNvSpPr>
              <a:spLocks noChangeAspect="1" noChangeArrowheads="1"/>
            </p:cNvSpPr>
            <p:nvPr userDrawn="1"/>
          </p:nvSpPr>
          <p:spPr bwMode="auto">
            <a:xfrm>
              <a:off x="219265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1" name="Oval 295">
              <a:extLst>
                <a:ext uri="{FF2B5EF4-FFF2-40B4-BE49-F238E27FC236}">
                  <a16:creationId xmlns:a16="http://schemas.microsoft.com/office/drawing/2014/main" id="{77923064-80EC-40AF-B947-9948653F29EB}"/>
                </a:ext>
              </a:extLst>
            </p:cNvPr>
            <p:cNvSpPr>
              <a:spLocks noChangeAspect="1" noChangeArrowheads="1"/>
            </p:cNvSpPr>
            <p:nvPr userDrawn="1"/>
          </p:nvSpPr>
          <p:spPr bwMode="auto">
            <a:xfrm>
              <a:off x="230423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2" name="Oval 296">
              <a:extLst>
                <a:ext uri="{FF2B5EF4-FFF2-40B4-BE49-F238E27FC236}">
                  <a16:creationId xmlns:a16="http://schemas.microsoft.com/office/drawing/2014/main" id="{698E1BAD-98C0-4293-8E3C-990D65EA8129}"/>
                </a:ext>
              </a:extLst>
            </p:cNvPr>
            <p:cNvSpPr>
              <a:spLocks noChangeAspect="1" noChangeArrowheads="1"/>
            </p:cNvSpPr>
            <p:nvPr userDrawn="1"/>
          </p:nvSpPr>
          <p:spPr bwMode="auto">
            <a:xfrm>
              <a:off x="264197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3" name="Oval 297">
              <a:extLst>
                <a:ext uri="{FF2B5EF4-FFF2-40B4-BE49-F238E27FC236}">
                  <a16:creationId xmlns:a16="http://schemas.microsoft.com/office/drawing/2014/main" id="{D1D21060-A60D-43D7-915B-81F63CAEF95D}"/>
                </a:ext>
              </a:extLst>
            </p:cNvPr>
            <p:cNvSpPr>
              <a:spLocks noChangeAspect="1" noChangeArrowheads="1"/>
            </p:cNvSpPr>
            <p:nvPr userDrawn="1"/>
          </p:nvSpPr>
          <p:spPr bwMode="auto">
            <a:xfrm>
              <a:off x="275355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4" name="Oval 298">
              <a:extLst>
                <a:ext uri="{FF2B5EF4-FFF2-40B4-BE49-F238E27FC236}">
                  <a16:creationId xmlns:a16="http://schemas.microsoft.com/office/drawing/2014/main" id="{B695CE8F-BDFD-4829-87D3-11FBF07E6017}"/>
                </a:ext>
              </a:extLst>
            </p:cNvPr>
            <p:cNvSpPr>
              <a:spLocks noChangeAspect="1" noChangeArrowheads="1"/>
            </p:cNvSpPr>
            <p:nvPr userDrawn="1"/>
          </p:nvSpPr>
          <p:spPr bwMode="auto">
            <a:xfrm>
              <a:off x="320438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5" name="Oval 299">
              <a:extLst>
                <a:ext uri="{FF2B5EF4-FFF2-40B4-BE49-F238E27FC236}">
                  <a16:creationId xmlns:a16="http://schemas.microsoft.com/office/drawing/2014/main" id="{63D69780-242D-4331-B9CB-40DA9BBF0DF4}"/>
                </a:ext>
              </a:extLst>
            </p:cNvPr>
            <p:cNvSpPr>
              <a:spLocks noChangeAspect="1" noChangeArrowheads="1"/>
            </p:cNvSpPr>
            <p:nvPr userDrawn="1"/>
          </p:nvSpPr>
          <p:spPr bwMode="auto">
            <a:xfrm>
              <a:off x="3315959"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6" name="Oval 300">
              <a:extLst>
                <a:ext uri="{FF2B5EF4-FFF2-40B4-BE49-F238E27FC236}">
                  <a16:creationId xmlns:a16="http://schemas.microsoft.com/office/drawing/2014/main" id="{401A1D19-464E-496D-925A-720466EA3CEA}"/>
                </a:ext>
              </a:extLst>
            </p:cNvPr>
            <p:cNvSpPr>
              <a:spLocks noChangeAspect="1" noChangeArrowheads="1"/>
            </p:cNvSpPr>
            <p:nvPr userDrawn="1"/>
          </p:nvSpPr>
          <p:spPr bwMode="auto">
            <a:xfrm>
              <a:off x="387836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7" name="Oval 301">
              <a:extLst>
                <a:ext uri="{FF2B5EF4-FFF2-40B4-BE49-F238E27FC236}">
                  <a16:creationId xmlns:a16="http://schemas.microsoft.com/office/drawing/2014/main" id="{705F1B43-8AE9-485E-A6D4-F660491A50B6}"/>
                </a:ext>
              </a:extLst>
            </p:cNvPr>
            <p:cNvSpPr>
              <a:spLocks noChangeAspect="1" noChangeArrowheads="1"/>
            </p:cNvSpPr>
            <p:nvPr userDrawn="1"/>
          </p:nvSpPr>
          <p:spPr bwMode="auto">
            <a:xfrm>
              <a:off x="398994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8" name="Oval 302">
              <a:extLst>
                <a:ext uri="{FF2B5EF4-FFF2-40B4-BE49-F238E27FC236}">
                  <a16:creationId xmlns:a16="http://schemas.microsoft.com/office/drawing/2014/main" id="{9EAC6E75-6E0A-4701-8129-7A70282D445B}"/>
                </a:ext>
              </a:extLst>
            </p:cNvPr>
            <p:cNvSpPr>
              <a:spLocks noChangeAspect="1" noChangeArrowheads="1"/>
            </p:cNvSpPr>
            <p:nvPr userDrawn="1"/>
          </p:nvSpPr>
          <p:spPr bwMode="auto">
            <a:xfrm>
              <a:off x="455234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59" name="Oval 303">
              <a:extLst>
                <a:ext uri="{FF2B5EF4-FFF2-40B4-BE49-F238E27FC236}">
                  <a16:creationId xmlns:a16="http://schemas.microsoft.com/office/drawing/2014/main" id="{7D1EE444-1593-411D-B839-06D999C6F5CC}"/>
                </a:ext>
              </a:extLst>
            </p:cNvPr>
            <p:cNvSpPr>
              <a:spLocks noChangeAspect="1" noChangeArrowheads="1"/>
            </p:cNvSpPr>
            <p:nvPr userDrawn="1"/>
          </p:nvSpPr>
          <p:spPr bwMode="auto">
            <a:xfrm>
              <a:off x="466392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0" name="Oval 304">
              <a:extLst>
                <a:ext uri="{FF2B5EF4-FFF2-40B4-BE49-F238E27FC236}">
                  <a16:creationId xmlns:a16="http://schemas.microsoft.com/office/drawing/2014/main" id="{189519C9-45B6-4C46-9B43-A71650C74683}"/>
                </a:ext>
              </a:extLst>
            </p:cNvPr>
            <p:cNvSpPr>
              <a:spLocks noChangeAspect="1" noChangeArrowheads="1"/>
            </p:cNvSpPr>
            <p:nvPr userDrawn="1"/>
          </p:nvSpPr>
          <p:spPr bwMode="auto">
            <a:xfrm>
              <a:off x="477700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1" name="Oval 305">
              <a:extLst>
                <a:ext uri="{FF2B5EF4-FFF2-40B4-BE49-F238E27FC236}">
                  <a16:creationId xmlns:a16="http://schemas.microsoft.com/office/drawing/2014/main" id="{4AB7E189-0004-4B70-B3F5-307C360B7ED9}"/>
                </a:ext>
              </a:extLst>
            </p:cNvPr>
            <p:cNvSpPr>
              <a:spLocks noChangeAspect="1" noChangeArrowheads="1"/>
            </p:cNvSpPr>
            <p:nvPr userDrawn="1"/>
          </p:nvSpPr>
          <p:spPr bwMode="auto">
            <a:xfrm>
              <a:off x="488858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2" name="Oval 306">
              <a:extLst>
                <a:ext uri="{FF2B5EF4-FFF2-40B4-BE49-F238E27FC236}">
                  <a16:creationId xmlns:a16="http://schemas.microsoft.com/office/drawing/2014/main" id="{588E7E16-F773-47D1-B9D0-5C61A25C0225}"/>
                </a:ext>
              </a:extLst>
            </p:cNvPr>
            <p:cNvSpPr>
              <a:spLocks noChangeAspect="1" noChangeArrowheads="1"/>
            </p:cNvSpPr>
            <p:nvPr userDrawn="1"/>
          </p:nvSpPr>
          <p:spPr bwMode="auto">
            <a:xfrm>
              <a:off x="500167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3" name="Oval 307">
              <a:extLst>
                <a:ext uri="{FF2B5EF4-FFF2-40B4-BE49-F238E27FC236}">
                  <a16:creationId xmlns:a16="http://schemas.microsoft.com/office/drawing/2014/main" id="{84C35E1C-1EDB-479D-B533-6D1E065491F5}"/>
                </a:ext>
              </a:extLst>
            </p:cNvPr>
            <p:cNvSpPr>
              <a:spLocks noChangeAspect="1" noChangeArrowheads="1"/>
            </p:cNvSpPr>
            <p:nvPr userDrawn="1"/>
          </p:nvSpPr>
          <p:spPr bwMode="auto">
            <a:xfrm>
              <a:off x="5113246"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4" name="Oval 308">
              <a:extLst>
                <a:ext uri="{FF2B5EF4-FFF2-40B4-BE49-F238E27FC236}">
                  <a16:creationId xmlns:a16="http://schemas.microsoft.com/office/drawing/2014/main" id="{54762B38-1D7D-40A8-8B99-3008B14E2FD2}"/>
                </a:ext>
              </a:extLst>
            </p:cNvPr>
            <p:cNvSpPr>
              <a:spLocks noChangeAspect="1" noChangeArrowheads="1"/>
            </p:cNvSpPr>
            <p:nvPr userDrawn="1"/>
          </p:nvSpPr>
          <p:spPr bwMode="auto">
            <a:xfrm>
              <a:off x="5226330"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5" name="Oval 309">
              <a:extLst>
                <a:ext uri="{FF2B5EF4-FFF2-40B4-BE49-F238E27FC236}">
                  <a16:creationId xmlns:a16="http://schemas.microsoft.com/office/drawing/2014/main" id="{B647B869-5B22-46EB-A7C7-2156C3C6CFE5}"/>
                </a:ext>
              </a:extLst>
            </p:cNvPr>
            <p:cNvSpPr>
              <a:spLocks noChangeAspect="1" noChangeArrowheads="1"/>
            </p:cNvSpPr>
            <p:nvPr userDrawn="1"/>
          </p:nvSpPr>
          <p:spPr bwMode="auto">
            <a:xfrm>
              <a:off x="533790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6" name="Oval 310">
              <a:extLst>
                <a:ext uri="{FF2B5EF4-FFF2-40B4-BE49-F238E27FC236}">
                  <a16:creationId xmlns:a16="http://schemas.microsoft.com/office/drawing/2014/main" id="{7CBDC419-30BA-4F38-891A-4EFA75FAD948}"/>
                </a:ext>
              </a:extLst>
            </p:cNvPr>
            <p:cNvSpPr>
              <a:spLocks noChangeAspect="1" noChangeArrowheads="1"/>
            </p:cNvSpPr>
            <p:nvPr userDrawn="1"/>
          </p:nvSpPr>
          <p:spPr bwMode="auto">
            <a:xfrm>
              <a:off x="545099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7" name="Oval 311">
              <a:extLst>
                <a:ext uri="{FF2B5EF4-FFF2-40B4-BE49-F238E27FC236}">
                  <a16:creationId xmlns:a16="http://schemas.microsoft.com/office/drawing/2014/main" id="{356E1AAD-13F4-40EB-9CD7-575695526C41}"/>
                </a:ext>
              </a:extLst>
            </p:cNvPr>
            <p:cNvSpPr>
              <a:spLocks noChangeAspect="1" noChangeArrowheads="1"/>
            </p:cNvSpPr>
            <p:nvPr userDrawn="1"/>
          </p:nvSpPr>
          <p:spPr bwMode="auto">
            <a:xfrm>
              <a:off x="556256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8" name="Oval 312">
              <a:extLst>
                <a:ext uri="{FF2B5EF4-FFF2-40B4-BE49-F238E27FC236}">
                  <a16:creationId xmlns:a16="http://schemas.microsoft.com/office/drawing/2014/main" id="{D372B134-1E28-4B39-A823-8194466AE4C4}"/>
                </a:ext>
              </a:extLst>
            </p:cNvPr>
            <p:cNvSpPr>
              <a:spLocks noChangeAspect="1" noChangeArrowheads="1"/>
            </p:cNvSpPr>
            <p:nvPr userDrawn="1"/>
          </p:nvSpPr>
          <p:spPr bwMode="auto">
            <a:xfrm>
              <a:off x="567565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69" name="Oval 313">
              <a:extLst>
                <a:ext uri="{FF2B5EF4-FFF2-40B4-BE49-F238E27FC236}">
                  <a16:creationId xmlns:a16="http://schemas.microsoft.com/office/drawing/2014/main" id="{7FA93481-479B-46AC-9A33-CE624B243B19}"/>
                </a:ext>
              </a:extLst>
            </p:cNvPr>
            <p:cNvSpPr>
              <a:spLocks noChangeAspect="1" noChangeArrowheads="1"/>
            </p:cNvSpPr>
            <p:nvPr userDrawn="1"/>
          </p:nvSpPr>
          <p:spPr bwMode="auto">
            <a:xfrm>
              <a:off x="578722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0" name="Oval 314">
              <a:extLst>
                <a:ext uri="{FF2B5EF4-FFF2-40B4-BE49-F238E27FC236}">
                  <a16:creationId xmlns:a16="http://schemas.microsoft.com/office/drawing/2014/main" id="{951BCC27-A224-4BDB-8DAD-0940DAA18995}"/>
                </a:ext>
              </a:extLst>
            </p:cNvPr>
            <p:cNvSpPr>
              <a:spLocks noChangeAspect="1" noChangeArrowheads="1"/>
            </p:cNvSpPr>
            <p:nvPr userDrawn="1"/>
          </p:nvSpPr>
          <p:spPr bwMode="auto">
            <a:xfrm>
              <a:off x="590031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1" name="Oval 315">
              <a:extLst>
                <a:ext uri="{FF2B5EF4-FFF2-40B4-BE49-F238E27FC236}">
                  <a16:creationId xmlns:a16="http://schemas.microsoft.com/office/drawing/2014/main" id="{6D20B72B-A373-4653-9DD5-FD107C27A3C1}"/>
                </a:ext>
              </a:extLst>
            </p:cNvPr>
            <p:cNvSpPr>
              <a:spLocks noChangeAspect="1" noChangeArrowheads="1"/>
            </p:cNvSpPr>
            <p:nvPr userDrawn="1"/>
          </p:nvSpPr>
          <p:spPr bwMode="auto">
            <a:xfrm>
              <a:off x="601339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2" name="Oval 316">
              <a:extLst>
                <a:ext uri="{FF2B5EF4-FFF2-40B4-BE49-F238E27FC236}">
                  <a16:creationId xmlns:a16="http://schemas.microsoft.com/office/drawing/2014/main" id="{975F74E6-7D08-44A3-BFD3-1303A72A0B6B}"/>
                </a:ext>
              </a:extLst>
            </p:cNvPr>
            <p:cNvSpPr>
              <a:spLocks noChangeAspect="1" noChangeArrowheads="1"/>
            </p:cNvSpPr>
            <p:nvPr userDrawn="1"/>
          </p:nvSpPr>
          <p:spPr bwMode="auto">
            <a:xfrm>
              <a:off x="6124974"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3" name="Oval 317">
              <a:extLst>
                <a:ext uri="{FF2B5EF4-FFF2-40B4-BE49-F238E27FC236}">
                  <a16:creationId xmlns:a16="http://schemas.microsoft.com/office/drawing/2014/main" id="{0F3258AE-B3EF-4EDE-88E1-05815094ED1F}"/>
                </a:ext>
              </a:extLst>
            </p:cNvPr>
            <p:cNvSpPr>
              <a:spLocks noChangeAspect="1" noChangeArrowheads="1"/>
            </p:cNvSpPr>
            <p:nvPr userDrawn="1"/>
          </p:nvSpPr>
          <p:spPr bwMode="auto">
            <a:xfrm>
              <a:off x="6238058"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4" name="Oval 318">
              <a:extLst>
                <a:ext uri="{FF2B5EF4-FFF2-40B4-BE49-F238E27FC236}">
                  <a16:creationId xmlns:a16="http://schemas.microsoft.com/office/drawing/2014/main" id="{4F9F20AA-F8B0-4773-84EF-DFAFD298A5D3}"/>
                </a:ext>
              </a:extLst>
            </p:cNvPr>
            <p:cNvSpPr>
              <a:spLocks noChangeAspect="1" noChangeArrowheads="1"/>
            </p:cNvSpPr>
            <p:nvPr userDrawn="1"/>
          </p:nvSpPr>
          <p:spPr bwMode="auto">
            <a:xfrm>
              <a:off x="6349634"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5" name="Oval 319">
              <a:extLst>
                <a:ext uri="{FF2B5EF4-FFF2-40B4-BE49-F238E27FC236}">
                  <a16:creationId xmlns:a16="http://schemas.microsoft.com/office/drawing/2014/main" id="{EF7240DC-4310-44C0-8354-83AFE19E3345}"/>
                </a:ext>
              </a:extLst>
            </p:cNvPr>
            <p:cNvSpPr>
              <a:spLocks noChangeAspect="1" noChangeArrowheads="1"/>
            </p:cNvSpPr>
            <p:nvPr userDrawn="1"/>
          </p:nvSpPr>
          <p:spPr bwMode="auto">
            <a:xfrm>
              <a:off x="6462718"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6" name="Oval 320">
              <a:extLst>
                <a:ext uri="{FF2B5EF4-FFF2-40B4-BE49-F238E27FC236}">
                  <a16:creationId xmlns:a16="http://schemas.microsoft.com/office/drawing/2014/main" id="{38A8E434-67E5-4AD2-A058-FDABB62CA0AD}"/>
                </a:ext>
              </a:extLst>
            </p:cNvPr>
            <p:cNvSpPr>
              <a:spLocks noChangeAspect="1" noChangeArrowheads="1"/>
            </p:cNvSpPr>
            <p:nvPr userDrawn="1"/>
          </p:nvSpPr>
          <p:spPr bwMode="auto">
            <a:xfrm>
              <a:off x="6574294"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7" name="Oval 321">
              <a:extLst>
                <a:ext uri="{FF2B5EF4-FFF2-40B4-BE49-F238E27FC236}">
                  <a16:creationId xmlns:a16="http://schemas.microsoft.com/office/drawing/2014/main" id="{F5815442-208E-4D18-9A1B-D5C009602F9D}"/>
                </a:ext>
              </a:extLst>
            </p:cNvPr>
            <p:cNvSpPr>
              <a:spLocks noChangeAspect="1" noChangeArrowheads="1"/>
            </p:cNvSpPr>
            <p:nvPr userDrawn="1"/>
          </p:nvSpPr>
          <p:spPr bwMode="auto">
            <a:xfrm>
              <a:off x="668738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8" name="Oval 322">
              <a:extLst>
                <a:ext uri="{FF2B5EF4-FFF2-40B4-BE49-F238E27FC236}">
                  <a16:creationId xmlns:a16="http://schemas.microsoft.com/office/drawing/2014/main" id="{0222983F-DB66-4E3C-83C9-48496387DC20}"/>
                </a:ext>
              </a:extLst>
            </p:cNvPr>
            <p:cNvSpPr>
              <a:spLocks noChangeAspect="1" noChangeArrowheads="1"/>
            </p:cNvSpPr>
            <p:nvPr userDrawn="1"/>
          </p:nvSpPr>
          <p:spPr bwMode="auto">
            <a:xfrm>
              <a:off x="679895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79" name="Oval 323">
              <a:extLst>
                <a:ext uri="{FF2B5EF4-FFF2-40B4-BE49-F238E27FC236}">
                  <a16:creationId xmlns:a16="http://schemas.microsoft.com/office/drawing/2014/main" id="{40CDB6B8-1C32-4DF9-B1F0-6753A4AF0247}"/>
                </a:ext>
              </a:extLst>
            </p:cNvPr>
            <p:cNvSpPr>
              <a:spLocks noChangeAspect="1" noChangeArrowheads="1"/>
            </p:cNvSpPr>
            <p:nvPr userDrawn="1"/>
          </p:nvSpPr>
          <p:spPr bwMode="auto">
            <a:xfrm>
              <a:off x="691204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0" name="Oval 324">
              <a:extLst>
                <a:ext uri="{FF2B5EF4-FFF2-40B4-BE49-F238E27FC236}">
                  <a16:creationId xmlns:a16="http://schemas.microsoft.com/office/drawing/2014/main" id="{53BEE376-DEDE-48F5-BCF3-534BB2A98FF2}"/>
                </a:ext>
              </a:extLst>
            </p:cNvPr>
            <p:cNvSpPr>
              <a:spLocks noChangeAspect="1" noChangeArrowheads="1"/>
            </p:cNvSpPr>
            <p:nvPr userDrawn="1"/>
          </p:nvSpPr>
          <p:spPr bwMode="auto">
            <a:xfrm>
              <a:off x="702361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1" name="Oval 325">
              <a:extLst>
                <a:ext uri="{FF2B5EF4-FFF2-40B4-BE49-F238E27FC236}">
                  <a16:creationId xmlns:a16="http://schemas.microsoft.com/office/drawing/2014/main" id="{A1B1A36B-BD8A-4F34-B296-4731ED40DA62}"/>
                </a:ext>
              </a:extLst>
            </p:cNvPr>
            <p:cNvSpPr>
              <a:spLocks noChangeAspect="1" noChangeArrowheads="1"/>
            </p:cNvSpPr>
            <p:nvPr userDrawn="1"/>
          </p:nvSpPr>
          <p:spPr bwMode="auto">
            <a:xfrm>
              <a:off x="713670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2" name="Oval 326">
              <a:extLst>
                <a:ext uri="{FF2B5EF4-FFF2-40B4-BE49-F238E27FC236}">
                  <a16:creationId xmlns:a16="http://schemas.microsoft.com/office/drawing/2014/main" id="{A816775C-9D52-4ABE-8CC4-5C4F14F6B131}"/>
                </a:ext>
              </a:extLst>
            </p:cNvPr>
            <p:cNvSpPr>
              <a:spLocks noChangeAspect="1" noChangeArrowheads="1"/>
            </p:cNvSpPr>
            <p:nvPr userDrawn="1"/>
          </p:nvSpPr>
          <p:spPr bwMode="auto">
            <a:xfrm>
              <a:off x="724827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3" name="Oval 327">
              <a:extLst>
                <a:ext uri="{FF2B5EF4-FFF2-40B4-BE49-F238E27FC236}">
                  <a16:creationId xmlns:a16="http://schemas.microsoft.com/office/drawing/2014/main" id="{80FBE32A-7B10-41FA-BD5E-D7F3545107F0}"/>
                </a:ext>
              </a:extLst>
            </p:cNvPr>
            <p:cNvSpPr>
              <a:spLocks noChangeAspect="1" noChangeArrowheads="1"/>
            </p:cNvSpPr>
            <p:nvPr userDrawn="1"/>
          </p:nvSpPr>
          <p:spPr bwMode="auto">
            <a:xfrm>
              <a:off x="7361362"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4" name="Oval 328">
              <a:extLst>
                <a:ext uri="{FF2B5EF4-FFF2-40B4-BE49-F238E27FC236}">
                  <a16:creationId xmlns:a16="http://schemas.microsoft.com/office/drawing/2014/main" id="{4022C7DF-8F3F-45F2-B8FB-44207E874618}"/>
                </a:ext>
              </a:extLst>
            </p:cNvPr>
            <p:cNvSpPr>
              <a:spLocks noChangeAspect="1" noChangeArrowheads="1"/>
            </p:cNvSpPr>
            <p:nvPr userDrawn="1"/>
          </p:nvSpPr>
          <p:spPr bwMode="auto">
            <a:xfrm>
              <a:off x="747293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5" name="Oval 329">
              <a:extLst>
                <a:ext uri="{FF2B5EF4-FFF2-40B4-BE49-F238E27FC236}">
                  <a16:creationId xmlns:a16="http://schemas.microsoft.com/office/drawing/2014/main" id="{3F614F44-88B8-4954-8E9B-7E6BF9D7BE4B}"/>
                </a:ext>
              </a:extLst>
            </p:cNvPr>
            <p:cNvSpPr>
              <a:spLocks noChangeAspect="1" noChangeArrowheads="1"/>
            </p:cNvSpPr>
            <p:nvPr userDrawn="1"/>
          </p:nvSpPr>
          <p:spPr bwMode="auto">
            <a:xfrm>
              <a:off x="7586023"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6" name="Oval 330">
              <a:extLst>
                <a:ext uri="{FF2B5EF4-FFF2-40B4-BE49-F238E27FC236}">
                  <a16:creationId xmlns:a16="http://schemas.microsoft.com/office/drawing/2014/main" id="{1EE6A67C-5CD3-4ACE-8C2C-7DACAEDAD15B}"/>
                </a:ext>
              </a:extLst>
            </p:cNvPr>
            <p:cNvSpPr>
              <a:spLocks noChangeAspect="1" noChangeArrowheads="1"/>
            </p:cNvSpPr>
            <p:nvPr userDrawn="1"/>
          </p:nvSpPr>
          <p:spPr bwMode="auto">
            <a:xfrm>
              <a:off x="7697599"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7" name="Oval 331">
              <a:extLst>
                <a:ext uri="{FF2B5EF4-FFF2-40B4-BE49-F238E27FC236}">
                  <a16:creationId xmlns:a16="http://schemas.microsoft.com/office/drawing/2014/main" id="{E991DF94-F355-4F41-B7FF-4A2F9806C335}"/>
                </a:ext>
              </a:extLst>
            </p:cNvPr>
            <p:cNvSpPr>
              <a:spLocks noChangeAspect="1" noChangeArrowheads="1"/>
            </p:cNvSpPr>
            <p:nvPr userDrawn="1"/>
          </p:nvSpPr>
          <p:spPr bwMode="auto">
            <a:xfrm>
              <a:off x="7810683"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8" name="Oval 332">
              <a:extLst>
                <a:ext uri="{FF2B5EF4-FFF2-40B4-BE49-F238E27FC236}">
                  <a16:creationId xmlns:a16="http://schemas.microsoft.com/office/drawing/2014/main" id="{40DA579C-D860-412C-8F04-6110EEF54CFB}"/>
                </a:ext>
              </a:extLst>
            </p:cNvPr>
            <p:cNvSpPr>
              <a:spLocks noChangeAspect="1" noChangeArrowheads="1"/>
            </p:cNvSpPr>
            <p:nvPr userDrawn="1"/>
          </p:nvSpPr>
          <p:spPr bwMode="auto">
            <a:xfrm>
              <a:off x="792225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89" name="Oval 333">
              <a:extLst>
                <a:ext uri="{FF2B5EF4-FFF2-40B4-BE49-F238E27FC236}">
                  <a16:creationId xmlns:a16="http://schemas.microsoft.com/office/drawing/2014/main" id="{CD947E88-EBFC-4786-A2BE-3ED530490883}"/>
                </a:ext>
              </a:extLst>
            </p:cNvPr>
            <p:cNvSpPr>
              <a:spLocks noChangeAspect="1" noChangeArrowheads="1"/>
            </p:cNvSpPr>
            <p:nvPr userDrawn="1"/>
          </p:nvSpPr>
          <p:spPr bwMode="auto">
            <a:xfrm>
              <a:off x="803534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0" name="Oval 334">
              <a:extLst>
                <a:ext uri="{FF2B5EF4-FFF2-40B4-BE49-F238E27FC236}">
                  <a16:creationId xmlns:a16="http://schemas.microsoft.com/office/drawing/2014/main" id="{B6E275AA-6C1B-4C6F-A611-DE070E3B0B51}"/>
                </a:ext>
              </a:extLst>
            </p:cNvPr>
            <p:cNvSpPr>
              <a:spLocks noChangeAspect="1" noChangeArrowheads="1"/>
            </p:cNvSpPr>
            <p:nvPr userDrawn="1"/>
          </p:nvSpPr>
          <p:spPr bwMode="auto">
            <a:xfrm>
              <a:off x="8146921"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1" name="Oval 335">
              <a:extLst>
                <a:ext uri="{FF2B5EF4-FFF2-40B4-BE49-F238E27FC236}">
                  <a16:creationId xmlns:a16="http://schemas.microsoft.com/office/drawing/2014/main" id="{17CF49A4-D365-45EF-B136-8F070A9D4965}"/>
                </a:ext>
              </a:extLst>
            </p:cNvPr>
            <p:cNvSpPr>
              <a:spLocks noChangeAspect="1" noChangeArrowheads="1"/>
            </p:cNvSpPr>
            <p:nvPr userDrawn="1"/>
          </p:nvSpPr>
          <p:spPr bwMode="auto">
            <a:xfrm>
              <a:off x="8260005"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2" name="Oval 336">
              <a:extLst>
                <a:ext uri="{FF2B5EF4-FFF2-40B4-BE49-F238E27FC236}">
                  <a16:creationId xmlns:a16="http://schemas.microsoft.com/office/drawing/2014/main" id="{CEEC7AD3-97C3-47A0-BCBD-9072BAD48338}"/>
                </a:ext>
              </a:extLst>
            </p:cNvPr>
            <p:cNvSpPr>
              <a:spLocks noChangeAspect="1" noChangeArrowheads="1"/>
            </p:cNvSpPr>
            <p:nvPr userDrawn="1"/>
          </p:nvSpPr>
          <p:spPr bwMode="auto">
            <a:xfrm>
              <a:off x="8371581"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3" name="Oval 337">
              <a:extLst>
                <a:ext uri="{FF2B5EF4-FFF2-40B4-BE49-F238E27FC236}">
                  <a16:creationId xmlns:a16="http://schemas.microsoft.com/office/drawing/2014/main" id="{75F7FE5C-B2B1-4CB7-AAF8-4D81036EFEDF}"/>
                </a:ext>
              </a:extLst>
            </p:cNvPr>
            <p:cNvSpPr>
              <a:spLocks noChangeAspect="1" noChangeArrowheads="1"/>
            </p:cNvSpPr>
            <p:nvPr userDrawn="1"/>
          </p:nvSpPr>
          <p:spPr bwMode="auto">
            <a:xfrm>
              <a:off x="8484665"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4" name="Oval 338">
              <a:extLst>
                <a:ext uri="{FF2B5EF4-FFF2-40B4-BE49-F238E27FC236}">
                  <a16:creationId xmlns:a16="http://schemas.microsoft.com/office/drawing/2014/main" id="{10F0363F-F779-4D76-9B37-64FC2FF7774C}"/>
                </a:ext>
              </a:extLst>
            </p:cNvPr>
            <p:cNvSpPr>
              <a:spLocks noChangeAspect="1" noChangeArrowheads="1"/>
            </p:cNvSpPr>
            <p:nvPr userDrawn="1"/>
          </p:nvSpPr>
          <p:spPr bwMode="auto">
            <a:xfrm>
              <a:off x="395369"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5" name="Oval 339">
              <a:extLst>
                <a:ext uri="{FF2B5EF4-FFF2-40B4-BE49-F238E27FC236}">
                  <a16:creationId xmlns:a16="http://schemas.microsoft.com/office/drawing/2014/main" id="{BFFF2A38-DAAC-4983-B05F-792E3BCCB0A1}"/>
                </a:ext>
              </a:extLst>
            </p:cNvPr>
            <p:cNvSpPr>
              <a:spLocks noChangeAspect="1" noChangeArrowheads="1"/>
            </p:cNvSpPr>
            <p:nvPr userDrawn="1"/>
          </p:nvSpPr>
          <p:spPr bwMode="auto">
            <a:xfrm>
              <a:off x="506946" y="197047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6" name="Oval 340">
              <a:extLst>
                <a:ext uri="{FF2B5EF4-FFF2-40B4-BE49-F238E27FC236}">
                  <a16:creationId xmlns:a16="http://schemas.microsoft.com/office/drawing/2014/main" id="{13BD0F49-67F2-4A19-9525-8E79D3CFF798}"/>
                </a:ext>
              </a:extLst>
            </p:cNvPr>
            <p:cNvSpPr>
              <a:spLocks noChangeAspect="1" noChangeArrowheads="1"/>
            </p:cNvSpPr>
            <p:nvPr userDrawn="1"/>
          </p:nvSpPr>
          <p:spPr bwMode="auto">
            <a:xfrm>
              <a:off x="620030"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7" name="Oval 341">
              <a:extLst>
                <a:ext uri="{FF2B5EF4-FFF2-40B4-BE49-F238E27FC236}">
                  <a16:creationId xmlns:a16="http://schemas.microsoft.com/office/drawing/2014/main" id="{0060992A-A0DC-4626-84B8-F7809E043A62}"/>
                </a:ext>
              </a:extLst>
            </p:cNvPr>
            <p:cNvSpPr>
              <a:spLocks noChangeAspect="1" noChangeArrowheads="1"/>
            </p:cNvSpPr>
            <p:nvPr userDrawn="1"/>
          </p:nvSpPr>
          <p:spPr bwMode="auto">
            <a:xfrm>
              <a:off x="731607"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8" name="Oval 342">
              <a:extLst>
                <a:ext uri="{FF2B5EF4-FFF2-40B4-BE49-F238E27FC236}">
                  <a16:creationId xmlns:a16="http://schemas.microsoft.com/office/drawing/2014/main" id="{E8ECF165-E05E-4DE6-B038-BB4FADF80101}"/>
                </a:ext>
              </a:extLst>
            </p:cNvPr>
            <p:cNvSpPr>
              <a:spLocks noChangeAspect="1" noChangeArrowheads="1"/>
            </p:cNvSpPr>
            <p:nvPr userDrawn="1"/>
          </p:nvSpPr>
          <p:spPr bwMode="auto">
            <a:xfrm>
              <a:off x="844690"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399" name="Oval 343">
              <a:extLst>
                <a:ext uri="{FF2B5EF4-FFF2-40B4-BE49-F238E27FC236}">
                  <a16:creationId xmlns:a16="http://schemas.microsoft.com/office/drawing/2014/main" id="{F3768602-11E3-460C-A29C-5F01C9A4623F}"/>
                </a:ext>
              </a:extLst>
            </p:cNvPr>
            <p:cNvSpPr>
              <a:spLocks noChangeAspect="1" noChangeArrowheads="1"/>
            </p:cNvSpPr>
            <p:nvPr userDrawn="1"/>
          </p:nvSpPr>
          <p:spPr bwMode="auto">
            <a:xfrm>
              <a:off x="956267"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0" name="Oval 344">
              <a:extLst>
                <a:ext uri="{FF2B5EF4-FFF2-40B4-BE49-F238E27FC236}">
                  <a16:creationId xmlns:a16="http://schemas.microsoft.com/office/drawing/2014/main" id="{E705AC1E-3863-4EF8-AA3E-61225FEEB3EF}"/>
                </a:ext>
              </a:extLst>
            </p:cNvPr>
            <p:cNvSpPr>
              <a:spLocks noChangeAspect="1" noChangeArrowheads="1"/>
            </p:cNvSpPr>
            <p:nvPr userDrawn="1"/>
          </p:nvSpPr>
          <p:spPr bwMode="auto">
            <a:xfrm>
              <a:off x="1069352"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1" name="Oval 345">
              <a:extLst>
                <a:ext uri="{FF2B5EF4-FFF2-40B4-BE49-F238E27FC236}">
                  <a16:creationId xmlns:a16="http://schemas.microsoft.com/office/drawing/2014/main" id="{88590F41-25AD-49D4-86C1-3C9069C732FA}"/>
                </a:ext>
              </a:extLst>
            </p:cNvPr>
            <p:cNvSpPr>
              <a:spLocks noChangeAspect="1" noChangeArrowheads="1"/>
            </p:cNvSpPr>
            <p:nvPr userDrawn="1"/>
          </p:nvSpPr>
          <p:spPr bwMode="auto">
            <a:xfrm>
              <a:off x="118092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2" name="Oval 346">
              <a:extLst>
                <a:ext uri="{FF2B5EF4-FFF2-40B4-BE49-F238E27FC236}">
                  <a16:creationId xmlns:a16="http://schemas.microsoft.com/office/drawing/2014/main" id="{AA931DCD-CA7F-4B0A-8B62-AD7CC143763F}"/>
                </a:ext>
              </a:extLst>
            </p:cNvPr>
            <p:cNvSpPr>
              <a:spLocks noChangeAspect="1" noChangeArrowheads="1"/>
            </p:cNvSpPr>
            <p:nvPr userDrawn="1"/>
          </p:nvSpPr>
          <p:spPr bwMode="auto">
            <a:xfrm>
              <a:off x="1294012"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3" name="Oval 347">
              <a:extLst>
                <a:ext uri="{FF2B5EF4-FFF2-40B4-BE49-F238E27FC236}">
                  <a16:creationId xmlns:a16="http://schemas.microsoft.com/office/drawing/2014/main" id="{8C456F0C-CF5B-4A2A-ADCB-F4AA425A505F}"/>
                </a:ext>
              </a:extLst>
            </p:cNvPr>
            <p:cNvSpPr>
              <a:spLocks noChangeAspect="1" noChangeArrowheads="1"/>
            </p:cNvSpPr>
            <p:nvPr userDrawn="1"/>
          </p:nvSpPr>
          <p:spPr bwMode="auto">
            <a:xfrm>
              <a:off x="140558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4" name="Oval 348">
              <a:extLst>
                <a:ext uri="{FF2B5EF4-FFF2-40B4-BE49-F238E27FC236}">
                  <a16:creationId xmlns:a16="http://schemas.microsoft.com/office/drawing/2014/main" id="{F118E12D-49C3-492C-A88B-036D7F3B4CB7}"/>
                </a:ext>
              </a:extLst>
            </p:cNvPr>
            <p:cNvSpPr>
              <a:spLocks noChangeAspect="1" noChangeArrowheads="1"/>
            </p:cNvSpPr>
            <p:nvPr userDrawn="1"/>
          </p:nvSpPr>
          <p:spPr bwMode="auto">
            <a:xfrm>
              <a:off x="151867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5" name="Oval 349">
              <a:extLst>
                <a:ext uri="{FF2B5EF4-FFF2-40B4-BE49-F238E27FC236}">
                  <a16:creationId xmlns:a16="http://schemas.microsoft.com/office/drawing/2014/main" id="{FFD5FEAE-5E76-413D-B5D4-802E51B589E8}"/>
                </a:ext>
              </a:extLst>
            </p:cNvPr>
            <p:cNvSpPr>
              <a:spLocks noChangeAspect="1" noChangeArrowheads="1"/>
            </p:cNvSpPr>
            <p:nvPr userDrawn="1"/>
          </p:nvSpPr>
          <p:spPr bwMode="auto">
            <a:xfrm>
              <a:off x="1630250"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6" name="Oval 350">
              <a:extLst>
                <a:ext uri="{FF2B5EF4-FFF2-40B4-BE49-F238E27FC236}">
                  <a16:creationId xmlns:a16="http://schemas.microsoft.com/office/drawing/2014/main" id="{1D212770-A69D-4ADA-B210-8F09CA7BB939}"/>
                </a:ext>
              </a:extLst>
            </p:cNvPr>
            <p:cNvSpPr>
              <a:spLocks noChangeAspect="1" noChangeArrowheads="1"/>
            </p:cNvSpPr>
            <p:nvPr userDrawn="1"/>
          </p:nvSpPr>
          <p:spPr bwMode="auto">
            <a:xfrm>
              <a:off x="174333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7" name="Oval 351">
              <a:extLst>
                <a:ext uri="{FF2B5EF4-FFF2-40B4-BE49-F238E27FC236}">
                  <a16:creationId xmlns:a16="http://schemas.microsoft.com/office/drawing/2014/main" id="{C58C4FA6-8160-4838-B2A3-8188862F41B6}"/>
                </a:ext>
              </a:extLst>
            </p:cNvPr>
            <p:cNvSpPr>
              <a:spLocks noChangeAspect="1" noChangeArrowheads="1"/>
            </p:cNvSpPr>
            <p:nvPr userDrawn="1"/>
          </p:nvSpPr>
          <p:spPr bwMode="auto">
            <a:xfrm>
              <a:off x="1854910"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8" name="Oval 352">
              <a:extLst>
                <a:ext uri="{FF2B5EF4-FFF2-40B4-BE49-F238E27FC236}">
                  <a16:creationId xmlns:a16="http://schemas.microsoft.com/office/drawing/2014/main" id="{5F6B2947-98EA-4455-ABF4-94E6C3B6A51C}"/>
                </a:ext>
              </a:extLst>
            </p:cNvPr>
            <p:cNvSpPr>
              <a:spLocks noChangeAspect="1" noChangeArrowheads="1"/>
            </p:cNvSpPr>
            <p:nvPr userDrawn="1"/>
          </p:nvSpPr>
          <p:spPr bwMode="auto">
            <a:xfrm>
              <a:off x="1967995"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09" name="Oval 353">
              <a:extLst>
                <a:ext uri="{FF2B5EF4-FFF2-40B4-BE49-F238E27FC236}">
                  <a16:creationId xmlns:a16="http://schemas.microsoft.com/office/drawing/2014/main" id="{D88CB414-91A6-4F59-BBD4-6D49C61133ED}"/>
                </a:ext>
              </a:extLst>
            </p:cNvPr>
            <p:cNvSpPr>
              <a:spLocks noChangeAspect="1" noChangeArrowheads="1"/>
            </p:cNvSpPr>
            <p:nvPr userDrawn="1"/>
          </p:nvSpPr>
          <p:spPr bwMode="auto">
            <a:xfrm>
              <a:off x="207957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0" name="Oval 354">
              <a:extLst>
                <a:ext uri="{FF2B5EF4-FFF2-40B4-BE49-F238E27FC236}">
                  <a16:creationId xmlns:a16="http://schemas.microsoft.com/office/drawing/2014/main" id="{217292F5-2F03-4F02-B239-6A51841E6194}"/>
                </a:ext>
              </a:extLst>
            </p:cNvPr>
            <p:cNvSpPr>
              <a:spLocks noChangeAspect="1" noChangeArrowheads="1"/>
            </p:cNvSpPr>
            <p:nvPr userDrawn="1"/>
          </p:nvSpPr>
          <p:spPr bwMode="auto">
            <a:xfrm>
              <a:off x="252889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1" name="Oval 355">
              <a:extLst>
                <a:ext uri="{FF2B5EF4-FFF2-40B4-BE49-F238E27FC236}">
                  <a16:creationId xmlns:a16="http://schemas.microsoft.com/office/drawing/2014/main" id="{14316824-901C-406C-8B7C-89F89AC14029}"/>
                </a:ext>
              </a:extLst>
            </p:cNvPr>
            <p:cNvSpPr>
              <a:spLocks noChangeAspect="1" noChangeArrowheads="1"/>
            </p:cNvSpPr>
            <p:nvPr userDrawn="1"/>
          </p:nvSpPr>
          <p:spPr bwMode="auto">
            <a:xfrm>
              <a:off x="3315959"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2" name="Oval 356">
              <a:extLst>
                <a:ext uri="{FF2B5EF4-FFF2-40B4-BE49-F238E27FC236}">
                  <a16:creationId xmlns:a16="http://schemas.microsoft.com/office/drawing/2014/main" id="{FE20773C-514A-407A-9BBA-49CD418B8699}"/>
                </a:ext>
              </a:extLst>
            </p:cNvPr>
            <p:cNvSpPr>
              <a:spLocks noChangeAspect="1" noChangeArrowheads="1"/>
            </p:cNvSpPr>
            <p:nvPr userDrawn="1"/>
          </p:nvSpPr>
          <p:spPr bwMode="auto">
            <a:xfrm>
              <a:off x="3765282" y="1970477"/>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3" name="Oval 357">
              <a:extLst>
                <a:ext uri="{FF2B5EF4-FFF2-40B4-BE49-F238E27FC236}">
                  <a16:creationId xmlns:a16="http://schemas.microsoft.com/office/drawing/2014/main" id="{9F956B32-DB7E-4178-8D41-521DB63597B6}"/>
                </a:ext>
              </a:extLst>
            </p:cNvPr>
            <p:cNvSpPr>
              <a:spLocks noChangeAspect="1" noChangeArrowheads="1"/>
            </p:cNvSpPr>
            <p:nvPr userDrawn="1"/>
          </p:nvSpPr>
          <p:spPr bwMode="auto">
            <a:xfrm>
              <a:off x="443926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4" name="Oval 358">
              <a:extLst>
                <a:ext uri="{FF2B5EF4-FFF2-40B4-BE49-F238E27FC236}">
                  <a16:creationId xmlns:a16="http://schemas.microsoft.com/office/drawing/2014/main" id="{B1A3263C-1E5D-495E-880B-68FF18344A84}"/>
                </a:ext>
              </a:extLst>
            </p:cNvPr>
            <p:cNvSpPr>
              <a:spLocks noChangeAspect="1" noChangeArrowheads="1"/>
            </p:cNvSpPr>
            <p:nvPr userDrawn="1"/>
          </p:nvSpPr>
          <p:spPr bwMode="auto">
            <a:xfrm>
              <a:off x="455234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5" name="Oval 359">
              <a:extLst>
                <a:ext uri="{FF2B5EF4-FFF2-40B4-BE49-F238E27FC236}">
                  <a16:creationId xmlns:a16="http://schemas.microsoft.com/office/drawing/2014/main" id="{515DA3F7-EAE3-46F5-8216-ADF95BA1E815}"/>
                </a:ext>
              </a:extLst>
            </p:cNvPr>
            <p:cNvSpPr>
              <a:spLocks noChangeAspect="1" noChangeArrowheads="1"/>
            </p:cNvSpPr>
            <p:nvPr userDrawn="1"/>
          </p:nvSpPr>
          <p:spPr bwMode="auto">
            <a:xfrm>
              <a:off x="4663925" y="2074514"/>
              <a:ext cx="85943" cy="85942"/>
            </a:xfrm>
            <a:prstGeom prst="ellipse">
              <a:avLst/>
            </a:prstGeom>
            <a:grpFill/>
            <a:ln>
              <a:noFill/>
            </a:ln>
            <a:effectLst/>
          </p:spPr>
          <p:txBody>
            <a:bodyPr wrap="none" anchor="ctr"/>
            <a:lstStyle/>
            <a:p>
              <a:pPr defTabSz="1242260">
                <a:defRPr/>
              </a:pPr>
              <a:endParaRPr lang="en-US" sz="2446" kern="0" dirty="0">
                <a:solidFill>
                  <a:srgbClr val="292929"/>
                </a:solidFill>
              </a:endParaRPr>
            </a:p>
          </p:txBody>
        </p:sp>
        <p:sp>
          <p:nvSpPr>
            <p:cNvPr id="416" name="Oval 360">
              <a:extLst>
                <a:ext uri="{FF2B5EF4-FFF2-40B4-BE49-F238E27FC236}">
                  <a16:creationId xmlns:a16="http://schemas.microsoft.com/office/drawing/2014/main" id="{8C60ED4B-5CD6-4885-8150-DD7A62DC2C54}"/>
                </a:ext>
              </a:extLst>
            </p:cNvPr>
            <p:cNvSpPr>
              <a:spLocks noChangeAspect="1" noChangeArrowheads="1"/>
            </p:cNvSpPr>
            <p:nvPr userDrawn="1"/>
          </p:nvSpPr>
          <p:spPr bwMode="auto">
            <a:xfrm>
              <a:off x="4888585"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7" name="Oval 361">
              <a:extLst>
                <a:ext uri="{FF2B5EF4-FFF2-40B4-BE49-F238E27FC236}">
                  <a16:creationId xmlns:a16="http://schemas.microsoft.com/office/drawing/2014/main" id="{8301C7C8-5B7F-4EE7-A85F-76A5D97666DF}"/>
                </a:ext>
              </a:extLst>
            </p:cNvPr>
            <p:cNvSpPr>
              <a:spLocks noChangeAspect="1" noChangeArrowheads="1"/>
            </p:cNvSpPr>
            <p:nvPr userDrawn="1"/>
          </p:nvSpPr>
          <p:spPr bwMode="auto">
            <a:xfrm>
              <a:off x="5001670"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8" name="Oval 362">
              <a:extLst>
                <a:ext uri="{FF2B5EF4-FFF2-40B4-BE49-F238E27FC236}">
                  <a16:creationId xmlns:a16="http://schemas.microsoft.com/office/drawing/2014/main" id="{7FE40800-DC3F-4E1F-AC35-0F107FC780E8}"/>
                </a:ext>
              </a:extLst>
            </p:cNvPr>
            <p:cNvSpPr>
              <a:spLocks noChangeAspect="1" noChangeArrowheads="1"/>
            </p:cNvSpPr>
            <p:nvPr userDrawn="1"/>
          </p:nvSpPr>
          <p:spPr bwMode="auto">
            <a:xfrm>
              <a:off x="5113246"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19" name="Oval 363">
              <a:extLst>
                <a:ext uri="{FF2B5EF4-FFF2-40B4-BE49-F238E27FC236}">
                  <a16:creationId xmlns:a16="http://schemas.microsoft.com/office/drawing/2014/main" id="{54D74E56-ABE8-433A-876C-AA75AF0A8716}"/>
                </a:ext>
              </a:extLst>
            </p:cNvPr>
            <p:cNvSpPr>
              <a:spLocks noChangeAspect="1" noChangeArrowheads="1"/>
            </p:cNvSpPr>
            <p:nvPr userDrawn="1"/>
          </p:nvSpPr>
          <p:spPr bwMode="auto">
            <a:xfrm>
              <a:off x="5226330" y="2074514"/>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420" name="Oval 364">
              <a:extLst>
                <a:ext uri="{FF2B5EF4-FFF2-40B4-BE49-F238E27FC236}">
                  <a16:creationId xmlns:a16="http://schemas.microsoft.com/office/drawing/2014/main" id="{E46409DB-421F-4FF3-8ED4-52A7355F1C64}"/>
                </a:ext>
              </a:extLst>
            </p:cNvPr>
            <p:cNvSpPr>
              <a:spLocks noChangeAspect="1" noChangeArrowheads="1"/>
            </p:cNvSpPr>
            <p:nvPr userDrawn="1"/>
          </p:nvSpPr>
          <p:spPr bwMode="auto">
            <a:xfrm>
              <a:off x="533790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1" name="Oval 365">
              <a:extLst>
                <a:ext uri="{FF2B5EF4-FFF2-40B4-BE49-F238E27FC236}">
                  <a16:creationId xmlns:a16="http://schemas.microsoft.com/office/drawing/2014/main" id="{A1157682-4AF9-4AFE-99CD-40E9F7670BCB}"/>
                </a:ext>
              </a:extLst>
            </p:cNvPr>
            <p:cNvSpPr>
              <a:spLocks noChangeAspect="1" noChangeArrowheads="1"/>
            </p:cNvSpPr>
            <p:nvPr userDrawn="1"/>
          </p:nvSpPr>
          <p:spPr bwMode="auto">
            <a:xfrm>
              <a:off x="545099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2" name="Oval 366">
              <a:extLst>
                <a:ext uri="{FF2B5EF4-FFF2-40B4-BE49-F238E27FC236}">
                  <a16:creationId xmlns:a16="http://schemas.microsoft.com/office/drawing/2014/main" id="{F60EED02-B71D-4AF3-B0D3-5C51E3C8700E}"/>
                </a:ext>
              </a:extLst>
            </p:cNvPr>
            <p:cNvSpPr>
              <a:spLocks noChangeAspect="1" noChangeArrowheads="1"/>
            </p:cNvSpPr>
            <p:nvPr userDrawn="1"/>
          </p:nvSpPr>
          <p:spPr bwMode="auto">
            <a:xfrm>
              <a:off x="556256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3" name="Oval 367">
              <a:extLst>
                <a:ext uri="{FF2B5EF4-FFF2-40B4-BE49-F238E27FC236}">
                  <a16:creationId xmlns:a16="http://schemas.microsoft.com/office/drawing/2014/main" id="{0E317DB3-B293-4934-AD54-95B48A8E1530}"/>
                </a:ext>
              </a:extLst>
            </p:cNvPr>
            <p:cNvSpPr>
              <a:spLocks noChangeAspect="1" noChangeArrowheads="1"/>
            </p:cNvSpPr>
            <p:nvPr userDrawn="1"/>
          </p:nvSpPr>
          <p:spPr bwMode="auto">
            <a:xfrm>
              <a:off x="567565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4" name="Oval 368">
              <a:extLst>
                <a:ext uri="{FF2B5EF4-FFF2-40B4-BE49-F238E27FC236}">
                  <a16:creationId xmlns:a16="http://schemas.microsoft.com/office/drawing/2014/main" id="{B511D575-4C67-4B53-B03A-4297E5DDD877}"/>
                </a:ext>
              </a:extLst>
            </p:cNvPr>
            <p:cNvSpPr>
              <a:spLocks noChangeAspect="1" noChangeArrowheads="1"/>
            </p:cNvSpPr>
            <p:nvPr userDrawn="1"/>
          </p:nvSpPr>
          <p:spPr bwMode="auto">
            <a:xfrm>
              <a:off x="578722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5" name="Oval 369">
              <a:extLst>
                <a:ext uri="{FF2B5EF4-FFF2-40B4-BE49-F238E27FC236}">
                  <a16:creationId xmlns:a16="http://schemas.microsoft.com/office/drawing/2014/main" id="{836BE494-3FE1-4A7D-8C29-07CBB9A804CB}"/>
                </a:ext>
              </a:extLst>
            </p:cNvPr>
            <p:cNvSpPr>
              <a:spLocks noChangeAspect="1" noChangeArrowheads="1"/>
            </p:cNvSpPr>
            <p:nvPr userDrawn="1"/>
          </p:nvSpPr>
          <p:spPr bwMode="auto">
            <a:xfrm>
              <a:off x="590031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6" name="Oval 370">
              <a:extLst>
                <a:ext uri="{FF2B5EF4-FFF2-40B4-BE49-F238E27FC236}">
                  <a16:creationId xmlns:a16="http://schemas.microsoft.com/office/drawing/2014/main" id="{3F03923F-5547-4F99-B0A4-C17330E80136}"/>
                </a:ext>
              </a:extLst>
            </p:cNvPr>
            <p:cNvSpPr>
              <a:spLocks noChangeAspect="1" noChangeArrowheads="1"/>
            </p:cNvSpPr>
            <p:nvPr userDrawn="1"/>
          </p:nvSpPr>
          <p:spPr bwMode="auto">
            <a:xfrm>
              <a:off x="601339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7" name="Oval 371">
              <a:extLst>
                <a:ext uri="{FF2B5EF4-FFF2-40B4-BE49-F238E27FC236}">
                  <a16:creationId xmlns:a16="http://schemas.microsoft.com/office/drawing/2014/main" id="{32004778-527D-4C58-A615-AE131D4D28EA}"/>
                </a:ext>
              </a:extLst>
            </p:cNvPr>
            <p:cNvSpPr>
              <a:spLocks noChangeAspect="1" noChangeArrowheads="1"/>
            </p:cNvSpPr>
            <p:nvPr userDrawn="1"/>
          </p:nvSpPr>
          <p:spPr bwMode="auto">
            <a:xfrm>
              <a:off x="6124974"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8" name="Oval 372">
              <a:extLst>
                <a:ext uri="{FF2B5EF4-FFF2-40B4-BE49-F238E27FC236}">
                  <a16:creationId xmlns:a16="http://schemas.microsoft.com/office/drawing/2014/main" id="{AC1F3FAD-CC2D-47D2-99BD-ED14F82C5C1F}"/>
                </a:ext>
              </a:extLst>
            </p:cNvPr>
            <p:cNvSpPr>
              <a:spLocks noChangeAspect="1" noChangeArrowheads="1"/>
            </p:cNvSpPr>
            <p:nvPr userDrawn="1"/>
          </p:nvSpPr>
          <p:spPr bwMode="auto">
            <a:xfrm>
              <a:off x="6238058"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29" name="Oval 373">
              <a:extLst>
                <a:ext uri="{FF2B5EF4-FFF2-40B4-BE49-F238E27FC236}">
                  <a16:creationId xmlns:a16="http://schemas.microsoft.com/office/drawing/2014/main" id="{AE1583CB-7757-4636-84B2-03E58409AEC3}"/>
                </a:ext>
              </a:extLst>
            </p:cNvPr>
            <p:cNvSpPr>
              <a:spLocks noChangeAspect="1" noChangeArrowheads="1"/>
            </p:cNvSpPr>
            <p:nvPr userDrawn="1"/>
          </p:nvSpPr>
          <p:spPr bwMode="auto">
            <a:xfrm>
              <a:off x="6349634"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0" name="Oval 374">
              <a:extLst>
                <a:ext uri="{FF2B5EF4-FFF2-40B4-BE49-F238E27FC236}">
                  <a16:creationId xmlns:a16="http://schemas.microsoft.com/office/drawing/2014/main" id="{91018C1C-7DB4-413E-AA28-C98AC7BF6373}"/>
                </a:ext>
              </a:extLst>
            </p:cNvPr>
            <p:cNvSpPr>
              <a:spLocks noChangeAspect="1" noChangeArrowheads="1"/>
            </p:cNvSpPr>
            <p:nvPr userDrawn="1"/>
          </p:nvSpPr>
          <p:spPr bwMode="auto">
            <a:xfrm>
              <a:off x="6462718"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1" name="Oval 375">
              <a:extLst>
                <a:ext uri="{FF2B5EF4-FFF2-40B4-BE49-F238E27FC236}">
                  <a16:creationId xmlns:a16="http://schemas.microsoft.com/office/drawing/2014/main" id="{F1AC200C-F29E-4CAE-AD61-6B241A4C9D74}"/>
                </a:ext>
              </a:extLst>
            </p:cNvPr>
            <p:cNvSpPr>
              <a:spLocks noChangeAspect="1" noChangeArrowheads="1"/>
            </p:cNvSpPr>
            <p:nvPr userDrawn="1"/>
          </p:nvSpPr>
          <p:spPr bwMode="auto">
            <a:xfrm>
              <a:off x="6574294"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2" name="Oval 376">
              <a:extLst>
                <a:ext uri="{FF2B5EF4-FFF2-40B4-BE49-F238E27FC236}">
                  <a16:creationId xmlns:a16="http://schemas.microsoft.com/office/drawing/2014/main" id="{0224B842-0F2E-4DB2-9537-3A223AAC0781}"/>
                </a:ext>
              </a:extLst>
            </p:cNvPr>
            <p:cNvSpPr>
              <a:spLocks noChangeAspect="1" noChangeArrowheads="1"/>
            </p:cNvSpPr>
            <p:nvPr userDrawn="1"/>
          </p:nvSpPr>
          <p:spPr bwMode="auto">
            <a:xfrm>
              <a:off x="668738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3" name="Oval 377">
              <a:extLst>
                <a:ext uri="{FF2B5EF4-FFF2-40B4-BE49-F238E27FC236}">
                  <a16:creationId xmlns:a16="http://schemas.microsoft.com/office/drawing/2014/main" id="{5EA5C59E-DA21-4F12-8F3A-BE115ACEE0A2}"/>
                </a:ext>
              </a:extLst>
            </p:cNvPr>
            <p:cNvSpPr>
              <a:spLocks noChangeAspect="1" noChangeArrowheads="1"/>
            </p:cNvSpPr>
            <p:nvPr userDrawn="1"/>
          </p:nvSpPr>
          <p:spPr bwMode="auto">
            <a:xfrm>
              <a:off x="679895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4" name="Oval 378">
              <a:extLst>
                <a:ext uri="{FF2B5EF4-FFF2-40B4-BE49-F238E27FC236}">
                  <a16:creationId xmlns:a16="http://schemas.microsoft.com/office/drawing/2014/main" id="{A985F098-5776-4A52-91B3-91EDF758BF98}"/>
                </a:ext>
              </a:extLst>
            </p:cNvPr>
            <p:cNvSpPr>
              <a:spLocks noChangeAspect="1" noChangeArrowheads="1"/>
            </p:cNvSpPr>
            <p:nvPr userDrawn="1"/>
          </p:nvSpPr>
          <p:spPr bwMode="auto">
            <a:xfrm>
              <a:off x="691204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5" name="Oval 379">
              <a:extLst>
                <a:ext uri="{FF2B5EF4-FFF2-40B4-BE49-F238E27FC236}">
                  <a16:creationId xmlns:a16="http://schemas.microsoft.com/office/drawing/2014/main" id="{620717E7-3D99-4CF5-8F5F-B1F04590F258}"/>
                </a:ext>
              </a:extLst>
            </p:cNvPr>
            <p:cNvSpPr>
              <a:spLocks noChangeAspect="1" noChangeArrowheads="1"/>
            </p:cNvSpPr>
            <p:nvPr userDrawn="1"/>
          </p:nvSpPr>
          <p:spPr bwMode="auto">
            <a:xfrm>
              <a:off x="702361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6" name="Oval 380">
              <a:extLst>
                <a:ext uri="{FF2B5EF4-FFF2-40B4-BE49-F238E27FC236}">
                  <a16:creationId xmlns:a16="http://schemas.microsoft.com/office/drawing/2014/main" id="{E6A1BB4D-8087-474A-A5C4-329729233E2A}"/>
                </a:ext>
              </a:extLst>
            </p:cNvPr>
            <p:cNvSpPr>
              <a:spLocks noChangeAspect="1" noChangeArrowheads="1"/>
            </p:cNvSpPr>
            <p:nvPr userDrawn="1"/>
          </p:nvSpPr>
          <p:spPr bwMode="auto">
            <a:xfrm>
              <a:off x="713670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7" name="Oval 381">
              <a:extLst>
                <a:ext uri="{FF2B5EF4-FFF2-40B4-BE49-F238E27FC236}">
                  <a16:creationId xmlns:a16="http://schemas.microsoft.com/office/drawing/2014/main" id="{55185B86-7919-4293-B11D-3B22012649EB}"/>
                </a:ext>
              </a:extLst>
            </p:cNvPr>
            <p:cNvSpPr>
              <a:spLocks noChangeAspect="1" noChangeArrowheads="1"/>
            </p:cNvSpPr>
            <p:nvPr userDrawn="1"/>
          </p:nvSpPr>
          <p:spPr bwMode="auto">
            <a:xfrm>
              <a:off x="724827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8" name="Oval 382">
              <a:extLst>
                <a:ext uri="{FF2B5EF4-FFF2-40B4-BE49-F238E27FC236}">
                  <a16:creationId xmlns:a16="http://schemas.microsoft.com/office/drawing/2014/main" id="{EB275A9F-AD11-496F-8D4F-E168D1AAA590}"/>
                </a:ext>
              </a:extLst>
            </p:cNvPr>
            <p:cNvSpPr>
              <a:spLocks noChangeAspect="1" noChangeArrowheads="1"/>
            </p:cNvSpPr>
            <p:nvPr userDrawn="1"/>
          </p:nvSpPr>
          <p:spPr bwMode="auto">
            <a:xfrm>
              <a:off x="7361362"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39" name="Oval 383">
              <a:extLst>
                <a:ext uri="{FF2B5EF4-FFF2-40B4-BE49-F238E27FC236}">
                  <a16:creationId xmlns:a16="http://schemas.microsoft.com/office/drawing/2014/main" id="{1422633F-B9E4-45F0-97CF-89FB0170B3CF}"/>
                </a:ext>
              </a:extLst>
            </p:cNvPr>
            <p:cNvSpPr>
              <a:spLocks noChangeAspect="1" noChangeArrowheads="1"/>
            </p:cNvSpPr>
            <p:nvPr userDrawn="1"/>
          </p:nvSpPr>
          <p:spPr bwMode="auto">
            <a:xfrm>
              <a:off x="747293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0" name="Oval 384">
              <a:extLst>
                <a:ext uri="{FF2B5EF4-FFF2-40B4-BE49-F238E27FC236}">
                  <a16:creationId xmlns:a16="http://schemas.microsoft.com/office/drawing/2014/main" id="{A957EB7A-4D03-4E0B-A1B2-FA737D02D6BA}"/>
                </a:ext>
              </a:extLst>
            </p:cNvPr>
            <p:cNvSpPr>
              <a:spLocks noChangeAspect="1" noChangeArrowheads="1"/>
            </p:cNvSpPr>
            <p:nvPr userDrawn="1"/>
          </p:nvSpPr>
          <p:spPr bwMode="auto">
            <a:xfrm>
              <a:off x="7586023"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1" name="Oval 385">
              <a:extLst>
                <a:ext uri="{FF2B5EF4-FFF2-40B4-BE49-F238E27FC236}">
                  <a16:creationId xmlns:a16="http://schemas.microsoft.com/office/drawing/2014/main" id="{E43919C2-B685-4B2A-8A89-45D33E1A034A}"/>
                </a:ext>
              </a:extLst>
            </p:cNvPr>
            <p:cNvSpPr>
              <a:spLocks noChangeAspect="1" noChangeArrowheads="1"/>
            </p:cNvSpPr>
            <p:nvPr userDrawn="1"/>
          </p:nvSpPr>
          <p:spPr bwMode="auto">
            <a:xfrm>
              <a:off x="7697599"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2" name="Oval 386">
              <a:extLst>
                <a:ext uri="{FF2B5EF4-FFF2-40B4-BE49-F238E27FC236}">
                  <a16:creationId xmlns:a16="http://schemas.microsoft.com/office/drawing/2014/main" id="{4E93EF75-B118-4559-9E26-FA4C2A76AE54}"/>
                </a:ext>
              </a:extLst>
            </p:cNvPr>
            <p:cNvSpPr>
              <a:spLocks noChangeAspect="1" noChangeArrowheads="1"/>
            </p:cNvSpPr>
            <p:nvPr userDrawn="1"/>
          </p:nvSpPr>
          <p:spPr bwMode="auto">
            <a:xfrm>
              <a:off x="7810683"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3" name="Oval 387">
              <a:extLst>
                <a:ext uri="{FF2B5EF4-FFF2-40B4-BE49-F238E27FC236}">
                  <a16:creationId xmlns:a16="http://schemas.microsoft.com/office/drawing/2014/main" id="{5894B8BA-E822-476B-A98C-DB8AEEF6F9E0}"/>
                </a:ext>
              </a:extLst>
            </p:cNvPr>
            <p:cNvSpPr>
              <a:spLocks noChangeAspect="1" noChangeArrowheads="1"/>
            </p:cNvSpPr>
            <p:nvPr userDrawn="1"/>
          </p:nvSpPr>
          <p:spPr bwMode="auto">
            <a:xfrm>
              <a:off x="792225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4" name="Oval 388">
              <a:extLst>
                <a:ext uri="{FF2B5EF4-FFF2-40B4-BE49-F238E27FC236}">
                  <a16:creationId xmlns:a16="http://schemas.microsoft.com/office/drawing/2014/main" id="{68AF66FB-7EFF-44AB-8978-CAA33C39EBB9}"/>
                </a:ext>
              </a:extLst>
            </p:cNvPr>
            <p:cNvSpPr>
              <a:spLocks noChangeAspect="1" noChangeArrowheads="1"/>
            </p:cNvSpPr>
            <p:nvPr userDrawn="1"/>
          </p:nvSpPr>
          <p:spPr bwMode="auto">
            <a:xfrm>
              <a:off x="8035345"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5" name="Oval 389">
              <a:extLst>
                <a:ext uri="{FF2B5EF4-FFF2-40B4-BE49-F238E27FC236}">
                  <a16:creationId xmlns:a16="http://schemas.microsoft.com/office/drawing/2014/main" id="{3E97B4EF-D24C-4B38-BC2C-81DF89DCD2AA}"/>
                </a:ext>
              </a:extLst>
            </p:cNvPr>
            <p:cNvSpPr>
              <a:spLocks noChangeAspect="1" noChangeArrowheads="1"/>
            </p:cNvSpPr>
            <p:nvPr userDrawn="1"/>
          </p:nvSpPr>
          <p:spPr bwMode="auto">
            <a:xfrm>
              <a:off x="814692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6" name="Oval 390">
              <a:extLst>
                <a:ext uri="{FF2B5EF4-FFF2-40B4-BE49-F238E27FC236}">
                  <a16:creationId xmlns:a16="http://schemas.microsoft.com/office/drawing/2014/main" id="{5083019D-7A66-41D0-8AE0-6B0DAB785C46}"/>
                </a:ext>
              </a:extLst>
            </p:cNvPr>
            <p:cNvSpPr>
              <a:spLocks noChangeAspect="1" noChangeArrowheads="1"/>
            </p:cNvSpPr>
            <p:nvPr userDrawn="1"/>
          </p:nvSpPr>
          <p:spPr bwMode="auto">
            <a:xfrm>
              <a:off x="8260005"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7" name="Oval 391">
              <a:extLst>
                <a:ext uri="{FF2B5EF4-FFF2-40B4-BE49-F238E27FC236}">
                  <a16:creationId xmlns:a16="http://schemas.microsoft.com/office/drawing/2014/main" id="{3A8C9267-FF14-468D-9333-4907887312B8}"/>
                </a:ext>
              </a:extLst>
            </p:cNvPr>
            <p:cNvSpPr>
              <a:spLocks noChangeAspect="1" noChangeArrowheads="1"/>
            </p:cNvSpPr>
            <p:nvPr userDrawn="1"/>
          </p:nvSpPr>
          <p:spPr bwMode="auto">
            <a:xfrm>
              <a:off x="8371581"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8" name="Oval 392">
              <a:extLst>
                <a:ext uri="{FF2B5EF4-FFF2-40B4-BE49-F238E27FC236}">
                  <a16:creationId xmlns:a16="http://schemas.microsoft.com/office/drawing/2014/main" id="{5F01BAED-F05D-41DE-8898-601242C92465}"/>
                </a:ext>
              </a:extLst>
            </p:cNvPr>
            <p:cNvSpPr>
              <a:spLocks noChangeAspect="1" noChangeArrowheads="1"/>
            </p:cNvSpPr>
            <p:nvPr userDrawn="1"/>
          </p:nvSpPr>
          <p:spPr bwMode="auto">
            <a:xfrm>
              <a:off x="395369"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49" name="Oval 393">
              <a:extLst>
                <a:ext uri="{FF2B5EF4-FFF2-40B4-BE49-F238E27FC236}">
                  <a16:creationId xmlns:a16="http://schemas.microsoft.com/office/drawing/2014/main" id="{AA1C13B6-D3DD-4C60-AED8-A42829ECAF1A}"/>
                </a:ext>
              </a:extLst>
            </p:cNvPr>
            <p:cNvSpPr>
              <a:spLocks noChangeAspect="1" noChangeArrowheads="1"/>
            </p:cNvSpPr>
            <p:nvPr userDrawn="1"/>
          </p:nvSpPr>
          <p:spPr bwMode="auto">
            <a:xfrm>
              <a:off x="506946" y="207451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0" name="Oval 394">
              <a:extLst>
                <a:ext uri="{FF2B5EF4-FFF2-40B4-BE49-F238E27FC236}">
                  <a16:creationId xmlns:a16="http://schemas.microsoft.com/office/drawing/2014/main" id="{089E2B73-CF80-445F-9A28-88CF80320561}"/>
                </a:ext>
              </a:extLst>
            </p:cNvPr>
            <p:cNvSpPr>
              <a:spLocks noChangeAspect="1" noChangeArrowheads="1"/>
            </p:cNvSpPr>
            <p:nvPr userDrawn="1"/>
          </p:nvSpPr>
          <p:spPr bwMode="auto">
            <a:xfrm>
              <a:off x="620031"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1" name="Oval 395">
              <a:extLst>
                <a:ext uri="{FF2B5EF4-FFF2-40B4-BE49-F238E27FC236}">
                  <a16:creationId xmlns:a16="http://schemas.microsoft.com/office/drawing/2014/main" id="{E8E14E51-FE23-496F-BDEA-94005B26C389}"/>
                </a:ext>
              </a:extLst>
            </p:cNvPr>
            <p:cNvSpPr>
              <a:spLocks noChangeAspect="1" noChangeArrowheads="1"/>
            </p:cNvSpPr>
            <p:nvPr userDrawn="1"/>
          </p:nvSpPr>
          <p:spPr bwMode="auto">
            <a:xfrm>
              <a:off x="731607" y="2074514"/>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2" name="Oval 396">
              <a:extLst>
                <a:ext uri="{FF2B5EF4-FFF2-40B4-BE49-F238E27FC236}">
                  <a16:creationId xmlns:a16="http://schemas.microsoft.com/office/drawing/2014/main" id="{9A654866-C891-47D3-ABD5-00211F6A1A58}"/>
                </a:ext>
              </a:extLst>
            </p:cNvPr>
            <p:cNvSpPr>
              <a:spLocks noChangeAspect="1" noChangeArrowheads="1"/>
            </p:cNvSpPr>
            <p:nvPr userDrawn="1"/>
          </p:nvSpPr>
          <p:spPr bwMode="auto">
            <a:xfrm>
              <a:off x="1180929"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3" name="Oval 397">
              <a:extLst>
                <a:ext uri="{FF2B5EF4-FFF2-40B4-BE49-F238E27FC236}">
                  <a16:creationId xmlns:a16="http://schemas.microsoft.com/office/drawing/2014/main" id="{52431F3A-4AFD-41CC-B76B-6A156E9BD2D1}"/>
                </a:ext>
              </a:extLst>
            </p:cNvPr>
            <p:cNvSpPr>
              <a:spLocks noChangeAspect="1" noChangeArrowheads="1"/>
            </p:cNvSpPr>
            <p:nvPr userDrawn="1"/>
          </p:nvSpPr>
          <p:spPr bwMode="auto">
            <a:xfrm>
              <a:off x="1294012"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4" name="Oval 398">
              <a:extLst>
                <a:ext uri="{FF2B5EF4-FFF2-40B4-BE49-F238E27FC236}">
                  <a16:creationId xmlns:a16="http://schemas.microsoft.com/office/drawing/2014/main" id="{A6B862A9-057E-4F02-A577-A41F47F01DAA}"/>
                </a:ext>
              </a:extLst>
            </p:cNvPr>
            <p:cNvSpPr>
              <a:spLocks noChangeAspect="1" noChangeArrowheads="1"/>
            </p:cNvSpPr>
            <p:nvPr userDrawn="1"/>
          </p:nvSpPr>
          <p:spPr bwMode="auto">
            <a:xfrm>
              <a:off x="1405589"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5" name="Oval 399">
              <a:extLst>
                <a:ext uri="{FF2B5EF4-FFF2-40B4-BE49-F238E27FC236}">
                  <a16:creationId xmlns:a16="http://schemas.microsoft.com/office/drawing/2014/main" id="{3C3017EC-2DD2-4354-873B-D69C24B4F20E}"/>
                </a:ext>
              </a:extLst>
            </p:cNvPr>
            <p:cNvSpPr>
              <a:spLocks noChangeAspect="1" noChangeArrowheads="1"/>
            </p:cNvSpPr>
            <p:nvPr userDrawn="1"/>
          </p:nvSpPr>
          <p:spPr bwMode="auto">
            <a:xfrm>
              <a:off x="1518674"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6" name="Oval 400">
              <a:extLst>
                <a:ext uri="{FF2B5EF4-FFF2-40B4-BE49-F238E27FC236}">
                  <a16:creationId xmlns:a16="http://schemas.microsoft.com/office/drawing/2014/main" id="{A5835E11-67E3-48DC-A5A6-B197DA0DA88C}"/>
                </a:ext>
              </a:extLst>
            </p:cNvPr>
            <p:cNvSpPr>
              <a:spLocks noChangeAspect="1" noChangeArrowheads="1"/>
            </p:cNvSpPr>
            <p:nvPr userDrawn="1"/>
          </p:nvSpPr>
          <p:spPr bwMode="auto">
            <a:xfrm>
              <a:off x="1630250"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7" name="Oval 401">
              <a:extLst>
                <a:ext uri="{FF2B5EF4-FFF2-40B4-BE49-F238E27FC236}">
                  <a16:creationId xmlns:a16="http://schemas.microsoft.com/office/drawing/2014/main" id="{5B311CE1-C5E0-4ACF-BA1D-20874CD80CA5}"/>
                </a:ext>
              </a:extLst>
            </p:cNvPr>
            <p:cNvSpPr>
              <a:spLocks noChangeAspect="1" noChangeArrowheads="1"/>
            </p:cNvSpPr>
            <p:nvPr userDrawn="1"/>
          </p:nvSpPr>
          <p:spPr bwMode="auto">
            <a:xfrm>
              <a:off x="174333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8" name="Oval 402">
              <a:extLst>
                <a:ext uri="{FF2B5EF4-FFF2-40B4-BE49-F238E27FC236}">
                  <a16:creationId xmlns:a16="http://schemas.microsoft.com/office/drawing/2014/main" id="{5F438B91-1D40-4195-9694-79124667151A}"/>
                </a:ext>
              </a:extLst>
            </p:cNvPr>
            <p:cNvSpPr>
              <a:spLocks noChangeAspect="1" noChangeArrowheads="1"/>
            </p:cNvSpPr>
            <p:nvPr userDrawn="1"/>
          </p:nvSpPr>
          <p:spPr bwMode="auto">
            <a:xfrm>
              <a:off x="1854910"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59" name="Oval 403">
              <a:extLst>
                <a:ext uri="{FF2B5EF4-FFF2-40B4-BE49-F238E27FC236}">
                  <a16:creationId xmlns:a16="http://schemas.microsoft.com/office/drawing/2014/main" id="{5AFB741A-4B87-4177-A390-05188905C13F}"/>
                </a:ext>
              </a:extLst>
            </p:cNvPr>
            <p:cNvSpPr>
              <a:spLocks noChangeAspect="1" noChangeArrowheads="1"/>
            </p:cNvSpPr>
            <p:nvPr userDrawn="1"/>
          </p:nvSpPr>
          <p:spPr bwMode="auto">
            <a:xfrm>
              <a:off x="196799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0" name="Oval 404">
              <a:extLst>
                <a:ext uri="{FF2B5EF4-FFF2-40B4-BE49-F238E27FC236}">
                  <a16:creationId xmlns:a16="http://schemas.microsoft.com/office/drawing/2014/main" id="{31E76C64-17FB-4D6A-B4C9-CB256EA99352}"/>
                </a:ext>
              </a:extLst>
            </p:cNvPr>
            <p:cNvSpPr>
              <a:spLocks noChangeAspect="1" noChangeArrowheads="1"/>
            </p:cNvSpPr>
            <p:nvPr userDrawn="1"/>
          </p:nvSpPr>
          <p:spPr bwMode="auto">
            <a:xfrm>
              <a:off x="2079572"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1" name="Oval 405">
              <a:extLst>
                <a:ext uri="{FF2B5EF4-FFF2-40B4-BE49-F238E27FC236}">
                  <a16:creationId xmlns:a16="http://schemas.microsoft.com/office/drawing/2014/main" id="{F5621AC5-A7A6-45FC-A33B-96AE09F9B093}"/>
                </a:ext>
              </a:extLst>
            </p:cNvPr>
            <p:cNvSpPr>
              <a:spLocks noChangeAspect="1" noChangeArrowheads="1"/>
            </p:cNvSpPr>
            <p:nvPr userDrawn="1"/>
          </p:nvSpPr>
          <p:spPr bwMode="auto">
            <a:xfrm>
              <a:off x="252889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2" name="Oval 406">
              <a:extLst>
                <a:ext uri="{FF2B5EF4-FFF2-40B4-BE49-F238E27FC236}">
                  <a16:creationId xmlns:a16="http://schemas.microsoft.com/office/drawing/2014/main" id="{F3955F8D-E1B8-42D6-9D5E-BA6833464043}"/>
                </a:ext>
              </a:extLst>
            </p:cNvPr>
            <p:cNvSpPr>
              <a:spLocks noChangeAspect="1" noChangeArrowheads="1"/>
            </p:cNvSpPr>
            <p:nvPr userDrawn="1"/>
          </p:nvSpPr>
          <p:spPr bwMode="auto">
            <a:xfrm>
              <a:off x="2641977"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3" name="Oval 407">
              <a:extLst>
                <a:ext uri="{FF2B5EF4-FFF2-40B4-BE49-F238E27FC236}">
                  <a16:creationId xmlns:a16="http://schemas.microsoft.com/office/drawing/2014/main" id="{337731F5-7B68-41DB-9524-40F8777603A2}"/>
                </a:ext>
              </a:extLst>
            </p:cNvPr>
            <p:cNvSpPr>
              <a:spLocks noChangeAspect="1" noChangeArrowheads="1"/>
            </p:cNvSpPr>
            <p:nvPr userDrawn="1"/>
          </p:nvSpPr>
          <p:spPr bwMode="auto">
            <a:xfrm>
              <a:off x="2753553"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4" name="Oval 408">
              <a:extLst>
                <a:ext uri="{FF2B5EF4-FFF2-40B4-BE49-F238E27FC236}">
                  <a16:creationId xmlns:a16="http://schemas.microsoft.com/office/drawing/2014/main" id="{871FEF38-522F-49DD-A1F0-D56F80BF421E}"/>
                </a:ext>
              </a:extLst>
            </p:cNvPr>
            <p:cNvSpPr>
              <a:spLocks noChangeAspect="1" noChangeArrowheads="1"/>
            </p:cNvSpPr>
            <p:nvPr userDrawn="1"/>
          </p:nvSpPr>
          <p:spPr bwMode="auto">
            <a:xfrm>
              <a:off x="4214604" y="2178551"/>
              <a:ext cx="85943" cy="85944"/>
            </a:xfrm>
            <a:prstGeom prst="ellipse">
              <a:avLst/>
            </a:prstGeom>
            <a:grpFill/>
            <a:ln>
              <a:noFill/>
            </a:ln>
            <a:effectLst/>
          </p:spPr>
          <p:txBody>
            <a:bodyPr wrap="none" anchor="ctr"/>
            <a:lstStyle/>
            <a:p>
              <a:pPr defTabSz="1242260">
                <a:defRPr/>
              </a:pPr>
              <a:endParaRPr lang="en-US" sz="2446" kern="0" dirty="0">
                <a:solidFill>
                  <a:srgbClr val="292929"/>
                </a:solidFill>
              </a:endParaRPr>
            </a:p>
          </p:txBody>
        </p:sp>
        <p:sp>
          <p:nvSpPr>
            <p:cNvPr id="465" name="Oval 409">
              <a:extLst>
                <a:ext uri="{FF2B5EF4-FFF2-40B4-BE49-F238E27FC236}">
                  <a16:creationId xmlns:a16="http://schemas.microsoft.com/office/drawing/2014/main" id="{54C6EB5D-C489-484A-ADDC-9994DB137533}"/>
                </a:ext>
              </a:extLst>
            </p:cNvPr>
            <p:cNvSpPr>
              <a:spLocks noChangeAspect="1" noChangeArrowheads="1"/>
            </p:cNvSpPr>
            <p:nvPr userDrawn="1"/>
          </p:nvSpPr>
          <p:spPr bwMode="auto">
            <a:xfrm>
              <a:off x="443926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6" name="Oval 410">
              <a:extLst>
                <a:ext uri="{FF2B5EF4-FFF2-40B4-BE49-F238E27FC236}">
                  <a16:creationId xmlns:a16="http://schemas.microsoft.com/office/drawing/2014/main" id="{EE5FD546-8FEF-4133-A460-EB73A9091B29}"/>
                </a:ext>
              </a:extLst>
            </p:cNvPr>
            <p:cNvSpPr>
              <a:spLocks noChangeAspect="1" noChangeArrowheads="1"/>
            </p:cNvSpPr>
            <p:nvPr userDrawn="1"/>
          </p:nvSpPr>
          <p:spPr bwMode="auto">
            <a:xfrm>
              <a:off x="4552349"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7" name="Oval 411">
              <a:extLst>
                <a:ext uri="{FF2B5EF4-FFF2-40B4-BE49-F238E27FC236}">
                  <a16:creationId xmlns:a16="http://schemas.microsoft.com/office/drawing/2014/main" id="{F029FEE8-52F8-4F89-AB9D-964BEEFA1C15}"/>
                </a:ext>
              </a:extLst>
            </p:cNvPr>
            <p:cNvSpPr>
              <a:spLocks noChangeAspect="1" noChangeArrowheads="1"/>
            </p:cNvSpPr>
            <p:nvPr userDrawn="1"/>
          </p:nvSpPr>
          <p:spPr bwMode="auto">
            <a:xfrm>
              <a:off x="466392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8" name="Oval 412">
              <a:extLst>
                <a:ext uri="{FF2B5EF4-FFF2-40B4-BE49-F238E27FC236}">
                  <a16:creationId xmlns:a16="http://schemas.microsoft.com/office/drawing/2014/main" id="{A6DC1378-6F37-4848-966C-A25C75A013A9}"/>
                </a:ext>
              </a:extLst>
            </p:cNvPr>
            <p:cNvSpPr>
              <a:spLocks noChangeAspect="1" noChangeArrowheads="1"/>
            </p:cNvSpPr>
            <p:nvPr userDrawn="1"/>
          </p:nvSpPr>
          <p:spPr bwMode="auto">
            <a:xfrm>
              <a:off x="4888585"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69" name="Oval 413">
              <a:extLst>
                <a:ext uri="{FF2B5EF4-FFF2-40B4-BE49-F238E27FC236}">
                  <a16:creationId xmlns:a16="http://schemas.microsoft.com/office/drawing/2014/main" id="{74660D6E-72F7-496E-B0AC-5ED894241ECF}"/>
                </a:ext>
              </a:extLst>
            </p:cNvPr>
            <p:cNvSpPr>
              <a:spLocks noChangeAspect="1" noChangeArrowheads="1"/>
            </p:cNvSpPr>
            <p:nvPr userDrawn="1"/>
          </p:nvSpPr>
          <p:spPr bwMode="auto">
            <a:xfrm>
              <a:off x="5001670"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0" name="Oval 414">
              <a:extLst>
                <a:ext uri="{FF2B5EF4-FFF2-40B4-BE49-F238E27FC236}">
                  <a16:creationId xmlns:a16="http://schemas.microsoft.com/office/drawing/2014/main" id="{AD47FE51-7566-42E4-8334-610D01328E8B}"/>
                </a:ext>
              </a:extLst>
            </p:cNvPr>
            <p:cNvSpPr>
              <a:spLocks noChangeAspect="1" noChangeArrowheads="1"/>
            </p:cNvSpPr>
            <p:nvPr userDrawn="1"/>
          </p:nvSpPr>
          <p:spPr bwMode="auto">
            <a:xfrm>
              <a:off x="511324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1" name="Oval 415">
              <a:extLst>
                <a:ext uri="{FF2B5EF4-FFF2-40B4-BE49-F238E27FC236}">
                  <a16:creationId xmlns:a16="http://schemas.microsoft.com/office/drawing/2014/main" id="{61C555EE-1CAF-4AD1-86C1-CA9F7D0614B7}"/>
                </a:ext>
              </a:extLst>
            </p:cNvPr>
            <p:cNvSpPr>
              <a:spLocks noChangeAspect="1" noChangeArrowheads="1"/>
            </p:cNvSpPr>
            <p:nvPr userDrawn="1"/>
          </p:nvSpPr>
          <p:spPr bwMode="auto">
            <a:xfrm>
              <a:off x="5226330"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2" name="Oval 416">
              <a:extLst>
                <a:ext uri="{FF2B5EF4-FFF2-40B4-BE49-F238E27FC236}">
                  <a16:creationId xmlns:a16="http://schemas.microsoft.com/office/drawing/2014/main" id="{A6FBB3C1-76E1-4A25-8D3E-65C926FCB98E}"/>
                </a:ext>
              </a:extLst>
            </p:cNvPr>
            <p:cNvSpPr>
              <a:spLocks noChangeAspect="1" noChangeArrowheads="1"/>
            </p:cNvSpPr>
            <p:nvPr userDrawn="1"/>
          </p:nvSpPr>
          <p:spPr bwMode="auto">
            <a:xfrm>
              <a:off x="5337907"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3" name="Oval 417">
              <a:extLst>
                <a:ext uri="{FF2B5EF4-FFF2-40B4-BE49-F238E27FC236}">
                  <a16:creationId xmlns:a16="http://schemas.microsoft.com/office/drawing/2014/main" id="{E7B67569-036B-4571-9F65-A3F7069C51A2}"/>
                </a:ext>
              </a:extLst>
            </p:cNvPr>
            <p:cNvSpPr>
              <a:spLocks noChangeAspect="1" noChangeArrowheads="1"/>
            </p:cNvSpPr>
            <p:nvPr userDrawn="1"/>
          </p:nvSpPr>
          <p:spPr bwMode="auto">
            <a:xfrm>
              <a:off x="545099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4" name="Oval 418">
              <a:extLst>
                <a:ext uri="{FF2B5EF4-FFF2-40B4-BE49-F238E27FC236}">
                  <a16:creationId xmlns:a16="http://schemas.microsoft.com/office/drawing/2014/main" id="{35C597ED-4BCF-42A1-B7DB-F8B0196A2D95}"/>
                </a:ext>
              </a:extLst>
            </p:cNvPr>
            <p:cNvSpPr>
              <a:spLocks noChangeAspect="1" noChangeArrowheads="1"/>
            </p:cNvSpPr>
            <p:nvPr userDrawn="1"/>
          </p:nvSpPr>
          <p:spPr bwMode="auto">
            <a:xfrm>
              <a:off x="5562568"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5" name="Oval 419">
              <a:extLst>
                <a:ext uri="{FF2B5EF4-FFF2-40B4-BE49-F238E27FC236}">
                  <a16:creationId xmlns:a16="http://schemas.microsoft.com/office/drawing/2014/main" id="{E852521F-BE0B-4324-84B3-ED40C3D2FA0B}"/>
                </a:ext>
              </a:extLst>
            </p:cNvPr>
            <p:cNvSpPr>
              <a:spLocks noChangeAspect="1" noChangeArrowheads="1"/>
            </p:cNvSpPr>
            <p:nvPr userDrawn="1"/>
          </p:nvSpPr>
          <p:spPr bwMode="auto">
            <a:xfrm>
              <a:off x="5675651"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6" name="Oval 420">
              <a:extLst>
                <a:ext uri="{FF2B5EF4-FFF2-40B4-BE49-F238E27FC236}">
                  <a16:creationId xmlns:a16="http://schemas.microsoft.com/office/drawing/2014/main" id="{0D4D2729-4455-4ECF-B24A-DDAB0C159B5F}"/>
                </a:ext>
              </a:extLst>
            </p:cNvPr>
            <p:cNvSpPr>
              <a:spLocks noChangeAspect="1" noChangeArrowheads="1"/>
            </p:cNvSpPr>
            <p:nvPr userDrawn="1"/>
          </p:nvSpPr>
          <p:spPr bwMode="auto">
            <a:xfrm>
              <a:off x="578722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7" name="Oval 421">
              <a:extLst>
                <a:ext uri="{FF2B5EF4-FFF2-40B4-BE49-F238E27FC236}">
                  <a16:creationId xmlns:a16="http://schemas.microsoft.com/office/drawing/2014/main" id="{60D4058A-2B3C-48B0-815A-A3D6A12AA4D0}"/>
                </a:ext>
              </a:extLst>
            </p:cNvPr>
            <p:cNvSpPr>
              <a:spLocks noChangeAspect="1" noChangeArrowheads="1"/>
            </p:cNvSpPr>
            <p:nvPr userDrawn="1"/>
          </p:nvSpPr>
          <p:spPr bwMode="auto">
            <a:xfrm>
              <a:off x="590031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8" name="Oval 422">
              <a:extLst>
                <a:ext uri="{FF2B5EF4-FFF2-40B4-BE49-F238E27FC236}">
                  <a16:creationId xmlns:a16="http://schemas.microsoft.com/office/drawing/2014/main" id="{7E5EC461-FA55-4A2C-9677-BBDA30309124}"/>
                </a:ext>
              </a:extLst>
            </p:cNvPr>
            <p:cNvSpPr>
              <a:spLocks noChangeAspect="1" noChangeArrowheads="1"/>
            </p:cNvSpPr>
            <p:nvPr userDrawn="1"/>
          </p:nvSpPr>
          <p:spPr bwMode="auto">
            <a:xfrm>
              <a:off x="601339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79" name="Oval 423">
              <a:extLst>
                <a:ext uri="{FF2B5EF4-FFF2-40B4-BE49-F238E27FC236}">
                  <a16:creationId xmlns:a16="http://schemas.microsoft.com/office/drawing/2014/main" id="{DB9BC2C3-678A-44D5-AC95-07D6720BF15B}"/>
                </a:ext>
              </a:extLst>
            </p:cNvPr>
            <p:cNvSpPr>
              <a:spLocks noChangeAspect="1" noChangeArrowheads="1"/>
            </p:cNvSpPr>
            <p:nvPr userDrawn="1"/>
          </p:nvSpPr>
          <p:spPr bwMode="auto">
            <a:xfrm>
              <a:off x="612497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0" name="Oval 424">
              <a:extLst>
                <a:ext uri="{FF2B5EF4-FFF2-40B4-BE49-F238E27FC236}">
                  <a16:creationId xmlns:a16="http://schemas.microsoft.com/office/drawing/2014/main" id="{5DD5C741-C8E0-4256-84FC-5C01B414E54C}"/>
                </a:ext>
              </a:extLst>
            </p:cNvPr>
            <p:cNvSpPr>
              <a:spLocks noChangeAspect="1" noChangeArrowheads="1"/>
            </p:cNvSpPr>
            <p:nvPr userDrawn="1"/>
          </p:nvSpPr>
          <p:spPr bwMode="auto">
            <a:xfrm>
              <a:off x="6238058"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1" name="Oval 425">
              <a:extLst>
                <a:ext uri="{FF2B5EF4-FFF2-40B4-BE49-F238E27FC236}">
                  <a16:creationId xmlns:a16="http://schemas.microsoft.com/office/drawing/2014/main" id="{A7C8C590-C477-47C2-8A8D-CAC23A7678A2}"/>
                </a:ext>
              </a:extLst>
            </p:cNvPr>
            <p:cNvSpPr>
              <a:spLocks noChangeAspect="1" noChangeArrowheads="1"/>
            </p:cNvSpPr>
            <p:nvPr userDrawn="1"/>
          </p:nvSpPr>
          <p:spPr bwMode="auto">
            <a:xfrm>
              <a:off x="6349634"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2" name="Oval 426">
              <a:extLst>
                <a:ext uri="{FF2B5EF4-FFF2-40B4-BE49-F238E27FC236}">
                  <a16:creationId xmlns:a16="http://schemas.microsoft.com/office/drawing/2014/main" id="{5B402DCE-750E-4C88-B844-6A0A49F1A84D}"/>
                </a:ext>
              </a:extLst>
            </p:cNvPr>
            <p:cNvSpPr>
              <a:spLocks noChangeAspect="1" noChangeArrowheads="1"/>
            </p:cNvSpPr>
            <p:nvPr userDrawn="1"/>
          </p:nvSpPr>
          <p:spPr bwMode="auto">
            <a:xfrm>
              <a:off x="6462718"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3" name="Oval 427">
              <a:extLst>
                <a:ext uri="{FF2B5EF4-FFF2-40B4-BE49-F238E27FC236}">
                  <a16:creationId xmlns:a16="http://schemas.microsoft.com/office/drawing/2014/main" id="{1D83A9D7-F16E-4314-9939-5FCB5FEA65ED}"/>
                </a:ext>
              </a:extLst>
            </p:cNvPr>
            <p:cNvSpPr>
              <a:spLocks noChangeAspect="1" noChangeArrowheads="1"/>
            </p:cNvSpPr>
            <p:nvPr userDrawn="1"/>
          </p:nvSpPr>
          <p:spPr bwMode="auto">
            <a:xfrm>
              <a:off x="6574294"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4" name="Oval 428">
              <a:extLst>
                <a:ext uri="{FF2B5EF4-FFF2-40B4-BE49-F238E27FC236}">
                  <a16:creationId xmlns:a16="http://schemas.microsoft.com/office/drawing/2014/main" id="{4706AE36-2B7E-4DF3-B349-5FBAE5295CFD}"/>
                </a:ext>
              </a:extLst>
            </p:cNvPr>
            <p:cNvSpPr>
              <a:spLocks noChangeAspect="1" noChangeArrowheads="1"/>
            </p:cNvSpPr>
            <p:nvPr userDrawn="1"/>
          </p:nvSpPr>
          <p:spPr bwMode="auto">
            <a:xfrm>
              <a:off x="668738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5" name="Oval 429">
              <a:extLst>
                <a:ext uri="{FF2B5EF4-FFF2-40B4-BE49-F238E27FC236}">
                  <a16:creationId xmlns:a16="http://schemas.microsoft.com/office/drawing/2014/main" id="{B39601D1-A878-4841-A8FD-28AE26BEBD90}"/>
                </a:ext>
              </a:extLst>
            </p:cNvPr>
            <p:cNvSpPr>
              <a:spLocks noChangeAspect="1" noChangeArrowheads="1"/>
            </p:cNvSpPr>
            <p:nvPr userDrawn="1"/>
          </p:nvSpPr>
          <p:spPr bwMode="auto">
            <a:xfrm>
              <a:off x="679895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6" name="Oval 430">
              <a:extLst>
                <a:ext uri="{FF2B5EF4-FFF2-40B4-BE49-F238E27FC236}">
                  <a16:creationId xmlns:a16="http://schemas.microsoft.com/office/drawing/2014/main" id="{89EE24E9-8EFE-4B16-B4EF-E0F4F5F511F1}"/>
                </a:ext>
              </a:extLst>
            </p:cNvPr>
            <p:cNvSpPr>
              <a:spLocks noChangeAspect="1" noChangeArrowheads="1"/>
            </p:cNvSpPr>
            <p:nvPr userDrawn="1"/>
          </p:nvSpPr>
          <p:spPr bwMode="auto">
            <a:xfrm>
              <a:off x="6912041"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7" name="Oval 431">
              <a:extLst>
                <a:ext uri="{FF2B5EF4-FFF2-40B4-BE49-F238E27FC236}">
                  <a16:creationId xmlns:a16="http://schemas.microsoft.com/office/drawing/2014/main" id="{56F0D663-7427-4167-8A7E-75F61399CFE4}"/>
                </a:ext>
              </a:extLst>
            </p:cNvPr>
            <p:cNvSpPr>
              <a:spLocks noChangeAspect="1" noChangeArrowheads="1"/>
            </p:cNvSpPr>
            <p:nvPr userDrawn="1"/>
          </p:nvSpPr>
          <p:spPr bwMode="auto">
            <a:xfrm>
              <a:off x="7023616"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8" name="Oval 432">
              <a:extLst>
                <a:ext uri="{FF2B5EF4-FFF2-40B4-BE49-F238E27FC236}">
                  <a16:creationId xmlns:a16="http://schemas.microsoft.com/office/drawing/2014/main" id="{2C71C3C2-F5D0-4D60-8EF9-266297102A15}"/>
                </a:ext>
              </a:extLst>
            </p:cNvPr>
            <p:cNvSpPr>
              <a:spLocks noChangeAspect="1" noChangeArrowheads="1"/>
            </p:cNvSpPr>
            <p:nvPr userDrawn="1"/>
          </p:nvSpPr>
          <p:spPr bwMode="auto">
            <a:xfrm>
              <a:off x="713670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89" name="Oval 433">
              <a:extLst>
                <a:ext uri="{FF2B5EF4-FFF2-40B4-BE49-F238E27FC236}">
                  <a16:creationId xmlns:a16="http://schemas.microsoft.com/office/drawing/2014/main" id="{87352A51-E93C-4655-A9B7-B1A9B895BE0E}"/>
                </a:ext>
              </a:extLst>
            </p:cNvPr>
            <p:cNvSpPr>
              <a:spLocks noChangeAspect="1" noChangeArrowheads="1"/>
            </p:cNvSpPr>
            <p:nvPr userDrawn="1"/>
          </p:nvSpPr>
          <p:spPr bwMode="auto">
            <a:xfrm>
              <a:off x="724827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0" name="Oval 434">
              <a:extLst>
                <a:ext uri="{FF2B5EF4-FFF2-40B4-BE49-F238E27FC236}">
                  <a16:creationId xmlns:a16="http://schemas.microsoft.com/office/drawing/2014/main" id="{0DBF7050-F53B-44AD-B697-8828404C260B}"/>
                </a:ext>
              </a:extLst>
            </p:cNvPr>
            <p:cNvSpPr>
              <a:spLocks noChangeAspect="1" noChangeArrowheads="1"/>
            </p:cNvSpPr>
            <p:nvPr userDrawn="1"/>
          </p:nvSpPr>
          <p:spPr bwMode="auto">
            <a:xfrm>
              <a:off x="7361362"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1" name="Oval 435">
              <a:extLst>
                <a:ext uri="{FF2B5EF4-FFF2-40B4-BE49-F238E27FC236}">
                  <a16:creationId xmlns:a16="http://schemas.microsoft.com/office/drawing/2014/main" id="{6EA8C148-0F80-4FF1-BC8C-5F52842A63C0}"/>
                </a:ext>
              </a:extLst>
            </p:cNvPr>
            <p:cNvSpPr>
              <a:spLocks noChangeAspect="1" noChangeArrowheads="1"/>
            </p:cNvSpPr>
            <p:nvPr userDrawn="1"/>
          </p:nvSpPr>
          <p:spPr bwMode="auto">
            <a:xfrm>
              <a:off x="7472939"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2" name="Oval 436">
              <a:extLst>
                <a:ext uri="{FF2B5EF4-FFF2-40B4-BE49-F238E27FC236}">
                  <a16:creationId xmlns:a16="http://schemas.microsoft.com/office/drawing/2014/main" id="{B1E643A2-B998-4A4C-904F-514D8A6A34FA}"/>
                </a:ext>
              </a:extLst>
            </p:cNvPr>
            <p:cNvSpPr>
              <a:spLocks noChangeAspect="1" noChangeArrowheads="1"/>
            </p:cNvSpPr>
            <p:nvPr userDrawn="1"/>
          </p:nvSpPr>
          <p:spPr bwMode="auto">
            <a:xfrm>
              <a:off x="7586023"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3" name="Oval 437">
              <a:extLst>
                <a:ext uri="{FF2B5EF4-FFF2-40B4-BE49-F238E27FC236}">
                  <a16:creationId xmlns:a16="http://schemas.microsoft.com/office/drawing/2014/main" id="{5C89D45B-3999-4CD0-97A9-0F5022E01A50}"/>
                </a:ext>
              </a:extLst>
            </p:cNvPr>
            <p:cNvSpPr>
              <a:spLocks noChangeAspect="1" noChangeArrowheads="1"/>
            </p:cNvSpPr>
            <p:nvPr userDrawn="1"/>
          </p:nvSpPr>
          <p:spPr bwMode="auto">
            <a:xfrm>
              <a:off x="8035345"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4" name="Oval 438">
              <a:extLst>
                <a:ext uri="{FF2B5EF4-FFF2-40B4-BE49-F238E27FC236}">
                  <a16:creationId xmlns:a16="http://schemas.microsoft.com/office/drawing/2014/main" id="{A15A8291-6A74-4760-92A5-7EC380FEC26C}"/>
                </a:ext>
              </a:extLst>
            </p:cNvPr>
            <p:cNvSpPr>
              <a:spLocks noChangeAspect="1" noChangeArrowheads="1"/>
            </p:cNvSpPr>
            <p:nvPr userDrawn="1"/>
          </p:nvSpPr>
          <p:spPr bwMode="auto">
            <a:xfrm>
              <a:off x="814692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5" name="Oval 439">
              <a:extLst>
                <a:ext uri="{FF2B5EF4-FFF2-40B4-BE49-F238E27FC236}">
                  <a16:creationId xmlns:a16="http://schemas.microsoft.com/office/drawing/2014/main" id="{FF65428F-54B3-471B-8763-755955342D71}"/>
                </a:ext>
              </a:extLst>
            </p:cNvPr>
            <p:cNvSpPr>
              <a:spLocks noChangeAspect="1" noChangeArrowheads="1"/>
            </p:cNvSpPr>
            <p:nvPr userDrawn="1"/>
          </p:nvSpPr>
          <p:spPr bwMode="auto">
            <a:xfrm>
              <a:off x="506946" y="217855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6" name="Oval 440">
              <a:extLst>
                <a:ext uri="{FF2B5EF4-FFF2-40B4-BE49-F238E27FC236}">
                  <a16:creationId xmlns:a16="http://schemas.microsoft.com/office/drawing/2014/main" id="{A0D24959-50F2-443A-9790-E853E302D935}"/>
                </a:ext>
              </a:extLst>
            </p:cNvPr>
            <p:cNvSpPr>
              <a:spLocks noChangeAspect="1" noChangeArrowheads="1"/>
            </p:cNvSpPr>
            <p:nvPr userDrawn="1"/>
          </p:nvSpPr>
          <p:spPr bwMode="auto">
            <a:xfrm>
              <a:off x="620031"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7" name="Oval 441">
              <a:extLst>
                <a:ext uri="{FF2B5EF4-FFF2-40B4-BE49-F238E27FC236}">
                  <a16:creationId xmlns:a16="http://schemas.microsoft.com/office/drawing/2014/main" id="{90A1CF57-98F4-4D56-AC92-721F97FC4071}"/>
                </a:ext>
              </a:extLst>
            </p:cNvPr>
            <p:cNvSpPr>
              <a:spLocks noChangeAspect="1" noChangeArrowheads="1"/>
            </p:cNvSpPr>
            <p:nvPr userDrawn="1"/>
          </p:nvSpPr>
          <p:spPr bwMode="auto">
            <a:xfrm>
              <a:off x="731607" y="217855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8" name="Oval 442">
              <a:extLst>
                <a:ext uri="{FF2B5EF4-FFF2-40B4-BE49-F238E27FC236}">
                  <a16:creationId xmlns:a16="http://schemas.microsoft.com/office/drawing/2014/main" id="{3DAAA266-B033-4E69-B51E-D648FC40998E}"/>
                </a:ext>
              </a:extLst>
            </p:cNvPr>
            <p:cNvSpPr>
              <a:spLocks noChangeAspect="1" noChangeArrowheads="1"/>
            </p:cNvSpPr>
            <p:nvPr userDrawn="1"/>
          </p:nvSpPr>
          <p:spPr bwMode="auto">
            <a:xfrm>
              <a:off x="118092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499" name="Oval 443">
              <a:extLst>
                <a:ext uri="{FF2B5EF4-FFF2-40B4-BE49-F238E27FC236}">
                  <a16:creationId xmlns:a16="http://schemas.microsoft.com/office/drawing/2014/main" id="{0B979751-D9C7-4ED8-83FA-24F0FFE1FBEE}"/>
                </a:ext>
              </a:extLst>
            </p:cNvPr>
            <p:cNvSpPr>
              <a:spLocks noChangeAspect="1" noChangeArrowheads="1"/>
            </p:cNvSpPr>
            <p:nvPr userDrawn="1"/>
          </p:nvSpPr>
          <p:spPr bwMode="auto">
            <a:xfrm>
              <a:off x="1294012"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0" name="Oval 444">
              <a:extLst>
                <a:ext uri="{FF2B5EF4-FFF2-40B4-BE49-F238E27FC236}">
                  <a16:creationId xmlns:a16="http://schemas.microsoft.com/office/drawing/2014/main" id="{3C89FDCA-F2C9-478F-9E15-DA84A9B639C8}"/>
                </a:ext>
              </a:extLst>
            </p:cNvPr>
            <p:cNvSpPr>
              <a:spLocks noChangeAspect="1" noChangeArrowheads="1"/>
            </p:cNvSpPr>
            <p:nvPr userDrawn="1"/>
          </p:nvSpPr>
          <p:spPr bwMode="auto">
            <a:xfrm>
              <a:off x="1405589"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1" name="Oval 445">
              <a:extLst>
                <a:ext uri="{FF2B5EF4-FFF2-40B4-BE49-F238E27FC236}">
                  <a16:creationId xmlns:a16="http://schemas.microsoft.com/office/drawing/2014/main" id="{3931EFDC-04A8-4B3B-8EE7-C44846597403}"/>
                </a:ext>
              </a:extLst>
            </p:cNvPr>
            <p:cNvSpPr>
              <a:spLocks noChangeAspect="1" noChangeArrowheads="1"/>
            </p:cNvSpPr>
            <p:nvPr userDrawn="1"/>
          </p:nvSpPr>
          <p:spPr bwMode="auto">
            <a:xfrm>
              <a:off x="151867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2" name="Oval 446">
              <a:extLst>
                <a:ext uri="{FF2B5EF4-FFF2-40B4-BE49-F238E27FC236}">
                  <a16:creationId xmlns:a16="http://schemas.microsoft.com/office/drawing/2014/main" id="{B6A462B3-7307-45CF-88AD-297B6F05B99D}"/>
                </a:ext>
              </a:extLst>
            </p:cNvPr>
            <p:cNvSpPr>
              <a:spLocks noChangeAspect="1" noChangeArrowheads="1"/>
            </p:cNvSpPr>
            <p:nvPr userDrawn="1"/>
          </p:nvSpPr>
          <p:spPr bwMode="auto">
            <a:xfrm>
              <a:off x="1630250"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3" name="Oval 447">
              <a:extLst>
                <a:ext uri="{FF2B5EF4-FFF2-40B4-BE49-F238E27FC236}">
                  <a16:creationId xmlns:a16="http://schemas.microsoft.com/office/drawing/2014/main" id="{6195CB12-A121-42A4-B4F1-11D05003D369}"/>
                </a:ext>
              </a:extLst>
            </p:cNvPr>
            <p:cNvSpPr>
              <a:spLocks noChangeAspect="1" noChangeArrowheads="1"/>
            </p:cNvSpPr>
            <p:nvPr userDrawn="1"/>
          </p:nvSpPr>
          <p:spPr bwMode="auto">
            <a:xfrm>
              <a:off x="174333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4" name="Oval 448">
              <a:extLst>
                <a:ext uri="{FF2B5EF4-FFF2-40B4-BE49-F238E27FC236}">
                  <a16:creationId xmlns:a16="http://schemas.microsoft.com/office/drawing/2014/main" id="{DE731F16-E3AB-47BF-9EDF-436A41B14979}"/>
                </a:ext>
              </a:extLst>
            </p:cNvPr>
            <p:cNvSpPr>
              <a:spLocks noChangeAspect="1" noChangeArrowheads="1"/>
            </p:cNvSpPr>
            <p:nvPr userDrawn="1"/>
          </p:nvSpPr>
          <p:spPr bwMode="auto">
            <a:xfrm>
              <a:off x="1854910"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5" name="Oval 449">
              <a:extLst>
                <a:ext uri="{FF2B5EF4-FFF2-40B4-BE49-F238E27FC236}">
                  <a16:creationId xmlns:a16="http://schemas.microsoft.com/office/drawing/2014/main" id="{C7F181B6-81E4-4E2F-97BF-3A444B9A522D}"/>
                </a:ext>
              </a:extLst>
            </p:cNvPr>
            <p:cNvSpPr>
              <a:spLocks noChangeAspect="1" noChangeArrowheads="1"/>
            </p:cNvSpPr>
            <p:nvPr userDrawn="1"/>
          </p:nvSpPr>
          <p:spPr bwMode="auto">
            <a:xfrm>
              <a:off x="1967995"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6" name="Oval 450">
              <a:extLst>
                <a:ext uri="{FF2B5EF4-FFF2-40B4-BE49-F238E27FC236}">
                  <a16:creationId xmlns:a16="http://schemas.microsoft.com/office/drawing/2014/main" id="{AA37728B-5003-495E-8BED-FACA7DA5970F}"/>
                </a:ext>
              </a:extLst>
            </p:cNvPr>
            <p:cNvSpPr>
              <a:spLocks noChangeAspect="1" noChangeArrowheads="1"/>
            </p:cNvSpPr>
            <p:nvPr userDrawn="1"/>
          </p:nvSpPr>
          <p:spPr bwMode="auto">
            <a:xfrm>
              <a:off x="2079572"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7" name="Oval 451">
              <a:extLst>
                <a:ext uri="{FF2B5EF4-FFF2-40B4-BE49-F238E27FC236}">
                  <a16:creationId xmlns:a16="http://schemas.microsoft.com/office/drawing/2014/main" id="{DD1ADC17-893E-4495-9AEB-450D2B1272F2}"/>
                </a:ext>
              </a:extLst>
            </p:cNvPr>
            <p:cNvSpPr>
              <a:spLocks noChangeAspect="1" noChangeArrowheads="1"/>
            </p:cNvSpPr>
            <p:nvPr userDrawn="1"/>
          </p:nvSpPr>
          <p:spPr bwMode="auto">
            <a:xfrm>
              <a:off x="219265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8" name="Oval 452">
              <a:extLst>
                <a:ext uri="{FF2B5EF4-FFF2-40B4-BE49-F238E27FC236}">
                  <a16:creationId xmlns:a16="http://schemas.microsoft.com/office/drawing/2014/main" id="{D9AD3CD1-788E-4CD7-9F2A-3D4DECB69842}"/>
                </a:ext>
              </a:extLst>
            </p:cNvPr>
            <p:cNvSpPr>
              <a:spLocks noChangeAspect="1" noChangeArrowheads="1"/>
            </p:cNvSpPr>
            <p:nvPr userDrawn="1"/>
          </p:nvSpPr>
          <p:spPr bwMode="auto">
            <a:xfrm>
              <a:off x="2528893"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09" name="Oval 453">
              <a:extLst>
                <a:ext uri="{FF2B5EF4-FFF2-40B4-BE49-F238E27FC236}">
                  <a16:creationId xmlns:a16="http://schemas.microsoft.com/office/drawing/2014/main" id="{03D34DE5-8E57-4E0F-ACC8-E540EDFE8426}"/>
                </a:ext>
              </a:extLst>
            </p:cNvPr>
            <p:cNvSpPr>
              <a:spLocks noChangeAspect="1" noChangeArrowheads="1"/>
            </p:cNvSpPr>
            <p:nvPr userDrawn="1"/>
          </p:nvSpPr>
          <p:spPr bwMode="auto">
            <a:xfrm>
              <a:off x="264197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0" name="Oval 454">
              <a:extLst>
                <a:ext uri="{FF2B5EF4-FFF2-40B4-BE49-F238E27FC236}">
                  <a16:creationId xmlns:a16="http://schemas.microsoft.com/office/drawing/2014/main" id="{351A4A06-E820-4D46-AB12-A50C15D2C60A}"/>
                </a:ext>
              </a:extLst>
            </p:cNvPr>
            <p:cNvSpPr>
              <a:spLocks noChangeAspect="1" noChangeArrowheads="1"/>
            </p:cNvSpPr>
            <p:nvPr userDrawn="1"/>
          </p:nvSpPr>
          <p:spPr bwMode="auto">
            <a:xfrm>
              <a:off x="2753553"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1" name="Oval 455">
              <a:extLst>
                <a:ext uri="{FF2B5EF4-FFF2-40B4-BE49-F238E27FC236}">
                  <a16:creationId xmlns:a16="http://schemas.microsoft.com/office/drawing/2014/main" id="{5030E3F6-05E4-4F87-90B9-B6F53666BDD2}"/>
                </a:ext>
              </a:extLst>
            </p:cNvPr>
            <p:cNvSpPr>
              <a:spLocks noChangeAspect="1" noChangeArrowheads="1"/>
            </p:cNvSpPr>
            <p:nvPr userDrawn="1"/>
          </p:nvSpPr>
          <p:spPr bwMode="auto">
            <a:xfrm>
              <a:off x="286663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2" name="Oval 456">
              <a:extLst>
                <a:ext uri="{FF2B5EF4-FFF2-40B4-BE49-F238E27FC236}">
                  <a16:creationId xmlns:a16="http://schemas.microsoft.com/office/drawing/2014/main" id="{3DEE3A64-0162-4359-89F8-82F683A095D1}"/>
                </a:ext>
              </a:extLst>
            </p:cNvPr>
            <p:cNvSpPr>
              <a:spLocks noChangeAspect="1" noChangeArrowheads="1"/>
            </p:cNvSpPr>
            <p:nvPr userDrawn="1"/>
          </p:nvSpPr>
          <p:spPr bwMode="auto">
            <a:xfrm>
              <a:off x="421460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3" name="Oval 457">
              <a:extLst>
                <a:ext uri="{FF2B5EF4-FFF2-40B4-BE49-F238E27FC236}">
                  <a16:creationId xmlns:a16="http://schemas.microsoft.com/office/drawing/2014/main" id="{7066ECA0-9504-45C4-84FF-052D09F2DA75}"/>
                </a:ext>
              </a:extLst>
            </p:cNvPr>
            <p:cNvSpPr>
              <a:spLocks noChangeAspect="1" noChangeArrowheads="1"/>
            </p:cNvSpPr>
            <p:nvPr userDrawn="1"/>
          </p:nvSpPr>
          <p:spPr bwMode="auto">
            <a:xfrm>
              <a:off x="4552349"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4" name="Oval 458">
              <a:extLst>
                <a:ext uri="{FF2B5EF4-FFF2-40B4-BE49-F238E27FC236}">
                  <a16:creationId xmlns:a16="http://schemas.microsoft.com/office/drawing/2014/main" id="{24A1ABD0-FC88-479F-BC55-3698A507756C}"/>
                </a:ext>
              </a:extLst>
            </p:cNvPr>
            <p:cNvSpPr>
              <a:spLocks noChangeAspect="1" noChangeArrowheads="1"/>
            </p:cNvSpPr>
            <p:nvPr userDrawn="1"/>
          </p:nvSpPr>
          <p:spPr bwMode="auto">
            <a:xfrm>
              <a:off x="4888585"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5" name="Oval 459">
              <a:extLst>
                <a:ext uri="{FF2B5EF4-FFF2-40B4-BE49-F238E27FC236}">
                  <a16:creationId xmlns:a16="http://schemas.microsoft.com/office/drawing/2014/main" id="{F3C8E311-C9B5-4FBC-90B0-2AC49CBD2696}"/>
                </a:ext>
              </a:extLst>
            </p:cNvPr>
            <p:cNvSpPr>
              <a:spLocks noChangeAspect="1" noChangeArrowheads="1"/>
            </p:cNvSpPr>
            <p:nvPr userDrawn="1"/>
          </p:nvSpPr>
          <p:spPr bwMode="auto">
            <a:xfrm>
              <a:off x="5001670"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6" name="Oval 460">
              <a:extLst>
                <a:ext uri="{FF2B5EF4-FFF2-40B4-BE49-F238E27FC236}">
                  <a16:creationId xmlns:a16="http://schemas.microsoft.com/office/drawing/2014/main" id="{26ACA123-4054-4870-AD03-020079B16D44}"/>
                </a:ext>
              </a:extLst>
            </p:cNvPr>
            <p:cNvSpPr>
              <a:spLocks noChangeAspect="1" noChangeArrowheads="1"/>
            </p:cNvSpPr>
            <p:nvPr userDrawn="1"/>
          </p:nvSpPr>
          <p:spPr bwMode="auto">
            <a:xfrm>
              <a:off x="511324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7" name="Oval 461">
              <a:extLst>
                <a:ext uri="{FF2B5EF4-FFF2-40B4-BE49-F238E27FC236}">
                  <a16:creationId xmlns:a16="http://schemas.microsoft.com/office/drawing/2014/main" id="{ED018BC5-57B5-408F-B95D-B3236A0456F4}"/>
                </a:ext>
              </a:extLst>
            </p:cNvPr>
            <p:cNvSpPr>
              <a:spLocks noChangeAspect="1" noChangeArrowheads="1"/>
            </p:cNvSpPr>
            <p:nvPr userDrawn="1"/>
          </p:nvSpPr>
          <p:spPr bwMode="auto">
            <a:xfrm>
              <a:off x="5226330"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8" name="Oval 462">
              <a:extLst>
                <a:ext uri="{FF2B5EF4-FFF2-40B4-BE49-F238E27FC236}">
                  <a16:creationId xmlns:a16="http://schemas.microsoft.com/office/drawing/2014/main" id="{7312A40B-9068-4A95-838A-845F5B190C0F}"/>
                </a:ext>
              </a:extLst>
            </p:cNvPr>
            <p:cNvSpPr>
              <a:spLocks noChangeAspect="1" noChangeArrowheads="1"/>
            </p:cNvSpPr>
            <p:nvPr userDrawn="1"/>
          </p:nvSpPr>
          <p:spPr bwMode="auto">
            <a:xfrm>
              <a:off x="5337907"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19" name="Oval 463">
              <a:extLst>
                <a:ext uri="{FF2B5EF4-FFF2-40B4-BE49-F238E27FC236}">
                  <a16:creationId xmlns:a16="http://schemas.microsoft.com/office/drawing/2014/main" id="{4325219F-8FAE-4D8F-846A-A244446509C6}"/>
                </a:ext>
              </a:extLst>
            </p:cNvPr>
            <p:cNvSpPr>
              <a:spLocks noChangeAspect="1" noChangeArrowheads="1"/>
            </p:cNvSpPr>
            <p:nvPr userDrawn="1"/>
          </p:nvSpPr>
          <p:spPr bwMode="auto">
            <a:xfrm>
              <a:off x="545099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0" name="Oval 464">
              <a:extLst>
                <a:ext uri="{FF2B5EF4-FFF2-40B4-BE49-F238E27FC236}">
                  <a16:creationId xmlns:a16="http://schemas.microsoft.com/office/drawing/2014/main" id="{D364B454-3C75-4BE0-9E14-8D78D00E6FEC}"/>
                </a:ext>
              </a:extLst>
            </p:cNvPr>
            <p:cNvSpPr>
              <a:spLocks noChangeAspect="1" noChangeArrowheads="1"/>
            </p:cNvSpPr>
            <p:nvPr userDrawn="1"/>
          </p:nvSpPr>
          <p:spPr bwMode="auto">
            <a:xfrm>
              <a:off x="5562568"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1" name="Oval 465">
              <a:extLst>
                <a:ext uri="{FF2B5EF4-FFF2-40B4-BE49-F238E27FC236}">
                  <a16:creationId xmlns:a16="http://schemas.microsoft.com/office/drawing/2014/main" id="{30B99222-7724-4D0C-8D73-B5C601F4969C}"/>
                </a:ext>
              </a:extLst>
            </p:cNvPr>
            <p:cNvSpPr>
              <a:spLocks noChangeAspect="1" noChangeArrowheads="1"/>
            </p:cNvSpPr>
            <p:nvPr userDrawn="1"/>
          </p:nvSpPr>
          <p:spPr bwMode="auto">
            <a:xfrm>
              <a:off x="5675651"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2" name="Oval 466">
              <a:extLst>
                <a:ext uri="{FF2B5EF4-FFF2-40B4-BE49-F238E27FC236}">
                  <a16:creationId xmlns:a16="http://schemas.microsoft.com/office/drawing/2014/main" id="{1C0D4351-565C-4AAD-AD6B-4BC1FC8CD99A}"/>
                </a:ext>
              </a:extLst>
            </p:cNvPr>
            <p:cNvSpPr>
              <a:spLocks noChangeAspect="1" noChangeArrowheads="1"/>
            </p:cNvSpPr>
            <p:nvPr userDrawn="1"/>
          </p:nvSpPr>
          <p:spPr bwMode="auto">
            <a:xfrm>
              <a:off x="578722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3" name="Oval 467">
              <a:extLst>
                <a:ext uri="{FF2B5EF4-FFF2-40B4-BE49-F238E27FC236}">
                  <a16:creationId xmlns:a16="http://schemas.microsoft.com/office/drawing/2014/main" id="{DAB75B54-D6BA-4235-955A-C64D2C80A9F1}"/>
                </a:ext>
              </a:extLst>
            </p:cNvPr>
            <p:cNvSpPr>
              <a:spLocks noChangeAspect="1" noChangeArrowheads="1"/>
            </p:cNvSpPr>
            <p:nvPr userDrawn="1"/>
          </p:nvSpPr>
          <p:spPr bwMode="auto">
            <a:xfrm>
              <a:off x="5900313"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4" name="Oval 468">
              <a:extLst>
                <a:ext uri="{FF2B5EF4-FFF2-40B4-BE49-F238E27FC236}">
                  <a16:creationId xmlns:a16="http://schemas.microsoft.com/office/drawing/2014/main" id="{B667BA27-8A8C-4C65-9714-8F48BE03B9A9}"/>
                </a:ext>
              </a:extLst>
            </p:cNvPr>
            <p:cNvSpPr>
              <a:spLocks noChangeAspect="1" noChangeArrowheads="1"/>
            </p:cNvSpPr>
            <p:nvPr userDrawn="1"/>
          </p:nvSpPr>
          <p:spPr bwMode="auto">
            <a:xfrm>
              <a:off x="601339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5" name="Oval 469">
              <a:extLst>
                <a:ext uri="{FF2B5EF4-FFF2-40B4-BE49-F238E27FC236}">
                  <a16:creationId xmlns:a16="http://schemas.microsoft.com/office/drawing/2014/main" id="{1BCE9D51-2917-438B-85F4-8108498BD477}"/>
                </a:ext>
              </a:extLst>
            </p:cNvPr>
            <p:cNvSpPr>
              <a:spLocks noChangeAspect="1" noChangeArrowheads="1"/>
            </p:cNvSpPr>
            <p:nvPr userDrawn="1"/>
          </p:nvSpPr>
          <p:spPr bwMode="auto">
            <a:xfrm>
              <a:off x="612497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6" name="Oval 470">
              <a:extLst>
                <a:ext uri="{FF2B5EF4-FFF2-40B4-BE49-F238E27FC236}">
                  <a16:creationId xmlns:a16="http://schemas.microsoft.com/office/drawing/2014/main" id="{36CEA192-CEED-4357-B6CB-0A64B1579B7B}"/>
                </a:ext>
              </a:extLst>
            </p:cNvPr>
            <p:cNvSpPr>
              <a:spLocks noChangeAspect="1" noChangeArrowheads="1"/>
            </p:cNvSpPr>
            <p:nvPr userDrawn="1"/>
          </p:nvSpPr>
          <p:spPr bwMode="auto">
            <a:xfrm>
              <a:off x="6238058"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7" name="Oval 471">
              <a:extLst>
                <a:ext uri="{FF2B5EF4-FFF2-40B4-BE49-F238E27FC236}">
                  <a16:creationId xmlns:a16="http://schemas.microsoft.com/office/drawing/2014/main" id="{AF1356F6-6C2F-4F03-9045-7268EEEEB26A}"/>
                </a:ext>
              </a:extLst>
            </p:cNvPr>
            <p:cNvSpPr>
              <a:spLocks noChangeAspect="1" noChangeArrowheads="1"/>
            </p:cNvSpPr>
            <p:nvPr userDrawn="1"/>
          </p:nvSpPr>
          <p:spPr bwMode="auto">
            <a:xfrm>
              <a:off x="6349634"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8" name="Oval 472">
              <a:extLst>
                <a:ext uri="{FF2B5EF4-FFF2-40B4-BE49-F238E27FC236}">
                  <a16:creationId xmlns:a16="http://schemas.microsoft.com/office/drawing/2014/main" id="{577A5388-FE4B-45A0-B1A3-703140106B7D}"/>
                </a:ext>
              </a:extLst>
            </p:cNvPr>
            <p:cNvSpPr>
              <a:spLocks noChangeAspect="1" noChangeArrowheads="1"/>
            </p:cNvSpPr>
            <p:nvPr userDrawn="1"/>
          </p:nvSpPr>
          <p:spPr bwMode="auto">
            <a:xfrm>
              <a:off x="6462718"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29" name="Oval 473">
              <a:extLst>
                <a:ext uri="{FF2B5EF4-FFF2-40B4-BE49-F238E27FC236}">
                  <a16:creationId xmlns:a16="http://schemas.microsoft.com/office/drawing/2014/main" id="{379DB07B-723C-4906-8F05-AC2B6EEBF727}"/>
                </a:ext>
              </a:extLst>
            </p:cNvPr>
            <p:cNvSpPr>
              <a:spLocks noChangeAspect="1" noChangeArrowheads="1"/>
            </p:cNvSpPr>
            <p:nvPr userDrawn="1"/>
          </p:nvSpPr>
          <p:spPr bwMode="auto">
            <a:xfrm>
              <a:off x="6574294"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0" name="Oval 474">
              <a:extLst>
                <a:ext uri="{FF2B5EF4-FFF2-40B4-BE49-F238E27FC236}">
                  <a16:creationId xmlns:a16="http://schemas.microsoft.com/office/drawing/2014/main" id="{3DF64F0F-E33D-4135-B699-60FAFDA364B5}"/>
                </a:ext>
              </a:extLst>
            </p:cNvPr>
            <p:cNvSpPr>
              <a:spLocks noChangeAspect="1" noChangeArrowheads="1"/>
            </p:cNvSpPr>
            <p:nvPr userDrawn="1"/>
          </p:nvSpPr>
          <p:spPr bwMode="auto">
            <a:xfrm>
              <a:off x="668738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1" name="Oval 475">
              <a:extLst>
                <a:ext uri="{FF2B5EF4-FFF2-40B4-BE49-F238E27FC236}">
                  <a16:creationId xmlns:a16="http://schemas.microsoft.com/office/drawing/2014/main" id="{BC8EDCBE-05ED-4062-9634-E93998396B55}"/>
                </a:ext>
              </a:extLst>
            </p:cNvPr>
            <p:cNvSpPr>
              <a:spLocks noChangeAspect="1" noChangeArrowheads="1"/>
            </p:cNvSpPr>
            <p:nvPr userDrawn="1"/>
          </p:nvSpPr>
          <p:spPr bwMode="auto">
            <a:xfrm>
              <a:off x="679895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2" name="Oval 476">
              <a:extLst>
                <a:ext uri="{FF2B5EF4-FFF2-40B4-BE49-F238E27FC236}">
                  <a16:creationId xmlns:a16="http://schemas.microsoft.com/office/drawing/2014/main" id="{2B04448D-E167-43B0-A53B-EF73D242910A}"/>
                </a:ext>
              </a:extLst>
            </p:cNvPr>
            <p:cNvSpPr>
              <a:spLocks noChangeAspect="1" noChangeArrowheads="1"/>
            </p:cNvSpPr>
            <p:nvPr userDrawn="1"/>
          </p:nvSpPr>
          <p:spPr bwMode="auto">
            <a:xfrm>
              <a:off x="6912041"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3" name="Oval 477">
              <a:extLst>
                <a:ext uri="{FF2B5EF4-FFF2-40B4-BE49-F238E27FC236}">
                  <a16:creationId xmlns:a16="http://schemas.microsoft.com/office/drawing/2014/main" id="{6A791D24-F1DF-4F0E-AE1D-2F0819B4DBC7}"/>
                </a:ext>
              </a:extLst>
            </p:cNvPr>
            <p:cNvSpPr>
              <a:spLocks noChangeAspect="1" noChangeArrowheads="1"/>
            </p:cNvSpPr>
            <p:nvPr userDrawn="1"/>
          </p:nvSpPr>
          <p:spPr bwMode="auto">
            <a:xfrm>
              <a:off x="7023616"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4" name="Oval 478">
              <a:extLst>
                <a:ext uri="{FF2B5EF4-FFF2-40B4-BE49-F238E27FC236}">
                  <a16:creationId xmlns:a16="http://schemas.microsoft.com/office/drawing/2014/main" id="{B1FE6221-3B9B-4E0B-B8CA-930526BB10E9}"/>
                </a:ext>
              </a:extLst>
            </p:cNvPr>
            <p:cNvSpPr>
              <a:spLocks noChangeAspect="1" noChangeArrowheads="1"/>
            </p:cNvSpPr>
            <p:nvPr userDrawn="1"/>
          </p:nvSpPr>
          <p:spPr bwMode="auto">
            <a:xfrm>
              <a:off x="713670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5" name="Oval 479">
              <a:extLst>
                <a:ext uri="{FF2B5EF4-FFF2-40B4-BE49-F238E27FC236}">
                  <a16:creationId xmlns:a16="http://schemas.microsoft.com/office/drawing/2014/main" id="{30D957D0-16EC-4355-9D0B-B5CBE822AFE1}"/>
                </a:ext>
              </a:extLst>
            </p:cNvPr>
            <p:cNvSpPr>
              <a:spLocks noChangeAspect="1" noChangeArrowheads="1"/>
            </p:cNvSpPr>
            <p:nvPr userDrawn="1"/>
          </p:nvSpPr>
          <p:spPr bwMode="auto">
            <a:xfrm>
              <a:off x="7248277"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6" name="Oval 480">
              <a:extLst>
                <a:ext uri="{FF2B5EF4-FFF2-40B4-BE49-F238E27FC236}">
                  <a16:creationId xmlns:a16="http://schemas.microsoft.com/office/drawing/2014/main" id="{CE49038E-7753-4BD9-8F16-5D3534D039CE}"/>
                </a:ext>
              </a:extLst>
            </p:cNvPr>
            <p:cNvSpPr>
              <a:spLocks noChangeAspect="1" noChangeArrowheads="1"/>
            </p:cNvSpPr>
            <p:nvPr userDrawn="1"/>
          </p:nvSpPr>
          <p:spPr bwMode="auto">
            <a:xfrm>
              <a:off x="7361362"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7" name="Oval 481">
              <a:extLst>
                <a:ext uri="{FF2B5EF4-FFF2-40B4-BE49-F238E27FC236}">
                  <a16:creationId xmlns:a16="http://schemas.microsoft.com/office/drawing/2014/main" id="{7516FB9C-5110-4354-8AC6-41039A5B5BF6}"/>
                </a:ext>
              </a:extLst>
            </p:cNvPr>
            <p:cNvSpPr>
              <a:spLocks noChangeAspect="1" noChangeArrowheads="1"/>
            </p:cNvSpPr>
            <p:nvPr userDrawn="1"/>
          </p:nvSpPr>
          <p:spPr bwMode="auto">
            <a:xfrm>
              <a:off x="7472939"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8" name="Oval 482">
              <a:extLst>
                <a:ext uri="{FF2B5EF4-FFF2-40B4-BE49-F238E27FC236}">
                  <a16:creationId xmlns:a16="http://schemas.microsoft.com/office/drawing/2014/main" id="{A675F386-F4C7-46F9-B8A8-B000E11E2395}"/>
                </a:ext>
              </a:extLst>
            </p:cNvPr>
            <p:cNvSpPr>
              <a:spLocks noChangeAspect="1" noChangeArrowheads="1"/>
            </p:cNvSpPr>
            <p:nvPr userDrawn="1"/>
          </p:nvSpPr>
          <p:spPr bwMode="auto">
            <a:xfrm>
              <a:off x="8035345"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39" name="Oval 483">
              <a:extLst>
                <a:ext uri="{FF2B5EF4-FFF2-40B4-BE49-F238E27FC236}">
                  <a16:creationId xmlns:a16="http://schemas.microsoft.com/office/drawing/2014/main" id="{684437DF-3C3A-43AE-BF67-D42A6FE39B71}"/>
                </a:ext>
              </a:extLst>
            </p:cNvPr>
            <p:cNvSpPr>
              <a:spLocks noChangeAspect="1" noChangeArrowheads="1"/>
            </p:cNvSpPr>
            <p:nvPr userDrawn="1"/>
          </p:nvSpPr>
          <p:spPr bwMode="auto">
            <a:xfrm>
              <a:off x="8146921" y="228108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0" name="Oval 484">
              <a:extLst>
                <a:ext uri="{FF2B5EF4-FFF2-40B4-BE49-F238E27FC236}">
                  <a16:creationId xmlns:a16="http://schemas.microsoft.com/office/drawing/2014/main" id="{E0BD8239-3793-4AA2-B2F5-9BBC27B9CFEB}"/>
                </a:ext>
              </a:extLst>
            </p:cNvPr>
            <p:cNvSpPr>
              <a:spLocks noChangeAspect="1" noChangeArrowheads="1"/>
            </p:cNvSpPr>
            <p:nvPr userDrawn="1"/>
          </p:nvSpPr>
          <p:spPr bwMode="auto">
            <a:xfrm>
              <a:off x="506946" y="228108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1" name="Oval 485">
              <a:extLst>
                <a:ext uri="{FF2B5EF4-FFF2-40B4-BE49-F238E27FC236}">
                  <a16:creationId xmlns:a16="http://schemas.microsoft.com/office/drawing/2014/main" id="{47AE005B-2DEA-4A6B-A5BB-4DADB83B3C0A}"/>
                </a:ext>
              </a:extLst>
            </p:cNvPr>
            <p:cNvSpPr>
              <a:spLocks noChangeAspect="1" noChangeArrowheads="1"/>
            </p:cNvSpPr>
            <p:nvPr userDrawn="1"/>
          </p:nvSpPr>
          <p:spPr bwMode="auto">
            <a:xfrm>
              <a:off x="118092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2" name="Oval 486">
              <a:extLst>
                <a:ext uri="{FF2B5EF4-FFF2-40B4-BE49-F238E27FC236}">
                  <a16:creationId xmlns:a16="http://schemas.microsoft.com/office/drawing/2014/main" id="{FD751BD8-DA14-4527-AB7D-CA293BAA36E6}"/>
                </a:ext>
              </a:extLst>
            </p:cNvPr>
            <p:cNvSpPr>
              <a:spLocks noChangeAspect="1" noChangeArrowheads="1"/>
            </p:cNvSpPr>
            <p:nvPr userDrawn="1"/>
          </p:nvSpPr>
          <p:spPr bwMode="auto">
            <a:xfrm>
              <a:off x="129401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3" name="Oval 487">
              <a:extLst>
                <a:ext uri="{FF2B5EF4-FFF2-40B4-BE49-F238E27FC236}">
                  <a16:creationId xmlns:a16="http://schemas.microsoft.com/office/drawing/2014/main" id="{0A9CE7D4-C7EA-4256-9987-97165404CDE4}"/>
                </a:ext>
              </a:extLst>
            </p:cNvPr>
            <p:cNvSpPr>
              <a:spLocks noChangeAspect="1" noChangeArrowheads="1"/>
            </p:cNvSpPr>
            <p:nvPr userDrawn="1"/>
          </p:nvSpPr>
          <p:spPr bwMode="auto">
            <a:xfrm>
              <a:off x="140558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4" name="Oval 488">
              <a:extLst>
                <a:ext uri="{FF2B5EF4-FFF2-40B4-BE49-F238E27FC236}">
                  <a16:creationId xmlns:a16="http://schemas.microsoft.com/office/drawing/2014/main" id="{637C0CA4-5EB6-4997-9047-38DEFE6E3CAA}"/>
                </a:ext>
              </a:extLst>
            </p:cNvPr>
            <p:cNvSpPr>
              <a:spLocks noChangeAspect="1" noChangeArrowheads="1"/>
            </p:cNvSpPr>
            <p:nvPr userDrawn="1"/>
          </p:nvSpPr>
          <p:spPr bwMode="auto">
            <a:xfrm>
              <a:off x="151867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5" name="Oval 489">
              <a:extLst>
                <a:ext uri="{FF2B5EF4-FFF2-40B4-BE49-F238E27FC236}">
                  <a16:creationId xmlns:a16="http://schemas.microsoft.com/office/drawing/2014/main" id="{BF4B329B-A370-4E12-9208-CCF8E14D5470}"/>
                </a:ext>
              </a:extLst>
            </p:cNvPr>
            <p:cNvSpPr>
              <a:spLocks noChangeAspect="1" noChangeArrowheads="1"/>
            </p:cNvSpPr>
            <p:nvPr userDrawn="1"/>
          </p:nvSpPr>
          <p:spPr bwMode="auto">
            <a:xfrm>
              <a:off x="163025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6" name="Oval 490">
              <a:extLst>
                <a:ext uri="{FF2B5EF4-FFF2-40B4-BE49-F238E27FC236}">
                  <a16:creationId xmlns:a16="http://schemas.microsoft.com/office/drawing/2014/main" id="{FC315D7B-7B07-4D5A-B44D-DB0FD5B9E09F}"/>
                </a:ext>
              </a:extLst>
            </p:cNvPr>
            <p:cNvSpPr>
              <a:spLocks noChangeAspect="1" noChangeArrowheads="1"/>
            </p:cNvSpPr>
            <p:nvPr userDrawn="1"/>
          </p:nvSpPr>
          <p:spPr bwMode="auto">
            <a:xfrm>
              <a:off x="174333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7" name="Oval 491">
              <a:extLst>
                <a:ext uri="{FF2B5EF4-FFF2-40B4-BE49-F238E27FC236}">
                  <a16:creationId xmlns:a16="http://schemas.microsoft.com/office/drawing/2014/main" id="{725489B4-25B7-4872-A622-F3AF2A1AB281}"/>
                </a:ext>
              </a:extLst>
            </p:cNvPr>
            <p:cNvSpPr>
              <a:spLocks noChangeAspect="1" noChangeArrowheads="1"/>
            </p:cNvSpPr>
            <p:nvPr userDrawn="1"/>
          </p:nvSpPr>
          <p:spPr bwMode="auto">
            <a:xfrm>
              <a:off x="1854910"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8" name="Oval 492">
              <a:extLst>
                <a:ext uri="{FF2B5EF4-FFF2-40B4-BE49-F238E27FC236}">
                  <a16:creationId xmlns:a16="http://schemas.microsoft.com/office/drawing/2014/main" id="{727F0DB3-3FD6-414C-8F2A-B0A4959C1130}"/>
                </a:ext>
              </a:extLst>
            </p:cNvPr>
            <p:cNvSpPr>
              <a:spLocks noChangeAspect="1" noChangeArrowheads="1"/>
            </p:cNvSpPr>
            <p:nvPr userDrawn="1"/>
          </p:nvSpPr>
          <p:spPr bwMode="auto">
            <a:xfrm>
              <a:off x="196799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49" name="Oval 493">
              <a:extLst>
                <a:ext uri="{FF2B5EF4-FFF2-40B4-BE49-F238E27FC236}">
                  <a16:creationId xmlns:a16="http://schemas.microsoft.com/office/drawing/2014/main" id="{3770EF36-1E2E-45E9-8B06-152C8A5B6C15}"/>
                </a:ext>
              </a:extLst>
            </p:cNvPr>
            <p:cNvSpPr>
              <a:spLocks noChangeAspect="1" noChangeArrowheads="1"/>
            </p:cNvSpPr>
            <p:nvPr userDrawn="1"/>
          </p:nvSpPr>
          <p:spPr bwMode="auto">
            <a:xfrm>
              <a:off x="2079572"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0" name="Oval 494">
              <a:extLst>
                <a:ext uri="{FF2B5EF4-FFF2-40B4-BE49-F238E27FC236}">
                  <a16:creationId xmlns:a16="http://schemas.microsoft.com/office/drawing/2014/main" id="{E7DED0E2-9A67-4208-86D2-438420244E51}"/>
                </a:ext>
              </a:extLst>
            </p:cNvPr>
            <p:cNvSpPr>
              <a:spLocks noChangeAspect="1" noChangeArrowheads="1"/>
            </p:cNvSpPr>
            <p:nvPr userDrawn="1"/>
          </p:nvSpPr>
          <p:spPr bwMode="auto">
            <a:xfrm>
              <a:off x="219265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1" name="Oval 495">
              <a:extLst>
                <a:ext uri="{FF2B5EF4-FFF2-40B4-BE49-F238E27FC236}">
                  <a16:creationId xmlns:a16="http://schemas.microsoft.com/office/drawing/2014/main" id="{EF431272-E411-4A59-83F5-FCED41CD0F40}"/>
                </a:ext>
              </a:extLst>
            </p:cNvPr>
            <p:cNvSpPr>
              <a:spLocks noChangeAspect="1" noChangeArrowheads="1"/>
            </p:cNvSpPr>
            <p:nvPr userDrawn="1"/>
          </p:nvSpPr>
          <p:spPr bwMode="auto">
            <a:xfrm>
              <a:off x="2304233"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2" name="Oval 496">
              <a:extLst>
                <a:ext uri="{FF2B5EF4-FFF2-40B4-BE49-F238E27FC236}">
                  <a16:creationId xmlns:a16="http://schemas.microsoft.com/office/drawing/2014/main" id="{F4062D06-5DE3-479A-A8F8-47136E85606F}"/>
                </a:ext>
              </a:extLst>
            </p:cNvPr>
            <p:cNvSpPr>
              <a:spLocks noChangeAspect="1" noChangeArrowheads="1"/>
            </p:cNvSpPr>
            <p:nvPr userDrawn="1"/>
          </p:nvSpPr>
          <p:spPr bwMode="auto">
            <a:xfrm>
              <a:off x="241731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3" name="Oval 497">
              <a:extLst>
                <a:ext uri="{FF2B5EF4-FFF2-40B4-BE49-F238E27FC236}">
                  <a16:creationId xmlns:a16="http://schemas.microsoft.com/office/drawing/2014/main" id="{E80E43B1-E826-4A20-B80A-DAB686DD5FB3}"/>
                </a:ext>
              </a:extLst>
            </p:cNvPr>
            <p:cNvSpPr>
              <a:spLocks noChangeAspect="1" noChangeArrowheads="1"/>
            </p:cNvSpPr>
            <p:nvPr userDrawn="1"/>
          </p:nvSpPr>
          <p:spPr bwMode="auto">
            <a:xfrm>
              <a:off x="2528893"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4" name="Oval 498">
              <a:extLst>
                <a:ext uri="{FF2B5EF4-FFF2-40B4-BE49-F238E27FC236}">
                  <a16:creationId xmlns:a16="http://schemas.microsoft.com/office/drawing/2014/main" id="{151A5703-D759-47ED-8D19-A2CC2F9F79D5}"/>
                </a:ext>
              </a:extLst>
            </p:cNvPr>
            <p:cNvSpPr>
              <a:spLocks noChangeAspect="1" noChangeArrowheads="1"/>
            </p:cNvSpPr>
            <p:nvPr userDrawn="1"/>
          </p:nvSpPr>
          <p:spPr bwMode="auto">
            <a:xfrm>
              <a:off x="264197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5" name="Oval 499">
              <a:extLst>
                <a:ext uri="{FF2B5EF4-FFF2-40B4-BE49-F238E27FC236}">
                  <a16:creationId xmlns:a16="http://schemas.microsoft.com/office/drawing/2014/main" id="{66C77A13-156C-45F0-B132-B337DAACBC38}"/>
                </a:ext>
              </a:extLst>
            </p:cNvPr>
            <p:cNvSpPr>
              <a:spLocks noChangeAspect="1" noChangeArrowheads="1"/>
            </p:cNvSpPr>
            <p:nvPr userDrawn="1"/>
          </p:nvSpPr>
          <p:spPr bwMode="auto">
            <a:xfrm>
              <a:off x="2753553"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6" name="Oval 500">
              <a:extLst>
                <a:ext uri="{FF2B5EF4-FFF2-40B4-BE49-F238E27FC236}">
                  <a16:creationId xmlns:a16="http://schemas.microsoft.com/office/drawing/2014/main" id="{266A87BC-6A95-47DE-AD31-1BF9B2BB6B87}"/>
                </a:ext>
              </a:extLst>
            </p:cNvPr>
            <p:cNvSpPr>
              <a:spLocks noChangeAspect="1" noChangeArrowheads="1"/>
            </p:cNvSpPr>
            <p:nvPr userDrawn="1"/>
          </p:nvSpPr>
          <p:spPr bwMode="auto">
            <a:xfrm>
              <a:off x="286664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7" name="Oval 501">
              <a:extLst>
                <a:ext uri="{FF2B5EF4-FFF2-40B4-BE49-F238E27FC236}">
                  <a16:creationId xmlns:a16="http://schemas.microsoft.com/office/drawing/2014/main" id="{BE65BF1F-9AFF-4BEA-A4A8-111C12243F81}"/>
                </a:ext>
              </a:extLst>
            </p:cNvPr>
            <p:cNvSpPr>
              <a:spLocks noChangeAspect="1" noChangeArrowheads="1"/>
            </p:cNvSpPr>
            <p:nvPr userDrawn="1"/>
          </p:nvSpPr>
          <p:spPr bwMode="auto">
            <a:xfrm>
              <a:off x="2978216"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8" name="Oval 502">
              <a:extLst>
                <a:ext uri="{FF2B5EF4-FFF2-40B4-BE49-F238E27FC236}">
                  <a16:creationId xmlns:a16="http://schemas.microsoft.com/office/drawing/2014/main" id="{5FFA94C2-637B-4F48-BF25-1A526B5ED56A}"/>
                </a:ext>
              </a:extLst>
            </p:cNvPr>
            <p:cNvSpPr>
              <a:spLocks noChangeAspect="1" noChangeArrowheads="1"/>
            </p:cNvSpPr>
            <p:nvPr userDrawn="1"/>
          </p:nvSpPr>
          <p:spPr bwMode="auto">
            <a:xfrm>
              <a:off x="410302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59" name="Oval 503">
              <a:extLst>
                <a:ext uri="{FF2B5EF4-FFF2-40B4-BE49-F238E27FC236}">
                  <a16:creationId xmlns:a16="http://schemas.microsoft.com/office/drawing/2014/main" id="{DF2F9764-70A6-4688-A450-B80B4A331F45}"/>
                </a:ext>
              </a:extLst>
            </p:cNvPr>
            <p:cNvSpPr>
              <a:spLocks noChangeAspect="1" noChangeArrowheads="1"/>
            </p:cNvSpPr>
            <p:nvPr userDrawn="1"/>
          </p:nvSpPr>
          <p:spPr bwMode="auto">
            <a:xfrm>
              <a:off x="421460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0" name="Oval 504">
              <a:extLst>
                <a:ext uri="{FF2B5EF4-FFF2-40B4-BE49-F238E27FC236}">
                  <a16:creationId xmlns:a16="http://schemas.microsoft.com/office/drawing/2014/main" id="{6BFA3C90-7477-44C0-8C7D-927BD5A8A7DB}"/>
                </a:ext>
              </a:extLst>
            </p:cNvPr>
            <p:cNvSpPr>
              <a:spLocks noChangeAspect="1" noChangeArrowheads="1"/>
            </p:cNvSpPr>
            <p:nvPr userDrawn="1"/>
          </p:nvSpPr>
          <p:spPr bwMode="auto">
            <a:xfrm>
              <a:off x="432768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1" name="Oval 505">
              <a:extLst>
                <a:ext uri="{FF2B5EF4-FFF2-40B4-BE49-F238E27FC236}">
                  <a16:creationId xmlns:a16="http://schemas.microsoft.com/office/drawing/2014/main" id="{B9ADAF0D-D1BB-42BE-BB97-8933E71AD280}"/>
                </a:ext>
              </a:extLst>
            </p:cNvPr>
            <p:cNvSpPr>
              <a:spLocks noChangeAspect="1" noChangeArrowheads="1"/>
            </p:cNvSpPr>
            <p:nvPr userDrawn="1"/>
          </p:nvSpPr>
          <p:spPr bwMode="auto">
            <a:xfrm>
              <a:off x="443926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2" name="Oval 506">
              <a:extLst>
                <a:ext uri="{FF2B5EF4-FFF2-40B4-BE49-F238E27FC236}">
                  <a16:creationId xmlns:a16="http://schemas.microsoft.com/office/drawing/2014/main" id="{E1E1BB25-A011-4EC0-97B2-CBC0E119A424}"/>
                </a:ext>
              </a:extLst>
            </p:cNvPr>
            <p:cNvSpPr>
              <a:spLocks noChangeAspect="1" noChangeArrowheads="1"/>
            </p:cNvSpPr>
            <p:nvPr userDrawn="1"/>
          </p:nvSpPr>
          <p:spPr bwMode="auto">
            <a:xfrm>
              <a:off x="455234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3" name="Oval 507">
              <a:extLst>
                <a:ext uri="{FF2B5EF4-FFF2-40B4-BE49-F238E27FC236}">
                  <a16:creationId xmlns:a16="http://schemas.microsoft.com/office/drawing/2014/main" id="{B51813C2-19B1-4586-8565-17075793A382}"/>
                </a:ext>
              </a:extLst>
            </p:cNvPr>
            <p:cNvSpPr>
              <a:spLocks noChangeAspect="1" noChangeArrowheads="1"/>
            </p:cNvSpPr>
            <p:nvPr userDrawn="1"/>
          </p:nvSpPr>
          <p:spPr bwMode="auto">
            <a:xfrm>
              <a:off x="466392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4" name="Oval 508">
              <a:extLst>
                <a:ext uri="{FF2B5EF4-FFF2-40B4-BE49-F238E27FC236}">
                  <a16:creationId xmlns:a16="http://schemas.microsoft.com/office/drawing/2014/main" id="{F533480B-CC4E-446F-A9B8-3B54E62C65C4}"/>
                </a:ext>
              </a:extLst>
            </p:cNvPr>
            <p:cNvSpPr>
              <a:spLocks noChangeAspect="1" noChangeArrowheads="1"/>
            </p:cNvSpPr>
            <p:nvPr userDrawn="1"/>
          </p:nvSpPr>
          <p:spPr bwMode="auto">
            <a:xfrm>
              <a:off x="477700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5" name="Oval 509">
              <a:extLst>
                <a:ext uri="{FF2B5EF4-FFF2-40B4-BE49-F238E27FC236}">
                  <a16:creationId xmlns:a16="http://schemas.microsoft.com/office/drawing/2014/main" id="{37B59D8E-C4C4-45C1-B367-0E893F3769DB}"/>
                </a:ext>
              </a:extLst>
            </p:cNvPr>
            <p:cNvSpPr>
              <a:spLocks noChangeAspect="1" noChangeArrowheads="1"/>
            </p:cNvSpPr>
            <p:nvPr userDrawn="1"/>
          </p:nvSpPr>
          <p:spPr bwMode="auto">
            <a:xfrm>
              <a:off x="4888585" y="2385119"/>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566" name="Oval 510">
              <a:extLst>
                <a:ext uri="{FF2B5EF4-FFF2-40B4-BE49-F238E27FC236}">
                  <a16:creationId xmlns:a16="http://schemas.microsoft.com/office/drawing/2014/main" id="{B9FF9EF5-12F4-4F53-87F7-9BB252F5F847}"/>
                </a:ext>
              </a:extLst>
            </p:cNvPr>
            <p:cNvSpPr>
              <a:spLocks noChangeAspect="1" noChangeArrowheads="1"/>
            </p:cNvSpPr>
            <p:nvPr userDrawn="1"/>
          </p:nvSpPr>
          <p:spPr bwMode="auto">
            <a:xfrm>
              <a:off x="5001670"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7" name="Oval 511">
              <a:extLst>
                <a:ext uri="{FF2B5EF4-FFF2-40B4-BE49-F238E27FC236}">
                  <a16:creationId xmlns:a16="http://schemas.microsoft.com/office/drawing/2014/main" id="{7EBC19B5-B73E-445B-9A04-34A932630038}"/>
                </a:ext>
              </a:extLst>
            </p:cNvPr>
            <p:cNvSpPr>
              <a:spLocks noChangeAspect="1" noChangeArrowheads="1"/>
            </p:cNvSpPr>
            <p:nvPr userDrawn="1"/>
          </p:nvSpPr>
          <p:spPr bwMode="auto">
            <a:xfrm>
              <a:off x="511324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8" name="Oval 512">
              <a:extLst>
                <a:ext uri="{FF2B5EF4-FFF2-40B4-BE49-F238E27FC236}">
                  <a16:creationId xmlns:a16="http://schemas.microsoft.com/office/drawing/2014/main" id="{EB1C0817-E7B4-4257-80CB-DEE2E3AA12B5}"/>
                </a:ext>
              </a:extLst>
            </p:cNvPr>
            <p:cNvSpPr>
              <a:spLocks noChangeAspect="1" noChangeArrowheads="1"/>
            </p:cNvSpPr>
            <p:nvPr userDrawn="1"/>
          </p:nvSpPr>
          <p:spPr bwMode="auto">
            <a:xfrm>
              <a:off x="5226330"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69" name="Oval 513">
              <a:extLst>
                <a:ext uri="{FF2B5EF4-FFF2-40B4-BE49-F238E27FC236}">
                  <a16:creationId xmlns:a16="http://schemas.microsoft.com/office/drawing/2014/main" id="{F5801055-2DCA-459E-A15A-B9AF95D64AEA}"/>
                </a:ext>
              </a:extLst>
            </p:cNvPr>
            <p:cNvSpPr>
              <a:spLocks noChangeAspect="1" noChangeArrowheads="1"/>
            </p:cNvSpPr>
            <p:nvPr userDrawn="1"/>
          </p:nvSpPr>
          <p:spPr bwMode="auto">
            <a:xfrm>
              <a:off x="5337907"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0" name="Oval 514">
              <a:extLst>
                <a:ext uri="{FF2B5EF4-FFF2-40B4-BE49-F238E27FC236}">
                  <a16:creationId xmlns:a16="http://schemas.microsoft.com/office/drawing/2014/main" id="{BE440E36-44C4-40E9-B4F8-1DAB0BA63141}"/>
                </a:ext>
              </a:extLst>
            </p:cNvPr>
            <p:cNvSpPr>
              <a:spLocks noChangeAspect="1" noChangeArrowheads="1"/>
            </p:cNvSpPr>
            <p:nvPr userDrawn="1"/>
          </p:nvSpPr>
          <p:spPr bwMode="auto">
            <a:xfrm>
              <a:off x="5450992"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1" name="Oval 515">
              <a:extLst>
                <a:ext uri="{FF2B5EF4-FFF2-40B4-BE49-F238E27FC236}">
                  <a16:creationId xmlns:a16="http://schemas.microsoft.com/office/drawing/2014/main" id="{3496E4BB-5758-4810-A799-34AA165D7EB8}"/>
                </a:ext>
              </a:extLst>
            </p:cNvPr>
            <p:cNvSpPr>
              <a:spLocks noChangeAspect="1" noChangeArrowheads="1"/>
            </p:cNvSpPr>
            <p:nvPr userDrawn="1"/>
          </p:nvSpPr>
          <p:spPr bwMode="auto">
            <a:xfrm>
              <a:off x="5562568"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2" name="Oval 516">
              <a:extLst>
                <a:ext uri="{FF2B5EF4-FFF2-40B4-BE49-F238E27FC236}">
                  <a16:creationId xmlns:a16="http://schemas.microsoft.com/office/drawing/2014/main" id="{742A4016-920B-4C28-9838-D028BFB91CCF}"/>
                </a:ext>
              </a:extLst>
            </p:cNvPr>
            <p:cNvSpPr>
              <a:spLocks noChangeAspect="1" noChangeArrowheads="1"/>
            </p:cNvSpPr>
            <p:nvPr userDrawn="1"/>
          </p:nvSpPr>
          <p:spPr bwMode="auto">
            <a:xfrm>
              <a:off x="567565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3" name="Oval 517">
              <a:extLst>
                <a:ext uri="{FF2B5EF4-FFF2-40B4-BE49-F238E27FC236}">
                  <a16:creationId xmlns:a16="http://schemas.microsoft.com/office/drawing/2014/main" id="{46B9C8AB-1B49-4332-A3A6-36F63D8477DA}"/>
                </a:ext>
              </a:extLst>
            </p:cNvPr>
            <p:cNvSpPr>
              <a:spLocks noChangeAspect="1" noChangeArrowheads="1"/>
            </p:cNvSpPr>
            <p:nvPr userDrawn="1"/>
          </p:nvSpPr>
          <p:spPr bwMode="auto">
            <a:xfrm>
              <a:off x="578722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4" name="Oval 518">
              <a:extLst>
                <a:ext uri="{FF2B5EF4-FFF2-40B4-BE49-F238E27FC236}">
                  <a16:creationId xmlns:a16="http://schemas.microsoft.com/office/drawing/2014/main" id="{7299B671-3EC3-4C39-87D5-554254C382AD}"/>
                </a:ext>
              </a:extLst>
            </p:cNvPr>
            <p:cNvSpPr>
              <a:spLocks noChangeAspect="1" noChangeArrowheads="1"/>
            </p:cNvSpPr>
            <p:nvPr userDrawn="1"/>
          </p:nvSpPr>
          <p:spPr bwMode="auto">
            <a:xfrm>
              <a:off x="5900313"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5" name="Oval 519">
              <a:extLst>
                <a:ext uri="{FF2B5EF4-FFF2-40B4-BE49-F238E27FC236}">
                  <a16:creationId xmlns:a16="http://schemas.microsoft.com/office/drawing/2014/main" id="{4B81402B-1C3E-408D-9583-EE1192B8A15D}"/>
                </a:ext>
              </a:extLst>
            </p:cNvPr>
            <p:cNvSpPr>
              <a:spLocks noChangeAspect="1" noChangeArrowheads="1"/>
            </p:cNvSpPr>
            <p:nvPr userDrawn="1"/>
          </p:nvSpPr>
          <p:spPr bwMode="auto">
            <a:xfrm>
              <a:off x="601339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6" name="Oval 520">
              <a:extLst>
                <a:ext uri="{FF2B5EF4-FFF2-40B4-BE49-F238E27FC236}">
                  <a16:creationId xmlns:a16="http://schemas.microsoft.com/office/drawing/2014/main" id="{0C4A0BDB-AA3B-43E8-88F5-EFFF27AB3D4A}"/>
                </a:ext>
              </a:extLst>
            </p:cNvPr>
            <p:cNvSpPr>
              <a:spLocks noChangeAspect="1" noChangeArrowheads="1"/>
            </p:cNvSpPr>
            <p:nvPr userDrawn="1"/>
          </p:nvSpPr>
          <p:spPr bwMode="auto">
            <a:xfrm>
              <a:off x="612497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7" name="Oval 521">
              <a:extLst>
                <a:ext uri="{FF2B5EF4-FFF2-40B4-BE49-F238E27FC236}">
                  <a16:creationId xmlns:a16="http://schemas.microsoft.com/office/drawing/2014/main" id="{7E3B9A65-36C3-4121-9301-FCF4576BB48A}"/>
                </a:ext>
              </a:extLst>
            </p:cNvPr>
            <p:cNvSpPr>
              <a:spLocks noChangeAspect="1" noChangeArrowheads="1"/>
            </p:cNvSpPr>
            <p:nvPr userDrawn="1"/>
          </p:nvSpPr>
          <p:spPr bwMode="auto">
            <a:xfrm>
              <a:off x="6238058"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8" name="Oval 522">
              <a:extLst>
                <a:ext uri="{FF2B5EF4-FFF2-40B4-BE49-F238E27FC236}">
                  <a16:creationId xmlns:a16="http://schemas.microsoft.com/office/drawing/2014/main" id="{C337FC7D-872B-4366-9688-AEEDE5D764A4}"/>
                </a:ext>
              </a:extLst>
            </p:cNvPr>
            <p:cNvSpPr>
              <a:spLocks noChangeAspect="1" noChangeArrowheads="1"/>
            </p:cNvSpPr>
            <p:nvPr userDrawn="1"/>
          </p:nvSpPr>
          <p:spPr bwMode="auto">
            <a:xfrm>
              <a:off x="634963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79" name="Oval 523">
              <a:extLst>
                <a:ext uri="{FF2B5EF4-FFF2-40B4-BE49-F238E27FC236}">
                  <a16:creationId xmlns:a16="http://schemas.microsoft.com/office/drawing/2014/main" id="{177EEFEA-0BE2-4E65-BC42-516B9CB7FFEB}"/>
                </a:ext>
              </a:extLst>
            </p:cNvPr>
            <p:cNvSpPr>
              <a:spLocks noChangeAspect="1" noChangeArrowheads="1"/>
            </p:cNvSpPr>
            <p:nvPr userDrawn="1"/>
          </p:nvSpPr>
          <p:spPr bwMode="auto">
            <a:xfrm>
              <a:off x="6462718"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0" name="Oval 524">
              <a:extLst>
                <a:ext uri="{FF2B5EF4-FFF2-40B4-BE49-F238E27FC236}">
                  <a16:creationId xmlns:a16="http://schemas.microsoft.com/office/drawing/2014/main" id="{67E6ADEA-42F9-4DAE-8F3E-D4BB45B6C16E}"/>
                </a:ext>
              </a:extLst>
            </p:cNvPr>
            <p:cNvSpPr>
              <a:spLocks noChangeAspect="1" noChangeArrowheads="1"/>
            </p:cNvSpPr>
            <p:nvPr userDrawn="1"/>
          </p:nvSpPr>
          <p:spPr bwMode="auto">
            <a:xfrm>
              <a:off x="6574294"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1" name="Oval 525">
              <a:extLst>
                <a:ext uri="{FF2B5EF4-FFF2-40B4-BE49-F238E27FC236}">
                  <a16:creationId xmlns:a16="http://schemas.microsoft.com/office/drawing/2014/main" id="{480E460A-8D95-4119-82C6-C97E4E5EBFD3}"/>
                </a:ext>
              </a:extLst>
            </p:cNvPr>
            <p:cNvSpPr>
              <a:spLocks noChangeAspect="1" noChangeArrowheads="1"/>
            </p:cNvSpPr>
            <p:nvPr userDrawn="1"/>
          </p:nvSpPr>
          <p:spPr bwMode="auto">
            <a:xfrm>
              <a:off x="6687381"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2" name="Oval 526">
              <a:extLst>
                <a:ext uri="{FF2B5EF4-FFF2-40B4-BE49-F238E27FC236}">
                  <a16:creationId xmlns:a16="http://schemas.microsoft.com/office/drawing/2014/main" id="{99128B9C-109F-4DBD-A743-83AC0724FE4D}"/>
                </a:ext>
              </a:extLst>
            </p:cNvPr>
            <p:cNvSpPr>
              <a:spLocks noChangeAspect="1" noChangeArrowheads="1"/>
            </p:cNvSpPr>
            <p:nvPr userDrawn="1"/>
          </p:nvSpPr>
          <p:spPr bwMode="auto">
            <a:xfrm>
              <a:off x="679895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3" name="Oval 527">
              <a:extLst>
                <a:ext uri="{FF2B5EF4-FFF2-40B4-BE49-F238E27FC236}">
                  <a16:creationId xmlns:a16="http://schemas.microsoft.com/office/drawing/2014/main" id="{6666B4CA-9975-4D79-9042-E62B1E6904BD}"/>
                </a:ext>
              </a:extLst>
            </p:cNvPr>
            <p:cNvSpPr>
              <a:spLocks noChangeAspect="1" noChangeArrowheads="1"/>
            </p:cNvSpPr>
            <p:nvPr userDrawn="1"/>
          </p:nvSpPr>
          <p:spPr bwMode="auto">
            <a:xfrm>
              <a:off x="6912041"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4" name="Oval 528">
              <a:extLst>
                <a:ext uri="{FF2B5EF4-FFF2-40B4-BE49-F238E27FC236}">
                  <a16:creationId xmlns:a16="http://schemas.microsoft.com/office/drawing/2014/main" id="{1F9BD705-38B9-445C-9E88-73AE904DD163}"/>
                </a:ext>
              </a:extLst>
            </p:cNvPr>
            <p:cNvSpPr>
              <a:spLocks noChangeAspect="1" noChangeArrowheads="1"/>
            </p:cNvSpPr>
            <p:nvPr userDrawn="1"/>
          </p:nvSpPr>
          <p:spPr bwMode="auto">
            <a:xfrm>
              <a:off x="7023616"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5" name="Oval 529">
              <a:extLst>
                <a:ext uri="{FF2B5EF4-FFF2-40B4-BE49-F238E27FC236}">
                  <a16:creationId xmlns:a16="http://schemas.microsoft.com/office/drawing/2014/main" id="{26775BED-CE02-4EEF-B555-9E8863DD7689}"/>
                </a:ext>
              </a:extLst>
            </p:cNvPr>
            <p:cNvSpPr>
              <a:spLocks noChangeAspect="1" noChangeArrowheads="1"/>
            </p:cNvSpPr>
            <p:nvPr userDrawn="1"/>
          </p:nvSpPr>
          <p:spPr bwMode="auto">
            <a:xfrm>
              <a:off x="7136701"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6" name="Oval 530">
              <a:extLst>
                <a:ext uri="{FF2B5EF4-FFF2-40B4-BE49-F238E27FC236}">
                  <a16:creationId xmlns:a16="http://schemas.microsoft.com/office/drawing/2014/main" id="{1675E4FB-13BB-4503-8ECF-EFF9182D5F75}"/>
                </a:ext>
              </a:extLst>
            </p:cNvPr>
            <p:cNvSpPr>
              <a:spLocks noChangeAspect="1" noChangeArrowheads="1"/>
            </p:cNvSpPr>
            <p:nvPr userDrawn="1"/>
          </p:nvSpPr>
          <p:spPr bwMode="auto">
            <a:xfrm>
              <a:off x="7248277"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7" name="Oval 531">
              <a:extLst>
                <a:ext uri="{FF2B5EF4-FFF2-40B4-BE49-F238E27FC236}">
                  <a16:creationId xmlns:a16="http://schemas.microsoft.com/office/drawing/2014/main" id="{917C3F71-F92C-4758-9783-D244D0832DDE}"/>
                </a:ext>
              </a:extLst>
            </p:cNvPr>
            <p:cNvSpPr>
              <a:spLocks noChangeAspect="1" noChangeArrowheads="1"/>
            </p:cNvSpPr>
            <p:nvPr userDrawn="1"/>
          </p:nvSpPr>
          <p:spPr bwMode="auto">
            <a:xfrm>
              <a:off x="7361362"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8" name="Oval 532">
              <a:extLst>
                <a:ext uri="{FF2B5EF4-FFF2-40B4-BE49-F238E27FC236}">
                  <a16:creationId xmlns:a16="http://schemas.microsoft.com/office/drawing/2014/main" id="{DD2BAC43-887A-4DC6-99E7-A825CEB39DB9}"/>
                </a:ext>
              </a:extLst>
            </p:cNvPr>
            <p:cNvSpPr>
              <a:spLocks noChangeAspect="1" noChangeArrowheads="1"/>
            </p:cNvSpPr>
            <p:nvPr userDrawn="1"/>
          </p:nvSpPr>
          <p:spPr bwMode="auto">
            <a:xfrm>
              <a:off x="7472939" y="238511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89" name="Oval 533">
              <a:extLst>
                <a:ext uri="{FF2B5EF4-FFF2-40B4-BE49-F238E27FC236}">
                  <a16:creationId xmlns:a16="http://schemas.microsoft.com/office/drawing/2014/main" id="{B1460C83-59EB-43F6-BF78-B92BE54D1897}"/>
                </a:ext>
              </a:extLst>
            </p:cNvPr>
            <p:cNvSpPr>
              <a:spLocks noChangeAspect="1" noChangeArrowheads="1"/>
            </p:cNvSpPr>
            <p:nvPr userDrawn="1"/>
          </p:nvSpPr>
          <p:spPr bwMode="auto">
            <a:xfrm>
              <a:off x="7586024"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0" name="Oval 534">
              <a:extLst>
                <a:ext uri="{FF2B5EF4-FFF2-40B4-BE49-F238E27FC236}">
                  <a16:creationId xmlns:a16="http://schemas.microsoft.com/office/drawing/2014/main" id="{039846AD-1DA6-4CBB-8D2F-FB7687015014}"/>
                </a:ext>
              </a:extLst>
            </p:cNvPr>
            <p:cNvSpPr>
              <a:spLocks noChangeAspect="1" noChangeArrowheads="1"/>
            </p:cNvSpPr>
            <p:nvPr userDrawn="1"/>
          </p:nvSpPr>
          <p:spPr bwMode="auto">
            <a:xfrm>
              <a:off x="7697599"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1" name="Oval 535">
              <a:extLst>
                <a:ext uri="{FF2B5EF4-FFF2-40B4-BE49-F238E27FC236}">
                  <a16:creationId xmlns:a16="http://schemas.microsoft.com/office/drawing/2014/main" id="{37101A25-72A5-4D9B-B520-01AEADF82569}"/>
                </a:ext>
              </a:extLst>
            </p:cNvPr>
            <p:cNvSpPr>
              <a:spLocks noChangeAspect="1" noChangeArrowheads="1"/>
            </p:cNvSpPr>
            <p:nvPr userDrawn="1"/>
          </p:nvSpPr>
          <p:spPr bwMode="auto">
            <a:xfrm>
              <a:off x="8035345" y="238511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2" name="Oval 536">
              <a:extLst>
                <a:ext uri="{FF2B5EF4-FFF2-40B4-BE49-F238E27FC236}">
                  <a16:creationId xmlns:a16="http://schemas.microsoft.com/office/drawing/2014/main" id="{1D690FC7-9D87-41A8-9866-1BA912799407}"/>
                </a:ext>
              </a:extLst>
            </p:cNvPr>
            <p:cNvSpPr>
              <a:spLocks noChangeAspect="1" noChangeArrowheads="1"/>
            </p:cNvSpPr>
            <p:nvPr userDrawn="1"/>
          </p:nvSpPr>
          <p:spPr bwMode="auto">
            <a:xfrm>
              <a:off x="140558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3" name="Oval 537">
              <a:extLst>
                <a:ext uri="{FF2B5EF4-FFF2-40B4-BE49-F238E27FC236}">
                  <a16:creationId xmlns:a16="http://schemas.microsoft.com/office/drawing/2014/main" id="{B9463075-B857-4AA0-BEE2-1A5B8AA76B49}"/>
                </a:ext>
              </a:extLst>
            </p:cNvPr>
            <p:cNvSpPr>
              <a:spLocks noChangeAspect="1" noChangeArrowheads="1"/>
            </p:cNvSpPr>
            <p:nvPr userDrawn="1"/>
          </p:nvSpPr>
          <p:spPr bwMode="auto">
            <a:xfrm>
              <a:off x="151867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4" name="Oval 538">
              <a:extLst>
                <a:ext uri="{FF2B5EF4-FFF2-40B4-BE49-F238E27FC236}">
                  <a16:creationId xmlns:a16="http://schemas.microsoft.com/office/drawing/2014/main" id="{1C65B4A1-31AE-4DCE-88F8-44A4C272F77A}"/>
                </a:ext>
              </a:extLst>
            </p:cNvPr>
            <p:cNvSpPr>
              <a:spLocks noChangeAspect="1" noChangeArrowheads="1"/>
            </p:cNvSpPr>
            <p:nvPr userDrawn="1"/>
          </p:nvSpPr>
          <p:spPr bwMode="auto">
            <a:xfrm>
              <a:off x="163025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5" name="Oval 539">
              <a:extLst>
                <a:ext uri="{FF2B5EF4-FFF2-40B4-BE49-F238E27FC236}">
                  <a16:creationId xmlns:a16="http://schemas.microsoft.com/office/drawing/2014/main" id="{D3117F22-DF04-4D86-974B-86B3006B7817}"/>
                </a:ext>
              </a:extLst>
            </p:cNvPr>
            <p:cNvSpPr>
              <a:spLocks noChangeAspect="1" noChangeArrowheads="1"/>
            </p:cNvSpPr>
            <p:nvPr userDrawn="1"/>
          </p:nvSpPr>
          <p:spPr bwMode="auto">
            <a:xfrm>
              <a:off x="174333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6" name="Oval 540">
              <a:extLst>
                <a:ext uri="{FF2B5EF4-FFF2-40B4-BE49-F238E27FC236}">
                  <a16:creationId xmlns:a16="http://schemas.microsoft.com/office/drawing/2014/main" id="{72E3B030-640C-4324-984E-19B963246E1E}"/>
                </a:ext>
              </a:extLst>
            </p:cNvPr>
            <p:cNvSpPr>
              <a:spLocks noChangeAspect="1" noChangeArrowheads="1"/>
            </p:cNvSpPr>
            <p:nvPr userDrawn="1"/>
          </p:nvSpPr>
          <p:spPr bwMode="auto">
            <a:xfrm>
              <a:off x="1854910"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7" name="Oval 541">
              <a:extLst>
                <a:ext uri="{FF2B5EF4-FFF2-40B4-BE49-F238E27FC236}">
                  <a16:creationId xmlns:a16="http://schemas.microsoft.com/office/drawing/2014/main" id="{2E7F8FA8-6317-4BA3-8FBA-BDD58B0B11DE}"/>
                </a:ext>
              </a:extLst>
            </p:cNvPr>
            <p:cNvSpPr>
              <a:spLocks noChangeAspect="1" noChangeArrowheads="1"/>
            </p:cNvSpPr>
            <p:nvPr userDrawn="1"/>
          </p:nvSpPr>
          <p:spPr bwMode="auto">
            <a:xfrm>
              <a:off x="196799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8" name="Oval 542">
              <a:extLst>
                <a:ext uri="{FF2B5EF4-FFF2-40B4-BE49-F238E27FC236}">
                  <a16:creationId xmlns:a16="http://schemas.microsoft.com/office/drawing/2014/main" id="{210F89C8-1938-424C-9F1A-35F3FAAB7371}"/>
                </a:ext>
              </a:extLst>
            </p:cNvPr>
            <p:cNvSpPr>
              <a:spLocks noChangeAspect="1" noChangeArrowheads="1"/>
            </p:cNvSpPr>
            <p:nvPr userDrawn="1"/>
          </p:nvSpPr>
          <p:spPr bwMode="auto">
            <a:xfrm>
              <a:off x="2079572"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599" name="Oval 543">
              <a:extLst>
                <a:ext uri="{FF2B5EF4-FFF2-40B4-BE49-F238E27FC236}">
                  <a16:creationId xmlns:a16="http://schemas.microsoft.com/office/drawing/2014/main" id="{4B514486-060D-4D72-BF75-3A4E20588E63}"/>
                </a:ext>
              </a:extLst>
            </p:cNvPr>
            <p:cNvSpPr>
              <a:spLocks noChangeAspect="1" noChangeArrowheads="1"/>
            </p:cNvSpPr>
            <p:nvPr userDrawn="1"/>
          </p:nvSpPr>
          <p:spPr bwMode="auto">
            <a:xfrm>
              <a:off x="219265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0" name="Oval 544">
              <a:extLst>
                <a:ext uri="{FF2B5EF4-FFF2-40B4-BE49-F238E27FC236}">
                  <a16:creationId xmlns:a16="http://schemas.microsoft.com/office/drawing/2014/main" id="{5ADCAF23-3121-4DE4-9572-A6865BD19F8D}"/>
                </a:ext>
              </a:extLst>
            </p:cNvPr>
            <p:cNvSpPr>
              <a:spLocks noChangeAspect="1" noChangeArrowheads="1"/>
            </p:cNvSpPr>
            <p:nvPr userDrawn="1"/>
          </p:nvSpPr>
          <p:spPr bwMode="auto">
            <a:xfrm>
              <a:off x="2304233"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1" name="Oval 545">
              <a:extLst>
                <a:ext uri="{FF2B5EF4-FFF2-40B4-BE49-F238E27FC236}">
                  <a16:creationId xmlns:a16="http://schemas.microsoft.com/office/drawing/2014/main" id="{D5A8C22A-3ECD-4B1C-BFF2-DD08EFC3A82E}"/>
                </a:ext>
              </a:extLst>
            </p:cNvPr>
            <p:cNvSpPr>
              <a:spLocks noChangeAspect="1" noChangeArrowheads="1"/>
            </p:cNvSpPr>
            <p:nvPr userDrawn="1"/>
          </p:nvSpPr>
          <p:spPr bwMode="auto">
            <a:xfrm>
              <a:off x="241731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2" name="Oval 546">
              <a:extLst>
                <a:ext uri="{FF2B5EF4-FFF2-40B4-BE49-F238E27FC236}">
                  <a16:creationId xmlns:a16="http://schemas.microsoft.com/office/drawing/2014/main" id="{4C228257-A5B3-4A2C-A6F3-8CB6B5D857C5}"/>
                </a:ext>
              </a:extLst>
            </p:cNvPr>
            <p:cNvSpPr>
              <a:spLocks noChangeAspect="1" noChangeArrowheads="1"/>
            </p:cNvSpPr>
            <p:nvPr userDrawn="1"/>
          </p:nvSpPr>
          <p:spPr bwMode="auto">
            <a:xfrm>
              <a:off x="2528893"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3" name="Oval 547">
              <a:extLst>
                <a:ext uri="{FF2B5EF4-FFF2-40B4-BE49-F238E27FC236}">
                  <a16:creationId xmlns:a16="http://schemas.microsoft.com/office/drawing/2014/main" id="{F7030543-A50A-49C7-B13B-FC4050A9DDB9}"/>
                </a:ext>
              </a:extLst>
            </p:cNvPr>
            <p:cNvSpPr>
              <a:spLocks noChangeAspect="1" noChangeArrowheads="1"/>
            </p:cNvSpPr>
            <p:nvPr userDrawn="1"/>
          </p:nvSpPr>
          <p:spPr bwMode="auto">
            <a:xfrm>
              <a:off x="264197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4" name="Oval 548">
              <a:extLst>
                <a:ext uri="{FF2B5EF4-FFF2-40B4-BE49-F238E27FC236}">
                  <a16:creationId xmlns:a16="http://schemas.microsoft.com/office/drawing/2014/main" id="{D4218464-4C4E-4FFB-AB53-92DBB9BBBF79}"/>
                </a:ext>
              </a:extLst>
            </p:cNvPr>
            <p:cNvSpPr>
              <a:spLocks noChangeAspect="1" noChangeArrowheads="1"/>
            </p:cNvSpPr>
            <p:nvPr userDrawn="1"/>
          </p:nvSpPr>
          <p:spPr bwMode="auto">
            <a:xfrm>
              <a:off x="2753553"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5" name="Oval 549">
              <a:extLst>
                <a:ext uri="{FF2B5EF4-FFF2-40B4-BE49-F238E27FC236}">
                  <a16:creationId xmlns:a16="http://schemas.microsoft.com/office/drawing/2014/main" id="{330C608A-116C-4A53-998D-D3BC609EF0BD}"/>
                </a:ext>
              </a:extLst>
            </p:cNvPr>
            <p:cNvSpPr>
              <a:spLocks noChangeAspect="1" noChangeArrowheads="1"/>
            </p:cNvSpPr>
            <p:nvPr userDrawn="1"/>
          </p:nvSpPr>
          <p:spPr bwMode="auto">
            <a:xfrm>
              <a:off x="286664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6" name="Oval 550">
              <a:extLst>
                <a:ext uri="{FF2B5EF4-FFF2-40B4-BE49-F238E27FC236}">
                  <a16:creationId xmlns:a16="http://schemas.microsoft.com/office/drawing/2014/main" id="{8CB68439-26C8-4C2B-B1D4-68FA0FB9427A}"/>
                </a:ext>
              </a:extLst>
            </p:cNvPr>
            <p:cNvSpPr>
              <a:spLocks noChangeAspect="1" noChangeArrowheads="1"/>
            </p:cNvSpPr>
            <p:nvPr userDrawn="1"/>
          </p:nvSpPr>
          <p:spPr bwMode="auto">
            <a:xfrm>
              <a:off x="2978216"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7" name="Oval 551">
              <a:extLst>
                <a:ext uri="{FF2B5EF4-FFF2-40B4-BE49-F238E27FC236}">
                  <a16:creationId xmlns:a16="http://schemas.microsoft.com/office/drawing/2014/main" id="{44943139-22B1-42A8-BD68-31C4049DB13B}"/>
                </a:ext>
              </a:extLst>
            </p:cNvPr>
            <p:cNvSpPr>
              <a:spLocks noChangeAspect="1" noChangeArrowheads="1"/>
            </p:cNvSpPr>
            <p:nvPr userDrawn="1"/>
          </p:nvSpPr>
          <p:spPr bwMode="auto">
            <a:xfrm>
              <a:off x="421460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08" name="Oval 552">
              <a:extLst>
                <a:ext uri="{FF2B5EF4-FFF2-40B4-BE49-F238E27FC236}">
                  <a16:creationId xmlns:a16="http://schemas.microsoft.com/office/drawing/2014/main" id="{D58280F4-591B-4BE1-ACF5-41BC4E89F818}"/>
                </a:ext>
              </a:extLst>
            </p:cNvPr>
            <p:cNvSpPr>
              <a:spLocks noChangeAspect="1" noChangeArrowheads="1"/>
            </p:cNvSpPr>
            <p:nvPr userDrawn="1"/>
          </p:nvSpPr>
          <p:spPr bwMode="auto">
            <a:xfrm>
              <a:off x="4327687" y="2489155"/>
              <a:ext cx="85945"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609" name="Oval 553">
              <a:extLst>
                <a:ext uri="{FF2B5EF4-FFF2-40B4-BE49-F238E27FC236}">
                  <a16:creationId xmlns:a16="http://schemas.microsoft.com/office/drawing/2014/main" id="{FB0777FC-59B8-4095-8453-20820899D590}"/>
                </a:ext>
              </a:extLst>
            </p:cNvPr>
            <p:cNvSpPr>
              <a:spLocks noChangeAspect="1" noChangeArrowheads="1"/>
            </p:cNvSpPr>
            <p:nvPr userDrawn="1"/>
          </p:nvSpPr>
          <p:spPr bwMode="auto">
            <a:xfrm>
              <a:off x="443926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0" name="Oval 554">
              <a:extLst>
                <a:ext uri="{FF2B5EF4-FFF2-40B4-BE49-F238E27FC236}">
                  <a16:creationId xmlns:a16="http://schemas.microsoft.com/office/drawing/2014/main" id="{B1991962-F5A2-4BCB-A420-D559F8359769}"/>
                </a:ext>
              </a:extLst>
            </p:cNvPr>
            <p:cNvSpPr>
              <a:spLocks noChangeAspect="1" noChangeArrowheads="1"/>
            </p:cNvSpPr>
            <p:nvPr userDrawn="1"/>
          </p:nvSpPr>
          <p:spPr bwMode="auto">
            <a:xfrm>
              <a:off x="4552349"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1" name="Oval 555">
              <a:extLst>
                <a:ext uri="{FF2B5EF4-FFF2-40B4-BE49-F238E27FC236}">
                  <a16:creationId xmlns:a16="http://schemas.microsoft.com/office/drawing/2014/main" id="{75BCA960-2E91-44AD-94BC-31992CAC139D}"/>
                </a:ext>
              </a:extLst>
            </p:cNvPr>
            <p:cNvSpPr>
              <a:spLocks noChangeAspect="1" noChangeArrowheads="1"/>
            </p:cNvSpPr>
            <p:nvPr userDrawn="1"/>
          </p:nvSpPr>
          <p:spPr bwMode="auto">
            <a:xfrm>
              <a:off x="466392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2" name="Oval 556">
              <a:extLst>
                <a:ext uri="{FF2B5EF4-FFF2-40B4-BE49-F238E27FC236}">
                  <a16:creationId xmlns:a16="http://schemas.microsoft.com/office/drawing/2014/main" id="{8A6FFF61-F295-46A2-AE88-E0967112BCA3}"/>
                </a:ext>
              </a:extLst>
            </p:cNvPr>
            <p:cNvSpPr>
              <a:spLocks noChangeAspect="1" noChangeArrowheads="1"/>
            </p:cNvSpPr>
            <p:nvPr userDrawn="1"/>
          </p:nvSpPr>
          <p:spPr bwMode="auto">
            <a:xfrm>
              <a:off x="477700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3" name="Oval 557">
              <a:extLst>
                <a:ext uri="{FF2B5EF4-FFF2-40B4-BE49-F238E27FC236}">
                  <a16:creationId xmlns:a16="http://schemas.microsoft.com/office/drawing/2014/main" id="{8881C518-9F73-4A6B-996A-CF31FC20C15D}"/>
                </a:ext>
              </a:extLst>
            </p:cNvPr>
            <p:cNvSpPr>
              <a:spLocks noChangeAspect="1" noChangeArrowheads="1"/>
            </p:cNvSpPr>
            <p:nvPr userDrawn="1"/>
          </p:nvSpPr>
          <p:spPr bwMode="auto">
            <a:xfrm>
              <a:off x="4888585"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4" name="Oval 558">
              <a:extLst>
                <a:ext uri="{FF2B5EF4-FFF2-40B4-BE49-F238E27FC236}">
                  <a16:creationId xmlns:a16="http://schemas.microsoft.com/office/drawing/2014/main" id="{4E41D787-7481-49BE-BD0B-FD127EF1B25C}"/>
                </a:ext>
              </a:extLst>
            </p:cNvPr>
            <p:cNvSpPr>
              <a:spLocks noChangeAspect="1" noChangeArrowheads="1"/>
            </p:cNvSpPr>
            <p:nvPr userDrawn="1"/>
          </p:nvSpPr>
          <p:spPr bwMode="auto">
            <a:xfrm>
              <a:off x="5001670"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5" name="Oval 559">
              <a:extLst>
                <a:ext uri="{FF2B5EF4-FFF2-40B4-BE49-F238E27FC236}">
                  <a16:creationId xmlns:a16="http://schemas.microsoft.com/office/drawing/2014/main" id="{F0661098-9D59-4476-B239-DDC9221A9903}"/>
                </a:ext>
              </a:extLst>
            </p:cNvPr>
            <p:cNvSpPr>
              <a:spLocks noChangeAspect="1" noChangeArrowheads="1"/>
            </p:cNvSpPr>
            <p:nvPr userDrawn="1"/>
          </p:nvSpPr>
          <p:spPr bwMode="auto">
            <a:xfrm>
              <a:off x="511324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6" name="Oval 560">
              <a:extLst>
                <a:ext uri="{FF2B5EF4-FFF2-40B4-BE49-F238E27FC236}">
                  <a16:creationId xmlns:a16="http://schemas.microsoft.com/office/drawing/2014/main" id="{FB52F356-4424-45C9-80B3-30496E078109}"/>
                </a:ext>
              </a:extLst>
            </p:cNvPr>
            <p:cNvSpPr>
              <a:spLocks noChangeAspect="1" noChangeArrowheads="1"/>
            </p:cNvSpPr>
            <p:nvPr userDrawn="1"/>
          </p:nvSpPr>
          <p:spPr bwMode="auto">
            <a:xfrm>
              <a:off x="5226330"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7" name="Oval 561">
              <a:extLst>
                <a:ext uri="{FF2B5EF4-FFF2-40B4-BE49-F238E27FC236}">
                  <a16:creationId xmlns:a16="http://schemas.microsoft.com/office/drawing/2014/main" id="{5AB4405A-CB7A-4220-8603-1DAFB199C053}"/>
                </a:ext>
              </a:extLst>
            </p:cNvPr>
            <p:cNvSpPr>
              <a:spLocks noChangeAspect="1" noChangeArrowheads="1"/>
            </p:cNvSpPr>
            <p:nvPr userDrawn="1"/>
          </p:nvSpPr>
          <p:spPr bwMode="auto">
            <a:xfrm>
              <a:off x="5337907"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8" name="Oval 562">
              <a:extLst>
                <a:ext uri="{FF2B5EF4-FFF2-40B4-BE49-F238E27FC236}">
                  <a16:creationId xmlns:a16="http://schemas.microsoft.com/office/drawing/2014/main" id="{4490D264-ECF6-43DA-9B80-465F0532BF9B}"/>
                </a:ext>
              </a:extLst>
            </p:cNvPr>
            <p:cNvSpPr>
              <a:spLocks noChangeAspect="1" noChangeArrowheads="1"/>
            </p:cNvSpPr>
            <p:nvPr userDrawn="1"/>
          </p:nvSpPr>
          <p:spPr bwMode="auto">
            <a:xfrm>
              <a:off x="5450992"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19" name="Oval 563">
              <a:extLst>
                <a:ext uri="{FF2B5EF4-FFF2-40B4-BE49-F238E27FC236}">
                  <a16:creationId xmlns:a16="http://schemas.microsoft.com/office/drawing/2014/main" id="{991BBBF5-EB2E-4DDE-9CE2-732A4AA89B22}"/>
                </a:ext>
              </a:extLst>
            </p:cNvPr>
            <p:cNvSpPr>
              <a:spLocks noChangeAspect="1" noChangeArrowheads="1"/>
            </p:cNvSpPr>
            <p:nvPr userDrawn="1"/>
          </p:nvSpPr>
          <p:spPr bwMode="auto">
            <a:xfrm>
              <a:off x="5562568"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0" name="Oval 564">
              <a:extLst>
                <a:ext uri="{FF2B5EF4-FFF2-40B4-BE49-F238E27FC236}">
                  <a16:creationId xmlns:a16="http://schemas.microsoft.com/office/drawing/2014/main" id="{73A400B7-9D99-44C2-9A39-476C7B23ED84}"/>
                </a:ext>
              </a:extLst>
            </p:cNvPr>
            <p:cNvSpPr>
              <a:spLocks noChangeAspect="1" noChangeArrowheads="1"/>
            </p:cNvSpPr>
            <p:nvPr userDrawn="1"/>
          </p:nvSpPr>
          <p:spPr bwMode="auto">
            <a:xfrm>
              <a:off x="5675652"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1" name="Oval 565">
              <a:extLst>
                <a:ext uri="{FF2B5EF4-FFF2-40B4-BE49-F238E27FC236}">
                  <a16:creationId xmlns:a16="http://schemas.microsoft.com/office/drawing/2014/main" id="{4F045908-89CC-4D49-BD67-696A2B004A60}"/>
                </a:ext>
              </a:extLst>
            </p:cNvPr>
            <p:cNvSpPr>
              <a:spLocks noChangeAspect="1" noChangeArrowheads="1"/>
            </p:cNvSpPr>
            <p:nvPr userDrawn="1"/>
          </p:nvSpPr>
          <p:spPr bwMode="auto">
            <a:xfrm>
              <a:off x="578722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2" name="Oval 566">
              <a:extLst>
                <a:ext uri="{FF2B5EF4-FFF2-40B4-BE49-F238E27FC236}">
                  <a16:creationId xmlns:a16="http://schemas.microsoft.com/office/drawing/2014/main" id="{D2CD0617-09C7-495D-87B6-906B14C6A530}"/>
                </a:ext>
              </a:extLst>
            </p:cNvPr>
            <p:cNvSpPr>
              <a:spLocks noChangeAspect="1" noChangeArrowheads="1"/>
            </p:cNvSpPr>
            <p:nvPr userDrawn="1"/>
          </p:nvSpPr>
          <p:spPr bwMode="auto">
            <a:xfrm>
              <a:off x="5900313"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3" name="Oval 567">
              <a:extLst>
                <a:ext uri="{FF2B5EF4-FFF2-40B4-BE49-F238E27FC236}">
                  <a16:creationId xmlns:a16="http://schemas.microsoft.com/office/drawing/2014/main" id="{3AD3F010-50C0-448D-804F-15EC419C2CCE}"/>
                </a:ext>
              </a:extLst>
            </p:cNvPr>
            <p:cNvSpPr>
              <a:spLocks noChangeAspect="1" noChangeArrowheads="1"/>
            </p:cNvSpPr>
            <p:nvPr userDrawn="1"/>
          </p:nvSpPr>
          <p:spPr bwMode="auto">
            <a:xfrm>
              <a:off x="601339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4" name="Oval 568">
              <a:extLst>
                <a:ext uri="{FF2B5EF4-FFF2-40B4-BE49-F238E27FC236}">
                  <a16:creationId xmlns:a16="http://schemas.microsoft.com/office/drawing/2014/main" id="{866F211F-194C-40A3-A45C-20A3AA5F526A}"/>
                </a:ext>
              </a:extLst>
            </p:cNvPr>
            <p:cNvSpPr>
              <a:spLocks noChangeAspect="1" noChangeArrowheads="1"/>
            </p:cNvSpPr>
            <p:nvPr userDrawn="1"/>
          </p:nvSpPr>
          <p:spPr bwMode="auto">
            <a:xfrm>
              <a:off x="612497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5" name="Oval 569">
              <a:extLst>
                <a:ext uri="{FF2B5EF4-FFF2-40B4-BE49-F238E27FC236}">
                  <a16:creationId xmlns:a16="http://schemas.microsoft.com/office/drawing/2014/main" id="{0C6BFF30-484A-4919-9AA8-0395069F13CB}"/>
                </a:ext>
              </a:extLst>
            </p:cNvPr>
            <p:cNvSpPr>
              <a:spLocks noChangeAspect="1" noChangeArrowheads="1"/>
            </p:cNvSpPr>
            <p:nvPr userDrawn="1"/>
          </p:nvSpPr>
          <p:spPr bwMode="auto">
            <a:xfrm>
              <a:off x="6238058"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6" name="Oval 570">
              <a:extLst>
                <a:ext uri="{FF2B5EF4-FFF2-40B4-BE49-F238E27FC236}">
                  <a16:creationId xmlns:a16="http://schemas.microsoft.com/office/drawing/2014/main" id="{686EB577-F489-47E6-8502-0A2A58A730FB}"/>
                </a:ext>
              </a:extLst>
            </p:cNvPr>
            <p:cNvSpPr>
              <a:spLocks noChangeAspect="1" noChangeArrowheads="1"/>
            </p:cNvSpPr>
            <p:nvPr userDrawn="1"/>
          </p:nvSpPr>
          <p:spPr bwMode="auto">
            <a:xfrm>
              <a:off x="634963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7" name="Oval 571">
              <a:extLst>
                <a:ext uri="{FF2B5EF4-FFF2-40B4-BE49-F238E27FC236}">
                  <a16:creationId xmlns:a16="http://schemas.microsoft.com/office/drawing/2014/main" id="{5BBB6E0B-79D2-47A0-AB57-D479ADB9E78E}"/>
                </a:ext>
              </a:extLst>
            </p:cNvPr>
            <p:cNvSpPr>
              <a:spLocks noChangeAspect="1" noChangeArrowheads="1"/>
            </p:cNvSpPr>
            <p:nvPr userDrawn="1"/>
          </p:nvSpPr>
          <p:spPr bwMode="auto">
            <a:xfrm>
              <a:off x="6462718"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8" name="Oval 572">
              <a:extLst>
                <a:ext uri="{FF2B5EF4-FFF2-40B4-BE49-F238E27FC236}">
                  <a16:creationId xmlns:a16="http://schemas.microsoft.com/office/drawing/2014/main" id="{CCE66323-F646-462A-A66D-C40394C7F79E}"/>
                </a:ext>
              </a:extLst>
            </p:cNvPr>
            <p:cNvSpPr>
              <a:spLocks noChangeAspect="1" noChangeArrowheads="1"/>
            </p:cNvSpPr>
            <p:nvPr userDrawn="1"/>
          </p:nvSpPr>
          <p:spPr bwMode="auto">
            <a:xfrm>
              <a:off x="6574294"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29" name="Oval 573">
              <a:extLst>
                <a:ext uri="{FF2B5EF4-FFF2-40B4-BE49-F238E27FC236}">
                  <a16:creationId xmlns:a16="http://schemas.microsoft.com/office/drawing/2014/main" id="{09810239-215B-4058-B41F-E2D588E94ACD}"/>
                </a:ext>
              </a:extLst>
            </p:cNvPr>
            <p:cNvSpPr>
              <a:spLocks noChangeAspect="1" noChangeArrowheads="1"/>
            </p:cNvSpPr>
            <p:nvPr userDrawn="1"/>
          </p:nvSpPr>
          <p:spPr bwMode="auto">
            <a:xfrm>
              <a:off x="6687381"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0" name="Oval 574">
              <a:extLst>
                <a:ext uri="{FF2B5EF4-FFF2-40B4-BE49-F238E27FC236}">
                  <a16:creationId xmlns:a16="http://schemas.microsoft.com/office/drawing/2014/main" id="{4937AA5B-AAEF-4FA2-83E2-D77D3E4C2A7C}"/>
                </a:ext>
              </a:extLst>
            </p:cNvPr>
            <p:cNvSpPr>
              <a:spLocks noChangeAspect="1" noChangeArrowheads="1"/>
            </p:cNvSpPr>
            <p:nvPr userDrawn="1"/>
          </p:nvSpPr>
          <p:spPr bwMode="auto">
            <a:xfrm>
              <a:off x="679895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1" name="Oval 575">
              <a:extLst>
                <a:ext uri="{FF2B5EF4-FFF2-40B4-BE49-F238E27FC236}">
                  <a16:creationId xmlns:a16="http://schemas.microsoft.com/office/drawing/2014/main" id="{33359224-B7F2-4D53-9808-ADD619A3CE05}"/>
                </a:ext>
              </a:extLst>
            </p:cNvPr>
            <p:cNvSpPr>
              <a:spLocks noChangeAspect="1" noChangeArrowheads="1"/>
            </p:cNvSpPr>
            <p:nvPr userDrawn="1"/>
          </p:nvSpPr>
          <p:spPr bwMode="auto">
            <a:xfrm>
              <a:off x="6912041"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2" name="Oval 576">
              <a:extLst>
                <a:ext uri="{FF2B5EF4-FFF2-40B4-BE49-F238E27FC236}">
                  <a16:creationId xmlns:a16="http://schemas.microsoft.com/office/drawing/2014/main" id="{9D634C1A-2510-46E3-B792-E296B2A9297F}"/>
                </a:ext>
              </a:extLst>
            </p:cNvPr>
            <p:cNvSpPr>
              <a:spLocks noChangeAspect="1" noChangeArrowheads="1"/>
            </p:cNvSpPr>
            <p:nvPr userDrawn="1"/>
          </p:nvSpPr>
          <p:spPr bwMode="auto">
            <a:xfrm>
              <a:off x="7023616"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3" name="Oval 577">
              <a:extLst>
                <a:ext uri="{FF2B5EF4-FFF2-40B4-BE49-F238E27FC236}">
                  <a16:creationId xmlns:a16="http://schemas.microsoft.com/office/drawing/2014/main" id="{C34F3661-10C9-4873-988F-B5D2D8C5B331}"/>
                </a:ext>
              </a:extLst>
            </p:cNvPr>
            <p:cNvSpPr>
              <a:spLocks noChangeAspect="1" noChangeArrowheads="1"/>
            </p:cNvSpPr>
            <p:nvPr userDrawn="1"/>
          </p:nvSpPr>
          <p:spPr bwMode="auto">
            <a:xfrm>
              <a:off x="7136701"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4" name="Oval 578">
              <a:extLst>
                <a:ext uri="{FF2B5EF4-FFF2-40B4-BE49-F238E27FC236}">
                  <a16:creationId xmlns:a16="http://schemas.microsoft.com/office/drawing/2014/main" id="{9EFB6EE3-0419-487C-B6F9-72C545C3AC5E}"/>
                </a:ext>
              </a:extLst>
            </p:cNvPr>
            <p:cNvSpPr>
              <a:spLocks noChangeAspect="1" noChangeArrowheads="1"/>
            </p:cNvSpPr>
            <p:nvPr userDrawn="1"/>
          </p:nvSpPr>
          <p:spPr bwMode="auto">
            <a:xfrm>
              <a:off x="7248277"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5" name="Oval 579">
              <a:extLst>
                <a:ext uri="{FF2B5EF4-FFF2-40B4-BE49-F238E27FC236}">
                  <a16:creationId xmlns:a16="http://schemas.microsoft.com/office/drawing/2014/main" id="{C5967692-F159-4F2A-A3B3-8ADF1B325379}"/>
                </a:ext>
              </a:extLst>
            </p:cNvPr>
            <p:cNvSpPr>
              <a:spLocks noChangeAspect="1" noChangeArrowheads="1"/>
            </p:cNvSpPr>
            <p:nvPr userDrawn="1"/>
          </p:nvSpPr>
          <p:spPr bwMode="auto">
            <a:xfrm>
              <a:off x="7361362"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6" name="Oval 580">
              <a:extLst>
                <a:ext uri="{FF2B5EF4-FFF2-40B4-BE49-F238E27FC236}">
                  <a16:creationId xmlns:a16="http://schemas.microsoft.com/office/drawing/2014/main" id="{8FF70369-BF71-4D83-B17E-3C796C834374}"/>
                </a:ext>
              </a:extLst>
            </p:cNvPr>
            <p:cNvSpPr>
              <a:spLocks noChangeAspect="1" noChangeArrowheads="1"/>
            </p:cNvSpPr>
            <p:nvPr userDrawn="1"/>
          </p:nvSpPr>
          <p:spPr bwMode="auto">
            <a:xfrm>
              <a:off x="7472939" y="248915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7" name="Oval 581">
              <a:extLst>
                <a:ext uri="{FF2B5EF4-FFF2-40B4-BE49-F238E27FC236}">
                  <a16:creationId xmlns:a16="http://schemas.microsoft.com/office/drawing/2014/main" id="{6CF85441-66B8-4313-928A-1FD3BA1ECB51}"/>
                </a:ext>
              </a:extLst>
            </p:cNvPr>
            <p:cNvSpPr>
              <a:spLocks noChangeAspect="1" noChangeArrowheads="1"/>
            </p:cNvSpPr>
            <p:nvPr userDrawn="1"/>
          </p:nvSpPr>
          <p:spPr bwMode="auto">
            <a:xfrm>
              <a:off x="7586024"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8" name="Oval 582">
              <a:extLst>
                <a:ext uri="{FF2B5EF4-FFF2-40B4-BE49-F238E27FC236}">
                  <a16:creationId xmlns:a16="http://schemas.microsoft.com/office/drawing/2014/main" id="{85AF55FC-038C-4F0C-9338-DC901E6DBC75}"/>
                </a:ext>
              </a:extLst>
            </p:cNvPr>
            <p:cNvSpPr>
              <a:spLocks noChangeAspect="1" noChangeArrowheads="1"/>
            </p:cNvSpPr>
            <p:nvPr userDrawn="1"/>
          </p:nvSpPr>
          <p:spPr bwMode="auto">
            <a:xfrm>
              <a:off x="7697599"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39" name="Oval 583">
              <a:extLst>
                <a:ext uri="{FF2B5EF4-FFF2-40B4-BE49-F238E27FC236}">
                  <a16:creationId xmlns:a16="http://schemas.microsoft.com/office/drawing/2014/main" id="{61F0E452-E06B-42B4-936C-92362F6CD0DE}"/>
                </a:ext>
              </a:extLst>
            </p:cNvPr>
            <p:cNvSpPr>
              <a:spLocks noChangeAspect="1" noChangeArrowheads="1"/>
            </p:cNvSpPr>
            <p:nvPr userDrawn="1"/>
          </p:nvSpPr>
          <p:spPr bwMode="auto">
            <a:xfrm>
              <a:off x="8035345" y="248915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0" name="Oval 584">
              <a:extLst>
                <a:ext uri="{FF2B5EF4-FFF2-40B4-BE49-F238E27FC236}">
                  <a16:creationId xmlns:a16="http://schemas.microsoft.com/office/drawing/2014/main" id="{5D2469AB-A8B1-4C45-B3E3-196E3801FB43}"/>
                </a:ext>
              </a:extLst>
            </p:cNvPr>
            <p:cNvSpPr>
              <a:spLocks noChangeAspect="1" noChangeArrowheads="1"/>
            </p:cNvSpPr>
            <p:nvPr userDrawn="1"/>
          </p:nvSpPr>
          <p:spPr bwMode="auto">
            <a:xfrm>
              <a:off x="1405589"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1" name="Oval 585">
              <a:extLst>
                <a:ext uri="{FF2B5EF4-FFF2-40B4-BE49-F238E27FC236}">
                  <a16:creationId xmlns:a16="http://schemas.microsoft.com/office/drawing/2014/main" id="{E9351ABE-E266-4AE6-BAF5-A20B73B297D7}"/>
                </a:ext>
              </a:extLst>
            </p:cNvPr>
            <p:cNvSpPr>
              <a:spLocks noChangeAspect="1" noChangeArrowheads="1"/>
            </p:cNvSpPr>
            <p:nvPr userDrawn="1"/>
          </p:nvSpPr>
          <p:spPr bwMode="auto">
            <a:xfrm>
              <a:off x="151867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2" name="Oval 586">
              <a:extLst>
                <a:ext uri="{FF2B5EF4-FFF2-40B4-BE49-F238E27FC236}">
                  <a16:creationId xmlns:a16="http://schemas.microsoft.com/office/drawing/2014/main" id="{7343C4A4-4DD4-4C1E-80B0-495AA858EFD5}"/>
                </a:ext>
              </a:extLst>
            </p:cNvPr>
            <p:cNvSpPr>
              <a:spLocks noChangeAspect="1" noChangeArrowheads="1"/>
            </p:cNvSpPr>
            <p:nvPr userDrawn="1"/>
          </p:nvSpPr>
          <p:spPr bwMode="auto">
            <a:xfrm>
              <a:off x="163025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3" name="Oval 587">
              <a:extLst>
                <a:ext uri="{FF2B5EF4-FFF2-40B4-BE49-F238E27FC236}">
                  <a16:creationId xmlns:a16="http://schemas.microsoft.com/office/drawing/2014/main" id="{D6947A25-BD33-457B-9AE4-E163DF080CE4}"/>
                </a:ext>
              </a:extLst>
            </p:cNvPr>
            <p:cNvSpPr>
              <a:spLocks noChangeAspect="1" noChangeArrowheads="1"/>
            </p:cNvSpPr>
            <p:nvPr userDrawn="1"/>
          </p:nvSpPr>
          <p:spPr bwMode="auto">
            <a:xfrm>
              <a:off x="174333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4" name="Oval 588">
              <a:extLst>
                <a:ext uri="{FF2B5EF4-FFF2-40B4-BE49-F238E27FC236}">
                  <a16:creationId xmlns:a16="http://schemas.microsoft.com/office/drawing/2014/main" id="{C691B87C-E3BE-48A1-82C4-1E6B37B239FE}"/>
                </a:ext>
              </a:extLst>
            </p:cNvPr>
            <p:cNvSpPr>
              <a:spLocks noChangeAspect="1" noChangeArrowheads="1"/>
            </p:cNvSpPr>
            <p:nvPr userDrawn="1"/>
          </p:nvSpPr>
          <p:spPr bwMode="auto">
            <a:xfrm>
              <a:off x="1854910"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5" name="Oval 589">
              <a:extLst>
                <a:ext uri="{FF2B5EF4-FFF2-40B4-BE49-F238E27FC236}">
                  <a16:creationId xmlns:a16="http://schemas.microsoft.com/office/drawing/2014/main" id="{6B14DBC2-1182-45F5-A24F-47D3150DBACF}"/>
                </a:ext>
              </a:extLst>
            </p:cNvPr>
            <p:cNvSpPr>
              <a:spLocks noChangeAspect="1" noChangeArrowheads="1"/>
            </p:cNvSpPr>
            <p:nvPr userDrawn="1"/>
          </p:nvSpPr>
          <p:spPr bwMode="auto">
            <a:xfrm>
              <a:off x="1967995"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6" name="Oval 590">
              <a:extLst>
                <a:ext uri="{FF2B5EF4-FFF2-40B4-BE49-F238E27FC236}">
                  <a16:creationId xmlns:a16="http://schemas.microsoft.com/office/drawing/2014/main" id="{A435BE61-6E40-495F-883A-ACD7EAF62B53}"/>
                </a:ext>
              </a:extLst>
            </p:cNvPr>
            <p:cNvSpPr>
              <a:spLocks noChangeAspect="1" noChangeArrowheads="1"/>
            </p:cNvSpPr>
            <p:nvPr userDrawn="1"/>
          </p:nvSpPr>
          <p:spPr bwMode="auto">
            <a:xfrm>
              <a:off x="2079572"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7" name="Oval 591">
              <a:extLst>
                <a:ext uri="{FF2B5EF4-FFF2-40B4-BE49-F238E27FC236}">
                  <a16:creationId xmlns:a16="http://schemas.microsoft.com/office/drawing/2014/main" id="{F3EA5EED-A87B-4646-AABC-D3EC711E66E4}"/>
                </a:ext>
              </a:extLst>
            </p:cNvPr>
            <p:cNvSpPr>
              <a:spLocks noChangeAspect="1" noChangeArrowheads="1"/>
            </p:cNvSpPr>
            <p:nvPr userDrawn="1"/>
          </p:nvSpPr>
          <p:spPr bwMode="auto">
            <a:xfrm>
              <a:off x="219265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8" name="Oval 592">
              <a:extLst>
                <a:ext uri="{FF2B5EF4-FFF2-40B4-BE49-F238E27FC236}">
                  <a16:creationId xmlns:a16="http://schemas.microsoft.com/office/drawing/2014/main" id="{043F5499-4A4D-4B08-AB08-CB966A4DA8D6}"/>
                </a:ext>
              </a:extLst>
            </p:cNvPr>
            <p:cNvSpPr>
              <a:spLocks noChangeAspect="1" noChangeArrowheads="1"/>
            </p:cNvSpPr>
            <p:nvPr userDrawn="1"/>
          </p:nvSpPr>
          <p:spPr bwMode="auto">
            <a:xfrm>
              <a:off x="2304233"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49" name="Oval 593">
              <a:extLst>
                <a:ext uri="{FF2B5EF4-FFF2-40B4-BE49-F238E27FC236}">
                  <a16:creationId xmlns:a16="http://schemas.microsoft.com/office/drawing/2014/main" id="{EA7931EA-CC58-4ABE-978E-F51BC464D786}"/>
                </a:ext>
              </a:extLst>
            </p:cNvPr>
            <p:cNvSpPr>
              <a:spLocks noChangeAspect="1" noChangeArrowheads="1"/>
            </p:cNvSpPr>
            <p:nvPr userDrawn="1"/>
          </p:nvSpPr>
          <p:spPr bwMode="auto">
            <a:xfrm>
              <a:off x="241731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0" name="Oval 594">
              <a:extLst>
                <a:ext uri="{FF2B5EF4-FFF2-40B4-BE49-F238E27FC236}">
                  <a16:creationId xmlns:a16="http://schemas.microsoft.com/office/drawing/2014/main" id="{852ABEA0-2A17-4115-80A3-745795264C23}"/>
                </a:ext>
              </a:extLst>
            </p:cNvPr>
            <p:cNvSpPr>
              <a:spLocks noChangeAspect="1" noChangeArrowheads="1"/>
            </p:cNvSpPr>
            <p:nvPr userDrawn="1"/>
          </p:nvSpPr>
          <p:spPr bwMode="auto">
            <a:xfrm>
              <a:off x="2528893"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1" name="Oval 595">
              <a:extLst>
                <a:ext uri="{FF2B5EF4-FFF2-40B4-BE49-F238E27FC236}">
                  <a16:creationId xmlns:a16="http://schemas.microsoft.com/office/drawing/2014/main" id="{DA4D71D7-E5E6-49AC-80C8-AC8690459351}"/>
                </a:ext>
              </a:extLst>
            </p:cNvPr>
            <p:cNvSpPr>
              <a:spLocks noChangeAspect="1" noChangeArrowheads="1"/>
            </p:cNvSpPr>
            <p:nvPr userDrawn="1"/>
          </p:nvSpPr>
          <p:spPr bwMode="auto">
            <a:xfrm>
              <a:off x="264197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2" name="Oval 596">
              <a:extLst>
                <a:ext uri="{FF2B5EF4-FFF2-40B4-BE49-F238E27FC236}">
                  <a16:creationId xmlns:a16="http://schemas.microsoft.com/office/drawing/2014/main" id="{87A37FC4-D523-4F52-AFC8-4EC4414B8CD3}"/>
                </a:ext>
              </a:extLst>
            </p:cNvPr>
            <p:cNvSpPr>
              <a:spLocks noChangeAspect="1" noChangeArrowheads="1"/>
            </p:cNvSpPr>
            <p:nvPr userDrawn="1"/>
          </p:nvSpPr>
          <p:spPr bwMode="auto">
            <a:xfrm>
              <a:off x="2753553"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3" name="Oval 597">
              <a:extLst>
                <a:ext uri="{FF2B5EF4-FFF2-40B4-BE49-F238E27FC236}">
                  <a16:creationId xmlns:a16="http://schemas.microsoft.com/office/drawing/2014/main" id="{36FBB548-9E2F-47BC-AD69-2A9FA9A9BF13}"/>
                </a:ext>
              </a:extLst>
            </p:cNvPr>
            <p:cNvSpPr>
              <a:spLocks noChangeAspect="1" noChangeArrowheads="1"/>
            </p:cNvSpPr>
            <p:nvPr userDrawn="1"/>
          </p:nvSpPr>
          <p:spPr bwMode="auto">
            <a:xfrm>
              <a:off x="286664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4" name="Oval 598">
              <a:extLst>
                <a:ext uri="{FF2B5EF4-FFF2-40B4-BE49-F238E27FC236}">
                  <a16:creationId xmlns:a16="http://schemas.microsoft.com/office/drawing/2014/main" id="{65CF5C3C-C89B-4F23-A3C6-1834BEF5DADC}"/>
                </a:ext>
              </a:extLst>
            </p:cNvPr>
            <p:cNvSpPr>
              <a:spLocks noChangeAspect="1" noChangeArrowheads="1"/>
            </p:cNvSpPr>
            <p:nvPr userDrawn="1"/>
          </p:nvSpPr>
          <p:spPr bwMode="auto">
            <a:xfrm>
              <a:off x="2978216"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5" name="Oval 599">
              <a:extLst>
                <a:ext uri="{FF2B5EF4-FFF2-40B4-BE49-F238E27FC236}">
                  <a16:creationId xmlns:a16="http://schemas.microsoft.com/office/drawing/2014/main" id="{3DCBDDFA-2588-48A3-936A-AD954693F5E2}"/>
                </a:ext>
              </a:extLst>
            </p:cNvPr>
            <p:cNvSpPr>
              <a:spLocks noChangeAspect="1" noChangeArrowheads="1"/>
            </p:cNvSpPr>
            <p:nvPr userDrawn="1"/>
          </p:nvSpPr>
          <p:spPr bwMode="auto">
            <a:xfrm>
              <a:off x="432768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6" name="Oval 600">
              <a:extLst>
                <a:ext uri="{FF2B5EF4-FFF2-40B4-BE49-F238E27FC236}">
                  <a16:creationId xmlns:a16="http://schemas.microsoft.com/office/drawing/2014/main" id="{D36BB6F8-B853-442E-AD4C-E6DBBE5FC398}"/>
                </a:ext>
              </a:extLst>
            </p:cNvPr>
            <p:cNvSpPr>
              <a:spLocks noChangeAspect="1" noChangeArrowheads="1"/>
            </p:cNvSpPr>
            <p:nvPr userDrawn="1"/>
          </p:nvSpPr>
          <p:spPr bwMode="auto">
            <a:xfrm>
              <a:off x="443926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7" name="Oval 601">
              <a:extLst>
                <a:ext uri="{FF2B5EF4-FFF2-40B4-BE49-F238E27FC236}">
                  <a16:creationId xmlns:a16="http://schemas.microsoft.com/office/drawing/2014/main" id="{3E88B56F-66DD-4981-B57C-C780DBF21720}"/>
                </a:ext>
              </a:extLst>
            </p:cNvPr>
            <p:cNvSpPr>
              <a:spLocks noChangeAspect="1" noChangeArrowheads="1"/>
            </p:cNvSpPr>
            <p:nvPr userDrawn="1"/>
          </p:nvSpPr>
          <p:spPr bwMode="auto">
            <a:xfrm>
              <a:off x="4552349"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8" name="Oval 602">
              <a:extLst>
                <a:ext uri="{FF2B5EF4-FFF2-40B4-BE49-F238E27FC236}">
                  <a16:creationId xmlns:a16="http://schemas.microsoft.com/office/drawing/2014/main" id="{82803C4F-8F01-4ACF-9916-59249D627257}"/>
                </a:ext>
              </a:extLst>
            </p:cNvPr>
            <p:cNvSpPr>
              <a:spLocks noChangeAspect="1" noChangeArrowheads="1"/>
            </p:cNvSpPr>
            <p:nvPr userDrawn="1"/>
          </p:nvSpPr>
          <p:spPr bwMode="auto">
            <a:xfrm>
              <a:off x="4663925"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59" name="Oval 603">
              <a:extLst>
                <a:ext uri="{FF2B5EF4-FFF2-40B4-BE49-F238E27FC236}">
                  <a16:creationId xmlns:a16="http://schemas.microsoft.com/office/drawing/2014/main" id="{4AB87FB7-EE08-42E2-97D2-11C7518B70E5}"/>
                </a:ext>
              </a:extLst>
            </p:cNvPr>
            <p:cNvSpPr>
              <a:spLocks noChangeAspect="1" noChangeArrowheads="1"/>
            </p:cNvSpPr>
            <p:nvPr userDrawn="1"/>
          </p:nvSpPr>
          <p:spPr bwMode="auto">
            <a:xfrm>
              <a:off x="4777009" y="2593192"/>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660" name="Oval 604">
              <a:extLst>
                <a:ext uri="{FF2B5EF4-FFF2-40B4-BE49-F238E27FC236}">
                  <a16:creationId xmlns:a16="http://schemas.microsoft.com/office/drawing/2014/main" id="{1AE2468F-5C18-4F44-9E45-9F4CE1BDB0C4}"/>
                </a:ext>
              </a:extLst>
            </p:cNvPr>
            <p:cNvSpPr>
              <a:spLocks noChangeAspect="1" noChangeArrowheads="1"/>
            </p:cNvSpPr>
            <p:nvPr userDrawn="1"/>
          </p:nvSpPr>
          <p:spPr bwMode="auto">
            <a:xfrm>
              <a:off x="4888585"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1" name="Oval 605">
              <a:extLst>
                <a:ext uri="{FF2B5EF4-FFF2-40B4-BE49-F238E27FC236}">
                  <a16:creationId xmlns:a16="http://schemas.microsoft.com/office/drawing/2014/main" id="{F769A0F9-1171-439F-8132-C6BA0C93171B}"/>
                </a:ext>
              </a:extLst>
            </p:cNvPr>
            <p:cNvSpPr>
              <a:spLocks noChangeAspect="1" noChangeArrowheads="1"/>
            </p:cNvSpPr>
            <p:nvPr userDrawn="1"/>
          </p:nvSpPr>
          <p:spPr bwMode="auto">
            <a:xfrm>
              <a:off x="5001670"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2" name="Oval 606">
              <a:extLst>
                <a:ext uri="{FF2B5EF4-FFF2-40B4-BE49-F238E27FC236}">
                  <a16:creationId xmlns:a16="http://schemas.microsoft.com/office/drawing/2014/main" id="{6AB01476-39E6-4D47-A6AA-C3653303DBF6}"/>
                </a:ext>
              </a:extLst>
            </p:cNvPr>
            <p:cNvSpPr>
              <a:spLocks noChangeAspect="1" noChangeArrowheads="1"/>
            </p:cNvSpPr>
            <p:nvPr userDrawn="1"/>
          </p:nvSpPr>
          <p:spPr bwMode="auto">
            <a:xfrm>
              <a:off x="511324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3" name="Oval 607">
              <a:extLst>
                <a:ext uri="{FF2B5EF4-FFF2-40B4-BE49-F238E27FC236}">
                  <a16:creationId xmlns:a16="http://schemas.microsoft.com/office/drawing/2014/main" id="{AC86918E-0E1F-439C-8E19-9898BAD484BD}"/>
                </a:ext>
              </a:extLst>
            </p:cNvPr>
            <p:cNvSpPr>
              <a:spLocks noChangeAspect="1" noChangeArrowheads="1"/>
            </p:cNvSpPr>
            <p:nvPr userDrawn="1"/>
          </p:nvSpPr>
          <p:spPr bwMode="auto">
            <a:xfrm>
              <a:off x="5226330"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4" name="Oval 608">
              <a:extLst>
                <a:ext uri="{FF2B5EF4-FFF2-40B4-BE49-F238E27FC236}">
                  <a16:creationId xmlns:a16="http://schemas.microsoft.com/office/drawing/2014/main" id="{68C8A0A0-0F1E-432B-B3D2-A8E100F1835D}"/>
                </a:ext>
              </a:extLst>
            </p:cNvPr>
            <p:cNvSpPr>
              <a:spLocks noChangeAspect="1" noChangeArrowheads="1"/>
            </p:cNvSpPr>
            <p:nvPr userDrawn="1"/>
          </p:nvSpPr>
          <p:spPr bwMode="auto">
            <a:xfrm>
              <a:off x="5337907"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5" name="Oval 609">
              <a:extLst>
                <a:ext uri="{FF2B5EF4-FFF2-40B4-BE49-F238E27FC236}">
                  <a16:creationId xmlns:a16="http://schemas.microsoft.com/office/drawing/2014/main" id="{CB193398-1D93-4638-AEDD-611DB03DE53B}"/>
                </a:ext>
              </a:extLst>
            </p:cNvPr>
            <p:cNvSpPr>
              <a:spLocks noChangeAspect="1" noChangeArrowheads="1"/>
            </p:cNvSpPr>
            <p:nvPr userDrawn="1"/>
          </p:nvSpPr>
          <p:spPr bwMode="auto">
            <a:xfrm>
              <a:off x="5450992"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6" name="Oval 610">
              <a:extLst>
                <a:ext uri="{FF2B5EF4-FFF2-40B4-BE49-F238E27FC236}">
                  <a16:creationId xmlns:a16="http://schemas.microsoft.com/office/drawing/2014/main" id="{41AF21C0-CBAE-4000-8DB1-9CB0A5F3054C}"/>
                </a:ext>
              </a:extLst>
            </p:cNvPr>
            <p:cNvSpPr>
              <a:spLocks noChangeAspect="1" noChangeArrowheads="1"/>
            </p:cNvSpPr>
            <p:nvPr userDrawn="1"/>
          </p:nvSpPr>
          <p:spPr bwMode="auto">
            <a:xfrm>
              <a:off x="5562568"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7" name="Oval 611">
              <a:extLst>
                <a:ext uri="{FF2B5EF4-FFF2-40B4-BE49-F238E27FC236}">
                  <a16:creationId xmlns:a16="http://schemas.microsoft.com/office/drawing/2014/main" id="{6449F58A-7792-4F05-9F59-31ADC246C5E1}"/>
                </a:ext>
              </a:extLst>
            </p:cNvPr>
            <p:cNvSpPr>
              <a:spLocks noChangeAspect="1" noChangeArrowheads="1"/>
            </p:cNvSpPr>
            <p:nvPr userDrawn="1"/>
          </p:nvSpPr>
          <p:spPr bwMode="auto">
            <a:xfrm>
              <a:off x="5675652"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8" name="Oval 612">
              <a:extLst>
                <a:ext uri="{FF2B5EF4-FFF2-40B4-BE49-F238E27FC236}">
                  <a16:creationId xmlns:a16="http://schemas.microsoft.com/office/drawing/2014/main" id="{0A9FE473-799F-4974-8291-7A780B68015F}"/>
                </a:ext>
              </a:extLst>
            </p:cNvPr>
            <p:cNvSpPr>
              <a:spLocks noChangeAspect="1" noChangeArrowheads="1"/>
            </p:cNvSpPr>
            <p:nvPr userDrawn="1"/>
          </p:nvSpPr>
          <p:spPr bwMode="auto">
            <a:xfrm>
              <a:off x="578722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69" name="Oval 613">
              <a:extLst>
                <a:ext uri="{FF2B5EF4-FFF2-40B4-BE49-F238E27FC236}">
                  <a16:creationId xmlns:a16="http://schemas.microsoft.com/office/drawing/2014/main" id="{9D9C812D-959D-456C-8FEE-103B77DA0314}"/>
                </a:ext>
              </a:extLst>
            </p:cNvPr>
            <p:cNvSpPr>
              <a:spLocks noChangeAspect="1" noChangeArrowheads="1"/>
            </p:cNvSpPr>
            <p:nvPr userDrawn="1"/>
          </p:nvSpPr>
          <p:spPr bwMode="auto">
            <a:xfrm>
              <a:off x="5900313"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0" name="Oval 614">
              <a:extLst>
                <a:ext uri="{FF2B5EF4-FFF2-40B4-BE49-F238E27FC236}">
                  <a16:creationId xmlns:a16="http://schemas.microsoft.com/office/drawing/2014/main" id="{ED08213D-04AC-4CBA-9A4D-FAD0969A0940}"/>
                </a:ext>
              </a:extLst>
            </p:cNvPr>
            <p:cNvSpPr>
              <a:spLocks noChangeAspect="1" noChangeArrowheads="1"/>
            </p:cNvSpPr>
            <p:nvPr userDrawn="1"/>
          </p:nvSpPr>
          <p:spPr bwMode="auto">
            <a:xfrm>
              <a:off x="601339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1" name="Oval 615">
              <a:extLst>
                <a:ext uri="{FF2B5EF4-FFF2-40B4-BE49-F238E27FC236}">
                  <a16:creationId xmlns:a16="http://schemas.microsoft.com/office/drawing/2014/main" id="{EB649225-4A99-48BA-B6E5-C64358612D22}"/>
                </a:ext>
              </a:extLst>
            </p:cNvPr>
            <p:cNvSpPr>
              <a:spLocks noChangeAspect="1" noChangeArrowheads="1"/>
            </p:cNvSpPr>
            <p:nvPr userDrawn="1"/>
          </p:nvSpPr>
          <p:spPr bwMode="auto">
            <a:xfrm>
              <a:off x="612497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2" name="Oval 616">
              <a:extLst>
                <a:ext uri="{FF2B5EF4-FFF2-40B4-BE49-F238E27FC236}">
                  <a16:creationId xmlns:a16="http://schemas.microsoft.com/office/drawing/2014/main" id="{D22971DE-9AAF-414F-9B82-3D623582B6D6}"/>
                </a:ext>
              </a:extLst>
            </p:cNvPr>
            <p:cNvSpPr>
              <a:spLocks noChangeAspect="1" noChangeArrowheads="1"/>
            </p:cNvSpPr>
            <p:nvPr userDrawn="1"/>
          </p:nvSpPr>
          <p:spPr bwMode="auto">
            <a:xfrm>
              <a:off x="6238058"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3" name="Oval 617">
              <a:extLst>
                <a:ext uri="{FF2B5EF4-FFF2-40B4-BE49-F238E27FC236}">
                  <a16:creationId xmlns:a16="http://schemas.microsoft.com/office/drawing/2014/main" id="{32329FFD-628E-4FE8-9325-FCF4A8BEB43E}"/>
                </a:ext>
              </a:extLst>
            </p:cNvPr>
            <p:cNvSpPr>
              <a:spLocks noChangeAspect="1" noChangeArrowheads="1"/>
            </p:cNvSpPr>
            <p:nvPr userDrawn="1"/>
          </p:nvSpPr>
          <p:spPr bwMode="auto">
            <a:xfrm>
              <a:off x="634963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4" name="Oval 618">
              <a:extLst>
                <a:ext uri="{FF2B5EF4-FFF2-40B4-BE49-F238E27FC236}">
                  <a16:creationId xmlns:a16="http://schemas.microsoft.com/office/drawing/2014/main" id="{8BA5048E-A586-4B07-8D83-30728536CB63}"/>
                </a:ext>
              </a:extLst>
            </p:cNvPr>
            <p:cNvSpPr>
              <a:spLocks noChangeAspect="1" noChangeArrowheads="1"/>
            </p:cNvSpPr>
            <p:nvPr userDrawn="1"/>
          </p:nvSpPr>
          <p:spPr bwMode="auto">
            <a:xfrm>
              <a:off x="6462718"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5" name="Oval 619">
              <a:extLst>
                <a:ext uri="{FF2B5EF4-FFF2-40B4-BE49-F238E27FC236}">
                  <a16:creationId xmlns:a16="http://schemas.microsoft.com/office/drawing/2014/main" id="{05504ACB-F404-47D8-BD47-45041AE169F8}"/>
                </a:ext>
              </a:extLst>
            </p:cNvPr>
            <p:cNvSpPr>
              <a:spLocks noChangeAspect="1" noChangeArrowheads="1"/>
            </p:cNvSpPr>
            <p:nvPr userDrawn="1"/>
          </p:nvSpPr>
          <p:spPr bwMode="auto">
            <a:xfrm>
              <a:off x="6574294"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6" name="Oval 620">
              <a:extLst>
                <a:ext uri="{FF2B5EF4-FFF2-40B4-BE49-F238E27FC236}">
                  <a16:creationId xmlns:a16="http://schemas.microsoft.com/office/drawing/2014/main" id="{7DC2EA93-4213-4E49-B7D1-1ECA9964D637}"/>
                </a:ext>
              </a:extLst>
            </p:cNvPr>
            <p:cNvSpPr>
              <a:spLocks noChangeAspect="1" noChangeArrowheads="1"/>
            </p:cNvSpPr>
            <p:nvPr userDrawn="1"/>
          </p:nvSpPr>
          <p:spPr bwMode="auto">
            <a:xfrm>
              <a:off x="6687381"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7" name="Oval 621">
              <a:extLst>
                <a:ext uri="{FF2B5EF4-FFF2-40B4-BE49-F238E27FC236}">
                  <a16:creationId xmlns:a16="http://schemas.microsoft.com/office/drawing/2014/main" id="{3063DCD2-8751-41E9-B5FD-1649B8DF52C7}"/>
                </a:ext>
              </a:extLst>
            </p:cNvPr>
            <p:cNvSpPr>
              <a:spLocks noChangeAspect="1" noChangeArrowheads="1"/>
            </p:cNvSpPr>
            <p:nvPr userDrawn="1"/>
          </p:nvSpPr>
          <p:spPr bwMode="auto">
            <a:xfrm>
              <a:off x="679895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8" name="Oval 622">
              <a:extLst>
                <a:ext uri="{FF2B5EF4-FFF2-40B4-BE49-F238E27FC236}">
                  <a16:creationId xmlns:a16="http://schemas.microsoft.com/office/drawing/2014/main" id="{DB8F4758-2D2E-4F2B-A380-055E3CB859F5}"/>
                </a:ext>
              </a:extLst>
            </p:cNvPr>
            <p:cNvSpPr>
              <a:spLocks noChangeAspect="1" noChangeArrowheads="1"/>
            </p:cNvSpPr>
            <p:nvPr userDrawn="1"/>
          </p:nvSpPr>
          <p:spPr bwMode="auto">
            <a:xfrm>
              <a:off x="6912041"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79" name="Oval 623">
              <a:extLst>
                <a:ext uri="{FF2B5EF4-FFF2-40B4-BE49-F238E27FC236}">
                  <a16:creationId xmlns:a16="http://schemas.microsoft.com/office/drawing/2014/main" id="{C05E62A4-2CB3-45E8-993F-4385C92A2147}"/>
                </a:ext>
              </a:extLst>
            </p:cNvPr>
            <p:cNvSpPr>
              <a:spLocks noChangeAspect="1" noChangeArrowheads="1"/>
            </p:cNvSpPr>
            <p:nvPr userDrawn="1"/>
          </p:nvSpPr>
          <p:spPr bwMode="auto">
            <a:xfrm>
              <a:off x="7023616"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0" name="Oval 624">
              <a:extLst>
                <a:ext uri="{FF2B5EF4-FFF2-40B4-BE49-F238E27FC236}">
                  <a16:creationId xmlns:a16="http://schemas.microsoft.com/office/drawing/2014/main" id="{BBBD7AD0-A7E1-457C-BE8C-66ACAAEE498A}"/>
                </a:ext>
              </a:extLst>
            </p:cNvPr>
            <p:cNvSpPr>
              <a:spLocks noChangeAspect="1" noChangeArrowheads="1"/>
            </p:cNvSpPr>
            <p:nvPr userDrawn="1"/>
          </p:nvSpPr>
          <p:spPr bwMode="auto">
            <a:xfrm>
              <a:off x="7136701"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1" name="Oval 625">
              <a:extLst>
                <a:ext uri="{FF2B5EF4-FFF2-40B4-BE49-F238E27FC236}">
                  <a16:creationId xmlns:a16="http://schemas.microsoft.com/office/drawing/2014/main" id="{9C718B7D-840F-4A91-BE2D-E57D81CA7FD3}"/>
                </a:ext>
              </a:extLst>
            </p:cNvPr>
            <p:cNvSpPr>
              <a:spLocks noChangeAspect="1" noChangeArrowheads="1"/>
            </p:cNvSpPr>
            <p:nvPr userDrawn="1"/>
          </p:nvSpPr>
          <p:spPr bwMode="auto">
            <a:xfrm>
              <a:off x="7248277"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2" name="Oval 626">
              <a:extLst>
                <a:ext uri="{FF2B5EF4-FFF2-40B4-BE49-F238E27FC236}">
                  <a16:creationId xmlns:a16="http://schemas.microsoft.com/office/drawing/2014/main" id="{771D3C7D-20F4-4FAC-AE14-28E22AAD812F}"/>
                </a:ext>
              </a:extLst>
            </p:cNvPr>
            <p:cNvSpPr>
              <a:spLocks noChangeAspect="1" noChangeArrowheads="1"/>
            </p:cNvSpPr>
            <p:nvPr userDrawn="1"/>
          </p:nvSpPr>
          <p:spPr bwMode="auto">
            <a:xfrm>
              <a:off x="7361362"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3" name="Oval 627">
              <a:extLst>
                <a:ext uri="{FF2B5EF4-FFF2-40B4-BE49-F238E27FC236}">
                  <a16:creationId xmlns:a16="http://schemas.microsoft.com/office/drawing/2014/main" id="{6930D6DB-9B21-4B6C-9A8F-831D89D0BA71}"/>
                </a:ext>
              </a:extLst>
            </p:cNvPr>
            <p:cNvSpPr>
              <a:spLocks noChangeAspect="1" noChangeArrowheads="1"/>
            </p:cNvSpPr>
            <p:nvPr userDrawn="1"/>
          </p:nvSpPr>
          <p:spPr bwMode="auto">
            <a:xfrm>
              <a:off x="7472939" y="2593192"/>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4" name="Oval 628">
              <a:extLst>
                <a:ext uri="{FF2B5EF4-FFF2-40B4-BE49-F238E27FC236}">
                  <a16:creationId xmlns:a16="http://schemas.microsoft.com/office/drawing/2014/main" id="{2B8463F0-62FA-414C-A4FF-1E8E53827F33}"/>
                </a:ext>
              </a:extLst>
            </p:cNvPr>
            <p:cNvSpPr>
              <a:spLocks noChangeAspect="1" noChangeArrowheads="1"/>
            </p:cNvSpPr>
            <p:nvPr userDrawn="1"/>
          </p:nvSpPr>
          <p:spPr bwMode="auto">
            <a:xfrm>
              <a:off x="7586024"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5" name="Oval 629">
              <a:extLst>
                <a:ext uri="{FF2B5EF4-FFF2-40B4-BE49-F238E27FC236}">
                  <a16:creationId xmlns:a16="http://schemas.microsoft.com/office/drawing/2014/main" id="{824ABB0A-786D-4B63-B922-EDEAFC1ED0C4}"/>
                </a:ext>
              </a:extLst>
            </p:cNvPr>
            <p:cNvSpPr>
              <a:spLocks noChangeAspect="1" noChangeArrowheads="1"/>
            </p:cNvSpPr>
            <p:nvPr userDrawn="1"/>
          </p:nvSpPr>
          <p:spPr bwMode="auto">
            <a:xfrm>
              <a:off x="7697599" y="2593192"/>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6" name="Oval 630">
              <a:extLst>
                <a:ext uri="{FF2B5EF4-FFF2-40B4-BE49-F238E27FC236}">
                  <a16:creationId xmlns:a16="http://schemas.microsoft.com/office/drawing/2014/main" id="{B6B8347F-B915-4F3D-B491-06A559A7F317}"/>
                </a:ext>
              </a:extLst>
            </p:cNvPr>
            <p:cNvSpPr>
              <a:spLocks noChangeAspect="1" noChangeArrowheads="1"/>
            </p:cNvSpPr>
            <p:nvPr userDrawn="1"/>
          </p:nvSpPr>
          <p:spPr bwMode="auto">
            <a:xfrm>
              <a:off x="7810683" y="2593192"/>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687" name="Oval 631">
              <a:extLst>
                <a:ext uri="{FF2B5EF4-FFF2-40B4-BE49-F238E27FC236}">
                  <a16:creationId xmlns:a16="http://schemas.microsoft.com/office/drawing/2014/main" id="{B73900EC-2E75-4691-8DEF-185A2929AB02}"/>
                </a:ext>
              </a:extLst>
            </p:cNvPr>
            <p:cNvSpPr>
              <a:spLocks noChangeAspect="1" noChangeArrowheads="1"/>
            </p:cNvSpPr>
            <p:nvPr userDrawn="1"/>
          </p:nvSpPr>
          <p:spPr bwMode="auto">
            <a:xfrm>
              <a:off x="140558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8" name="Oval 632">
              <a:extLst>
                <a:ext uri="{FF2B5EF4-FFF2-40B4-BE49-F238E27FC236}">
                  <a16:creationId xmlns:a16="http://schemas.microsoft.com/office/drawing/2014/main" id="{83E7E808-86BA-414A-9CE0-4D9427593974}"/>
                </a:ext>
              </a:extLst>
            </p:cNvPr>
            <p:cNvSpPr>
              <a:spLocks noChangeAspect="1" noChangeArrowheads="1"/>
            </p:cNvSpPr>
            <p:nvPr userDrawn="1"/>
          </p:nvSpPr>
          <p:spPr bwMode="auto">
            <a:xfrm>
              <a:off x="1518674"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89" name="Oval 633">
              <a:extLst>
                <a:ext uri="{FF2B5EF4-FFF2-40B4-BE49-F238E27FC236}">
                  <a16:creationId xmlns:a16="http://schemas.microsoft.com/office/drawing/2014/main" id="{E8112239-E6DF-45B2-9955-4E02F93B6276}"/>
                </a:ext>
              </a:extLst>
            </p:cNvPr>
            <p:cNvSpPr>
              <a:spLocks noChangeAspect="1" noChangeArrowheads="1"/>
            </p:cNvSpPr>
            <p:nvPr userDrawn="1"/>
          </p:nvSpPr>
          <p:spPr bwMode="auto">
            <a:xfrm>
              <a:off x="1630250"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0" name="Oval 634">
              <a:extLst>
                <a:ext uri="{FF2B5EF4-FFF2-40B4-BE49-F238E27FC236}">
                  <a16:creationId xmlns:a16="http://schemas.microsoft.com/office/drawing/2014/main" id="{491272CC-9615-495F-AA56-2182DBC5E0DA}"/>
                </a:ext>
              </a:extLst>
            </p:cNvPr>
            <p:cNvSpPr>
              <a:spLocks noChangeAspect="1" noChangeArrowheads="1"/>
            </p:cNvSpPr>
            <p:nvPr userDrawn="1"/>
          </p:nvSpPr>
          <p:spPr bwMode="auto">
            <a:xfrm>
              <a:off x="174333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1" name="Oval 635">
              <a:extLst>
                <a:ext uri="{FF2B5EF4-FFF2-40B4-BE49-F238E27FC236}">
                  <a16:creationId xmlns:a16="http://schemas.microsoft.com/office/drawing/2014/main" id="{F6167525-7911-4531-A333-C9BACE2D6F32}"/>
                </a:ext>
              </a:extLst>
            </p:cNvPr>
            <p:cNvSpPr>
              <a:spLocks noChangeAspect="1" noChangeArrowheads="1"/>
            </p:cNvSpPr>
            <p:nvPr userDrawn="1"/>
          </p:nvSpPr>
          <p:spPr bwMode="auto">
            <a:xfrm>
              <a:off x="1854910"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2" name="Oval 636">
              <a:extLst>
                <a:ext uri="{FF2B5EF4-FFF2-40B4-BE49-F238E27FC236}">
                  <a16:creationId xmlns:a16="http://schemas.microsoft.com/office/drawing/2014/main" id="{1FEA77AD-4774-4DA4-8A00-15D1A6D65C96}"/>
                </a:ext>
              </a:extLst>
            </p:cNvPr>
            <p:cNvSpPr>
              <a:spLocks noChangeAspect="1" noChangeArrowheads="1"/>
            </p:cNvSpPr>
            <p:nvPr userDrawn="1"/>
          </p:nvSpPr>
          <p:spPr bwMode="auto">
            <a:xfrm>
              <a:off x="1967995"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3" name="Oval 637">
              <a:extLst>
                <a:ext uri="{FF2B5EF4-FFF2-40B4-BE49-F238E27FC236}">
                  <a16:creationId xmlns:a16="http://schemas.microsoft.com/office/drawing/2014/main" id="{9EFE1ECB-4025-4D98-A280-CB2075B6C5A3}"/>
                </a:ext>
              </a:extLst>
            </p:cNvPr>
            <p:cNvSpPr>
              <a:spLocks noChangeAspect="1" noChangeArrowheads="1"/>
            </p:cNvSpPr>
            <p:nvPr userDrawn="1"/>
          </p:nvSpPr>
          <p:spPr bwMode="auto">
            <a:xfrm>
              <a:off x="2079572"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4" name="Oval 638">
              <a:extLst>
                <a:ext uri="{FF2B5EF4-FFF2-40B4-BE49-F238E27FC236}">
                  <a16:creationId xmlns:a16="http://schemas.microsoft.com/office/drawing/2014/main" id="{C513525C-7980-4353-B024-77EFEDFA690B}"/>
                </a:ext>
              </a:extLst>
            </p:cNvPr>
            <p:cNvSpPr>
              <a:spLocks noChangeAspect="1" noChangeArrowheads="1"/>
            </p:cNvSpPr>
            <p:nvPr userDrawn="1"/>
          </p:nvSpPr>
          <p:spPr bwMode="auto">
            <a:xfrm>
              <a:off x="219265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5" name="Oval 639">
              <a:extLst>
                <a:ext uri="{FF2B5EF4-FFF2-40B4-BE49-F238E27FC236}">
                  <a16:creationId xmlns:a16="http://schemas.microsoft.com/office/drawing/2014/main" id="{17B70524-B64D-4EC0-810A-9B0883C34C9B}"/>
                </a:ext>
              </a:extLst>
            </p:cNvPr>
            <p:cNvSpPr>
              <a:spLocks noChangeAspect="1" noChangeArrowheads="1"/>
            </p:cNvSpPr>
            <p:nvPr userDrawn="1"/>
          </p:nvSpPr>
          <p:spPr bwMode="auto">
            <a:xfrm>
              <a:off x="2304233"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6" name="Oval 640">
              <a:extLst>
                <a:ext uri="{FF2B5EF4-FFF2-40B4-BE49-F238E27FC236}">
                  <a16:creationId xmlns:a16="http://schemas.microsoft.com/office/drawing/2014/main" id="{F90EB46A-06AC-4931-8B5D-C66545BE2037}"/>
                </a:ext>
              </a:extLst>
            </p:cNvPr>
            <p:cNvSpPr>
              <a:spLocks noChangeAspect="1" noChangeArrowheads="1"/>
            </p:cNvSpPr>
            <p:nvPr userDrawn="1"/>
          </p:nvSpPr>
          <p:spPr bwMode="auto">
            <a:xfrm>
              <a:off x="241731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7" name="Oval 641">
              <a:extLst>
                <a:ext uri="{FF2B5EF4-FFF2-40B4-BE49-F238E27FC236}">
                  <a16:creationId xmlns:a16="http://schemas.microsoft.com/office/drawing/2014/main" id="{2B75C107-2CD0-4CA1-8A69-123BC361A82C}"/>
                </a:ext>
              </a:extLst>
            </p:cNvPr>
            <p:cNvSpPr>
              <a:spLocks noChangeAspect="1" noChangeArrowheads="1"/>
            </p:cNvSpPr>
            <p:nvPr userDrawn="1"/>
          </p:nvSpPr>
          <p:spPr bwMode="auto">
            <a:xfrm>
              <a:off x="2528893"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8" name="Oval 642">
              <a:extLst>
                <a:ext uri="{FF2B5EF4-FFF2-40B4-BE49-F238E27FC236}">
                  <a16:creationId xmlns:a16="http://schemas.microsoft.com/office/drawing/2014/main" id="{D140F163-1A7D-49C5-94A5-7BBDD830AC2A}"/>
                </a:ext>
              </a:extLst>
            </p:cNvPr>
            <p:cNvSpPr>
              <a:spLocks noChangeAspect="1" noChangeArrowheads="1"/>
            </p:cNvSpPr>
            <p:nvPr userDrawn="1"/>
          </p:nvSpPr>
          <p:spPr bwMode="auto">
            <a:xfrm>
              <a:off x="264197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699" name="Oval 643">
              <a:extLst>
                <a:ext uri="{FF2B5EF4-FFF2-40B4-BE49-F238E27FC236}">
                  <a16:creationId xmlns:a16="http://schemas.microsoft.com/office/drawing/2014/main" id="{E19A5BC3-5F2A-46A8-BAF6-619EBC6AD4BD}"/>
                </a:ext>
              </a:extLst>
            </p:cNvPr>
            <p:cNvSpPr>
              <a:spLocks noChangeAspect="1" noChangeArrowheads="1"/>
            </p:cNvSpPr>
            <p:nvPr userDrawn="1"/>
          </p:nvSpPr>
          <p:spPr bwMode="auto">
            <a:xfrm>
              <a:off x="2753553"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0" name="Oval 644">
              <a:extLst>
                <a:ext uri="{FF2B5EF4-FFF2-40B4-BE49-F238E27FC236}">
                  <a16:creationId xmlns:a16="http://schemas.microsoft.com/office/drawing/2014/main" id="{E59EDD08-E013-471E-8541-2DADCD763F10}"/>
                </a:ext>
              </a:extLst>
            </p:cNvPr>
            <p:cNvSpPr>
              <a:spLocks noChangeAspect="1" noChangeArrowheads="1"/>
            </p:cNvSpPr>
            <p:nvPr userDrawn="1"/>
          </p:nvSpPr>
          <p:spPr bwMode="auto">
            <a:xfrm>
              <a:off x="432768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1" name="Oval 645">
              <a:extLst>
                <a:ext uri="{FF2B5EF4-FFF2-40B4-BE49-F238E27FC236}">
                  <a16:creationId xmlns:a16="http://schemas.microsoft.com/office/drawing/2014/main" id="{564331AA-95A3-4B35-BBB3-570D682D9F0F}"/>
                </a:ext>
              </a:extLst>
            </p:cNvPr>
            <p:cNvSpPr>
              <a:spLocks noChangeAspect="1" noChangeArrowheads="1"/>
            </p:cNvSpPr>
            <p:nvPr userDrawn="1"/>
          </p:nvSpPr>
          <p:spPr bwMode="auto">
            <a:xfrm>
              <a:off x="443926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2" name="Oval 646">
              <a:extLst>
                <a:ext uri="{FF2B5EF4-FFF2-40B4-BE49-F238E27FC236}">
                  <a16:creationId xmlns:a16="http://schemas.microsoft.com/office/drawing/2014/main" id="{0E4915EA-9BA1-4F1F-9E87-81670A6D8825}"/>
                </a:ext>
              </a:extLst>
            </p:cNvPr>
            <p:cNvSpPr>
              <a:spLocks noChangeAspect="1" noChangeArrowheads="1"/>
            </p:cNvSpPr>
            <p:nvPr userDrawn="1"/>
          </p:nvSpPr>
          <p:spPr bwMode="auto">
            <a:xfrm>
              <a:off x="4552349"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3" name="Oval 647">
              <a:extLst>
                <a:ext uri="{FF2B5EF4-FFF2-40B4-BE49-F238E27FC236}">
                  <a16:creationId xmlns:a16="http://schemas.microsoft.com/office/drawing/2014/main" id="{4F7BCB8C-3456-4F77-A8AD-57075EE91A87}"/>
                </a:ext>
              </a:extLst>
            </p:cNvPr>
            <p:cNvSpPr>
              <a:spLocks noChangeAspect="1" noChangeArrowheads="1"/>
            </p:cNvSpPr>
            <p:nvPr userDrawn="1"/>
          </p:nvSpPr>
          <p:spPr bwMode="auto">
            <a:xfrm>
              <a:off x="4663925"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4" name="Oval 648">
              <a:extLst>
                <a:ext uri="{FF2B5EF4-FFF2-40B4-BE49-F238E27FC236}">
                  <a16:creationId xmlns:a16="http://schemas.microsoft.com/office/drawing/2014/main" id="{21043625-DC68-4506-AAAB-88FA7C0F0019}"/>
                </a:ext>
              </a:extLst>
            </p:cNvPr>
            <p:cNvSpPr>
              <a:spLocks noChangeAspect="1" noChangeArrowheads="1"/>
            </p:cNvSpPr>
            <p:nvPr userDrawn="1"/>
          </p:nvSpPr>
          <p:spPr bwMode="auto">
            <a:xfrm>
              <a:off x="477700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5" name="Oval 649">
              <a:extLst>
                <a:ext uri="{FF2B5EF4-FFF2-40B4-BE49-F238E27FC236}">
                  <a16:creationId xmlns:a16="http://schemas.microsoft.com/office/drawing/2014/main" id="{39872C2D-699C-4790-8BEA-D374AAC53FB1}"/>
                </a:ext>
              </a:extLst>
            </p:cNvPr>
            <p:cNvSpPr>
              <a:spLocks noChangeAspect="1" noChangeArrowheads="1"/>
            </p:cNvSpPr>
            <p:nvPr userDrawn="1"/>
          </p:nvSpPr>
          <p:spPr bwMode="auto">
            <a:xfrm>
              <a:off x="4888585"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6" name="Oval 650">
              <a:extLst>
                <a:ext uri="{FF2B5EF4-FFF2-40B4-BE49-F238E27FC236}">
                  <a16:creationId xmlns:a16="http://schemas.microsoft.com/office/drawing/2014/main" id="{594D7AF5-9267-4C12-A43B-D491536CA4B7}"/>
                </a:ext>
              </a:extLst>
            </p:cNvPr>
            <p:cNvSpPr>
              <a:spLocks noChangeAspect="1" noChangeArrowheads="1"/>
            </p:cNvSpPr>
            <p:nvPr userDrawn="1"/>
          </p:nvSpPr>
          <p:spPr bwMode="auto">
            <a:xfrm>
              <a:off x="5001670"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7" name="Oval 651">
              <a:extLst>
                <a:ext uri="{FF2B5EF4-FFF2-40B4-BE49-F238E27FC236}">
                  <a16:creationId xmlns:a16="http://schemas.microsoft.com/office/drawing/2014/main" id="{0CFA05F4-40EA-438B-9A23-B8834E0D57D0}"/>
                </a:ext>
              </a:extLst>
            </p:cNvPr>
            <p:cNvSpPr>
              <a:spLocks noChangeAspect="1" noChangeArrowheads="1"/>
            </p:cNvSpPr>
            <p:nvPr userDrawn="1"/>
          </p:nvSpPr>
          <p:spPr bwMode="auto">
            <a:xfrm>
              <a:off x="5226330"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8" name="Oval 652">
              <a:extLst>
                <a:ext uri="{FF2B5EF4-FFF2-40B4-BE49-F238E27FC236}">
                  <a16:creationId xmlns:a16="http://schemas.microsoft.com/office/drawing/2014/main" id="{D5A021CD-9EF4-4AF6-8BC4-BCDDB3CA8338}"/>
                </a:ext>
              </a:extLst>
            </p:cNvPr>
            <p:cNvSpPr>
              <a:spLocks noChangeAspect="1" noChangeArrowheads="1"/>
            </p:cNvSpPr>
            <p:nvPr userDrawn="1"/>
          </p:nvSpPr>
          <p:spPr bwMode="auto">
            <a:xfrm>
              <a:off x="5337907"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09" name="Oval 653">
              <a:extLst>
                <a:ext uri="{FF2B5EF4-FFF2-40B4-BE49-F238E27FC236}">
                  <a16:creationId xmlns:a16="http://schemas.microsoft.com/office/drawing/2014/main" id="{D204A6F6-05C3-40E1-88A1-37B9C3DAD981}"/>
                </a:ext>
              </a:extLst>
            </p:cNvPr>
            <p:cNvSpPr>
              <a:spLocks noChangeAspect="1" noChangeArrowheads="1"/>
            </p:cNvSpPr>
            <p:nvPr userDrawn="1"/>
          </p:nvSpPr>
          <p:spPr bwMode="auto">
            <a:xfrm>
              <a:off x="5450992"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0" name="Oval 654">
              <a:extLst>
                <a:ext uri="{FF2B5EF4-FFF2-40B4-BE49-F238E27FC236}">
                  <a16:creationId xmlns:a16="http://schemas.microsoft.com/office/drawing/2014/main" id="{9C4AF6F3-A6C2-43A5-BDED-244BE81F55D1}"/>
                </a:ext>
              </a:extLst>
            </p:cNvPr>
            <p:cNvSpPr>
              <a:spLocks noChangeAspect="1" noChangeArrowheads="1"/>
            </p:cNvSpPr>
            <p:nvPr userDrawn="1"/>
          </p:nvSpPr>
          <p:spPr bwMode="auto">
            <a:xfrm>
              <a:off x="5562568"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1" name="Oval 655">
              <a:extLst>
                <a:ext uri="{FF2B5EF4-FFF2-40B4-BE49-F238E27FC236}">
                  <a16:creationId xmlns:a16="http://schemas.microsoft.com/office/drawing/2014/main" id="{76EAA67A-4CE0-4DDA-8341-5E6839D03A47}"/>
                </a:ext>
              </a:extLst>
            </p:cNvPr>
            <p:cNvSpPr>
              <a:spLocks noChangeAspect="1" noChangeArrowheads="1"/>
            </p:cNvSpPr>
            <p:nvPr userDrawn="1"/>
          </p:nvSpPr>
          <p:spPr bwMode="auto">
            <a:xfrm>
              <a:off x="5675652"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2" name="Oval 656">
              <a:extLst>
                <a:ext uri="{FF2B5EF4-FFF2-40B4-BE49-F238E27FC236}">
                  <a16:creationId xmlns:a16="http://schemas.microsoft.com/office/drawing/2014/main" id="{9BA79FB7-4B98-4357-BB55-54F4ABFDC36D}"/>
                </a:ext>
              </a:extLst>
            </p:cNvPr>
            <p:cNvSpPr>
              <a:spLocks noChangeAspect="1" noChangeArrowheads="1"/>
            </p:cNvSpPr>
            <p:nvPr userDrawn="1"/>
          </p:nvSpPr>
          <p:spPr bwMode="auto">
            <a:xfrm>
              <a:off x="5900313"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3" name="Oval 657">
              <a:extLst>
                <a:ext uri="{FF2B5EF4-FFF2-40B4-BE49-F238E27FC236}">
                  <a16:creationId xmlns:a16="http://schemas.microsoft.com/office/drawing/2014/main" id="{1351AC68-9F70-437F-80E8-F5AB4535514E}"/>
                </a:ext>
              </a:extLst>
            </p:cNvPr>
            <p:cNvSpPr>
              <a:spLocks noChangeAspect="1" noChangeArrowheads="1"/>
            </p:cNvSpPr>
            <p:nvPr userDrawn="1"/>
          </p:nvSpPr>
          <p:spPr bwMode="auto">
            <a:xfrm>
              <a:off x="6013398"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4" name="Oval 658">
              <a:extLst>
                <a:ext uri="{FF2B5EF4-FFF2-40B4-BE49-F238E27FC236}">
                  <a16:creationId xmlns:a16="http://schemas.microsoft.com/office/drawing/2014/main" id="{25E450C8-2659-4E55-9B89-030260B1B477}"/>
                </a:ext>
              </a:extLst>
            </p:cNvPr>
            <p:cNvSpPr>
              <a:spLocks noChangeAspect="1" noChangeArrowheads="1"/>
            </p:cNvSpPr>
            <p:nvPr userDrawn="1"/>
          </p:nvSpPr>
          <p:spPr bwMode="auto">
            <a:xfrm>
              <a:off x="612497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5" name="Oval 659">
              <a:extLst>
                <a:ext uri="{FF2B5EF4-FFF2-40B4-BE49-F238E27FC236}">
                  <a16:creationId xmlns:a16="http://schemas.microsoft.com/office/drawing/2014/main" id="{3213B3BD-FE4B-471C-A30F-ADD62D2B67DD}"/>
                </a:ext>
              </a:extLst>
            </p:cNvPr>
            <p:cNvSpPr>
              <a:spLocks noChangeAspect="1" noChangeArrowheads="1"/>
            </p:cNvSpPr>
            <p:nvPr userDrawn="1"/>
          </p:nvSpPr>
          <p:spPr bwMode="auto">
            <a:xfrm>
              <a:off x="6238058"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6" name="Oval 660">
              <a:extLst>
                <a:ext uri="{FF2B5EF4-FFF2-40B4-BE49-F238E27FC236}">
                  <a16:creationId xmlns:a16="http://schemas.microsoft.com/office/drawing/2014/main" id="{429AE61B-5F2F-4037-8B75-AB635B38A50C}"/>
                </a:ext>
              </a:extLst>
            </p:cNvPr>
            <p:cNvSpPr>
              <a:spLocks noChangeAspect="1" noChangeArrowheads="1"/>
            </p:cNvSpPr>
            <p:nvPr userDrawn="1"/>
          </p:nvSpPr>
          <p:spPr bwMode="auto">
            <a:xfrm>
              <a:off x="6349634"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7" name="Oval 661">
              <a:extLst>
                <a:ext uri="{FF2B5EF4-FFF2-40B4-BE49-F238E27FC236}">
                  <a16:creationId xmlns:a16="http://schemas.microsoft.com/office/drawing/2014/main" id="{C75A39A8-C3FA-4A05-8CD6-FF4365B42872}"/>
                </a:ext>
              </a:extLst>
            </p:cNvPr>
            <p:cNvSpPr>
              <a:spLocks noChangeAspect="1" noChangeArrowheads="1"/>
            </p:cNvSpPr>
            <p:nvPr userDrawn="1"/>
          </p:nvSpPr>
          <p:spPr bwMode="auto">
            <a:xfrm>
              <a:off x="6462718"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8" name="Oval 662">
              <a:extLst>
                <a:ext uri="{FF2B5EF4-FFF2-40B4-BE49-F238E27FC236}">
                  <a16:creationId xmlns:a16="http://schemas.microsoft.com/office/drawing/2014/main" id="{772906F7-458F-4E75-9204-6E337DED63E8}"/>
                </a:ext>
              </a:extLst>
            </p:cNvPr>
            <p:cNvSpPr>
              <a:spLocks noChangeAspect="1" noChangeArrowheads="1"/>
            </p:cNvSpPr>
            <p:nvPr userDrawn="1"/>
          </p:nvSpPr>
          <p:spPr bwMode="auto">
            <a:xfrm>
              <a:off x="6574294"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19" name="Oval 663">
              <a:extLst>
                <a:ext uri="{FF2B5EF4-FFF2-40B4-BE49-F238E27FC236}">
                  <a16:creationId xmlns:a16="http://schemas.microsoft.com/office/drawing/2014/main" id="{03ED0CA9-36DF-4376-821C-BA732ED86A3E}"/>
                </a:ext>
              </a:extLst>
            </p:cNvPr>
            <p:cNvSpPr>
              <a:spLocks noChangeAspect="1" noChangeArrowheads="1"/>
            </p:cNvSpPr>
            <p:nvPr userDrawn="1"/>
          </p:nvSpPr>
          <p:spPr bwMode="auto">
            <a:xfrm>
              <a:off x="6687381"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0" name="Oval 664">
              <a:extLst>
                <a:ext uri="{FF2B5EF4-FFF2-40B4-BE49-F238E27FC236}">
                  <a16:creationId xmlns:a16="http://schemas.microsoft.com/office/drawing/2014/main" id="{6D5595CE-DAF9-4BD3-8873-64F8E41518BC}"/>
                </a:ext>
              </a:extLst>
            </p:cNvPr>
            <p:cNvSpPr>
              <a:spLocks noChangeAspect="1" noChangeArrowheads="1"/>
            </p:cNvSpPr>
            <p:nvPr userDrawn="1"/>
          </p:nvSpPr>
          <p:spPr bwMode="auto">
            <a:xfrm>
              <a:off x="679895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1" name="Oval 665">
              <a:extLst>
                <a:ext uri="{FF2B5EF4-FFF2-40B4-BE49-F238E27FC236}">
                  <a16:creationId xmlns:a16="http://schemas.microsoft.com/office/drawing/2014/main" id="{1B249319-1639-4195-A328-35373BBCB5D2}"/>
                </a:ext>
              </a:extLst>
            </p:cNvPr>
            <p:cNvSpPr>
              <a:spLocks noChangeAspect="1" noChangeArrowheads="1"/>
            </p:cNvSpPr>
            <p:nvPr userDrawn="1"/>
          </p:nvSpPr>
          <p:spPr bwMode="auto">
            <a:xfrm>
              <a:off x="6912041"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2" name="Oval 666">
              <a:extLst>
                <a:ext uri="{FF2B5EF4-FFF2-40B4-BE49-F238E27FC236}">
                  <a16:creationId xmlns:a16="http://schemas.microsoft.com/office/drawing/2014/main" id="{B80E7AB0-1518-401C-915F-ED4A747BD240}"/>
                </a:ext>
              </a:extLst>
            </p:cNvPr>
            <p:cNvSpPr>
              <a:spLocks noChangeAspect="1" noChangeArrowheads="1"/>
            </p:cNvSpPr>
            <p:nvPr userDrawn="1"/>
          </p:nvSpPr>
          <p:spPr bwMode="auto">
            <a:xfrm>
              <a:off x="7023616"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3" name="Oval 667">
              <a:extLst>
                <a:ext uri="{FF2B5EF4-FFF2-40B4-BE49-F238E27FC236}">
                  <a16:creationId xmlns:a16="http://schemas.microsoft.com/office/drawing/2014/main" id="{917CD39C-8EC2-4816-85C5-BD54BA1C7649}"/>
                </a:ext>
              </a:extLst>
            </p:cNvPr>
            <p:cNvSpPr>
              <a:spLocks noChangeAspect="1" noChangeArrowheads="1"/>
            </p:cNvSpPr>
            <p:nvPr userDrawn="1"/>
          </p:nvSpPr>
          <p:spPr bwMode="auto">
            <a:xfrm>
              <a:off x="7136701"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4" name="Oval 668">
              <a:extLst>
                <a:ext uri="{FF2B5EF4-FFF2-40B4-BE49-F238E27FC236}">
                  <a16:creationId xmlns:a16="http://schemas.microsoft.com/office/drawing/2014/main" id="{4F9B0C7E-536C-42F7-B72A-34CFF1EBB70C}"/>
                </a:ext>
              </a:extLst>
            </p:cNvPr>
            <p:cNvSpPr>
              <a:spLocks noChangeAspect="1" noChangeArrowheads="1"/>
            </p:cNvSpPr>
            <p:nvPr userDrawn="1"/>
          </p:nvSpPr>
          <p:spPr bwMode="auto">
            <a:xfrm>
              <a:off x="7248277"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5" name="Oval 669">
              <a:extLst>
                <a:ext uri="{FF2B5EF4-FFF2-40B4-BE49-F238E27FC236}">
                  <a16:creationId xmlns:a16="http://schemas.microsoft.com/office/drawing/2014/main" id="{9964AABB-BD23-494D-B017-0870F8B55032}"/>
                </a:ext>
              </a:extLst>
            </p:cNvPr>
            <p:cNvSpPr>
              <a:spLocks noChangeAspect="1" noChangeArrowheads="1"/>
            </p:cNvSpPr>
            <p:nvPr userDrawn="1"/>
          </p:nvSpPr>
          <p:spPr bwMode="auto">
            <a:xfrm>
              <a:off x="7361362"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6" name="Oval 670">
              <a:extLst>
                <a:ext uri="{FF2B5EF4-FFF2-40B4-BE49-F238E27FC236}">
                  <a16:creationId xmlns:a16="http://schemas.microsoft.com/office/drawing/2014/main" id="{7A6FE088-0670-45CC-BF54-C05D7C5C6B1B}"/>
                </a:ext>
              </a:extLst>
            </p:cNvPr>
            <p:cNvSpPr>
              <a:spLocks noChangeAspect="1" noChangeArrowheads="1"/>
            </p:cNvSpPr>
            <p:nvPr userDrawn="1"/>
          </p:nvSpPr>
          <p:spPr bwMode="auto">
            <a:xfrm>
              <a:off x="7472939" y="269722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7" name="Oval 671">
              <a:extLst>
                <a:ext uri="{FF2B5EF4-FFF2-40B4-BE49-F238E27FC236}">
                  <a16:creationId xmlns:a16="http://schemas.microsoft.com/office/drawing/2014/main" id="{A9F377AC-6306-4BBF-8D0B-30489227B640}"/>
                </a:ext>
              </a:extLst>
            </p:cNvPr>
            <p:cNvSpPr>
              <a:spLocks noChangeAspect="1" noChangeArrowheads="1"/>
            </p:cNvSpPr>
            <p:nvPr userDrawn="1"/>
          </p:nvSpPr>
          <p:spPr bwMode="auto">
            <a:xfrm>
              <a:off x="1405589"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8" name="Oval 672">
              <a:extLst>
                <a:ext uri="{FF2B5EF4-FFF2-40B4-BE49-F238E27FC236}">
                  <a16:creationId xmlns:a16="http://schemas.microsoft.com/office/drawing/2014/main" id="{D60C560B-91BF-4BF3-92EE-DA90900E6638}"/>
                </a:ext>
              </a:extLst>
            </p:cNvPr>
            <p:cNvSpPr>
              <a:spLocks noChangeAspect="1" noChangeArrowheads="1"/>
            </p:cNvSpPr>
            <p:nvPr userDrawn="1"/>
          </p:nvSpPr>
          <p:spPr bwMode="auto">
            <a:xfrm>
              <a:off x="151867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29" name="Oval 673">
              <a:extLst>
                <a:ext uri="{FF2B5EF4-FFF2-40B4-BE49-F238E27FC236}">
                  <a16:creationId xmlns:a16="http://schemas.microsoft.com/office/drawing/2014/main" id="{5E2F13D3-AFFD-4B4C-BD67-40B8057C4B42}"/>
                </a:ext>
              </a:extLst>
            </p:cNvPr>
            <p:cNvSpPr>
              <a:spLocks noChangeAspect="1" noChangeArrowheads="1"/>
            </p:cNvSpPr>
            <p:nvPr userDrawn="1"/>
          </p:nvSpPr>
          <p:spPr bwMode="auto">
            <a:xfrm>
              <a:off x="1630250"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0" name="Oval 674">
              <a:extLst>
                <a:ext uri="{FF2B5EF4-FFF2-40B4-BE49-F238E27FC236}">
                  <a16:creationId xmlns:a16="http://schemas.microsoft.com/office/drawing/2014/main" id="{93A9D660-BCBE-454B-A97B-EF761E64E716}"/>
                </a:ext>
              </a:extLst>
            </p:cNvPr>
            <p:cNvSpPr>
              <a:spLocks noChangeAspect="1" noChangeArrowheads="1"/>
            </p:cNvSpPr>
            <p:nvPr userDrawn="1"/>
          </p:nvSpPr>
          <p:spPr bwMode="auto">
            <a:xfrm>
              <a:off x="174333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1" name="Oval 675">
              <a:extLst>
                <a:ext uri="{FF2B5EF4-FFF2-40B4-BE49-F238E27FC236}">
                  <a16:creationId xmlns:a16="http://schemas.microsoft.com/office/drawing/2014/main" id="{80D14876-F51D-4D25-BC7B-981BB0BAC317}"/>
                </a:ext>
              </a:extLst>
            </p:cNvPr>
            <p:cNvSpPr>
              <a:spLocks noChangeAspect="1" noChangeArrowheads="1"/>
            </p:cNvSpPr>
            <p:nvPr userDrawn="1"/>
          </p:nvSpPr>
          <p:spPr bwMode="auto">
            <a:xfrm>
              <a:off x="1854910"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2" name="Oval 676">
              <a:extLst>
                <a:ext uri="{FF2B5EF4-FFF2-40B4-BE49-F238E27FC236}">
                  <a16:creationId xmlns:a16="http://schemas.microsoft.com/office/drawing/2014/main" id="{9E5106F9-3A27-4458-93EE-D6ADFAE0E85D}"/>
                </a:ext>
              </a:extLst>
            </p:cNvPr>
            <p:cNvSpPr>
              <a:spLocks noChangeAspect="1" noChangeArrowheads="1"/>
            </p:cNvSpPr>
            <p:nvPr userDrawn="1"/>
          </p:nvSpPr>
          <p:spPr bwMode="auto">
            <a:xfrm>
              <a:off x="1967995"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3" name="Oval 677">
              <a:extLst>
                <a:ext uri="{FF2B5EF4-FFF2-40B4-BE49-F238E27FC236}">
                  <a16:creationId xmlns:a16="http://schemas.microsoft.com/office/drawing/2014/main" id="{3BC0B372-322F-4E5D-B3F2-6A8EA7B0163C}"/>
                </a:ext>
              </a:extLst>
            </p:cNvPr>
            <p:cNvSpPr>
              <a:spLocks noChangeAspect="1" noChangeArrowheads="1"/>
            </p:cNvSpPr>
            <p:nvPr userDrawn="1"/>
          </p:nvSpPr>
          <p:spPr bwMode="auto">
            <a:xfrm>
              <a:off x="2079572"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4" name="Oval 678">
              <a:extLst>
                <a:ext uri="{FF2B5EF4-FFF2-40B4-BE49-F238E27FC236}">
                  <a16:creationId xmlns:a16="http://schemas.microsoft.com/office/drawing/2014/main" id="{9F78678B-C7A9-4992-AAD1-2AD8ADB1C323}"/>
                </a:ext>
              </a:extLst>
            </p:cNvPr>
            <p:cNvSpPr>
              <a:spLocks noChangeAspect="1" noChangeArrowheads="1"/>
            </p:cNvSpPr>
            <p:nvPr userDrawn="1"/>
          </p:nvSpPr>
          <p:spPr bwMode="auto">
            <a:xfrm>
              <a:off x="219265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5" name="Oval 679">
              <a:extLst>
                <a:ext uri="{FF2B5EF4-FFF2-40B4-BE49-F238E27FC236}">
                  <a16:creationId xmlns:a16="http://schemas.microsoft.com/office/drawing/2014/main" id="{6F6A3F33-FFD8-4B9B-B35E-331BAFCAE74B}"/>
                </a:ext>
              </a:extLst>
            </p:cNvPr>
            <p:cNvSpPr>
              <a:spLocks noChangeAspect="1" noChangeArrowheads="1"/>
            </p:cNvSpPr>
            <p:nvPr userDrawn="1"/>
          </p:nvSpPr>
          <p:spPr bwMode="auto">
            <a:xfrm>
              <a:off x="2304233"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6" name="Oval 680">
              <a:extLst>
                <a:ext uri="{FF2B5EF4-FFF2-40B4-BE49-F238E27FC236}">
                  <a16:creationId xmlns:a16="http://schemas.microsoft.com/office/drawing/2014/main" id="{8D783C39-FF52-4B66-A270-BC7B90632B38}"/>
                </a:ext>
              </a:extLst>
            </p:cNvPr>
            <p:cNvSpPr>
              <a:spLocks noChangeAspect="1" noChangeArrowheads="1"/>
            </p:cNvSpPr>
            <p:nvPr userDrawn="1"/>
          </p:nvSpPr>
          <p:spPr bwMode="auto">
            <a:xfrm>
              <a:off x="241731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7" name="Oval 681">
              <a:extLst>
                <a:ext uri="{FF2B5EF4-FFF2-40B4-BE49-F238E27FC236}">
                  <a16:creationId xmlns:a16="http://schemas.microsoft.com/office/drawing/2014/main" id="{E9549F11-0546-4DBC-8F28-F2A3F9658634}"/>
                </a:ext>
              </a:extLst>
            </p:cNvPr>
            <p:cNvSpPr>
              <a:spLocks noChangeAspect="1" noChangeArrowheads="1"/>
            </p:cNvSpPr>
            <p:nvPr userDrawn="1"/>
          </p:nvSpPr>
          <p:spPr bwMode="auto">
            <a:xfrm>
              <a:off x="2528893"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8" name="Oval 682">
              <a:extLst>
                <a:ext uri="{FF2B5EF4-FFF2-40B4-BE49-F238E27FC236}">
                  <a16:creationId xmlns:a16="http://schemas.microsoft.com/office/drawing/2014/main" id="{456E1635-F502-459D-BDBE-9D58BC0C5A90}"/>
                </a:ext>
              </a:extLst>
            </p:cNvPr>
            <p:cNvSpPr>
              <a:spLocks noChangeAspect="1" noChangeArrowheads="1"/>
            </p:cNvSpPr>
            <p:nvPr userDrawn="1"/>
          </p:nvSpPr>
          <p:spPr bwMode="auto">
            <a:xfrm>
              <a:off x="264197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39" name="Oval 683">
              <a:extLst>
                <a:ext uri="{FF2B5EF4-FFF2-40B4-BE49-F238E27FC236}">
                  <a16:creationId xmlns:a16="http://schemas.microsoft.com/office/drawing/2014/main" id="{E9429C3D-4FDC-498B-9A5A-F07DBBC53264}"/>
                </a:ext>
              </a:extLst>
            </p:cNvPr>
            <p:cNvSpPr>
              <a:spLocks noChangeAspect="1" noChangeArrowheads="1"/>
            </p:cNvSpPr>
            <p:nvPr userDrawn="1"/>
          </p:nvSpPr>
          <p:spPr bwMode="auto">
            <a:xfrm>
              <a:off x="410302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0" name="Oval 684">
              <a:extLst>
                <a:ext uri="{FF2B5EF4-FFF2-40B4-BE49-F238E27FC236}">
                  <a16:creationId xmlns:a16="http://schemas.microsoft.com/office/drawing/2014/main" id="{80E53775-C6AC-4415-9521-B35130335D8A}"/>
                </a:ext>
              </a:extLst>
            </p:cNvPr>
            <p:cNvSpPr>
              <a:spLocks noChangeAspect="1" noChangeArrowheads="1"/>
            </p:cNvSpPr>
            <p:nvPr userDrawn="1"/>
          </p:nvSpPr>
          <p:spPr bwMode="auto">
            <a:xfrm>
              <a:off x="421460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1" name="Oval 685">
              <a:extLst>
                <a:ext uri="{FF2B5EF4-FFF2-40B4-BE49-F238E27FC236}">
                  <a16:creationId xmlns:a16="http://schemas.microsoft.com/office/drawing/2014/main" id="{B5882A26-A4E1-4AA0-8046-C9A3F5F21E70}"/>
                </a:ext>
              </a:extLst>
            </p:cNvPr>
            <p:cNvSpPr>
              <a:spLocks noChangeAspect="1" noChangeArrowheads="1"/>
            </p:cNvSpPr>
            <p:nvPr userDrawn="1"/>
          </p:nvSpPr>
          <p:spPr bwMode="auto">
            <a:xfrm>
              <a:off x="432768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2" name="Oval 686">
              <a:extLst>
                <a:ext uri="{FF2B5EF4-FFF2-40B4-BE49-F238E27FC236}">
                  <a16:creationId xmlns:a16="http://schemas.microsoft.com/office/drawing/2014/main" id="{BDD58DFA-13E3-4748-BEA7-155D367A1B7F}"/>
                </a:ext>
              </a:extLst>
            </p:cNvPr>
            <p:cNvSpPr>
              <a:spLocks noChangeAspect="1" noChangeArrowheads="1"/>
            </p:cNvSpPr>
            <p:nvPr userDrawn="1"/>
          </p:nvSpPr>
          <p:spPr bwMode="auto">
            <a:xfrm>
              <a:off x="4663925"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3" name="Oval 687">
              <a:extLst>
                <a:ext uri="{FF2B5EF4-FFF2-40B4-BE49-F238E27FC236}">
                  <a16:creationId xmlns:a16="http://schemas.microsoft.com/office/drawing/2014/main" id="{F7413F7B-1344-4EEA-93F7-1597A896BE6A}"/>
                </a:ext>
              </a:extLst>
            </p:cNvPr>
            <p:cNvSpPr>
              <a:spLocks noChangeAspect="1" noChangeArrowheads="1"/>
            </p:cNvSpPr>
            <p:nvPr userDrawn="1"/>
          </p:nvSpPr>
          <p:spPr bwMode="auto">
            <a:xfrm>
              <a:off x="4777009"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4" name="Oval 688">
              <a:extLst>
                <a:ext uri="{FF2B5EF4-FFF2-40B4-BE49-F238E27FC236}">
                  <a16:creationId xmlns:a16="http://schemas.microsoft.com/office/drawing/2014/main" id="{CE3FEF08-4B81-4579-809D-37A90977DF1F}"/>
                </a:ext>
              </a:extLst>
            </p:cNvPr>
            <p:cNvSpPr>
              <a:spLocks noChangeAspect="1" noChangeArrowheads="1"/>
            </p:cNvSpPr>
            <p:nvPr userDrawn="1"/>
          </p:nvSpPr>
          <p:spPr bwMode="auto">
            <a:xfrm>
              <a:off x="4888585"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5" name="Oval 689">
              <a:extLst>
                <a:ext uri="{FF2B5EF4-FFF2-40B4-BE49-F238E27FC236}">
                  <a16:creationId xmlns:a16="http://schemas.microsoft.com/office/drawing/2014/main" id="{77E5B085-4A06-4A19-942D-7B406C298F35}"/>
                </a:ext>
              </a:extLst>
            </p:cNvPr>
            <p:cNvSpPr>
              <a:spLocks noChangeAspect="1" noChangeArrowheads="1"/>
            </p:cNvSpPr>
            <p:nvPr userDrawn="1"/>
          </p:nvSpPr>
          <p:spPr bwMode="auto">
            <a:xfrm>
              <a:off x="5001670"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6" name="Oval 690">
              <a:extLst>
                <a:ext uri="{FF2B5EF4-FFF2-40B4-BE49-F238E27FC236}">
                  <a16:creationId xmlns:a16="http://schemas.microsoft.com/office/drawing/2014/main" id="{F50B6C6F-8236-417B-91EA-0B55D1F37328}"/>
                </a:ext>
              </a:extLst>
            </p:cNvPr>
            <p:cNvSpPr>
              <a:spLocks noChangeAspect="1" noChangeArrowheads="1"/>
            </p:cNvSpPr>
            <p:nvPr userDrawn="1"/>
          </p:nvSpPr>
          <p:spPr bwMode="auto">
            <a:xfrm>
              <a:off x="511324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7" name="Oval 691">
              <a:extLst>
                <a:ext uri="{FF2B5EF4-FFF2-40B4-BE49-F238E27FC236}">
                  <a16:creationId xmlns:a16="http://schemas.microsoft.com/office/drawing/2014/main" id="{2042C3B6-664C-4654-9A75-A6421F22873B}"/>
                </a:ext>
              </a:extLst>
            </p:cNvPr>
            <p:cNvSpPr>
              <a:spLocks noChangeAspect="1" noChangeArrowheads="1"/>
            </p:cNvSpPr>
            <p:nvPr userDrawn="1"/>
          </p:nvSpPr>
          <p:spPr bwMode="auto">
            <a:xfrm>
              <a:off x="5226330"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8" name="Oval 692">
              <a:extLst>
                <a:ext uri="{FF2B5EF4-FFF2-40B4-BE49-F238E27FC236}">
                  <a16:creationId xmlns:a16="http://schemas.microsoft.com/office/drawing/2014/main" id="{0CC23D98-A58C-461F-B4EA-2B3D35D1B5AF}"/>
                </a:ext>
              </a:extLst>
            </p:cNvPr>
            <p:cNvSpPr>
              <a:spLocks noChangeAspect="1" noChangeArrowheads="1"/>
            </p:cNvSpPr>
            <p:nvPr userDrawn="1"/>
          </p:nvSpPr>
          <p:spPr bwMode="auto">
            <a:xfrm>
              <a:off x="5337907"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49" name="Oval 693">
              <a:extLst>
                <a:ext uri="{FF2B5EF4-FFF2-40B4-BE49-F238E27FC236}">
                  <a16:creationId xmlns:a16="http://schemas.microsoft.com/office/drawing/2014/main" id="{609085CA-51C2-49F0-B200-FBFC8D411D54}"/>
                </a:ext>
              </a:extLst>
            </p:cNvPr>
            <p:cNvSpPr>
              <a:spLocks noChangeAspect="1" noChangeArrowheads="1"/>
            </p:cNvSpPr>
            <p:nvPr userDrawn="1"/>
          </p:nvSpPr>
          <p:spPr bwMode="auto">
            <a:xfrm>
              <a:off x="5450992"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0" name="Oval 694">
              <a:extLst>
                <a:ext uri="{FF2B5EF4-FFF2-40B4-BE49-F238E27FC236}">
                  <a16:creationId xmlns:a16="http://schemas.microsoft.com/office/drawing/2014/main" id="{EA9FAE1D-8EBC-49D3-8BBE-1CF124DA848C}"/>
                </a:ext>
              </a:extLst>
            </p:cNvPr>
            <p:cNvSpPr>
              <a:spLocks noChangeAspect="1" noChangeArrowheads="1"/>
            </p:cNvSpPr>
            <p:nvPr userDrawn="1"/>
          </p:nvSpPr>
          <p:spPr bwMode="auto">
            <a:xfrm>
              <a:off x="5675652"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1" name="Oval 695">
              <a:extLst>
                <a:ext uri="{FF2B5EF4-FFF2-40B4-BE49-F238E27FC236}">
                  <a16:creationId xmlns:a16="http://schemas.microsoft.com/office/drawing/2014/main" id="{666B4FBE-5295-4D94-8FCF-D43537E6BDD0}"/>
                </a:ext>
              </a:extLst>
            </p:cNvPr>
            <p:cNvSpPr>
              <a:spLocks noChangeAspect="1" noChangeArrowheads="1"/>
            </p:cNvSpPr>
            <p:nvPr userDrawn="1"/>
          </p:nvSpPr>
          <p:spPr bwMode="auto">
            <a:xfrm>
              <a:off x="578722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2" name="Oval 696">
              <a:extLst>
                <a:ext uri="{FF2B5EF4-FFF2-40B4-BE49-F238E27FC236}">
                  <a16:creationId xmlns:a16="http://schemas.microsoft.com/office/drawing/2014/main" id="{D3C6BAE1-627C-4E3E-A754-860D46F15648}"/>
                </a:ext>
              </a:extLst>
            </p:cNvPr>
            <p:cNvSpPr>
              <a:spLocks noChangeAspect="1" noChangeArrowheads="1"/>
            </p:cNvSpPr>
            <p:nvPr userDrawn="1"/>
          </p:nvSpPr>
          <p:spPr bwMode="auto">
            <a:xfrm>
              <a:off x="5900313"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3" name="Oval 697">
              <a:extLst>
                <a:ext uri="{FF2B5EF4-FFF2-40B4-BE49-F238E27FC236}">
                  <a16:creationId xmlns:a16="http://schemas.microsoft.com/office/drawing/2014/main" id="{52AAE996-15B5-4FBE-8DA2-AD32C2876DCF}"/>
                </a:ext>
              </a:extLst>
            </p:cNvPr>
            <p:cNvSpPr>
              <a:spLocks noChangeAspect="1" noChangeArrowheads="1"/>
            </p:cNvSpPr>
            <p:nvPr userDrawn="1"/>
          </p:nvSpPr>
          <p:spPr bwMode="auto">
            <a:xfrm>
              <a:off x="601339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4" name="Oval 698">
              <a:extLst>
                <a:ext uri="{FF2B5EF4-FFF2-40B4-BE49-F238E27FC236}">
                  <a16:creationId xmlns:a16="http://schemas.microsoft.com/office/drawing/2014/main" id="{9D8C36C6-0E4B-475C-9790-5CC38AA4B8E7}"/>
                </a:ext>
              </a:extLst>
            </p:cNvPr>
            <p:cNvSpPr>
              <a:spLocks noChangeAspect="1" noChangeArrowheads="1"/>
            </p:cNvSpPr>
            <p:nvPr userDrawn="1"/>
          </p:nvSpPr>
          <p:spPr bwMode="auto">
            <a:xfrm>
              <a:off x="612497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5" name="Oval 699">
              <a:extLst>
                <a:ext uri="{FF2B5EF4-FFF2-40B4-BE49-F238E27FC236}">
                  <a16:creationId xmlns:a16="http://schemas.microsoft.com/office/drawing/2014/main" id="{D743A22F-83BA-4725-B8CE-68B82297E8AF}"/>
                </a:ext>
              </a:extLst>
            </p:cNvPr>
            <p:cNvSpPr>
              <a:spLocks noChangeAspect="1" noChangeArrowheads="1"/>
            </p:cNvSpPr>
            <p:nvPr userDrawn="1"/>
          </p:nvSpPr>
          <p:spPr bwMode="auto">
            <a:xfrm>
              <a:off x="6238058"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6" name="Oval 700">
              <a:extLst>
                <a:ext uri="{FF2B5EF4-FFF2-40B4-BE49-F238E27FC236}">
                  <a16:creationId xmlns:a16="http://schemas.microsoft.com/office/drawing/2014/main" id="{43F8F5F4-D048-4E14-993C-FA54046D81A6}"/>
                </a:ext>
              </a:extLst>
            </p:cNvPr>
            <p:cNvSpPr>
              <a:spLocks noChangeAspect="1" noChangeArrowheads="1"/>
            </p:cNvSpPr>
            <p:nvPr userDrawn="1"/>
          </p:nvSpPr>
          <p:spPr bwMode="auto">
            <a:xfrm>
              <a:off x="634963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7" name="Oval 701">
              <a:extLst>
                <a:ext uri="{FF2B5EF4-FFF2-40B4-BE49-F238E27FC236}">
                  <a16:creationId xmlns:a16="http://schemas.microsoft.com/office/drawing/2014/main" id="{2A780CF8-536F-4617-9FB7-79564C43FB5E}"/>
                </a:ext>
              </a:extLst>
            </p:cNvPr>
            <p:cNvSpPr>
              <a:spLocks noChangeAspect="1" noChangeArrowheads="1"/>
            </p:cNvSpPr>
            <p:nvPr userDrawn="1"/>
          </p:nvSpPr>
          <p:spPr bwMode="auto">
            <a:xfrm>
              <a:off x="6462718"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8" name="Oval 702">
              <a:extLst>
                <a:ext uri="{FF2B5EF4-FFF2-40B4-BE49-F238E27FC236}">
                  <a16:creationId xmlns:a16="http://schemas.microsoft.com/office/drawing/2014/main" id="{935AE722-683C-4765-8372-C9B45542C5F2}"/>
                </a:ext>
              </a:extLst>
            </p:cNvPr>
            <p:cNvSpPr>
              <a:spLocks noChangeAspect="1" noChangeArrowheads="1"/>
            </p:cNvSpPr>
            <p:nvPr userDrawn="1"/>
          </p:nvSpPr>
          <p:spPr bwMode="auto">
            <a:xfrm>
              <a:off x="6574294"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59" name="Oval 703">
              <a:extLst>
                <a:ext uri="{FF2B5EF4-FFF2-40B4-BE49-F238E27FC236}">
                  <a16:creationId xmlns:a16="http://schemas.microsoft.com/office/drawing/2014/main" id="{59210A94-0467-4A74-942F-FDC90F800D28}"/>
                </a:ext>
              </a:extLst>
            </p:cNvPr>
            <p:cNvSpPr>
              <a:spLocks noChangeAspect="1" noChangeArrowheads="1"/>
            </p:cNvSpPr>
            <p:nvPr userDrawn="1"/>
          </p:nvSpPr>
          <p:spPr bwMode="auto">
            <a:xfrm>
              <a:off x="6687381"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0" name="Oval 704">
              <a:extLst>
                <a:ext uri="{FF2B5EF4-FFF2-40B4-BE49-F238E27FC236}">
                  <a16:creationId xmlns:a16="http://schemas.microsoft.com/office/drawing/2014/main" id="{EF8013F8-5F91-48F8-9661-153D94BCE688}"/>
                </a:ext>
              </a:extLst>
            </p:cNvPr>
            <p:cNvSpPr>
              <a:spLocks noChangeAspect="1" noChangeArrowheads="1"/>
            </p:cNvSpPr>
            <p:nvPr userDrawn="1"/>
          </p:nvSpPr>
          <p:spPr bwMode="auto">
            <a:xfrm>
              <a:off x="679895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1" name="Oval 705">
              <a:extLst>
                <a:ext uri="{FF2B5EF4-FFF2-40B4-BE49-F238E27FC236}">
                  <a16:creationId xmlns:a16="http://schemas.microsoft.com/office/drawing/2014/main" id="{060982F9-16F9-40B3-85E8-7F405F0B672E}"/>
                </a:ext>
              </a:extLst>
            </p:cNvPr>
            <p:cNvSpPr>
              <a:spLocks noChangeAspect="1" noChangeArrowheads="1"/>
            </p:cNvSpPr>
            <p:nvPr userDrawn="1"/>
          </p:nvSpPr>
          <p:spPr bwMode="auto">
            <a:xfrm>
              <a:off x="6912041"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2" name="Oval 706">
              <a:extLst>
                <a:ext uri="{FF2B5EF4-FFF2-40B4-BE49-F238E27FC236}">
                  <a16:creationId xmlns:a16="http://schemas.microsoft.com/office/drawing/2014/main" id="{52945726-E9E4-4B13-9223-8A555A560F88}"/>
                </a:ext>
              </a:extLst>
            </p:cNvPr>
            <p:cNvSpPr>
              <a:spLocks noChangeAspect="1" noChangeArrowheads="1"/>
            </p:cNvSpPr>
            <p:nvPr userDrawn="1"/>
          </p:nvSpPr>
          <p:spPr bwMode="auto">
            <a:xfrm>
              <a:off x="7023616"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3" name="Oval 707">
              <a:extLst>
                <a:ext uri="{FF2B5EF4-FFF2-40B4-BE49-F238E27FC236}">
                  <a16:creationId xmlns:a16="http://schemas.microsoft.com/office/drawing/2014/main" id="{B5837511-9566-4543-9392-DEB887170012}"/>
                </a:ext>
              </a:extLst>
            </p:cNvPr>
            <p:cNvSpPr>
              <a:spLocks noChangeAspect="1" noChangeArrowheads="1"/>
            </p:cNvSpPr>
            <p:nvPr userDrawn="1"/>
          </p:nvSpPr>
          <p:spPr bwMode="auto">
            <a:xfrm>
              <a:off x="7136701"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4" name="Oval 708">
              <a:extLst>
                <a:ext uri="{FF2B5EF4-FFF2-40B4-BE49-F238E27FC236}">
                  <a16:creationId xmlns:a16="http://schemas.microsoft.com/office/drawing/2014/main" id="{3F228B75-2E64-44EF-A94B-8A1BE6573D03}"/>
                </a:ext>
              </a:extLst>
            </p:cNvPr>
            <p:cNvSpPr>
              <a:spLocks noChangeAspect="1" noChangeArrowheads="1"/>
            </p:cNvSpPr>
            <p:nvPr userDrawn="1"/>
          </p:nvSpPr>
          <p:spPr bwMode="auto">
            <a:xfrm>
              <a:off x="7248277"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5" name="Oval 709">
              <a:extLst>
                <a:ext uri="{FF2B5EF4-FFF2-40B4-BE49-F238E27FC236}">
                  <a16:creationId xmlns:a16="http://schemas.microsoft.com/office/drawing/2014/main" id="{7671C751-7054-4AEC-98C5-B5A3BF7202F9}"/>
                </a:ext>
              </a:extLst>
            </p:cNvPr>
            <p:cNvSpPr>
              <a:spLocks noChangeAspect="1" noChangeArrowheads="1"/>
            </p:cNvSpPr>
            <p:nvPr userDrawn="1"/>
          </p:nvSpPr>
          <p:spPr bwMode="auto">
            <a:xfrm>
              <a:off x="7361362" y="279975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6" name="Oval 710">
              <a:extLst>
                <a:ext uri="{FF2B5EF4-FFF2-40B4-BE49-F238E27FC236}">
                  <a16:creationId xmlns:a16="http://schemas.microsoft.com/office/drawing/2014/main" id="{25D26F85-30BB-4300-ACE8-46725865AD6B}"/>
                </a:ext>
              </a:extLst>
            </p:cNvPr>
            <p:cNvSpPr>
              <a:spLocks noChangeAspect="1" noChangeArrowheads="1"/>
            </p:cNvSpPr>
            <p:nvPr userDrawn="1"/>
          </p:nvSpPr>
          <p:spPr bwMode="auto">
            <a:xfrm>
              <a:off x="7586024" y="279975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7" name="Oval 711">
              <a:extLst>
                <a:ext uri="{FF2B5EF4-FFF2-40B4-BE49-F238E27FC236}">
                  <a16:creationId xmlns:a16="http://schemas.microsoft.com/office/drawing/2014/main" id="{9847CFDC-EDF4-4E92-B135-F962FF6FD82B}"/>
                </a:ext>
              </a:extLst>
            </p:cNvPr>
            <p:cNvSpPr>
              <a:spLocks noChangeAspect="1" noChangeArrowheads="1"/>
            </p:cNvSpPr>
            <p:nvPr userDrawn="1"/>
          </p:nvSpPr>
          <p:spPr bwMode="auto">
            <a:xfrm>
              <a:off x="1405589"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8" name="Oval 712">
              <a:extLst>
                <a:ext uri="{FF2B5EF4-FFF2-40B4-BE49-F238E27FC236}">
                  <a16:creationId xmlns:a16="http://schemas.microsoft.com/office/drawing/2014/main" id="{92420464-27CD-46EC-9449-4727C639F525}"/>
                </a:ext>
              </a:extLst>
            </p:cNvPr>
            <p:cNvSpPr>
              <a:spLocks noChangeAspect="1" noChangeArrowheads="1"/>
            </p:cNvSpPr>
            <p:nvPr userDrawn="1"/>
          </p:nvSpPr>
          <p:spPr bwMode="auto">
            <a:xfrm>
              <a:off x="151867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69" name="Oval 713">
              <a:extLst>
                <a:ext uri="{FF2B5EF4-FFF2-40B4-BE49-F238E27FC236}">
                  <a16:creationId xmlns:a16="http://schemas.microsoft.com/office/drawing/2014/main" id="{21204460-12E6-413D-9F7F-509BCF5A2766}"/>
                </a:ext>
              </a:extLst>
            </p:cNvPr>
            <p:cNvSpPr>
              <a:spLocks noChangeAspect="1" noChangeArrowheads="1"/>
            </p:cNvSpPr>
            <p:nvPr userDrawn="1"/>
          </p:nvSpPr>
          <p:spPr bwMode="auto">
            <a:xfrm>
              <a:off x="163025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0" name="Oval 714">
              <a:extLst>
                <a:ext uri="{FF2B5EF4-FFF2-40B4-BE49-F238E27FC236}">
                  <a16:creationId xmlns:a16="http://schemas.microsoft.com/office/drawing/2014/main" id="{5F63D1EA-044A-4A67-8A12-AE7052BDE37F}"/>
                </a:ext>
              </a:extLst>
            </p:cNvPr>
            <p:cNvSpPr>
              <a:spLocks noChangeAspect="1" noChangeArrowheads="1"/>
            </p:cNvSpPr>
            <p:nvPr userDrawn="1"/>
          </p:nvSpPr>
          <p:spPr bwMode="auto">
            <a:xfrm>
              <a:off x="174333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1" name="Oval 715">
              <a:extLst>
                <a:ext uri="{FF2B5EF4-FFF2-40B4-BE49-F238E27FC236}">
                  <a16:creationId xmlns:a16="http://schemas.microsoft.com/office/drawing/2014/main" id="{E5DC5BD1-40FF-4376-ACA1-A7A35FB35394}"/>
                </a:ext>
              </a:extLst>
            </p:cNvPr>
            <p:cNvSpPr>
              <a:spLocks noChangeAspect="1" noChangeArrowheads="1"/>
            </p:cNvSpPr>
            <p:nvPr userDrawn="1"/>
          </p:nvSpPr>
          <p:spPr bwMode="auto">
            <a:xfrm>
              <a:off x="1854911"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2" name="Oval 716">
              <a:extLst>
                <a:ext uri="{FF2B5EF4-FFF2-40B4-BE49-F238E27FC236}">
                  <a16:creationId xmlns:a16="http://schemas.microsoft.com/office/drawing/2014/main" id="{D9CADC42-6E65-47C7-A7E8-C542F4E52532}"/>
                </a:ext>
              </a:extLst>
            </p:cNvPr>
            <p:cNvSpPr>
              <a:spLocks noChangeAspect="1" noChangeArrowheads="1"/>
            </p:cNvSpPr>
            <p:nvPr userDrawn="1"/>
          </p:nvSpPr>
          <p:spPr bwMode="auto">
            <a:xfrm>
              <a:off x="1967995"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3" name="Oval 717">
              <a:extLst>
                <a:ext uri="{FF2B5EF4-FFF2-40B4-BE49-F238E27FC236}">
                  <a16:creationId xmlns:a16="http://schemas.microsoft.com/office/drawing/2014/main" id="{297C4EFD-774E-4A74-BCA2-9C8A7BC27E66}"/>
                </a:ext>
              </a:extLst>
            </p:cNvPr>
            <p:cNvSpPr>
              <a:spLocks noChangeAspect="1" noChangeArrowheads="1"/>
            </p:cNvSpPr>
            <p:nvPr userDrawn="1"/>
          </p:nvSpPr>
          <p:spPr bwMode="auto">
            <a:xfrm>
              <a:off x="2079572"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4" name="Oval 718">
              <a:extLst>
                <a:ext uri="{FF2B5EF4-FFF2-40B4-BE49-F238E27FC236}">
                  <a16:creationId xmlns:a16="http://schemas.microsoft.com/office/drawing/2014/main" id="{F185DB26-0228-43CD-90BE-3054247ADD97}"/>
                </a:ext>
              </a:extLst>
            </p:cNvPr>
            <p:cNvSpPr>
              <a:spLocks noChangeAspect="1" noChangeArrowheads="1"/>
            </p:cNvSpPr>
            <p:nvPr userDrawn="1"/>
          </p:nvSpPr>
          <p:spPr bwMode="auto">
            <a:xfrm>
              <a:off x="2192657"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5" name="Oval 719">
              <a:extLst>
                <a:ext uri="{FF2B5EF4-FFF2-40B4-BE49-F238E27FC236}">
                  <a16:creationId xmlns:a16="http://schemas.microsoft.com/office/drawing/2014/main" id="{FD9E0EFC-1A90-4401-BAE2-5CCFCAAD4CF6}"/>
                </a:ext>
              </a:extLst>
            </p:cNvPr>
            <p:cNvSpPr>
              <a:spLocks noChangeAspect="1" noChangeArrowheads="1"/>
            </p:cNvSpPr>
            <p:nvPr userDrawn="1"/>
          </p:nvSpPr>
          <p:spPr bwMode="auto">
            <a:xfrm>
              <a:off x="2304233"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6" name="Oval 720">
              <a:extLst>
                <a:ext uri="{FF2B5EF4-FFF2-40B4-BE49-F238E27FC236}">
                  <a16:creationId xmlns:a16="http://schemas.microsoft.com/office/drawing/2014/main" id="{AE91B0C9-54B4-4A24-90E5-D32D1DB0CFC7}"/>
                </a:ext>
              </a:extLst>
            </p:cNvPr>
            <p:cNvSpPr>
              <a:spLocks noChangeAspect="1" noChangeArrowheads="1"/>
            </p:cNvSpPr>
            <p:nvPr userDrawn="1"/>
          </p:nvSpPr>
          <p:spPr bwMode="auto">
            <a:xfrm>
              <a:off x="241731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7" name="Oval 721">
              <a:extLst>
                <a:ext uri="{FF2B5EF4-FFF2-40B4-BE49-F238E27FC236}">
                  <a16:creationId xmlns:a16="http://schemas.microsoft.com/office/drawing/2014/main" id="{10F41095-CA1B-4D9B-8DF4-F994945CDFF3}"/>
                </a:ext>
              </a:extLst>
            </p:cNvPr>
            <p:cNvSpPr>
              <a:spLocks noChangeAspect="1" noChangeArrowheads="1"/>
            </p:cNvSpPr>
            <p:nvPr userDrawn="1"/>
          </p:nvSpPr>
          <p:spPr bwMode="auto">
            <a:xfrm>
              <a:off x="2528893"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8" name="Oval 722">
              <a:extLst>
                <a:ext uri="{FF2B5EF4-FFF2-40B4-BE49-F238E27FC236}">
                  <a16:creationId xmlns:a16="http://schemas.microsoft.com/office/drawing/2014/main" id="{008D7838-9FBF-4789-B1AE-E91D8844E7A0}"/>
                </a:ext>
              </a:extLst>
            </p:cNvPr>
            <p:cNvSpPr>
              <a:spLocks noChangeAspect="1" noChangeArrowheads="1"/>
            </p:cNvSpPr>
            <p:nvPr userDrawn="1"/>
          </p:nvSpPr>
          <p:spPr bwMode="auto">
            <a:xfrm>
              <a:off x="410302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79" name="Oval 723">
              <a:extLst>
                <a:ext uri="{FF2B5EF4-FFF2-40B4-BE49-F238E27FC236}">
                  <a16:creationId xmlns:a16="http://schemas.microsoft.com/office/drawing/2014/main" id="{B28C1A50-DA25-45B3-BE5A-CBE7A73D4DCA}"/>
                </a:ext>
              </a:extLst>
            </p:cNvPr>
            <p:cNvSpPr>
              <a:spLocks noChangeAspect="1" noChangeArrowheads="1"/>
            </p:cNvSpPr>
            <p:nvPr userDrawn="1"/>
          </p:nvSpPr>
          <p:spPr bwMode="auto">
            <a:xfrm>
              <a:off x="421460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0" name="Oval 724">
              <a:extLst>
                <a:ext uri="{FF2B5EF4-FFF2-40B4-BE49-F238E27FC236}">
                  <a16:creationId xmlns:a16="http://schemas.microsoft.com/office/drawing/2014/main" id="{0D9B08C5-68DF-43A4-A342-5D81A13E64FA}"/>
                </a:ext>
              </a:extLst>
            </p:cNvPr>
            <p:cNvSpPr>
              <a:spLocks noChangeAspect="1" noChangeArrowheads="1"/>
            </p:cNvSpPr>
            <p:nvPr userDrawn="1"/>
          </p:nvSpPr>
          <p:spPr bwMode="auto">
            <a:xfrm>
              <a:off x="4663925"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1" name="Oval 725">
              <a:extLst>
                <a:ext uri="{FF2B5EF4-FFF2-40B4-BE49-F238E27FC236}">
                  <a16:creationId xmlns:a16="http://schemas.microsoft.com/office/drawing/2014/main" id="{6C9B16EE-5FE2-464E-8F92-B398DEB5D93D}"/>
                </a:ext>
              </a:extLst>
            </p:cNvPr>
            <p:cNvSpPr>
              <a:spLocks noChangeAspect="1" noChangeArrowheads="1"/>
            </p:cNvSpPr>
            <p:nvPr userDrawn="1"/>
          </p:nvSpPr>
          <p:spPr bwMode="auto">
            <a:xfrm>
              <a:off x="4888585"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2" name="Oval 726">
              <a:extLst>
                <a:ext uri="{FF2B5EF4-FFF2-40B4-BE49-F238E27FC236}">
                  <a16:creationId xmlns:a16="http://schemas.microsoft.com/office/drawing/2014/main" id="{30EEF226-C98A-4F1E-8AC3-C58269DB7D7F}"/>
                </a:ext>
              </a:extLst>
            </p:cNvPr>
            <p:cNvSpPr>
              <a:spLocks noChangeAspect="1" noChangeArrowheads="1"/>
            </p:cNvSpPr>
            <p:nvPr userDrawn="1"/>
          </p:nvSpPr>
          <p:spPr bwMode="auto">
            <a:xfrm>
              <a:off x="5001670"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3" name="Oval 727">
              <a:extLst>
                <a:ext uri="{FF2B5EF4-FFF2-40B4-BE49-F238E27FC236}">
                  <a16:creationId xmlns:a16="http://schemas.microsoft.com/office/drawing/2014/main" id="{1B4FF1E8-8DD2-4375-8294-2AB1BCA265D5}"/>
                </a:ext>
              </a:extLst>
            </p:cNvPr>
            <p:cNvSpPr>
              <a:spLocks noChangeAspect="1" noChangeArrowheads="1"/>
            </p:cNvSpPr>
            <p:nvPr userDrawn="1"/>
          </p:nvSpPr>
          <p:spPr bwMode="auto">
            <a:xfrm>
              <a:off x="5113247" y="2903797"/>
              <a:ext cx="85943"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784" name="Oval 728">
              <a:extLst>
                <a:ext uri="{FF2B5EF4-FFF2-40B4-BE49-F238E27FC236}">
                  <a16:creationId xmlns:a16="http://schemas.microsoft.com/office/drawing/2014/main" id="{1B260651-0C69-4166-8492-77FDB50C26F0}"/>
                </a:ext>
              </a:extLst>
            </p:cNvPr>
            <p:cNvSpPr>
              <a:spLocks noChangeAspect="1" noChangeArrowheads="1"/>
            </p:cNvSpPr>
            <p:nvPr userDrawn="1"/>
          </p:nvSpPr>
          <p:spPr bwMode="auto">
            <a:xfrm>
              <a:off x="5226330"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5" name="Oval 729">
              <a:extLst>
                <a:ext uri="{FF2B5EF4-FFF2-40B4-BE49-F238E27FC236}">
                  <a16:creationId xmlns:a16="http://schemas.microsoft.com/office/drawing/2014/main" id="{F9A2E487-6AE9-4DB8-8FB4-B8114B8E455A}"/>
                </a:ext>
              </a:extLst>
            </p:cNvPr>
            <p:cNvSpPr>
              <a:spLocks noChangeAspect="1" noChangeArrowheads="1"/>
            </p:cNvSpPr>
            <p:nvPr userDrawn="1"/>
          </p:nvSpPr>
          <p:spPr bwMode="auto">
            <a:xfrm>
              <a:off x="5337907"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6" name="Oval 730">
              <a:extLst>
                <a:ext uri="{FF2B5EF4-FFF2-40B4-BE49-F238E27FC236}">
                  <a16:creationId xmlns:a16="http://schemas.microsoft.com/office/drawing/2014/main" id="{B82489F0-59B7-4D05-B2CE-42F4E25715AB}"/>
                </a:ext>
              </a:extLst>
            </p:cNvPr>
            <p:cNvSpPr>
              <a:spLocks noChangeAspect="1" noChangeArrowheads="1"/>
            </p:cNvSpPr>
            <p:nvPr userDrawn="1"/>
          </p:nvSpPr>
          <p:spPr bwMode="auto">
            <a:xfrm>
              <a:off x="5450992"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7" name="Oval 731">
              <a:extLst>
                <a:ext uri="{FF2B5EF4-FFF2-40B4-BE49-F238E27FC236}">
                  <a16:creationId xmlns:a16="http://schemas.microsoft.com/office/drawing/2014/main" id="{98C2B3B3-55F9-47CA-938A-99A8B31D4E00}"/>
                </a:ext>
              </a:extLst>
            </p:cNvPr>
            <p:cNvSpPr>
              <a:spLocks noChangeAspect="1" noChangeArrowheads="1"/>
            </p:cNvSpPr>
            <p:nvPr userDrawn="1"/>
          </p:nvSpPr>
          <p:spPr bwMode="auto">
            <a:xfrm>
              <a:off x="5675652"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8" name="Oval 732">
              <a:extLst>
                <a:ext uri="{FF2B5EF4-FFF2-40B4-BE49-F238E27FC236}">
                  <a16:creationId xmlns:a16="http://schemas.microsoft.com/office/drawing/2014/main" id="{FBB89EEE-7033-4DD9-B568-1651906A6802}"/>
                </a:ext>
              </a:extLst>
            </p:cNvPr>
            <p:cNvSpPr>
              <a:spLocks noChangeAspect="1" noChangeArrowheads="1"/>
            </p:cNvSpPr>
            <p:nvPr userDrawn="1"/>
          </p:nvSpPr>
          <p:spPr bwMode="auto">
            <a:xfrm>
              <a:off x="578722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89" name="Oval 733">
              <a:extLst>
                <a:ext uri="{FF2B5EF4-FFF2-40B4-BE49-F238E27FC236}">
                  <a16:creationId xmlns:a16="http://schemas.microsoft.com/office/drawing/2014/main" id="{295491EE-015A-493F-B506-6142774C26F6}"/>
                </a:ext>
              </a:extLst>
            </p:cNvPr>
            <p:cNvSpPr>
              <a:spLocks noChangeAspect="1" noChangeArrowheads="1"/>
            </p:cNvSpPr>
            <p:nvPr userDrawn="1"/>
          </p:nvSpPr>
          <p:spPr bwMode="auto">
            <a:xfrm>
              <a:off x="5900313"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0" name="Oval 734">
              <a:extLst>
                <a:ext uri="{FF2B5EF4-FFF2-40B4-BE49-F238E27FC236}">
                  <a16:creationId xmlns:a16="http://schemas.microsoft.com/office/drawing/2014/main" id="{327F71C3-5695-44D0-AC22-43F6FF122A3D}"/>
                </a:ext>
              </a:extLst>
            </p:cNvPr>
            <p:cNvSpPr>
              <a:spLocks noChangeAspect="1" noChangeArrowheads="1"/>
            </p:cNvSpPr>
            <p:nvPr userDrawn="1"/>
          </p:nvSpPr>
          <p:spPr bwMode="auto">
            <a:xfrm>
              <a:off x="601339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1" name="Oval 735">
              <a:extLst>
                <a:ext uri="{FF2B5EF4-FFF2-40B4-BE49-F238E27FC236}">
                  <a16:creationId xmlns:a16="http://schemas.microsoft.com/office/drawing/2014/main" id="{43F832DF-B085-4822-BFBD-2EB0A639AEB2}"/>
                </a:ext>
              </a:extLst>
            </p:cNvPr>
            <p:cNvSpPr>
              <a:spLocks noChangeAspect="1" noChangeArrowheads="1"/>
            </p:cNvSpPr>
            <p:nvPr userDrawn="1"/>
          </p:nvSpPr>
          <p:spPr bwMode="auto">
            <a:xfrm>
              <a:off x="612497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2" name="Oval 736">
              <a:extLst>
                <a:ext uri="{FF2B5EF4-FFF2-40B4-BE49-F238E27FC236}">
                  <a16:creationId xmlns:a16="http://schemas.microsoft.com/office/drawing/2014/main" id="{978FB093-C16D-4635-81D7-E78AB14E68E8}"/>
                </a:ext>
              </a:extLst>
            </p:cNvPr>
            <p:cNvSpPr>
              <a:spLocks noChangeAspect="1" noChangeArrowheads="1"/>
            </p:cNvSpPr>
            <p:nvPr userDrawn="1"/>
          </p:nvSpPr>
          <p:spPr bwMode="auto">
            <a:xfrm>
              <a:off x="6238058"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3" name="Oval 737">
              <a:extLst>
                <a:ext uri="{FF2B5EF4-FFF2-40B4-BE49-F238E27FC236}">
                  <a16:creationId xmlns:a16="http://schemas.microsoft.com/office/drawing/2014/main" id="{BFE7C176-AB25-49F7-A3A0-4514751D7E45}"/>
                </a:ext>
              </a:extLst>
            </p:cNvPr>
            <p:cNvSpPr>
              <a:spLocks noChangeAspect="1" noChangeArrowheads="1"/>
            </p:cNvSpPr>
            <p:nvPr userDrawn="1"/>
          </p:nvSpPr>
          <p:spPr bwMode="auto">
            <a:xfrm>
              <a:off x="6349634"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4" name="Oval 738">
              <a:extLst>
                <a:ext uri="{FF2B5EF4-FFF2-40B4-BE49-F238E27FC236}">
                  <a16:creationId xmlns:a16="http://schemas.microsoft.com/office/drawing/2014/main" id="{6E2591C9-DA5C-4880-876D-8FF2956E4ED5}"/>
                </a:ext>
              </a:extLst>
            </p:cNvPr>
            <p:cNvSpPr>
              <a:spLocks noChangeAspect="1" noChangeArrowheads="1"/>
            </p:cNvSpPr>
            <p:nvPr userDrawn="1"/>
          </p:nvSpPr>
          <p:spPr bwMode="auto">
            <a:xfrm>
              <a:off x="6462718"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5" name="Oval 739">
              <a:extLst>
                <a:ext uri="{FF2B5EF4-FFF2-40B4-BE49-F238E27FC236}">
                  <a16:creationId xmlns:a16="http://schemas.microsoft.com/office/drawing/2014/main" id="{8565F9EE-6B8A-4DFF-8528-AE304D3BBBAB}"/>
                </a:ext>
              </a:extLst>
            </p:cNvPr>
            <p:cNvSpPr>
              <a:spLocks noChangeAspect="1" noChangeArrowheads="1"/>
            </p:cNvSpPr>
            <p:nvPr userDrawn="1"/>
          </p:nvSpPr>
          <p:spPr bwMode="auto">
            <a:xfrm>
              <a:off x="6574294"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6" name="Oval 740">
              <a:extLst>
                <a:ext uri="{FF2B5EF4-FFF2-40B4-BE49-F238E27FC236}">
                  <a16:creationId xmlns:a16="http://schemas.microsoft.com/office/drawing/2014/main" id="{6173DEDA-B5EF-407F-94F4-1A0B768730D3}"/>
                </a:ext>
              </a:extLst>
            </p:cNvPr>
            <p:cNvSpPr>
              <a:spLocks noChangeAspect="1" noChangeArrowheads="1"/>
            </p:cNvSpPr>
            <p:nvPr userDrawn="1"/>
          </p:nvSpPr>
          <p:spPr bwMode="auto">
            <a:xfrm>
              <a:off x="668738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7" name="Oval 741">
              <a:extLst>
                <a:ext uri="{FF2B5EF4-FFF2-40B4-BE49-F238E27FC236}">
                  <a16:creationId xmlns:a16="http://schemas.microsoft.com/office/drawing/2014/main" id="{0BBF0BB0-E735-4844-8BFB-044C70708F1A}"/>
                </a:ext>
              </a:extLst>
            </p:cNvPr>
            <p:cNvSpPr>
              <a:spLocks noChangeAspect="1" noChangeArrowheads="1"/>
            </p:cNvSpPr>
            <p:nvPr userDrawn="1"/>
          </p:nvSpPr>
          <p:spPr bwMode="auto">
            <a:xfrm>
              <a:off x="6798957"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8" name="Oval 742">
              <a:extLst>
                <a:ext uri="{FF2B5EF4-FFF2-40B4-BE49-F238E27FC236}">
                  <a16:creationId xmlns:a16="http://schemas.microsoft.com/office/drawing/2014/main" id="{FDFA132D-303C-4C5D-A885-E73CBC2CA346}"/>
                </a:ext>
              </a:extLst>
            </p:cNvPr>
            <p:cNvSpPr>
              <a:spLocks noChangeAspect="1" noChangeArrowheads="1"/>
            </p:cNvSpPr>
            <p:nvPr userDrawn="1"/>
          </p:nvSpPr>
          <p:spPr bwMode="auto">
            <a:xfrm>
              <a:off x="6912041"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799" name="Oval 743">
              <a:extLst>
                <a:ext uri="{FF2B5EF4-FFF2-40B4-BE49-F238E27FC236}">
                  <a16:creationId xmlns:a16="http://schemas.microsoft.com/office/drawing/2014/main" id="{C6893BB1-A92F-4601-B2CE-582FF3F62164}"/>
                </a:ext>
              </a:extLst>
            </p:cNvPr>
            <p:cNvSpPr>
              <a:spLocks noChangeAspect="1" noChangeArrowheads="1"/>
            </p:cNvSpPr>
            <p:nvPr userDrawn="1"/>
          </p:nvSpPr>
          <p:spPr bwMode="auto">
            <a:xfrm>
              <a:off x="7023616"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0" name="Oval 744">
              <a:extLst>
                <a:ext uri="{FF2B5EF4-FFF2-40B4-BE49-F238E27FC236}">
                  <a16:creationId xmlns:a16="http://schemas.microsoft.com/office/drawing/2014/main" id="{74120505-679B-4B79-A4E1-C6AC38BC1D21}"/>
                </a:ext>
              </a:extLst>
            </p:cNvPr>
            <p:cNvSpPr>
              <a:spLocks noChangeAspect="1" noChangeArrowheads="1"/>
            </p:cNvSpPr>
            <p:nvPr userDrawn="1"/>
          </p:nvSpPr>
          <p:spPr bwMode="auto">
            <a:xfrm>
              <a:off x="7136701" y="290379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1" name="Oval 745">
              <a:extLst>
                <a:ext uri="{FF2B5EF4-FFF2-40B4-BE49-F238E27FC236}">
                  <a16:creationId xmlns:a16="http://schemas.microsoft.com/office/drawing/2014/main" id="{445AA11F-735E-40D6-8BD2-0BEE46A26E94}"/>
                </a:ext>
              </a:extLst>
            </p:cNvPr>
            <p:cNvSpPr>
              <a:spLocks noChangeAspect="1" noChangeArrowheads="1"/>
            </p:cNvSpPr>
            <p:nvPr userDrawn="1"/>
          </p:nvSpPr>
          <p:spPr bwMode="auto">
            <a:xfrm>
              <a:off x="7361362" y="290379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2" name="Oval 746">
              <a:extLst>
                <a:ext uri="{FF2B5EF4-FFF2-40B4-BE49-F238E27FC236}">
                  <a16:creationId xmlns:a16="http://schemas.microsoft.com/office/drawing/2014/main" id="{906D01A0-922F-4E81-8CD9-BF6930BF13CE}"/>
                </a:ext>
              </a:extLst>
            </p:cNvPr>
            <p:cNvSpPr>
              <a:spLocks noChangeAspect="1" noChangeArrowheads="1"/>
            </p:cNvSpPr>
            <p:nvPr userDrawn="1"/>
          </p:nvSpPr>
          <p:spPr bwMode="auto">
            <a:xfrm>
              <a:off x="7586024" y="2903797"/>
              <a:ext cx="85943"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803" name="Oval 747">
              <a:extLst>
                <a:ext uri="{FF2B5EF4-FFF2-40B4-BE49-F238E27FC236}">
                  <a16:creationId xmlns:a16="http://schemas.microsoft.com/office/drawing/2014/main" id="{4C805A43-0A0B-4748-BE76-6AF1761F8B45}"/>
                </a:ext>
              </a:extLst>
            </p:cNvPr>
            <p:cNvSpPr>
              <a:spLocks noChangeAspect="1" noChangeArrowheads="1"/>
            </p:cNvSpPr>
            <p:nvPr userDrawn="1"/>
          </p:nvSpPr>
          <p:spPr bwMode="auto">
            <a:xfrm>
              <a:off x="151867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4" name="Oval 748">
              <a:extLst>
                <a:ext uri="{FF2B5EF4-FFF2-40B4-BE49-F238E27FC236}">
                  <a16:creationId xmlns:a16="http://schemas.microsoft.com/office/drawing/2014/main" id="{DC7D127B-85C0-4737-874C-503CD034A3F5}"/>
                </a:ext>
              </a:extLst>
            </p:cNvPr>
            <p:cNvSpPr>
              <a:spLocks noChangeAspect="1" noChangeArrowheads="1"/>
            </p:cNvSpPr>
            <p:nvPr userDrawn="1"/>
          </p:nvSpPr>
          <p:spPr bwMode="auto">
            <a:xfrm>
              <a:off x="163025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5" name="Oval 749">
              <a:extLst>
                <a:ext uri="{FF2B5EF4-FFF2-40B4-BE49-F238E27FC236}">
                  <a16:creationId xmlns:a16="http://schemas.microsoft.com/office/drawing/2014/main" id="{79B50B05-AFC6-4CAD-BE90-122C8D0A26DC}"/>
                </a:ext>
              </a:extLst>
            </p:cNvPr>
            <p:cNvSpPr>
              <a:spLocks noChangeAspect="1" noChangeArrowheads="1"/>
            </p:cNvSpPr>
            <p:nvPr userDrawn="1"/>
          </p:nvSpPr>
          <p:spPr bwMode="auto">
            <a:xfrm>
              <a:off x="174333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6" name="Oval 750">
              <a:extLst>
                <a:ext uri="{FF2B5EF4-FFF2-40B4-BE49-F238E27FC236}">
                  <a16:creationId xmlns:a16="http://schemas.microsoft.com/office/drawing/2014/main" id="{2FD3871E-8C2A-45B2-A1A0-5EC3F39988C4}"/>
                </a:ext>
              </a:extLst>
            </p:cNvPr>
            <p:cNvSpPr>
              <a:spLocks noChangeAspect="1" noChangeArrowheads="1"/>
            </p:cNvSpPr>
            <p:nvPr userDrawn="1"/>
          </p:nvSpPr>
          <p:spPr bwMode="auto">
            <a:xfrm>
              <a:off x="1854911"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7" name="Oval 751">
              <a:extLst>
                <a:ext uri="{FF2B5EF4-FFF2-40B4-BE49-F238E27FC236}">
                  <a16:creationId xmlns:a16="http://schemas.microsoft.com/office/drawing/2014/main" id="{30C150D2-693B-4748-BEE4-7F3FA789CCBF}"/>
                </a:ext>
              </a:extLst>
            </p:cNvPr>
            <p:cNvSpPr>
              <a:spLocks noChangeAspect="1" noChangeArrowheads="1"/>
            </p:cNvSpPr>
            <p:nvPr userDrawn="1"/>
          </p:nvSpPr>
          <p:spPr bwMode="auto">
            <a:xfrm>
              <a:off x="1967996"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8" name="Oval 752">
              <a:extLst>
                <a:ext uri="{FF2B5EF4-FFF2-40B4-BE49-F238E27FC236}">
                  <a16:creationId xmlns:a16="http://schemas.microsoft.com/office/drawing/2014/main" id="{6898A8FB-83AA-4093-B3CA-F3453C7F3413}"/>
                </a:ext>
              </a:extLst>
            </p:cNvPr>
            <p:cNvSpPr>
              <a:spLocks noChangeAspect="1" noChangeArrowheads="1"/>
            </p:cNvSpPr>
            <p:nvPr userDrawn="1"/>
          </p:nvSpPr>
          <p:spPr bwMode="auto">
            <a:xfrm>
              <a:off x="2079572"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09" name="Oval 753">
              <a:extLst>
                <a:ext uri="{FF2B5EF4-FFF2-40B4-BE49-F238E27FC236}">
                  <a16:creationId xmlns:a16="http://schemas.microsoft.com/office/drawing/2014/main" id="{A71ADD83-57AE-4387-AB71-14930FDB3C92}"/>
                </a:ext>
              </a:extLst>
            </p:cNvPr>
            <p:cNvSpPr>
              <a:spLocks noChangeAspect="1" noChangeArrowheads="1"/>
            </p:cNvSpPr>
            <p:nvPr userDrawn="1"/>
          </p:nvSpPr>
          <p:spPr bwMode="auto">
            <a:xfrm>
              <a:off x="2192657"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0" name="Oval 754">
              <a:extLst>
                <a:ext uri="{FF2B5EF4-FFF2-40B4-BE49-F238E27FC236}">
                  <a16:creationId xmlns:a16="http://schemas.microsoft.com/office/drawing/2014/main" id="{57FAA770-655F-46D9-A54A-D7D2428849A6}"/>
                </a:ext>
              </a:extLst>
            </p:cNvPr>
            <p:cNvSpPr>
              <a:spLocks noChangeAspect="1" noChangeArrowheads="1"/>
            </p:cNvSpPr>
            <p:nvPr userDrawn="1"/>
          </p:nvSpPr>
          <p:spPr bwMode="auto">
            <a:xfrm>
              <a:off x="230423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1" name="Oval 755">
              <a:extLst>
                <a:ext uri="{FF2B5EF4-FFF2-40B4-BE49-F238E27FC236}">
                  <a16:creationId xmlns:a16="http://schemas.microsoft.com/office/drawing/2014/main" id="{89ED84F1-3DA9-4E91-A063-64BFBD97C3FF}"/>
                </a:ext>
              </a:extLst>
            </p:cNvPr>
            <p:cNvSpPr>
              <a:spLocks noChangeAspect="1" noChangeArrowheads="1"/>
            </p:cNvSpPr>
            <p:nvPr userDrawn="1"/>
          </p:nvSpPr>
          <p:spPr bwMode="auto">
            <a:xfrm>
              <a:off x="2417317"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2" name="Oval 756">
              <a:extLst>
                <a:ext uri="{FF2B5EF4-FFF2-40B4-BE49-F238E27FC236}">
                  <a16:creationId xmlns:a16="http://schemas.microsoft.com/office/drawing/2014/main" id="{A8E573E2-A5E9-4EB7-B612-4068892B4F48}"/>
                </a:ext>
              </a:extLst>
            </p:cNvPr>
            <p:cNvSpPr>
              <a:spLocks noChangeAspect="1" noChangeArrowheads="1"/>
            </p:cNvSpPr>
            <p:nvPr userDrawn="1"/>
          </p:nvSpPr>
          <p:spPr bwMode="auto">
            <a:xfrm>
              <a:off x="421460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3" name="Oval 757">
              <a:extLst>
                <a:ext uri="{FF2B5EF4-FFF2-40B4-BE49-F238E27FC236}">
                  <a16:creationId xmlns:a16="http://schemas.microsoft.com/office/drawing/2014/main" id="{EC09BE8D-EFC1-45C1-9863-DDFE2454A423}"/>
                </a:ext>
              </a:extLst>
            </p:cNvPr>
            <p:cNvSpPr>
              <a:spLocks noChangeAspect="1" noChangeArrowheads="1"/>
            </p:cNvSpPr>
            <p:nvPr userDrawn="1"/>
          </p:nvSpPr>
          <p:spPr bwMode="auto">
            <a:xfrm>
              <a:off x="432768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4" name="Oval 758">
              <a:extLst>
                <a:ext uri="{FF2B5EF4-FFF2-40B4-BE49-F238E27FC236}">
                  <a16:creationId xmlns:a16="http://schemas.microsoft.com/office/drawing/2014/main" id="{19B19EE3-1C50-4B02-B292-A15574CF34AE}"/>
                </a:ext>
              </a:extLst>
            </p:cNvPr>
            <p:cNvSpPr>
              <a:spLocks noChangeAspect="1" noChangeArrowheads="1"/>
            </p:cNvSpPr>
            <p:nvPr userDrawn="1"/>
          </p:nvSpPr>
          <p:spPr bwMode="auto">
            <a:xfrm>
              <a:off x="443926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5" name="Oval 759">
              <a:extLst>
                <a:ext uri="{FF2B5EF4-FFF2-40B4-BE49-F238E27FC236}">
                  <a16:creationId xmlns:a16="http://schemas.microsoft.com/office/drawing/2014/main" id="{251CB043-3E14-4BB6-B4E1-5261EE4732A6}"/>
                </a:ext>
              </a:extLst>
            </p:cNvPr>
            <p:cNvSpPr>
              <a:spLocks noChangeAspect="1" noChangeArrowheads="1"/>
            </p:cNvSpPr>
            <p:nvPr userDrawn="1"/>
          </p:nvSpPr>
          <p:spPr bwMode="auto">
            <a:xfrm>
              <a:off x="4552349"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6" name="Oval 760">
              <a:extLst>
                <a:ext uri="{FF2B5EF4-FFF2-40B4-BE49-F238E27FC236}">
                  <a16:creationId xmlns:a16="http://schemas.microsoft.com/office/drawing/2014/main" id="{8F7DA414-7597-4E6B-AA36-2107A2E60512}"/>
                </a:ext>
              </a:extLst>
            </p:cNvPr>
            <p:cNvSpPr>
              <a:spLocks noChangeAspect="1" noChangeArrowheads="1"/>
            </p:cNvSpPr>
            <p:nvPr userDrawn="1"/>
          </p:nvSpPr>
          <p:spPr bwMode="auto">
            <a:xfrm>
              <a:off x="5226330"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7" name="Oval 761">
              <a:extLst>
                <a:ext uri="{FF2B5EF4-FFF2-40B4-BE49-F238E27FC236}">
                  <a16:creationId xmlns:a16="http://schemas.microsoft.com/office/drawing/2014/main" id="{719DF138-7469-485C-A5F2-02E6EAF934AD}"/>
                </a:ext>
              </a:extLst>
            </p:cNvPr>
            <p:cNvSpPr>
              <a:spLocks noChangeAspect="1" noChangeArrowheads="1"/>
            </p:cNvSpPr>
            <p:nvPr userDrawn="1"/>
          </p:nvSpPr>
          <p:spPr bwMode="auto">
            <a:xfrm>
              <a:off x="5337907"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8" name="Oval 762">
              <a:extLst>
                <a:ext uri="{FF2B5EF4-FFF2-40B4-BE49-F238E27FC236}">
                  <a16:creationId xmlns:a16="http://schemas.microsoft.com/office/drawing/2014/main" id="{C9737BB2-5469-4C09-8FC2-33227508B292}"/>
                </a:ext>
              </a:extLst>
            </p:cNvPr>
            <p:cNvSpPr>
              <a:spLocks noChangeAspect="1" noChangeArrowheads="1"/>
            </p:cNvSpPr>
            <p:nvPr userDrawn="1"/>
          </p:nvSpPr>
          <p:spPr bwMode="auto">
            <a:xfrm>
              <a:off x="5450992"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19" name="Oval 763">
              <a:extLst>
                <a:ext uri="{FF2B5EF4-FFF2-40B4-BE49-F238E27FC236}">
                  <a16:creationId xmlns:a16="http://schemas.microsoft.com/office/drawing/2014/main" id="{06A4A371-894A-4A25-BEC5-852813367AF8}"/>
                </a:ext>
              </a:extLst>
            </p:cNvPr>
            <p:cNvSpPr>
              <a:spLocks noChangeAspect="1" noChangeArrowheads="1"/>
            </p:cNvSpPr>
            <p:nvPr userDrawn="1"/>
          </p:nvSpPr>
          <p:spPr bwMode="auto">
            <a:xfrm>
              <a:off x="5562568"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0" name="Oval 764">
              <a:extLst>
                <a:ext uri="{FF2B5EF4-FFF2-40B4-BE49-F238E27FC236}">
                  <a16:creationId xmlns:a16="http://schemas.microsoft.com/office/drawing/2014/main" id="{CE83500B-2E30-4DD0-8B30-A97DA6CCAE32}"/>
                </a:ext>
              </a:extLst>
            </p:cNvPr>
            <p:cNvSpPr>
              <a:spLocks noChangeAspect="1" noChangeArrowheads="1"/>
            </p:cNvSpPr>
            <p:nvPr userDrawn="1"/>
          </p:nvSpPr>
          <p:spPr bwMode="auto">
            <a:xfrm>
              <a:off x="5675652"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1" name="Oval 765">
              <a:extLst>
                <a:ext uri="{FF2B5EF4-FFF2-40B4-BE49-F238E27FC236}">
                  <a16:creationId xmlns:a16="http://schemas.microsoft.com/office/drawing/2014/main" id="{F2B8A85A-052A-493C-803E-05372DAD0CBC}"/>
                </a:ext>
              </a:extLst>
            </p:cNvPr>
            <p:cNvSpPr>
              <a:spLocks noChangeAspect="1" noChangeArrowheads="1"/>
            </p:cNvSpPr>
            <p:nvPr userDrawn="1"/>
          </p:nvSpPr>
          <p:spPr bwMode="auto">
            <a:xfrm>
              <a:off x="578722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2" name="Oval 766">
              <a:extLst>
                <a:ext uri="{FF2B5EF4-FFF2-40B4-BE49-F238E27FC236}">
                  <a16:creationId xmlns:a16="http://schemas.microsoft.com/office/drawing/2014/main" id="{607AD6ED-CDA7-454C-9EF0-34E10F278BC4}"/>
                </a:ext>
              </a:extLst>
            </p:cNvPr>
            <p:cNvSpPr>
              <a:spLocks noChangeAspect="1" noChangeArrowheads="1"/>
            </p:cNvSpPr>
            <p:nvPr userDrawn="1"/>
          </p:nvSpPr>
          <p:spPr bwMode="auto">
            <a:xfrm>
              <a:off x="5900313"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3" name="Oval 767">
              <a:extLst>
                <a:ext uri="{FF2B5EF4-FFF2-40B4-BE49-F238E27FC236}">
                  <a16:creationId xmlns:a16="http://schemas.microsoft.com/office/drawing/2014/main" id="{D2DA8493-4C4E-438A-B983-A8D6E161EA7C}"/>
                </a:ext>
              </a:extLst>
            </p:cNvPr>
            <p:cNvSpPr>
              <a:spLocks noChangeAspect="1" noChangeArrowheads="1"/>
            </p:cNvSpPr>
            <p:nvPr userDrawn="1"/>
          </p:nvSpPr>
          <p:spPr bwMode="auto">
            <a:xfrm>
              <a:off x="601339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4" name="Oval 768">
              <a:extLst>
                <a:ext uri="{FF2B5EF4-FFF2-40B4-BE49-F238E27FC236}">
                  <a16:creationId xmlns:a16="http://schemas.microsoft.com/office/drawing/2014/main" id="{E4DE0C5A-3923-478B-A560-2C453192A4A8}"/>
                </a:ext>
              </a:extLst>
            </p:cNvPr>
            <p:cNvSpPr>
              <a:spLocks noChangeAspect="1" noChangeArrowheads="1"/>
            </p:cNvSpPr>
            <p:nvPr userDrawn="1"/>
          </p:nvSpPr>
          <p:spPr bwMode="auto">
            <a:xfrm>
              <a:off x="6124975"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5" name="Oval 769">
              <a:extLst>
                <a:ext uri="{FF2B5EF4-FFF2-40B4-BE49-F238E27FC236}">
                  <a16:creationId xmlns:a16="http://schemas.microsoft.com/office/drawing/2014/main" id="{C729A82E-DE1D-4607-BEC3-3684CA89A279}"/>
                </a:ext>
              </a:extLst>
            </p:cNvPr>
            <p:cNvSpPr>
              <a:spLocks noChangeAspect="1" noChangeArrowheads="1"/>
            </p:cNvSpPr>
            <p:nvPr userDrawn="1"/>
          </p:nvSpPr>
          <p:spPr bwMode="auto">
            <a:xfrm>
              <a:off x="6238058"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6" name="Oval 770">
              <a:extLst>
                <a:ext uri="{FF2B5EF4-FFF2-40B4-BE49-F238E27FC236}">
                  <a16:creationId xmlns:a16="http://schemas.microsoft.com/office/drawing/2014/main" id="{39FD665D-4C1E-4AD9-B93C-F745D5C86548}"/>
                </a:ext>
              </a:extLst>
            </p:cNvPr>
            <p:cNvSpPr>
              <a:spLocks noChangeAspect="1" noChangeArrowheads="1"/>
            </p:cNvSpPr>
            <p:nvPr userDrawn="1"/>
          </p:nvSpPr>
          <p:spPr bwMode="auto">
            <a:xfrm>
              <a:off x="6349635"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7" name="Oval 771">
              <a:extLst>
                <a:ext uri="{FF2B5EF4-FFF2-40B4-BE49-F238E27FC236}">
                  <a16:creationId xmlns:a16="http://schemas.microsoft.com/office/drawing/2014/main" id="{508A3AE3-F8B2-480A-843B-C4F4C6528E3F}"/>
                </a:ext>
              </a:extLst>
            </p:cNvPr>
            <p:cNvSpPr>
              <a:spLocks noChangeAspect="1" noChangeArrowheads="1"/>
            </p:cNvSpPr>
            <p:nvPr userDrawn="1"/>
          </p:nvSpPr>
          <p:spPr bwMode="auto">
            <a:xfrm>
              <a:off x="6462718"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8" name="Oval 772">
              <a:extLst>
                <a:ext uri="{FF2B5EF4-FFF2-40B4-BE49-F238E27FC236}">
                  <a16:creationId xmlns:a16="http://schemas.microsoft.com/office/drawing/2014/main" id="{CDA51A0C-D3DA-4033-AE4F-CD27C1AB13DB}"/>
                </a:ext>
              </a:extLst>
            </p:cNvPr>
            <p:cNvSpPr>
              <a:spLocks noChangeAspect="1" noChangeArrowheads="1"/>
            </p:cNvSpPr>
            <p:nvPr userDrawn="1"/>
          </p:nvSpPr>
          <p:spPr bwMode="auto">
            <a:xfrm>
              <a:off x="6574294"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29" name="Oval 773">
              <a:extLst>
                <a:ext uri="{FF2B5EF4-FFF2-40B4-BE49-F238E27FC236}">
                  <a16:creationId xmlns:a16="http://schemas.microsoft.com/office/drawing/2014/main" id="{A6009B89-8AC2-409F-B16A-DBA0D54401D6}"/>
                </a:ext>
              </a:extLst>
            </p:cNvPr>
            <p:cNvSpPr>
              <a:spLocks noChangeAspect="1" noChangeArrowheads="1"/>
            </p:cNvSpPr>
            <p:nvPr userDrawn="1"/>
          </p:nvSpPr>
          <p:spPr bwMode="auto">
            <a:xfrm>
              <a:off x="668738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0" name="Oval 774">
              <a:extLst>
                <a:ext uri="{FF2B5EF4-FFF2-40B4-BE49-F238E27FC236}">
                  <a16:creationId xmlns:a16="http://schemas.microsoft.com/office/drawing/2014/main" id="{696B117F-51EF-4EBA-9D78-59061344632E}"/>
                </a:ext>
              </a:extLst>
            </p:cNvPr>
            <p:cNvSpPr>
              <a:spLocks noChangeAspect="1" noChangeArrowheads="1"/>
            </p:cNvSpPr>
            <p:nvPr userDrawn="1"/>
          </p:nvSpPr>
          <p:spPr bwMode="auto">
            <a:xfrm>
              <a:off x="6798957"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1" name="Oval 775">
              <a:extLst>
                <a:ext uri="{FF2B5EF4-FFF2-40B4-BE49-F238E27FC236}">
                  <a16:creationId xmlns:a16="http://schemas.microsoft.com/office/drawing/2014/main" id="{C3D8E371-2658-4397-828E-A18F8F84B1F9}"/>
                </a:ext>
              </a:extLst>
            </p:cNvPr>
            <p:cNvSpPr>
              <a:spLocks noChangeAspect="1" noChangeArrowheads="1"/>
            </p:cNvSpPr>
            <p:nvPr userDrawn="1"/>
          </p:nvSpPr>
          <p:spPr bwMode="auto">
            <a:xfrm>
              <a:off x="6912041"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2" name="Oval 776">
              <a:extLst>
                <a:ext uri="{FF2B5EF4-FFF2-40B4-BE49-F238E27FC236}">
                  <a16:creationId xmlns:a16="http://schemas.microsoft.com/office/drawing/2014/main" id="{62B31995-6BF8-468F-A936-5CE1F7CA62AF}"/>
                </a:ext>
              </a:extLst>
            </p:cNvPr>
            <p:cNvSpPr>
              <a:spLocks noChangeAspect="1" noChangeArrowheads="1"/>
            </p:cNvSpPr>
            <p:nvPr userDrawn="1"/>
          </p:nvSpPr>
          <p:spPr bwMode="auto">
            <a:xfrm>
              <a:off x="7023616"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3" name="Oval 777">
              <a:extLst>
                <a:ext uri="{FF2B5EF4-FFF2-40B4-BE49-F238E27FC236}">
                  <a16:creationId xmlns:a16="http://schemas.microsoft.com/office/drawing/2014/main" id="{3638EAF7-406E-4298-8489-CC38FB0E4ABE}"/>
                </a:ext>
              </a:extLst>
            </p:cNvPr>
            <p:cNvSpPr>
              <a:spLocks noChangeAspect="1" noChangeArrowheads="1"/>
            </p:cNvSpPr>
            <p:nvPr userDrawn="1"/>
          </p:nvSpPr>
          <p:spPr bwMode="auto">
            <a:xfrm>
              <a:off x="7136701"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4" name="Oval 778">
              <a:extLst>
                <a:ext uri="{FF2B5EF4-FFF2-40B4-BE49-F238E27FC236}">
                  <a16:creationId xmlns:a16="http://schemas.microsoft.com/office/drawing/2014/main" id="{14B78A19-1E99-40A5-BFD6-14F1103E7F9A}"/>
                </a:ext>
              </a:extLst>
            </p:cNvPr>
            <p:cNvSpPr>
              <a:spLocks noChangeAspect="1" noChangeArrowheads="1"/>
            </p:cNvSpPr>
            <p:nvPr userDrawn="1"/>
          </p:nvSpPr>
          <p:spPr bwMode="auto">
            <a:xfrm>
              <a:off x="7472939" y="300783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5" name="Oval 779">
              <a:extLst>
                <a:ext uri="{FF2B5EF4-FFF2-40B4-BE49-F238E27FC236}">
                  <a16:creationId xmlns:a16="http://schemas.microsoft.com/office/drawing/2014/main" id="{EB2FE8D2-C78B-4F90-97F5-D0D9383FCD9F}"/>
                </a:ext>
              </a:extLst>
            </p:cNvPr>
            <p:cNvSpPr>
              <a:spLocks noChangeAspect="1" noChangeArrowheads="1"/>
            </p:cNvSpPr>
            <p:nvPr userDrawn="1"/>
          </p:nvSpPr>
          <p:spPr bwMode="auto">
            <a:xfrm>
              <a:off x="7586024" y="300783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6" name="Oval 780">
              <a:extLst>
                <a:ext uri="{FF2B5EF4-FFF2-40B4-BE49-F238E27FC236}">
                  <a16:creationId xmlns:a16="http://schemas.microsoft.com/office/drawing/2014/main" id="{6A587001-343E-4398-AB46-965008CD4E35}"/>
                </a:ext>
              </a:extLst>
            </p:cNvPr>
            <p:cNvSpPr>
              <a:spLocks noChangeAspect="1" noChangeArrowheads="1"/>
            </p:cNvSpPr>
            <p:nvPr userDrawn="1"/>
          </p:nvSpPr>
          <p:spPr bwMode="auto">
            <a:xfrm>
              <a:off x="163025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7" name="Oval 781">
              <a:extLst>
                <a:ext uri="{FF2B5EF4-FFF2-40B4-BE49-F238E27FC236}">
                  <a16:creationId xmlns:a16="http://schemas.microsoft.com/office/drawing/2014/main" id="{D5AC3228-4726-4CC4-94B7-65E2E8020C41}"/>
                </a:ext>
              </a:extLst>
            </p:cNvPr>
            <p:cNvSpPr>
              <a:spLocks noChangeAspect="1" noChangeArrowheads="1"/>
            </p:cNvSpPr>
            <p:nvPr userDrawn="1"/>
          </p:nvSpPr>
          <p:spPr bwMode="auto">
            <a:xfrm>
              <a:off x="174333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8" name="Oval 782">
              <a:extLst>
                <a:ext uri="{FF2B5EF4-FFF2-40B4-BE49-F238E27FC236}">
                  <a16:creationId xmlns:a16="http://schemas.microsoft.com/office/drawing/2014/main" id="{0ECF06FF-8C13-4C06-BB65-79D05128CF78}"/>
                </a:ext>
              </a:extLst>
            </p:cNvPr>
            <p:cNvSpPr>
              <a:spLocks noChangeAspect="1" noChangeArrowheads="1"/>
            </p:cNvSpPr>
            <p:nvPr userDrawn="1"/>
          </p:nvSpPr>
          <p:spPr bwMode="auto">
            <a:xfrm>
              <a:off x="1854911"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39" name="Oval 783">
              <a:extLst>
                <a:ext uri="{FF2B5EF4-FFF2-40B4-BE49-F238E27FC236}">
                  <a16:creationId xmlns:a16="http://schemas.microsoft.com/office/drawing/2014/main" id="{5380EB5F-E891-4C6C-909F-6EF9ED51AC6E}"/>
                </a:ext>
              </a:extLst>
            </p:cNvPr>
            <p:cNvSpPr>
              <a:spLocks noChangeAspect="1" noChangeArrowheads="1"/>
            </p:cNvSpPr>
            <p:nvPr userDrawn="1"/>
          </p:nvSpPr>
          <p:spPr bwMode="auto">
            <a:xfrm>
              <a:off x="1967996"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0" name="Oval 784">
              <a:extLst>
                <a:ext uri="{FF2B5EF4-FFF2-40B4-BE49-F238E27FC236}">
                  <a16:creationId xmlns:a16="http://schemas.microsoft.com/office/drawing/2014/main" id="{C9A27043-305C-4837-AA24-C2D8AA270F6D}"/>
                </a:ext>
              </a:extLst>
            </p:cNvPr>
            <p:cNvSpPr>
              <a:spLocks noChangeAspect="1" noChangeArrowheads="1"/>
            </p:cNvSpPr>
            <p:nvPr userDrawn="1"/>
          </p:nvSpPr>
          <p:spPr bwMode="auto">
            <a:xfrm>
              <a:off x="2079572"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1" name="Oval 785">
              <a:extLst>
                <a:ext uri="{FF2B5EF4-FFF2-40B4-BE49-F238E27FC236}">
                  <a16:creationId xmlns:a16="http://schemas.microsoft.com/office/drawing/2014/main" id="{9CFCA55C-B9CA-4B04-A2D3-268903083B87}"/>
                </a:ext>
              </a:extLst>
            </p:cNvPr>
            <p:cNvSpPr>
              <a:spLocks noChangeAspect="1" noChangeArrowheads="1"/>
            </p:cNvSpPr>
            <p:nvPr userDrawn="1"/>
          </p:nvSpPr>
          <p:spPr bwMode="auto">
            <a:xfrm>
              <a:off x="2192657"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2" name="Oval 786">
              <a:extLst>
                <a:ext uri="{FF2B5EF4-FFF2-40B4-BE49-F238E27FC236}">
                  <a16:creationId xmlns:a16="http://schemas.microsoft.com/office/drawing/2014/main" id="{4A37AFC1-D640-4036-82EA-997DA0503F3B}"/>
                </a:ext>
              </a:extLst>
            </p:cNvPr>
            <p:cNvSpPr>
              <a:spLocks noChangeAspect="1" noChangeArrowheads="1"/>
            </p:cNvSpPr>
            <p:nvPr userDrawn="1"/>
          </p:nvSpPr>
          <p:spPr bwMode="auto">
            <a:xfrm>
              <a:off x="230423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3" name="Oval 787">
              <a:extLst>
                <a:ext uri="{FF2B5EF4-FFF2-40B4-BE49-F238E27FC236}">
                  <a16:creationId xmlns:a16="http://schemas.microsoft.com/office/drawing/2014/main" id="{25E87FF7-7B7E-4FAA-BE9D-C380DD253074}"/>
                </a:ext>
              </a:extLst>
            </p:cNvPr>
            <p:cNvSpPr>
              <a:spLocks noChangeAspect="1" noChangeArrowheads="1"/>
            </p:cNvSpPr>
            <p:nvPr userDrawn="1"/>
          </p:nvSpPr>
          <p:spPr bwMode="auto">
            <a:xfrm>
              <a:off x="2417317"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4" name="Oval 788">
              <a:extLst>
                <a:ext uri="{FF2B5EF4-FFF2-40B4-BE49-F238E27FC236}">
                  <a16:creationId xmlns:a16="http://schemas.microsoft.com/office/drawing/2014/main" id="{25D8F617-4054-494D-953B-98E0BAEC57CE}"/>
                </a:ext>
              </a:extLst>
            </p:cNvPr>
            <p:cNvSpPr>
              <a:spLocks noChangeAspect="1" noChangeArrowheads="1"/>
            </p:cNvSpPr>
            <p:nvPr userDrawn="1"/>
          </p:nvSpPr>
          <p:spPr bwMode="auto">
            <a:xfrm>
              <a:off x="410302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5" name="Oval 789">
              <a:extLst>
                <a:ext uri="{FF2B5EF4-FFF2-40B4-BE49-F238E27FC236}">
                  <a16:creationId xmlns:a16="http://schemas.microsoft.com/office/drawing/2014/main" id="{BF130B7F-2F7B-4C54-9EF5-F1906C287262}"/>
                </a:ext>
              </a:extLst>
            </p:cNvPr>
            <p:cNvSpPr>
              <a:spLocks noChangeAspect="1" noChangeArrowheads="1"/>
            </p:cNvSpPr>
            <p:nvPr userDrawn="1"/>
          </p:nvSpPr>
          <p:spPr bwMode="auto">
            <a:xfrm>
              <a:off x="4214604"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6" name="Oval 790">
              <a:extLst>
                <a:ext uri="{FF2B5EF4-FFF2-40B4-BE49-F238E27FC236}">
                  <a16:creationId xmlns:a16="http://schemas.microsoft.com/office/drawing/2014/main" id="{24189F77-91B4-4A2C-BB44-D277E3023AB0}"/>
                </a:ext>
              </a:extLst>
            </p:cNvPr>
            <p:cNvSpPr>
              <a:spLocks noChangeAspect="1" noChangeArrowheads="1"/>
            </p:cNvSpPr>
            <p:nvPr userDrawn="1"/>
          </p:nvSpPr>
          <p:spPr bwMode="auto">
            <a:xfrm>
              <a:off x="432768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7" name="Oval 791">
              <a:extLst>
                <a:ext uri="{FF2B5EF4-FFF2-40B4-BE49-F238E27FC236}">
                  <a16:creationId xmlns:a16="http://schemas.microsoft.com/office/drawing/2014/main" id="{5B3339B5-0260-40A4-9EE0-C07F255651C7}"/>
                </a:ext>
              </a:extLst>
            </p:cNvPr>
            <p:cNvSpPr>
              <a:spLocks noChangeAspect="1" noChangeArrowheads="1"/>
            </p:cNvSpPr>
            <p:nvPr userDrawn="1"/>
          </p:nvSpPr>
          <p:spPr bwMode="auto">
            <a:xfrm>
              <a:off x="443926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8" name="Oval 792">
              <a:extLst>
                <a:ext uri="{FF2B5EF4-FFF2-40B4-BE49-F238E27FC236}">
                  <a16:creationId xmlns:a16="http://schemas.microsoft.com/office/drawing/2014/main" id="{1311EF61-B49E-42E2-AF67-3AB243E35996}"/>
                </a:ext>
              </a:extLst>
            </p:cNvPr>
            <p:cNvSpPr>
              <a:spLocks noChangeAspect="1" noChangeArrowheads="1"/>
            </p:cNvSpPr>
            <p:nvPr userDrawn="1"/>
          </p:nvSpPr>
          <p:spPr bwMode="auto">
            <a:xfrm>
              <a:off x="4552349"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49" name="Oval 793">
              <a:extLst>
                <a:ext uri="{FF2B5EF4-FFF2-40B4-BE49-F238E27FC236}">
                  <a16:creationId xmlns:a16="http://schemas.microsoft.com/office/drawing/2014/main" id="{415002C4-C5EB-4503-971F-43B48964397D}"/>
                </a:ext>
              </a:extLst>
            </p:cNvPr>
            <p:cNvSpPr>
              <a:spLocks noChangeAspect="1" noChangeArrowheads="1"/>
            </p:cNvSpPr>
            <p:nvPr userDrawn="1"/>
          </p:nvSpPr>
          <p:spPr bwMode="auto">
            <a:xfrm>
              <a:off x="4663926"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0" name="Oval 794">
              <a:extLst>
                <a:ext uri="{FF2B5EF4-FFF2-40B4-BE49-F238E27FC236}">
                  <a16:creationId xmlns:a16="http://schemas.microsoft.com/office/drawing/2014/main" id="{EC08219A-1589-4C73-B640-173C060883EF}"/>
                </a:ext>
              </a:extLst>
            </p:cNvPr>
            <p:cNvSpPr>
              <a:spLocks noChangeAspect="1" noChangeArrowheads="1"/>
            </p:cNvSpPr>
            <p:nvPr userDrawn="1"/>
          </p:nvSpPr>
          <p:spPr bwMode="auto">
            <a:xfrm>
              <a:off x="4777009"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1" name="Oval 795">
              <a:extLst>
                <a:ext uri="{FF2B5EF4-FFF2-40B4-BE49-F238E27FC236}">
                  <a16:creationId xmlns:a16="http://schemas.microsoft.com/office/drawing/2014/main" id="{C2F2FA4C-7EF2-4958-A13C-7A017B228485}"/>
                </a:ext>
              </a:extLst>
            </p:cNvPr>
            <p:cNvSpPr>
              <a:spLocks noChangeAspect="1" noChangeArrowheads="1"/>
            </p:cNvSpPr>
            <p:nvPr userDrawn="1"/>
          </p:nvSpPr>
          <p:spPr bwMode="auto">
            <a:xfrm>
              <a:off x="4888586"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2" name="Oval 796">
              <a:extLst>
                <a:ext uri="{FF2B5EF4-FFF2-40B4-BE49-F238E27FC236}">
                  <a16:creationId xmlns:a16="http://schemas.microsoft.com/office/drawing/2014/main" id="{1C6BC433-ABB7-41D8-9699-65DA429A9C2C}"/>
                </a:ext>
              </a:extLst>
            </p:cNvPr>
            <p:cNvSpPr>
              <a:spLocks noChangeAspect="1" noChangeArrowheads="1"/>
            </p:cNvSpPr>
            <p:nvPr userDrawn="1"/>
          </p:nvSpPr>
          <p:spPr bwMode="auto">
            <a:xfrm>
              <a:off x="5001670"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3" name="Oval 797">
              <a:extLst>
                <a:ext uri="{FF2B5EF4-FFF2-40B4-BE49-F238E27FC236}">
                  <a16:creationId xmlns:a16="http://schemas.microsoft.com/office/drawing/2014/main" id="{7BE002B6-BB8A-49A1-9EF1-CB7AC761A6D2}"/>
                </a:ext>
              </a:extLst>
            </p:cNvPr>
            <p:cNvSpPr>
              <a:spLocks noChangeAspect="1" noChangeArrowheads="1"/>
            </p:cNvSpPr>
            <p:nvPr userDrawn="1"/>
          </p:nvSpPr>
          <p:spPr bwMode="auto">
            <a:xfrm>
              <a:off x="5226330"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4" name="Oval 798">
              <a:extLst>
                <a:ext uri="{FF2B5EF4-FFF2-40B4-BE49-F238E27FC236}">
                  <a16:creationId xmlns:a16="http://schemas.microsoft.com/office/drawing/2014/main" id="{652C4AA9-E98F-4955-8346-01A449630375}"/>
                </a:ext>
              </a:extLst>
            </p:cNvPr>
            <p:cNvSpPr>
              <a:spLocks noChangeAspect="1" noChangeArrowheads="1"/>
            </p:cNvSpPr>
            <p:nvPr userDrawn="1"/>
          </p:nvSpPr>
          <p:spPr bwMode="auto">
            <a:xfrm>
              <a:off x="5337907"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5" name="Oval 799">
              <a:extLst>
                <a:ext uri="{FF2B5EF4-FFF2-40B4-BE49-F238E27FC236}">
                  <a16:creationId xmlns:a16="http://schemas.microsoft.com/office/drawing/2014/main" id="{EF4CF3EA-3EDD-4703-BF49-F0396762C32F}"/>
                </a:ext>
              </a:extLst>
            </p:cNvPr>
            <p:cNvSpPr>
              <a:spLocks noChangeAspect="1" noChangeArrowheads="1"/>
            </p:cNvSpPr>
            <p:nvPr userDrawn="1"/>
          </p:nvSpPr>
          <p:spPr bwMode="auto">
            <a:xfrm>
              <a:off x="5450992"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6" name="Oval 800">
              <a:extLst>
                <a:ext uri="{FF2B5EF4-FFF2-40B4-BE49-F238E27FC236}">
                  <a16:creationId xmlns:a16="http://schemas.microsoft.com/office/drawing/2014/main" id="{C9ECACCB-54D2-4B64-BB3F-ADC2CDF7519E}"/>
                </a:ext>
              </a:extLst>
            </p:cNvPr>
            <p:cNvSpPr>
              <a:spLocks noChangeAspect="1" noChangeArrowheads="1"/>
            </p:cNvSpPr>
            <p:nvPr userDrawn="1"/>
          </p:nvSpPr>
          <p:spPr bwMode="auto">
            <a:xfrm>
              <a:off x="556256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7" name="Oval 801">
              <a:extLst>
                <a:ext uri="{FF2B5EF4-FFF2-40B4-BE49-F238E27FC236}">
                  <a16:creationId xmlns:a16="http://schemas.microsoft.com/office/drawing/2014/main" id="{82668077-C2A2-404D-9D2F-2BAE20276BDA}"/>
                </a:ext>
              </a:extLst>
            </p:cNvPr>
            <p:cNvSpPr>
              <a:spLocks noChangeAspect="1" noChangeArrowheads="1"/>
            </p:cNvSpPr>
            <p:nvPr userDrawn="1"/>
          </p:nvSpPr>
          <p:spPr bwMode="auto">
            <a:xfrm>
              <a:off x="5675652"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8" name="Oval 802">
              <a:extLst>
                <a:ext uri="{FF2B5EF4-FFF2-40B4-BE49-F238E27FC236}">
                  <a16:creationId xmlns:a16="http://schemas.microsoft.com/office/drawing/2014/main" id="{4E05B4B1-A7E7-49C0-BFBA-6D1B3C2EB960}"/>
                </a:ext>
              </a:extLst>
            </p:cNvPr>
            <p:cNvSpPr>
              <a:spLocks noChangeAspect="1" noChangeArrowheads="1"/>
            </p:cNvSpPr>
            <p:nvPr userDrawn="1"/>
          </p:nvSpPr>
          <p:spPr bwMode="auto">
            <a:xfrm>
              <a:off x="578722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59" name="Oval 803">
              <a:extLst>
                <a:ext uri="{FF2B5EF4-FFF2-40B4-BE49-F238E27FC236}">
                  <a16:creationId xmlns:a16="http://schemas.microsoft.com/office/drawing/2014/main" id="{85E6439A-CAD6-41E5-932C-22BF551094FC}"/>
                </a:ext>
              </a:extLst>
            </p:cNvPr>
            <p:cNvSpPr>
              <a:spLocks noChangeAspect="1" noChangeArrowheads="1"/>
            </p:cNvSpPr>
            <p:nvPr userDrawn="1"/>
          </p:nvSpPr>
          <p:spPr bwMode="auto">
            <a:xfrm>
              <a:off x="5900313"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0" name="Oval 804">
              <a:extLst>
                <a:ext uri="{FF2B5EF4-FFF2-40B4-BE49-F238E27FC236}">
                  <a16:creationId xmlns:a16="http://schemas.microsoft.com/office/drawing/2014/main" id="{17C43B56-816C-435C-B411-7A8DDCD4CE5F}"/>
                </a:ext>
              </a:extLst>
            </p:cNvPr>
            <p:cNvSpPr>
              <a:spLocks noChangeAspect="1" noChangeArrowheads="1"/>
            </p:cNvSpPr>
            <p:nvPr userDrawn="1"/>
          </p:nvSpPr>
          <p:spPr bwMode="auto">
            <a:xfrm>
              <a:off x="601339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1" name="Oval 805">
              <a:extLst>
                <a:ext uri="{FF2B5EF4-FFF2-40B4-BE49-F238E27FC236}">
                  <a16:creationId xmlns:a16="http://schemas.microsoft.com/office/drawing/2014/main" id="{838F335E-6619-4D52-B4E0-B6B62CAB5A42}"/>
                </a:ext>
              </a:extLst>
            </p:cNvPr>
            <p:cNvSpPr>
              <a:spLocks noChangeAspect="1" noChangeArrowheads="1"/>
            </p:cNvSpPr>
            <p:nvPr userDrawn="1"/>
          </p:nvSpPr>
          <p:spPr bwMode="auto">
            <a:xfrm>
              <a:off x="6124975"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2" name="Oval 806">
              <a:extLst>
                <a:ext uri="{FF2B5EF4-FFF2-40B4-BE49-F238E27FC236}">
                  <a16:creationId xmlns:a16="http://schemas.microsoft.com/office/drawing/2014/main" id="{A2315972-D27F-44BE-A94A-96E1D6C15FB8}"/>
                </a:ext>
              </a:extLst>
            </p:cNvPr>
            <p:cNvSpPr>
              <a:spLocks noChangeAspect="1" noChangeArrowheads="1"/>
            </p:cNvSpPr>
            <p:nvPr userDrawn="1"/>
          </p:nvSpPr>
          <p:spPr bwMode="auto">
            <a:xfrm>
              <a:off x="6238058"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3" name="Oval 807">
              <a:extLst>
                <a:ext uri="{FF2B5EF4-FFF2-40B4-BE49-F238E27FC236}">
                  <a16:creationId xmlns:a16="http://schemas.microsoft.com/office/drawing/2014/main" id="{59982DD7-6CE2-45F4-B9BB-5FA3511CF6C8}"/>
                </a:ext>
              </a:extLst>
            </p:cNvPr>
            <p:cNvSpPr>
              <a:spLocks noChangeAspect="1" noChangeArrowheads="1"/>
            </p:cNvSpPr>
            <p:nvPr userDrawn="1"/>
          </p:nvSpPr>
          <p:spPr bwMode="auto">
            <a:xfrm>
              <a:off x="6349635"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4" name="Oval 808">
              <a:extLst>
                <a:ext uri="{FF2B5EF4-FFF2-40B4-BE49-F238E27FC236}">
                  <a16:creationId xmlns:a16="http://schemas.microsoft.com/office/drawing/2014/main" id="{A7117B95-3B36-4A9C-B88B-06631BBC5C8A}"/>
                </a:ext>
              </a:extLst>
            </p:cNvPr>
            <p:cNvSpPr>
              <a:spLocks noChangeAspect="1" noChangeArrowheads="1"/>
            </p:cNvSpPr>
            <p:nvPr userDrawn="1"/>
          </p:nvSpPr>
          <p:spPr bwMode="auto">
            <a:xfrm>
              <a:off x="6462718"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5" name="Oval 809">
              <a:extLst>
                <a:ext uri="{FF2B5EF4-FFF2-40B4-BE49-F238E27FC236}">
                  <a16:creationId xmlns:a16="http://schemas.microsoft.com/office/drawing/2014/main" id="{06C0280B-7CE7-4F2A-A929-B12A33B5B0BC}"/>
                </a:ext>
              </a:extLst>
            </p:cNvPr>
            <p:cNvSpPr>
              <a:spLocks noChangeAspect="1" noChangeArrowheads="1"/>
            </p:cNvSpPr>
            <p:nvPr userDrawn="1"/>
          </p:nvSpPr>
          <p:spPr bwMode="auto">
            <a:xfrm>
              <a:off x="6574294"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6" name="Oval 810">
              <a:extLst>
                <a:ext uri="{FF2B5EF4-FFF2-40B4-BE49-F238E27FC236}">
                  <a16:creationId xmlns:a16="http://schemas.microsoft.com/office/drawing/2014/main" id="{9C60D5CE-E95E-4B36-9FAB-C298611FCE40}"/>
                </a:ext>
              </a:extLst>
            </p:cNvPr>
            <p:cNvSpPr>
              <a:spLocks noChangeAspect="1" noChangeArrowheads="1"/>
            </p:cNvSpPr>
            <p:nvPr userDrawn="1"/>
          </p:nvSpPr>
          <p:spPr bwMode="auto">
            <a:xfrm>
              <a:off x="668738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7" name="Oval 811">
              <a:extLst>
                <a:ext uri="{FF2B5EF4-FFF2-40B4-BE49-F238E27FC236}">
                  <a16:creationId xmlns:a16="http://schemas.microsoft.com/office/drawing/2014/main" id="{9F8B7C2A-76C8-4171-990B-89378A136222}"/>
                </a:ext>
              </a:extLst>
            </p:cNvPr>
            <p:cNvSpPr>
              <a:spLocks noChangeAspect="1" noChangeArrowheads="1"/>
            </p:cNvSpPr>
            <p:nvPr userDrawn="1"/>
          </p:nvSpPr>
          <p:spPr bwMode="auto">
            <a:xfrm>
              <a:off x="6798957"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8" name="Oval 812">
              <a:extLst>
                <a:ext uri="{FF2B5EF4-FFF2-40B4-BE49-F238E27FC236}">
                  <a16:creationId xmlns:a16="http://schemas.microsoft.com/office/drawing/2014/main" id="{98995C7E-EF4F-46C4-9E9D-4F158E2714C6}"/>
                </a:ext>
              </a:extLst>
            </p:cNvPr>
            <p:cNvSpPr>
              <a:spLocks noChangeAspect="1" noChangeArrowheads="1"/>
            </p:cNvSpPr>
            <p:nvPr userDrawn="1"/>
          </p:nvSpPr>
          <p:spPr bwMode="auto">
            <a:xfrm>
              <a:off x="6912041"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69" name="Oval 813">
              <a:extLst>
                <a:ext uri="{FF2B5EF4-FFF2-40B4-BE49-F238E27FC236}">
                  <a16:creationId xmlns:a16="http://schemas.microsoft.com/office/drawing/2014/main" id="{B6FD0AA3-6AA1-4741-8F16-4A73F404D5CC}"/>
                </a:ext>
              </a:extLst>
            </p:cNvPr>
            <p:cNvSpPr>
              <a:spLocks noChangeAspect="1" noChangeArrowheads="1"/>
            </p:cNvSpPr>
            <p:nvPr userDrawn="1"/>
          </p:nvSpPr>
          <p:spPr bwMode="auto">
            <a:xfrm>
              <a:off x="7023616" y="311187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0" name="Oval 814">
              <a:extLst>
                <a:ext uri="{FF2B5EF4-FFF2-40B4-BE49-F238E27FC236}">
                  <a16:creationId xmlns:a16="http://schemas.microsoft.com/office/drawing/2014/main" id="{155A419F-B729-436F-997E-732F9C2FC521}"/>
                </a:ext>
              </a:extLst>
            </p:cNvPr>
            <p:cNvSpPr>
              <a:spLocks noChangeAspect="1" noChangeArrowheads="1"/>
            </p:cNvSpPr>
            <p:nvPr userDrawn="1"/>
          </p:nvSpPr>
          <p:spPr bwMode="auto">
            <a:xfrm>
              <a:off x="7136701" y="311187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1" name="Oval 815">
              <a:extLst>
                <a:ext uri="{FF2B5EF4-FFF2-40B4-BE49-F238E27FC236}">
                  <a16:creationId xmlns:a16="http://schemas.microsoft.com/office/drawing/2014/main" id="{A211D9D0-A948-4BA8-B740-9D35205DAFEC}"/>
                </a:ext>
              </a:extLst>
            </p:cNvPr>
            <p:cNvSpPr>
              <a:spLocks noChangeAspect="1" noChangeArrowheads="1"/>
            </p:cNvSpPr>
            <p:nvPr userDrawn="1"/>
          </p:nvSpPr>
          <p:spPr bwMode="auto">
            <a:xfrm>
              <a:off x="163025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2" name="Oval 816">
              <a:extLst>
                <a:ext uri="{FF2B5EF4-FFF2-40B4-BE49-F238E27FC236}">
                  <a16:creationId xmlns:a16="http://schemas.microsoft.com/office/drawing/2014/main" id="{D430C76D-D910-4235-B11A-A1F1AC7636CB}"/>
                </a:ext>
              </a:extLst>
            </p:cNvPr>
            <p:cNvSpPr>
              <a:spLocks noChangeAspect="1" noChangeArrowheads="1"/>
            </p:cNvSpPr>
            <p:nvPr userDrawn="1"/>
          </p:nvSpPr>
          <p:spPr bwMode="auto">
            <a:xfrm>
              <a:off x="174333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3" name="Oval 817">
              <a:extLst>
                <a:ext uri="{FF2B5EF4-FFF2-40B4-BE49-F238E27FC236}">
                  <a16:creationId xmlns:a16="http://schemas.microsoft.com/office/drawing/2014/main" id="{64D3A6D3-488B-4A75-A921-00D7F4CDB025}"/>
                </a:ext>
              </a:extLst>
            </p:cNvPr>
            <p:cNvSpPr>
              <a:spLocks noChangeAspect="1" noChangeArrowheads="1"/>
            </p:cNvSpPr>
            <p:nvPr userDrawn="1"/>
          </p:nvSpPr>
          <p:spPr bwMode="auto">
            <a:xfrm>
              <a:off x="1854911"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4" name="Oval 818">
              <a:extLst>
                <a:ext uri="{FF2B5EF4-FFF2-40B4-BE49-F238E27FC236}">
                  <a16:creationId xmlns:a16="http://schemas.microsoft.com/office/drawing/2014/main" id="{F2C9CA06-C521-425F-B696-68DE7CD77846}"/>
                </a:ext>
              </a:extLst>
            </p:cNvPr>
            <p:cNvSpPr>
              <a:spLocks noChangeAspect="1" noChangeArrowheads="1"/>
            </p:cNvSpPr>
            <p:nvPr userDrawn="1"/>
          </p:nvSpPr>
          <p:spPr bwMode="auto">
            <a:xfrm>
              <a:off x="1967995"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5" name="Oval 819">
              <a:extLst>
                <a:ext uri="{FF2B5EF4-FFF2-40B4-BE49-F238E27FC236}">
                  <a16:creationId xmlns:a16="http://schemas.microsoft.com/office/drawing/2014/main" id="{094AB84C-BEA5-4D46-A343-28F82E2DA803}"/>
                </a:ext>
              </a:extLst>
            </p:cNvPr>
            <p:cNvSpPr>
              <a:spLocks noChangeAspect="1" noChangeArrowheads="1"/>
            </p:cNvSpPr>
            <p:nvPr userDrawn="1"/>
          </p:nvSpPr>
          <p:spPr bwMode="auto">
            <a:xfrm>
              <a:off x="241731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6" name="Oval 820">
              <a:extLst>
                <a:ext uri="{FF2B5EF4-FFF2-40B4-BE49-F238E27FC236}">
                  <a16:creationId xmlns:a16="http://schemas.microsoft.com/office/drawing/2014/main" id="{16D31BFA-6131-48C1-9978-1523D39D51B0}"/>
                </a:ext>
              </a:extLst>
            </p:cNvPr>
            <p:cNvSpPr>
              <a:spLocks noChangeAspect="1" noChangeArrowheads="1"/>
            </p:cNvSpPr>
            <p:nvPr userDrawn="1"/>
          </p:nvSpPr>
          <p:spPr bwMode="auto">
            <a:xfrm>
              <a:off x="410302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7" name="Oval 821">
              <a:extLst>
                <a:ext uri="{FF2B5EF4-FFF2-40B4-BE49-F238E27FC236}">
                  <a16:creationId xmlns:a16="http://schemas.microsoft.com/office/drawing/2014/main" id="{D180F529-B801-4F6E-BB67-C552B0D9E93E}"/>
                </a:ext>
              </a:extLst>
            </p:cNvPr>
            <p:cNvSpPr>
              <a:spLocks noChangeAspect="1" noChangeArrowheads="1"/>
            </p:cNvSpPr>
            <p:nvPr userDrawn="1"/>
          </p:nvSpPr>
          <p:spPr bwMode="auto">
            <a:xfrm>
              <a:off x="4214604"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8" name="Oval 822">
              <a:extLst>
                <a:ext uri="{FF2B5EF4-FFF2-40B4-BE49-F238E27FC236}">
                  <a16:creationId xmlns:a16="http://schemas.microsoft.com/office/drawing/2014/main" id="{A76DFC40-CFC9-4115-84CB-E0474F218BB8}"/>
                </a:ext>
              </a:extLst>
            </p:cNvPr>
            <p:cNvSpPr>
              <a:spLocks noChangeAspect="1" noChangeArrowheads="1"/>
            </p:cNvSpPr>
            <p:nvPr userDrawn="1"/>
          </p:nvSpPr>
          <p:spPr bwMode="auto">
            <a:xfrm>
              <a:off x="4327687"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79" name="Oval 823">
              <a:extLst>
                <a:ext uri="{FF2B5EF4-FFF2-40B4-BE49-F238E27FC236}">
                  <a16:creationId xmlns:a16="http://schemas.microsoft.com/office/drawing/2014/main" id="{237203DA-DCE6-4964-96F8-5EB79718443B}"/>
                </a:ext>
              </a:extLst>
            </p:cNvPr>
            <p:cNvSpPr>
              <a:spLocks noChangeAspect="1" noChangeArrowheads="1"/>
            </p:cNvSpPr>
            <p:nvPr userDrawn="1"/>
          </p:nvSpPr>
          <p:spPr bwMode="auto">
            <a:xfrm>
              <a:off x="443926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0" name="Oval 824">
              <a:extLst>
                <a:ext uri="{FF2B5EF4-FFF2-40B4-BE49-F238E27FC236}">
                  <a16:creationId xmlns:a16="http://schemas.microsoft.com/office/drawing/2014/main" id="{4AFE3A4D-ED02-4F99-9501-F20804ABC220}"/>
                </a:ext>
              </a:extLst>
            </p:cNvPr>
            <p:cNvSpPr>
              <a:spLocks noChangeAspect="1" noChangeArrowheads="1"/>
            </p:cNvSpPr>
            <p:nvPr userDrawn="1"/>
          </p:nvSpPr>
          <p:spPr bwMode="auto">
            <a:xfrm>
              <a:off x="4552349"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1" name="Oval 825">
              <a:extLst>
                <a:ext uri="{FF2B5EF4-FFF2-40B4-BE49-F238E27FC236}">
                  <a16:creationId xmlns:a16="http://schemas.microsoft.com/office/drawing/2014/main" id="{1B5B8A74-58E6-4BAB-A386-B4888DB8B671}"/>
                </a:ext>
              </a:extLst>
            </p:cNvPr>
            <p:cNvSpPr>
              <a:spLocks noChangeAspect="1" noChangeArrowheads="1"/>
            </p:cNvSpPr>
            <p:nvPr userDrawn="1"/>
          </p:nvSpPr>
          <p:spPr bwMode="auto">
            <a:xfrm>
              <a:off x="4663925"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2" name="Oval 826">
              <a:extLst>
                <a:ext uri="{FF2B5EF4-FFF2-40B4-BE49-F238E27FC236}">
                  <a16:creationId xmlns:a16="http://schemas.microsoft.com/office/drawing/2014/main" id="{2C78DBD7-6422-4E0C-8242-54C865CC4473}"/>
                </a:ext>
              </a:extLst>
            </p:cNvPr>
            <p:cNvSpPr>
              <a:spLocks noChangeAspect="1" noChangeArrowheads="1"/>
            </p:cNvSpPr>
            <p:nvPr userDrawn="1"/>
          </p:nvSpPr>
          <p:spPr bwMode="auto">
            <a:xfrm>
              <a:off x="4777009"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3" name="Oval 827">
              <a:extLst>
                <a:ext uri="{FF2B5EF4-FFF2-40B4-BE49-F238E27FC236}">
                  <a16:creationId xmlns:a16="http://schemas.microsoft.com/office/drawing/2014/main" id="{F5EF4297-90B3-4A9C-AED4-6AE20813911E}"/>
                </a:ext>
              </a:extLst>
            </p:cNvPr>
            <p:cNvSpPr>
              <a:spLocks noChangeAspect="1" noChangeArrowheads="1"/>
            </p:cNvSpPr>
            <p:nvPr userDrawn="1"/>
          </p:nvSpPr>
          <p:spPr bwMode="auto">
            <a:xfrm>
              <a:off x="4888585"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4" name="Oval 828">
              <a:extLst>
                <a:ext uri="{FF2B5EF4-FFF2-40B4-BE49-F238E27FC236}">
                  <a16:creationId xmlns:a16="http://schemas.microsoft.com/office/drawing/2014/main" id="{57F84B75-A3AC-49E9-9AEE-586BA0A5ED35}"/>
                </a:ext>
              </a:extLst>
            </p:cNvPr>
            <p:cNvSpPr>
              <a:spLocks noChangeAspect="1" noChangeArrowheads="1"/>
            </p:cNvSpPr>
            <p:nvPr userDrawn="1"/>
          </p:nvSpPr>
          <p:spPr bwMode="auto">
            <a:xfrm>
              <a:off x="5001670"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5" name="Oval 829">
              <a:extLst>
                <a:ext uri="{FF2B5EF4-FFF2-40B4-BE49-F238E27FC236}">
                  <a16:creationId xmlns:a16="http://schemas.microsoft.com/office/drawing/2014/main" id="{62DA289D-F99E-4FBC-B479-CD230BA44DB2}"/>
                </a:ext>
              </a:extLst>
            </p:cNvPr>
            <p:cNvSpPr>
              <a:spLocks noChangeAspect="1" noChangeArrowheads="1"/>
            </p:cNvSpPr>
            <p:nvPr userDrawn="1"/>
          </p:nvSpPr>
          <p:spPr bwMode="auto">
            <a:xfrm>
              <a:off x="511324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6" name="Oval 830">
              <a:extLst>
                <a:ext uri="{FF2B5EF4-FFF2-40B4-BE49-F238E27FC236}">
                  <a16:creationId xmlns:a16="http://schemas.microsoft.com/office/drawing/2014/main" id="{A7A17C86-77C4-4893-899F-D3AA67A346BE}"/>
                </a:ext>
              </a:extLst>
            </p:cNvPr>
            <p:cNvSpPr>
              <a:spLocks noChangeAspect="1" noChangeArrowheads="1"/>
            </p:cNvSpPr>
            <p:nvPr userDrawn="1"/>
          </p:nvSpPr>
          <p:spPr bwMode="auto">
            <a:xfrm>
              <a:off x="5226330"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7" name="Oval 831">
              <a:extLst>
                <a:ext uri="{FF2B5EF4-FFF2-40B4-BE49-F238E27FC236}">
                  <a16:creationId xmlns:a16="http://schemas.microsoft.com/office/drawing/2014/main" id="{6F122112-08C9-44B6-B404-3F7FBD729CA1}"/>
                </a:ext>
              </a:extLst>
            </p:cNvPr>
            <p:cNvSpPr>
              <a:spLocks noChangeAspect="1" noChangeArrowheads="1"/>
            </p:cNvSpPr>
            <p:nvPr userDrawn="1"/>
          </p:nvSpPr>
          <p:spPr bwMode="auto">
            <a:xfrm>
              <a:off x="5337907"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8" name="Oval 832">
              <a:extLst>
                <a:ext uri="{FF2B5EF4-FFF2-40B4-BE49-F238E27FC236}">
                  <a16:creationId xmlns:a16="http://schemas.microsoft.com/office/drawing/2014/main" id="{C86E6F91-1324-4422-A679-BFC0A47F768A}"/>
                </a:ext>
              </a:extLst>
            </p:cNvPr>
            <p:cNvSpPr>
              <a:spLocks noChangeAspect="1" noChangeArrowheads="1"/>
            </p:cNvSpPr>
            <p:nvPr userDrawn="1"/>
          </p:nvSpPr>
          <p:spPr bwMode="auto">
            <a:xfrm>
              <a:off x="5450992"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89" name="Oval 833">
              <a:extLst>
                <a:ext uri="{FF2B5EF4-FFF2-40B4-BE49-F238E27FC236}">
                  <a16:creationId xmlns:a16="http://schemas.microsoft.com/office/drawing/2014/main" id="{EEF5698B-F868-4A94-95E1-D8F03452D937}"/>
                </a:ext>
              </a:extLst>
            </p:cNvPr>
            <p:cNvSpPr>
              <a:spLocks noChangeAspect="1" noChangeArrowheads="1"/>
            </p:cNvSpPr>
            <p:nvPr userDrawn="1"/>
          </p:nvSpPr>
          <p:spPr bwMode="auto">
            <a:xfrm>
              <a:off x="5562568"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0" name="Oval 834">
              <a:extLst>
                <a:ext uri="{FF2B5EF4-FFF2-40B4-BE49-F238E27FC236}">
                  <a16:creationId xmlns:a16="http://schemas.microsoft.com/office/drawing/2014/main" id="{85ABB746-2BBB-43C1-A029-D88F4B8F4345}"/>
                </a:ext>
              </a:extLst>
            </p:cNvPr>
            <p:cNvSpPr>
              <a:spLocks noChangeAspect="1" noChangeArrowheads="1"/>
            </p:cNvSpPr>
            <p:nvPr userDrawn="1"/>
          </p:nvSpPr>
          <p:spPr bwMode="auto">
            <a:xfrm>
              <a:off x="5675652"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1" name="Oval 835">
              <a:extLst>
                <a:ext uri="{FF2B5EF4-FFF2-40B4-BE49-F238E27FC236}">
                  <a16:creationId xmlns:a16="http://schemas.microsoft.com/office/drawing/2014/main" id="{AF341433-9230-4F6F-9117-928CF6930DC4}"/>
                </a:ext>
              </a:extLst>
            </p:cNvPr>
            <p:cNvSpPr>
              <a:spLocks noChangeAspect="1" noChangeArrowheads="1"/>
            </p:cNvSpPr>
            <p:nvPr userDrawn="1"/>
          </p:nvSpPr>
          <p:spPr bwMode="auto">
            <a:xfrm>
              <a:off x="578722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2" name="Oval 836">
              <a:extLst>
                <a:ext uri="{FF2B5EF4-FFF2-40B4-BE49-F238E27FC236}">
                  <a16:creationId xmlns:a16="http://schemas.microsoft.com/office/drawing/2014/main" id="{BE1C66D0-E563-4AA4-8A2D-E165C8039427}"/>
                </a:ext>
              </a:extLst>
            </p:cNvPr>
            <p:cNvSpPr>
              <a:spLocks noChangeAspect="1" noChangeArrowheads="1"/>
            </p:cNvSpPr>
            <p:nvPr userDrawn="1"/>
          </p:nvSpPr>
          <p:spPr bwMode="auto">
            <a:xfrm>
              <a:off x="5900313"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3" name="Oval 837">
              <a:extLst>
                <a:ext uri="{FF2B5EF4-FFF2-40B4-BE49-F238E27FC236}">
                  <a16:creationId xmlns:a16="http://schemas.microsoft.com/office/drawing/2014/main" id="{EC2CD36D-4180-4A05-AC35-130AA5E53AEE}"/>
                </a:ext>
              </a:extLst>
            </p:cNvPr>
            <p:cNvSpPr>
              <a:spLocks noChangeAspect="1" noChangeArrowheads="1"/>
            </p:cNvSpPr>
            <p:nvPr userDrawn="1"/>
          </p:nvSpPr>
          <p:spPr bwMode="auto">
            <a:xfrm>
              <a:off x="601339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4" name="Oval 838">
              <a:extLst>
                <a:ext uri="{FF2B5EF4-FFF2-40B4-BE49-F238E27FC236}">
                  <a16:creationId xmlns:a16="http://schemas.microsoft.com/office/drawing/2014/main" id="{BDE6C508-A101-4463-803E-95C7A5624B85}"/>
                </a:ext>
              </a:extLst>
            </p:cNvPr>
            <p:cNvSpPr>
              <a:spLocks noChangeAspect="1" noChangeArrowheads="1"/>
            </p:cNvSpPr>
            <p:nvPr userDrawn="1"/>
          </p:nvSpPr>
          <p:spPr bwMode="auto">
            <a:xfrm>
              <a:off x="612497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5" name="Oval 839">
              <a:extLst>
                <a:ext uri="{FF2B5EF4-FFF2-40B4-BE49-F238E27FC236}">
                  <a16:creationId xmlns:a16="http://schemas.microsoft.com/office/drawing/2014/main" id="{88030D28-F747-470E-A75B-41FCD3E224C7}"/>
                </a:ext>
              </a:extLst>
            </p:cNvPr>
            <p:cNvSpPr>
              <a:spLocks noChangeAspect="1" noChangeArrowheads="1"/>
            </p:cNvSpPr>
            <p:nvPr userDrawn="1"/>
          </p:nvSpPr>
          <p:spPr bwMode="auto">
            <a:xfrm>
              <a:off x="6238058"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6" name="Oval 840">
              <a:extLst>
                <a:ext uri="{FF2B5EF4-FFF2-40B4-BE49-F238E27FC236}">
                  <a16:creationId xmlns:a16="http://schemas.microsoft.com/office/drawing/2014/main" id="{AC28EFFC-36C2-4F71-ABB7-8D044F35B5B5}"/>
                </a:ext>
              </a:extLst>
            </p:cNvPr>
            <p:cNvSpPr>
              <a:spLocks noChangeAspect="1" noChangeArrowheads="1"/>
            </p:cNvSpPr>
            <p:nvPr userDrawn="1"/>
          </p:nvSpPr>
          <p:spPr bwMode="auto">
            <a:xfrm>
              <a:off x="6349634"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7" name="Oval 841">
              <a:extLst>
                <a:ext uri="{FF2B5EF4-FFF2-40B4-BE49-F238E27FC236}">
                  <a16:creationId xmlns:a16="http://schemas.microsoft.com/office/drawing/2014/main" id="{6E26FFE9-698E-4540-A359-E7CE30ECFBF6}"/>
                </a:ext>
              </a:extLst>
            </p:cNvPr>
            <p:cNvSpPr>
              <a:spLocks noChangeAspect="1" noChangeArrowheads="1"/>
            </p:cNvSpPr>
            <p:nvPr userDrawn="1"/>
          </p:nvSpPr>
          <p:spPr bwMode="auto">
            <a:xfrm>
              <a:off x="6462718"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8" name="Oval 842">
              <a:extLst>
                <a:ext uri="{FF2B5EF4-FFF2-40B4-BE49-F238E27FC236}">
                  <a16:creationId xmlns:a16="http://schemas.microsoft.com/office/drawing/2014/main" id="{6F28696A-1C93-4B5F-BC41-99D7229B5012}"/>
                </a:ext>
              </a:extLst>
            </p:cNvPr>
            <p:cNvSpPr>
              <a:spLocks noChangeAspect="1" noChangeArrowheads="1"/>
            </p:cNvSpPr>
            <p:nvPr userDrawn="1"/>
          </p:nvSpPr>
          <p:spPr bwMode="auto">
            <a:xfrm>
              <a:off x="6574294"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899" name="Oval 843">
              <a:extLst>
                <a:ext uri="{FF2B5EF4-FFF2-40B4-BE49-F238E27FC236}">
                  <a16:creationId xmlns:a16="http://schemas.microsoft.com/office/drawing/2014/main" id="{D40CF2DF-7B76-4AF6-B217-7C85ACF4CE00}"/>
                </a:ext>
              </a:extLst>
            </p:cNvPr>
            <p:cNvSpPr>
              <a:spLocks noChangeAspect="1" noChangeArrowheads="1"/>
            </p:cNvSpPr>
            <p:nvPr userDrawn="1"/>
          </p:nvSpPr>
          <p:spPr bwMode="auto">
            <a:xfrm>
              <a:off x="668738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0" name="Oval 844">
              <a:extLst>
                <a:ext uri="{FF2B5EF4-FFF2-40B4-BE49-F238E27FC236}">
                  <a16:creationId xmlns:a16="http://schemas.microsoft.com/office/drawing/2014/main" id="{92FB122D-465E-40DD-A9DC-CF4226B43123}"/>
                </a:ext>
              </a:extLst>
            </p:cNvPr>
            <p:cNvSpPr>
              <a:spLocks noChangeAspect="1" noChangeArrowheads="1"/>
            </p:cNvSpPr>
            <p:nvPr userDrawn="1"/>
          </p:nvSpPr>
          <p:spPr bwMode="auto">
            <a:xfrm>
              <a:off x="6798957"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1" name="Oval 845">
              <a:extLst>
                <a:ext uri="{FF2B5EF4-FFF2-40B4-BE49-F238E27FC236}">
                  <a16:creationId xmlns:a16="http://schemas.microsoft.com/office/drawing/2014/main" id="{41FB0BFC-DB2B-458B-88AD-2E7A6E1EEF72}"/>
                </a:ext>
              </a:extLst>
            </p:cNvPr>
            <p:cNvSpPr>
              <a:spLocks noChangeAspect="1" noChangeArrowheads="1"/>
            </p:cNvSpPr>
            <p:nvPr userDrawn="1"/>
          </p:nvSpPr>
          <p:spPr bwMode="auto">
            <a:xfrm>
              <a:off x="6912041"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2" name="Oval 846">
              <a:extLst>
                <a:ext uri="{FF2B5EF4-FFF2-40B4-BE49-F238E27FC236}">
                  <a16:creationId xmlns:a16="http://schemas.microsoft.com/office/drawing/2014/main" id="{F50C3029-013C-4B3F-A2A5-662E97559287}"/>
                </a:ext>
              </a:extLst>
            </p:cNvPr>
            <p:cNvSpPr>
              <a:spLocks noChangeAspect="1" noChangeArrowheads="1"/>
            </p:cNvSpPr>
            <p:nvPr userDrawn="1"/>
          </p:nvSpPr>
          <p:spPr bwMode="auto">
            <a:xfrm>
              <a:off x="7023616" y="3215905"/>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3" name="Oval 847">
              <a:extLst>
                <a:ext uri="{FF2B5EF4-FFF2-40B4-BE49-F238E27FC236}">
                  <a16:creationId xmlns:a16="http://schemas.microsoft.com/office/drawing/2014/main" id="{095F668B-5ED5-46CC-BBB1-29668F7C9EE7}"/>
                </a:ext>
              </a:extLst>
            </p:cNvPr>
            <p:cNvSpPr>
              <a:spLocks noChangeAspect="1" noChangeArrowheads="1"/>
            </p:cNvSpPr>
            <p:nvPr userDrawn="1"/>
          </p:nvSpPr>
          <p:spPr bwMode="auto">
            <a:xfrm>
              <a:off x="7136701" y="3215905"/>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4" name="Oval 848">
              <a:extLst>
                <a:ext uri="{FF2B5EF4-FFF2-40B4-BE49-F238E27FC236}">
                  <a16:creationId xmlns:a16="http://schemas.microsoft.com/office/drawing/2014/main" id="{5032E797-3A14-4072-8590-3A89159E120A}"/>
                </a:ext>
              </a:extLst>
            </p:cNvPr>
            <p:cNvSpPr>
              <a:spLocks noChangeAspect="1" noChangeArrowheads="1"/>
            </p:cNvSpPr>
            <p:nvPr userDrawn="1"/>
          </p:nvSpPr>
          <p:spPr bwMode="auto">
            <a:xfrm>
              <a:off x="1743334"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5" name="Oval 849">
              <a:extLst>
                <a:ext uri="{FF2B5EF4-FFF2-40B4-BE49-F238E27FC236}">
                  <a16:creationId xmlns:a16="http://schemas.microsoft.com/office/drawing/2014/main" id="{4BB6FDF9-A743-4589-8851-FCE40567A266}"/>
                </a:ext>
              </a:extLst>
            </p:cNvPr>
            <p:cNvSpPr>
              <a:spLocks noChangeAspect="1" noChangeArrowheads="1"/>
            </p:cNvSpPr>
            <p:nvPr userDrawn="1"/>
          </p:nvSpPr>
          <p:spPr bwMode="auto">
            <a:xfrm>
              <a:off x="1854911"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6" name="Oval 850">
              <a:extLst>
                <a:ext uri="{FF2B5EF4-FFF2-40B4-BE49-F238E27FC236}">
                  <a16:creationId xmlns:a16="http://schemas.microsoft.com/office/drawing/2014/main" id="{A2D77731-2757-43A5-B958-495C8BBC28FE}"/>
                </a:ext>
              </a:extLst>
            </p:cNvPr>
            <p:cNvSpPr>
              <a:spLocks noChangeAspect="1" noChangeArrowheads="1"/>
            </p:cNvSpPr>
            <p:nvPr userDrawn="1"/>
          </p:nvSpPr>
          <p:spPr bwMode="auto">
            <a:xfrm>
              <a:off x="1967996"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7" name="Oval 851">
              <a:extLst>
                <a:ext uri="{FF2B5EF4-FFF2-40B4-BE49-F238E27FC236}">
                  <a16:creationId xmlns:a16="http://schemas.microsoft.com/office/drawing/2014/main" id="{6C19C966-A423-427B-9E4C-26E4F8FC1B42}"/>
                </a:ext>
              </a:extLst>
            </p:cNvPr>
            <p:cNvSpPr>
              <a:spLocks noChangeAspect="1" noChangeArrowheads="1"/>
            </p:cNvSpPr>
            <p:nvPr userDrawn="1"/>
          </p:nvSpPr>
          <p:spPr bwMode="auto">
            <a:xfrm>
              <a:off x="3989943"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8" name="Oval 852">
              <a:extLst>
                <a:ext uri="{FF2B5EF4-FFF2-40B4-BE49-F238E27FC236}">
                  <a16:creationId xmlns:a16="http://schemas.microsoft.com/office/drawing/2014/main" id="{9625FA64-559B-4A31-9F13-16EAD6D86CBE}"/>
                </a:ext>
              </a:extLst>
            </p:cNvPr>
            <p:cNvSpPr>
              <a:spLocks noChangeAspect="1" noChangeArrowheads="1"/>
            </p:cNvSpPr>
            <p:nvPr userDrawn="1"/>
          </p:nvSpPr>
          <p:spPr bwMode="auto">
            <a:xfrm>
              <a:off x="410302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09" name="Oval 853">
              <a:extLst>
                <a:ext uri="{FF2B5EF4-FFF2-40B4-BE49-F238E27FC236}">
                  <a16:creationId xmlns:a16="http://schemas.microsoft.com/office/drawing/2014/main" id="{EA23F0BE-635B-429A-905D-2FD22E7AA6AC}"/>
                </a:ext>
              </a:extLst>
            </p:cNvPr>
            <p:cNvSpPr>
              <a:spLocks noChangeAspect="1" noChangeArrowheads="1"/>
            </p:cNvSpPr>
            <p:nvPr userDrawn="1"/>
          </p:nvSpPr>
          <p:spPr bwMode="auto">
            <a:xfrm>
              <a:off x="4214604"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0" name="Oval 854">
              <a:extLst>
                <a:ext uri="{FF2B5EF4-FFF2-40B4-BE49-F238E27FC236}">
                  <a16:creationId xmlns:a16="http://schemas.microsoft.com/office/drawing/2014/main" id="{BB996DB9-CFAE-45BF-8789-305784904C1F}"/>
                </a:ext>
              </a:extLst>
            </p:cNvPr>
            <p:cNvSpPr>
              <a:spLocks noChangeAspect="1" noChangeArrowheads="1"/>
            </p:cNvSpPr>
            <p:nvPr userDrawn="1"/>
          </p:nvSpPr>
          <p:spPr bwMode="auto">
            <a:xfrm>
              <a:off x="432768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1" name="Oval 855">
              <a:extLst>
                <a:ext uri="{FF2B5EF4-FFF2-40B4-BE49-F238E27FC236}">
                  <a16:creationId xmlns:a16="http://schemas.microsoft.com/office/drawing/2014/main" id="{4D0A439F-B79F-45F6-8F9D-54EC0B9A3FF9}"/>
                </a:ext>
              </a:extLst>
            </p:cNvPr>
            <p:cNvSpPr>
              <a:spLocks noChangeAspect="1" noChangeArrowheads="1"/>
            </p:cNvSpPr>
            <p:nvPr userDrawn="1"/>
          </p:nvSpPr>
          <p:spPr bwMode="auto">
            <a:xfrm>
              <a:off x="4439264"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2" name="Oval 856">
              <a:extLst>
                <a:ext uri="{FF2B5EF4-FFF2-40B4-BE49-F238E27FC236}">
                  <a16:creationId xmlns:a16="http://schemas.microsoft.com/office/drawing/2014/main" id="{EEE55ED3-51CE-4BED-8B97-E6C39E07FD86}"/>
                </a:ext>
              </a:extLst>
            </p:cNvPr>
            <p:cNvSpPr>
              <a:spLocks noChangeAspect="1" noChangeArrowheads="1"/>
            </p:cNvSpPr>
            <p:nvPr userDrawn="1"/>
          </p:nvSpPr>
          <p:spPr bwMode="auto">
            <a:xfrm>
              <a:off x="4552349"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3" name="Oval 857">
              <a:extLst>
                <a:ext uri="{FF2B5EF4-FFF2-40B4-BE49-F238E27FC236}">
                  <a16:creationId xmlns:a16="http://schemas.microsoft.com/office/drawing/2014/main" id="{BA26FADC-B2A5-459B-A4B7-B79028D5619E}"/>
                </a:ext>
              </a:extLst>
            </p:cNvPr>
            <p:cNvSpPr>
              <a:spLocks noChangeAspect="1" noChangeArrowheads="1"/>
            </p:cNvSpPr>
            <p:nvPr userDrawn="1"/>
          </p:nvSpPr>
          <p:spPr bwMode="auto">
            <a:xfrm>
              <a:off x="4663926"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4" name="Oval 858">
              <a:extLst>
                <a:ext uri="{FF2B5EF4-FFF2-40B4-BE49-F238E27FC236}">
                  <a16:creationId xmlns:a16="http://schemas.microsoft.com/office/drawing/2014/main" id="{1939A214-C5FB-4E2E-AD3C-ECA43807EA2A}"/>
                </a:ext>
              </a:extLst>
            </p:cNvPr>
            <p:cNvSpPr>
              <a:spLocks noChangeAspect="1" noChangeArrowheads="1"/>
            </p:cNvSpPr>
            <p:nvPr userDrawn="1"/>
          </p:nvSpPr>
          <p:spPr bwMode="auto">
            <a:xfrm>
              <a:off x="4777009"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5" name="Oval 859">
              <a:extLst>
                <a:ext uri="{FF2B5EF4-FFF2-40B4-BE49-F238E27FC236}">
                  <a16:creationId xmlns:a16="http://schemas.microsoft.com/office/drawing/2014/main" id="{FD2BC018-9DFF-4834-820F-9F4FDDA3249F}"/>
                </a:ext>
              </a:extLst>
            </p:cNvPr>
            <p:cNvSpPr>
              <a:spLocks noChangeAspect="1" noChangeArrowheads="1"/>
            </p:cNvSpPr>
            <p:nvPr userDrawn="1"/>
          </p:nvSpPr>
          <p:spPr bwMode="auto">
            <a:xfrm>
              <a:off x="4888586"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6" name="Oval 860">
              <a:extLst>
                <a:ext uri="{FF2B5EF4-FFF2-40B4-BE49-F238E27FC236}">
                  <a16:creationId xmlns:a16="http://schemas.microsoft.com/office/drawing/2014/main" id="{51E36EAC-575C-4B37-B2F2-E8CB325601AC}"/>
                </a:ext>
              </a:extLst>
            </p:cNvPr>
            <p:cNvSpPr>
              <a:spLocks noChangeAspect="1" noChangeArrowheads="1"/>
            </p:cNvSpPr>
            <p:nvPr userDrawn="1"/>
          </p:nvSpPr>
          <p:spPr bwMode="auto">
            <a:xfrm>
              <a:off x="5001670"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7" name="Oval 861">
              <a:extLst>
                <a:ext uri="{FF2B5EF4-FFF2-40B4-BE49-F238E27FC236}">
                  <a16:creationId xmlns:a16="http://schemas.microsoft.com/office/drawing/2014/main" id="{448C3CF1-272F-4AF9-94A8-F9D3BF0ECED4}"/>
                </a:ext>
              </a:extLst>
            </p:cNvPr>
            <p:cNvSpPr>
              <a:spLocks noChangeAspect="1" noChangeArrowheads="1"/>
            </p:cNvSpPr>
            <p:nvPr userDrawn="1"/>
          </p:nvSpPr>
          <p:spPr bwMode="auto">
            <a:xfrm>
              <a:off x="5113247"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8" name="Oval 862">
              <a:extLst>
                <a:ext uri="{FF2B5EF4-FFF2-40B4-BE49-F238E27FC236}">
                  <a16:creationId xmlns:a16="http://schemas.microsoft.com/office/drawing/2014/main" id="{B3AE26AB-093F-4F3D-84D3-17032881BC40}"/>
                </a:ext>
              </a:extLst>
            </p:cNvPr>
            <p:cNvSpPr>
              <a:spLocks noChangeAspect="1" noChangeArrowheads="1"/>
            </p:cNvSpPr>
            <p:nvPr userDrawn="1"/>
          </p:nvSpPr>
          <p:spPr bwMode="auto">
            <a:xfrm>
              <a:off x="5226330"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19" name="Oval 863">
              <a:extLst>
                <a:ext uri="{FF2B5EF4-FFF2-40B4-BE49-F238E27FC236}">
                  <a16:creationId xmlns:a16="http://schemas.microsoft.com/office/drawing/2014/main" id="{327B551A-C838-4E0D-BC84-4A4C9EFE063E}"/>
                </a:ext>
              </a:extLst>
            </p:cNvPr>
            <p:cNvSpPr>
              <a:spLocks noChangeAspect="1" noChangeArrowheads="1"/>
            </p:cNvSpPr>
            <p:nvPr userDrawn="1"/>
          </p:nvSpPr>
          <p:spPr bwMode="auto">
            <a:xfrm>
              <a:off x="5337907"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0" name="Oval 864">
              <a:extLst>
                <a:ext uri="{FF2B5EF4-FFF2-40B4-BE49-F238E27FC236}">
                  <a16:creationId xmlns:a16="http://schemas.microsoft.com/office/drawing/2014/main" id="{4EB4E0DD-7F6C-4BEE-9AB1-D3B45F78C527}"/>
                </a:ext>
              </a:extLst>
            </p:cNvPr>
            <p:cNvSpPr>
              <a:spLocks noChangeAspect="1" noChangeArrowheads="1"/>
            </p:cNvSpPr>
            <p:nvPr userDrawn="1"/>
          </p:nvSpPr>
          <p:spPr bwMode="auto">
            <a:xfrm>
              <a:off x="5450992"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1" name="Oval 865">
              <a:extLst>
                <a:ext uri="{FF2B5EF4-FFF2-40B4-BE49-F238E27FC236}">
                  <a16:creationId xmlns:a16="http://schemas.microsoft.com/office/drawing/2014/main" id="{B18920B8-8155-43C6-8E63-0D5A6EF8AA20}"/>
                </a:ext>
              </a:extLst>
            </p:cNvPr>
            <p:cNvSpPr>
              <a:spLocks noChangeAspect="1" noChangeArrowheads="1"/>
            </p:cNvSpPr>
            <p:nvPr userDrawn="1"/>
          </p:nvSpPr>
          <p:spPr bwMode="auto">
            <a:xfrm>
              <a:off x="556256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2" name="Oval 866">
              <a:extLst>
                <a:ext uri="{FF2B5EF4-FFF2-40B4-BE49-F238E27FC236}">
                  <a16:creationId xmlns:a16="http://schemas.microsoft.com/office/drawing/2014/main" id="{19656101-D65E-4D21-B11C-9F1EDC16BDA1}"/>
                </a:ext>
              </a:extLst>
            </p:cNvPr>
            <p:cNvSpPr>
              <a:spLocks noChangeAspect="1" noChangeArrowheads="1"/>
            </p:cNvSpPr>
            <p:nvPr userDrawn="1"/>
          </p:nvSpPr>
          <p:spPr bwMode="auto">
            <a:xfrm>
              <a:off x="5675652"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3" name="Oval 867">
              <a:extLst>
                <a:ext uri="{FF2B5EF4-FFF2-40B4-BE49-F238E27FC236}">
                  <a16:creationId xmlns:a16="http://schemas.microsoft.com/office/drawing/2014/main" id="{DF57F72D-B834-463F-8F18-2BEC2772CEB7}"/>
                </a:ext>
              </a:extLst>
            </p:cNvPr>
            <p:cNvSpPr>
              <a:spLocks noChangeAspect="1" noChangeArrowheads="1"/>
            </p:cNvSpPr>
            <p:nvPr userDrawn="1"/>
          </p:nvSpPr>
          <p:spPr bwMode="auto">
            <a:xfrm>
              <a:off x="578722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4" name="Oval 868">
              <a:extLst>
                <a:ext uri="{FF2B5EF4-FFF2-40B4-BE49-F238E27FC236}">
                  <a16:creationId xmlns:a16="http://schemas.microsoft.com/office/drawing/2014/main" id="{C1251B72-5072-45ED-8680-4496711F277E}"/>
                </a:ext>
              </a:extLst>
            </p:cNvPr>
            <p:cNvSpPr>
              <a:spLocks noChangeAspect="1" noChangeArrowheads="1"/>
            </p:cNvSpPr>
            <p:nvPr userDrawn="1"/>
          </p:nvSpPr>
          <p:spPr bwMode="auto">
            <a:xfrm>
              <a:off x="5900313"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5" name="Oval 869">
              <a:extLst>
                <a:ext uri="{FF2B5EF4-FFF2-40B4-BE49-F238E27FC236}">
                  <a16:creationId xmlns:a16="http://schemas.microsoft.com/office/drawing/2014/main" id="{846234BE-4854-45E4-94B4-6212C3BC9A7B}"/>
                </a:ext>
              </a:extLst>
            </p:cNvPr>
            <p:cNvSpPr>
              <a:spLocks noChangeAspect="1" noChangeArrowheads="1"/>
            </p:cNvSpPr>
            <p:nvPr userDrawn="1"/>
          </p:nvSpPr>
          <p:spPr bwMode="auto">
            <a:xfrm>
              <a:off x="601339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6" name="Oval 870">
              <a:extLst>
                <a:ext uri="{FF2B5EF4-FFF2-40B4-BE49-F238E27FC236}">
                  <a16:creationId xmlns:a16="http://schemas.microsoft.com/office/drawing/2014/main" id="{D37CE92E-20BD-4AE2-819D-E4BBC6F1BF4E}"/>
                </a:ext>
              </a:extLst>
            </p:cNvPr>
            <p:cNvSpPr>
              <a:spLocks noChangeAspect="1" noChangeArrowheads="1"/>
            </p:cNvSpPr>
            <p:nvPr userDrawn="1"/>
          </p:nvSpPr>
          <p:spPr bwMode="auto">
            <a:xfrm>
              <a:off x="6124975"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7" name="Oval 871">
              <a:extLst>
                <a:ext uri="{FF2B5EF4-FFF2-40B4-BE49-F238E27FC236}">
                  <a16:creationId xmlns:a16="http://schemas.microsoft.com/office/drawing/2014/main" id="{081289DF-EB4C-4580-ABD6-7EC9585A2C74}"/>
                </a:ext>
              </a:extLst>
            </p:cNvPr>
            <p:cNvSpPr>
              <a:spLocks noChangeAspect="1" noChangeArrowheads="1"/>
            </p:cNvSpPr>
            <p:nvPr userDrawn="1"/>
          </p:nvSpPr>
          <p:spPr bwMode="auto">
            <a:xfrm>
              <a:off x="6238058"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8" name="Oval 872">
              <a:extLst>
                <a:ext uri="{FF2B5EF4-FFF2-40B4-BE49-F238E27FC236}">
                  <a16:creationId xmlns:a16="http://schemas.microsoft.com/office/drawing/2014/main" id="{65CD2FA2-14C9-481E-86CD-DE83AF7DA987}"/>
                </a:ext>
              </a:extLst>
            </p:cNvPr>
            <p:cNvSpPr>
              <a:spLocks noChangeAspect="1" noChangeArrowheads="1"/>
            </p:cNvSpPr>
            <p:nvPr userDrawn="1"/>
          </p:nvSpPr>
          <p:spPr bwMode="auto">
            <a:xfrm>
              <a:off x="6349635"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29" name="Oval 873">
              <a:extLst>
                <a:ext uri="{FF2B5EF4-FFF2-40B4-BE49-F238E27FC236}">
                  <a16:creationId xmlns:a16="http://schemas.microsoft.com/office/drawing/2014/main" id="{98E82112-469A-4E6F-BB88-51EF38305791}"/>
                </a:ext>
              </a:extLst>
            </p:cNvPr>
            <p:cNvSpPr>
              <a:spLocks noChangeAspect="1" noChangeArrowheads="1"/>
            </p:cNvSpPr>
            <p:nvPr userDrawn="1"/>
          </p:nvSpPr>
          <p:spPr bwMode="auto">
            <a:xfrm>
              <a:off x="6462718"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0" name="Oval 874">
              <a:extLst>
                <a:ext uri="{FF2B5EF4-FFF2-40B4-BE49-F238E27FC236}">
                  <a16:creationId xmlns:a16="http://schemas.microsoft.com/office/drawing/2014/main" id="{61EA91E3-408E-483D-A6BF-EC785137C066}"/>
                </a:ext>
              </a:extLst>
            </p:cNvPr>
            <p:cNvSpPr>
              <a:spLocks noChangeAspect="1" noChangeArrowheads="1"/>
            </p:cNvSpPr>
            <p:nvPr userDrawn="1"/>
          </p:nvSpPr>
          <p:spPr bwMode="auto">
            <a:xfrm>
              <a:off x="6574295"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1" name="Oval 875">
              <a:extLst>
                <a:ext uri="{FF2B5EF4-FFF2-40B4-BE49-F238E27FC236}">
                  <a16:creationId xmlns:a16="http://schemas.microsoft.com/office/drawing/2014/main" id="{CFA73E13-E158-4E87-B7BF-8CDD4FC8D1D7}"/>
                </a:ext>
              </a:extLst>
            </p:cNvPr>
            <p:cNvSpPr>
              <a:spLocks noChangeAspect="1" noChangeArrowheads="1"/>
            </p:cNvSpPr>
            <p:nvPr userDrawn="1"/>
          </p:nvSpPr>
          <p:spPr bwMode="auto">
            <a:xfrm>
              <a:off x="6687381"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2" name="Oval 876">
              <a:extLst>
                <a:ext uri="{FF2B5EF4-FFF2-40B4-BE49-F238E27FC236}">
                  <a16:creationId xmlns:a16="http://schemas.microsoft.com/office/drawing/2014/main" id="{FEC503B9-6380-41D0-902E-102135BECEED}"/>
                </a:ext>
              </a:extLst>
            </p:cNvPr>
            <p:cNvSpPr>
              <a:spLocks noChangeAspect="1" noChangeArrowheads="1"/>
            </p:cNvSpPr>
            <p:nvPr userDrawn="1"/>
          </p:nvSpPr>
          <p:spPr bwMode="auto">
            <a:xfrm>
              <a:off x="6798957"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3" name="Oval 877">
              <a:extLst>
                <a:ext uri="{FF2B5EF4-FFF2-40B4-BE49-F238E27FC236}">
                  <a16:creationId xmlns:a16="http://schemas.microsoft.com/office/drawing/2014/main" id="{6D2336A0-20FD-443D-B18E-EEF0054EC215}"/>
                </a:ext>
              </a:extLst>
            </p:cNvPr>
            <p:cNvSpPr>
              <a:spLocks noChangeAspect="1" noChangeArrowheads="1"/>
            </p:cNvSpPr>
            <p:nvPr userDrawn="1"/>
          </p:nvSpPr>
          <p:spPr bwMode="auto">
            <a:xfrm>
              <a:off x="6912041"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4" name="Oval 878">
              <a:extLst>
                <a:ext uri="{FF2B5EF4-FFF2-40B4-BE49-F238E27FC236}">
                  <a16:creationId xmlns:a16="http://schemas.microsoft.com/office/drawing/2014/main" id="{D333489E-9552-49C6-913A-9072F5EBE265}"/>
                </a:ext>
              </a:extLst>
            </p:cNvPr>
            <p:cNvSpPr>
              <a:spLocks noChangeAspect="1" noChangeArrowheads="1"/>
            </p:cNvSpPr>
            <p:nvPr userDrawn="1"/>
          </p:nvSpPr>
          <p:spPr bwMode="auto">
            <a:xfrm>
              <a:off x="7023616" y="331843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5" name="Oval 879">
              <a:extLst>
                <a:ext uri="{FF2B5EF4-FFF2-40B4-BE49-F238E27FC236}">
                  <a16:creationId xmlns:a16="http://schemas.microsoft.com/office/drawing/2014/main" id="{593F4CD3-DEBC-487F-A737-E0FF4D2039A8}"/>
                </a:ext>
              </a:extLst>
            </p:cNvPr>
            <p:cNvSpPr>
              <a:spLocks noChangeAspect="1" noChangeArrowheads="1"/>
            </p:cNvSpPr>
            <p:nvPr userDrawn="1"/>
          </p:nvSpPr>
          <p:spPr bwMode="auto">
            <a:xfrm>
              <a:off x="7136701" y="33184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6" name="Oval 880">
              <a:extLst>
                <a:ext uri="{FF2B5EF4-FFF2-40B4-BE49-F238E27FC236}">
                  <a16:creationId xmlns:a16="http://schemas.microsoft.com/office/drawing/2014/main" id="{CCB5927C-409F-4493-AAF6-794B10A6E5A4}"/>
                </a:ext>
              </a:extLst>
            </p:cNvPr>
            <p:cNvSpPr>
              <a:spLocks noChangeAspect="1" noChangeArrowheads="1"/>
            </p:cNvSpPr>
            <p:nvPr userDrawn="1"/>
          </p:nvSpPr>
          <p:spPr bwMode="auto">
            <a:xfrm>
              <a:off x="1854911"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7" name="Oval 881">
              <a:extLst>
                <a:ext uri="{FF2B5EF4-FFF2-40B4-BE49-F238E27FC236}">
                  <a16:creationId xmlns:a16="http://schemas.microsoft.com/office/drawing/2014/main" id="{EA92AF4A-359B-464A-9AA1-4D0EDFCDA2B8}"/>
                </a:ext>
              </a:extLst>
            </p:cNvPr>
            <p:cNvSpPr>
              <a:spLocks noChangeAspect="1" noChangeArrowheads="1"/>
            </p:cNvSpPr>
            <p:nvPr userDrawn="1"/>
          </p:nvSpPr>
          <p:spPr bwMode="auto">
            <a:xfrm>
              <a:off x="1967996"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8" name="Oval 882">
              <a:extLst>
                <a:ext uri="{FF2B5EF4-FFF2-40B4-BE49-F238E27FC236}">
                  <a16:creationId xmlns:a16="http://schemas.microsoft.com/office/drawing/2014/main" id="{648BB5C1-DAEA-4381-ADAB-78EB1C7A0EBF}"/>
                </a:ext>
              </a:extLst>
            </p:cNvPr>
            <p:cNvSpPr>
              <a:spLocks noChangeAspect="1" noChangeArrowheads="1"/>
            </p:cNvSpPr>
            <p:nvPr userDrawn="1"/>
          </p:nvSpPr>
          <p:spPr bwMode="auto">
            <a:xfrm>
              <a:off x="2192657"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39" name="Oval 883">
              <a:extLst>
                <a:ext uri="{FF2B5EF4-FFF2-40B4-BE49-F238E27FC236}">
                  <a16:creationId xmlns:a16="http://schemas.microsoft.com/office/drawing/2014/main" id="{AE84DA37-39D3-40B9-836B-79DC576C602A}"/>
                </a:ext>
              </a:extLst>
            </p:cNvPr>
            <p:cNvSpPr>
              <a:spLocks noChangeAspect="1" noChangeArrowheads="1"/>
            </p:cNvSpPr>
            <p:nvPr userDrawn="1"/>
          </p:nvSpPr>
          <p:spPr bwMode="auto">
            <a:xfrm>
              <a:off x="241731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0" name="Oval 884">
              <a:extLst>
                <a:ext uri="{FF2B5EF4-FFF2-40B4-BE49-F238E27FC236}">
                  <a16:creationId xmlns:a16="http://schemas.microsoft.com/office/drawing/2014/main" id="{BF2A38EE-F725-47AF-ABD4-C3DA027BA32D}"/>
                </a:ext>
              </a:extLst>
            </p:cNvPr>
            <p:cNvSpPr>
              <a:spLocks noChangeAspect="1" noChangeArrowheads="1"/>
            </p:cNvSpPr>
            <p:nvPr userDrawn="1"/>
          </p:nvSpPr>
          <p:spPr bwMode="auto">
            <a:xfrm>
              <a:off x="3989943"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1" name="Oval 885">
              <a:extLst>
                <a:ext uri="{FF2B5EF4-FFF2-40B4-BE49-F238E27FC236}">
                  <a16:creationId xmlns:a16="http://schemas.microsoft.com/office/drawing/2014/main" id="{7D9FAA1B-55DD-40AC-AC49-8A614DB1850A}"/>
                </a:ext>
              </a:extLst>
            </p:cNvPr>
            <p:cNvSpPr>
              <a:spLocks noChangeAspect="1" noChangeArrowheads="1"/>
            </p:cNvSpPr>
            <p:nvPr userDrawn="1"/>
          </p:nvSpPr>
          <p:spPr bwMode="auto">
            <a:xfrm>
              <a:off x="410302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2" name="Oval 886">
              <a:extLst>
                <a:ext uri="{FF2B5EF4-FFF2-40B4-BE49-F238E27FC236}">
                  <a16:creationId xmlns:a16="http://schemas.microsoft.com/office/drawing/2014/main" id="{DF74A4C3-B5BC-4D77-9CCB-3E4AB85EE294}"/>
                </a:ext>
              </a:extLst>
            </p:cNvPr>
            <p:cNvSpPr>
              <a:spLocks noChangeAspect="1" noChangeArrowheads="1"/>
            </p:cNvSpPr>
            <p:nvPr userDrawn="1"/>
          </p:nvSpPr>
          <p:spPr bwMode="auto">
            <a:xfrm>
              <a:off x="4214604"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3" name="Oval 887">
              <a:extLst>
                <a:ext uri="{FF2B5EF4-FFF2-40B4-BE49-F238E27FC236}">
                  <a16:creationId xmlns:a16="http://schemas.microsoft.com/office/drawing/2014/main" id="{7AD1180B-B6E6-40EB-B7D7-26447F99FEA1}"/>
                </a:ext>
              </a:extLst>
            </p:cNvPr>
            <p:cNvSpPr>
              <a:spLocks noChangeAspect="1" noChangeArrowheads="1"/>
            </p:cNvSpPr>
            <p:nvPr userDrawn="1"/>
          </p:nvSpPr>
          <p:spPr bwMode="auto">
            <a:xfrm>
              <a:off x="4327688"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4" name="Oval 888">
              <a:extLst>
                <a:ext uri="{FF2B5EF4-FFF2-40B4-BE49-F238E27FC236}">
                  <a16:creationId xmlns:a16="http://schemas.microsoft.com/office/drawing/2014/main" id="{34E529D8-813C-4A07-BEAB-E742F6E357A3}"/>
                </a:ext>
              </a:extLst>
            </p:cNvPr>
            <p:cNvSpPr>
              <a:spLocks noChangeAspect="1" noChangeArrowheads="1"/>
            </p:cNvSpPr>
            <p:nvPr userDrawn="1"/>
          </p:nvSpPr>
          <p:spPr bwMode="auto">
            <a:xfrm>
              <a:off x="4439264"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5" name="Oval 889">
              <a:extLst>
                <a:ext uri="{FF2B5EF4-FFF2-40B4-BE49-F238E27FC236}">
                  <a16:creationId xmlns:a16="http://schemas.microsoft.com/office/drawing/2014/main" id="{82DEDBC6-5E08-42CF-A004-10D1464EF28C}"/>
                </a:ext>
              </a:extLst>
            </p:cNvPr>
            <p:cNvSpPr>
              <a:spLocks noChangeAspect="1" noChangeArrowheads="1"/>
            </p:cNvSpPr>
            <p:nvPr userDrawn="1"/>
          </p:nvSpPr>
          <p:spPr bwMode="auto">
            <a:xfrm>
              <a:off x="4552349"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6" name="Oval 890">
              <a:extLst>
                <a:ext uri="{FF2B5EF4-FFF2-40B4-BE49-F238E27FC236}">
                  <a16:creationId xmlns:a16="http://schemas.microsoft.com/office/drawing/2014/main" id="{78871907-5E40-46F0-A471-075E3126EBAF}"/>
                </a:ext>
              </a:extLst>
            </p:cNvPr>
            <p:cNvSpPr>
              <a:spLocks noChangeAspect="1" noChangeArrowheads="1"/>
            </p:cNvSpPr>
            <p:nvPr userDrawn="1"/>
          </p:nvSpPr>
          <p:spPr bwMode="auto">
            <a:xfrm>
              <a:off x="4663926"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7" name="Oval 891">
              <a:extLst>
                <a:ext uri="{FF2B5EF4-FFF2-40B4-BE49-F238E27FC236}">
                  <a16:creationId xmlns:a16="http://schemas.microsoft.com/office/drawing/2014/main" id="{FB1A95FD-5DCE-4CF5-B669-AB1FCDE396E5}"/>
                </a:ext>
              </a:extLst>
            </p:cNvPr>
            <p:cNvSpPr>
              <a:spLocks noChangeAspect="1" noChangeArrowheads="1"/>
            </p:cNvSpPr>
            <p:nvPr userDrawn="1"/>
          </p:nvSpPr>
          <p:spPr bwMode="auto">
            <a:xfrm>
              <a:off x="4777009"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8" name="Oval 892">
              <a:extLst>
                <a:ext uri="{FF2B5EF4-FFF2-40B4-BE49-F238E27FC236}">
                  <a16:creationId xmlns:a16="http://schemas.microsoft.com/office/drawing/2014/main" id="{636D80B8-F6F3-427D-B6AD-38D6C4C074DA}"/>
                </a:ext>
              </a:extLst>
            </p:cNvPr>
            <p:cNvSpPr>
              <a:spLocks noChangeAspect="1" noChangeArrowheads="1"/>
            </p:cNvSpPr>
            <p:nvPr userDrawn="1"/>
          </p:nvSpPr>
          <p:spPr bwMode="auto">
            <a:xfrm>
              <a:off x="4888586"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49" name="Oval 893">
              <a:extLst>
                <a:ext uri="{FF2B5EF4-FFF2-40B4-BE49-F238E27FC236}">
                  <a16:creationId xmlns:a16="http://schemas.microsoft.com/office/drawing/2014/main" id="{F7A99EB1-1785-44E3-B2F5-064DC0CC8590}"/>
                </a:ext>
              </a:extLst>
            </p:cNvPr>
            <p:cNvSpPr>
              <a:spLocks noChangeAspect="1" noChangeArrowheads="1"/>
            </p:cNvSpPr>
            <p:nvPr userDrawn="1"/>
          </p:nvSpPr>
          <p:spPr bwMode="auto">
            <a:xfrm>
              <a:off x="5001670"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0" name="Oval 894">
              <a:extLst>
                <a:ext uri="{FF2B5EF4-FFF2-40B4-BE49-F238E27FC236}">
                  <a16:creationId xmlns:a16="http://schemas.microsoft.com/office/drawing/2014/main" id="{EF4F0D15-1DA6-4773-A954-6E110F4DA09A}"/>
                </a:ext>
              </a:extLst>
            </p:cNvPr>
            <p:cNvSpPr>
              <a:spLocks noChangeAspect="1" noChangeArrowheads="1"/>
            </p:cNvSpPr>
            <p:nvPr userDrawn="1"/>
          </p:nvSpPr>
          <p:spPr bwMode="auto">
            <a:xfrm>
              <a:off x="511324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1" name="Oval 895">
              <a:extLst>
                <a:ext uri="{FF2B5EF4-FFF2-40B4-BE49-F238E27FC236}">
                  <a16:creationId xmlns:a16="http://schemas.microsoft.com/office/drawing/2014/main" id="{D9318294-A46E-443E-BCCB-1F4AF0278985}"/>
                </a:ext>
              </a:extLst>
            </p:cNvPr>
            <p:cNvSpPr>
              <a:spLocks noChangeAspect="1" noChangeArrowheads="1"/>
            </p:cNvSpPr>
            <p:nvPr userDrawn="1"/>
          </p:nvSpPr>
          <p:spPr bwMode="auto">
            <a:xfrm>
              <a:off x="5337907"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2" name="Oval 896">
              <a:extLst>
                <a:ext uri="{FF2B5EF4-FFF2-40B4-BE49-F238E27FC236}">
                  <a16:creationId xmlns:a16="http://schemas.microsoft.com/office/drawing/2014/main" id="{4516CDB4-8E37-433F-87DD-D88CC11C9073}"/>
                </a:ext>
              </a:extLst>
            </p:cNvPr>
            <p:cNvSpPr>
              <a:spLocks noChangeAspect="1" noChangeArrowheads="1"/>
            </p:cNvSpPr>
            <p:nvPr userDrawn="1"/>
          </p:nvSpPr>
          <p:spPr bwMode="auto">
            <a:xfrm>
              <a:off x="5450992"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3" name="Oval 897">
              <a:extLst>
                <a:ext uri="{FF2B5EF4-FFF2-40B4-BE49-F238E27FC236}">
                  <a16:creationId xmlns:a16="http://schemas.microsoft.com/office/drawing/2014/main" id="{0245783D-97F5-4512-AC54-9546670D6B16}"/>
                </a:ext>
              </a:extLst>
            </p:cNvPr>
            <p:cNvSpPr>
              <a:spLocks noChangeAspect="1" noChangeArrowheads="1"/>
            </p:cNvSpPr>
            <p:nvPr userDrawn="1"/>
          </p:nvSpPr>
          <p:spPr bwMode="auto">
            <a:xfrm>
              <a:off x="556256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4" name="Oval 898">
              <a:extLst>
                <a:ext uri="{FF2B5EF4-FFF2-40B4-BE49-F238E27FC236}">
                  <a16:creationId xmlns:a16="http://schemas.microsoft.com/office/drawing/2014/main" id="{883DC5A9-EDAB-43A0-8570-17C34BCFAAE4}"/>
                </a:ext>
              </a:extLst>
            </p:cNvPr>
            <p:cNvSpPr>
              <a:spLocks noChangeAspect="1" noChangeArrowheads="1"/>
            </p:cNvSpPr>
            <p:nvPr userDrawn="1"/>
          </p:nvSpPr>
          <p:spPr bwMode="auto">
            <a:xfrm>
              <a:off x="5675652"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5" name="Oval 899">
              <a:extLst>
                <a:ext uri="{FF2B5EF4-FFF2-40B4-BE49-F238E27FC236}">
                  <a16:creationId xmlns:a16="http://schemas.microsoft.com/office/drawing/2014/main" id="{A297ED88-6E83-45FE-A662-DE5B9D8ACFEC}"/>
                </a:ext>
              </a:extLst>
            </p:cNvPr>
            <p:cNvSpPr>
              <a:spLocks noChangeAspect="1" noChangeArrowheads="1"/>
            </p:cNvSpPr>
            <p:nvPr userDrawn="1"/>
          </p:nvSpPr>
          <p:spPr bwMode="auto">
            <a:xfrm>
              <a:off x="6013398"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6" name="Oval 900">
              <a:extLst>
                <a:ext uri="{FF2B5EF4-FFF2-40B4-BE49-F238E27FC236}">
                  <a16:creationId xmlns:a16="http://schemas.microsoft.com/office/drawing/2014/main" id="{FC4C392A-AF68-4F3E-8D1F-2E99E74171E3}"/>
                </a:ext>
              </a:extLst>
            </p:cNvPr>
            <p:cNvSpPr>
              <a:spLocks noChangeAspect="1" noChangeArrowheads="1"/>
            </p:cNvSpPr>
            <p:nvPr userDrawn="1"/>
          </p:nvSpPr>
          <p:spPr bwMode="auto">
            <a:xfrm>
              <a:off x="6124975"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7" name="Oval 901">
              <a:extLst>
                <a:ext uri="{FF2B5EF4-FFF2-40B4-BE49-F238E27FC236}">
                  <a16:creationId xmlns:a16="http://schemas.microsoft.com/office/drawing/2014/main" id="{D7166821-25DD-4638-9C9E-90109523F5B8}"/>
                </a:ext>
              </a:extLst>
            </p:cNvPr>
            <p:cNvSpPr>
              <a:spLocks noChangeAspect="1" noChangeArrowheads="1"/>
            </p:cNvSpPr>
            <p:nvPr userDrawn="1"/>
          </p:nvSpPr>
          <p:spPr bwMode="auto">
            <a:xfrm>
              <a:off x="6238058"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8" name="Oval 902">
              <a:extLst>
                <a:ext uri="{FF2B5EF4-FFF2-40B4-BE49-F238E27FC236}">
                  <a16:creationId xmlns:a16="http://schemas.microsoft.com/office/drawing/2014/main" id="{79F121B7-A814-49EE-8039-131F8973D311}"/>
                </a:ext>
              </a:extLst>
            </p:cNvPr>
            <p:cNvSpPr>
              <a:spLocks noChangeAspect="1" noChangeArrowheads="1"/>
            </p:cNvSpPr>
            <p:nvPr userDrawn="1"/>
          </p:nvSpPr>
          <p:spPr bwMode="auto">
            <a:xfrm>
              <a:off x="6349635"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59" name="Oval 903">
              <a:extLst>
                <a:ext uri="{FF2B5EF4-FFF2-40B4-BE49-F238E27FC236}">
                  <a16:creationId xmlns:a16="http://schemas.microsoft.com/office/drawing/2014/main" id="{79D473CD-2CEA-4281-AD50-7744E5B951AA}"/>
                </a:ext>
              </a:extLst>
            </p:cNvPr>
            <p:cNvSpPr>
              <a:spLocks noChangeAspect="1" noChangeArrowheads="1"/>
            </p:cNvSpPr>
            <p:nvPr userDrawn="1"/>
          </p:nvSpPr>
          <p:spPr bwMode="auto">
            <a:xfrm>
              <a:off x="6574295" y="342247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0" name="Oval 904">
              <a:extLst>
                <a:ext uri="{FF2B5EF4-FFF2-40B4-BE49-F238E27FC236}">
                  <a16:creationId xmlns:a16="http://schemas.microsoft.com/office/drawing/2014/main" id="{000F626F-CF53-402D-B3D2-584BA85ECF04}"/>
                </a:ext>
              </a:extLst>
            </p:cNvPr>
            <p:cNvSpPr>
              <a:spLocks noChangeAspect="1" noChangeArrowheads="1"/>
            </p:cNvSpPr>
            <p:nvPr userDrawn="1"/>
          </p:nvSpPr>
          <p:spPr bwMode="auto">
            <a:xfrm>
              <a:off x="6687381"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1" name="Oval 905">
              <a:extLst>
                <a:ext uri="{FF2B5EF4-FFF2-40B4-BE49-F238E27FC236}">
                  <a16:creationId xmlns:a16="http://schemas.microsoft.com/office/drawing/2014/main" id="{5218F74D-7BA3-4BB4-A322-057494D47440}"/>
                </a:ext>
              </a:extLst>
            </p:cNvPr>
            <p:cNvSpPr>
              <a:spLocks noChangeAspect="1" noChangeArrowheads="1"/>
            </p:cNvSpPr>
            <p:nvPr userDrawn="1"/>
          </p:nvSpPr>
          <p:spPr bwMode="auto">
            <a:xfrm>
              <a:off x="6798957" y="342247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2" name="Oval 906">
              <a:extLst>
                <a:ext uri="{FF2B5EF4-FFF2-40B4-BE49-F238E27FC236}">
                  <a16:creationId xmlns:a16="http://schemas.microsoft.com/office/drawing/2014/main" id="{1F708A5C-738A-40B1-A083-D57ED2CCD429}"/>
                </a:ext>
              </a:extLst>
            </p:cNvPr>
            <p:cNvSpPr>
              <a:spLocks noChangeAspect="1" noChangeArrowheads="1"/>
            </p:cNvSpPr>
            <p:nvPr userDrawn="1"/>
          </p:nvSpPr>
          <p:spPr bwMode="auto">
            <a:xfrm>
              <a:off x="1854911"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3" name="Oval 907">
              <a:extLst>
                <a:ext uri="{FF2B5EF4-FFF2-40B4-BE49-F238E27FC236}">
                  <a16:creationId xmlns:a16="http://schemas.microsoft.com/office/drawing/2014/main" id="{A55F1C62-F4EB-40A2-BBE1-106C83BEDDF8}"/>
                </a:ext>
              </a:extLst>
            </p:cNvPr>
            <p:cNvSpPr>
              <a:spLocks noChangeAspect="1" noChangeArrowheads="1"/>
            </p:cNvSpPr>
            <p:nvPr userDrawn="1"/>
          </p:nvSpPr>
          <p:spPr bwMode="auto">
            <a:xfrm>
              <a:off x="1967996"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4" name="Oval 908">
              <a:extLst>
                <a:ext uri="{FF2B5EF4-FFF2-40B4-BE49-F238E27FC236}">
                  <a16:creationId xmlns:a16="http://schemas.microsoft.com/office/drawing/2014/main" id="{318E1A12-7234-42DA-A057-7CEE6E1CC434}"/>
                </a:ext>
              </a:extLst>
            </p:cNvPr>
            <p:cNvSpPr>
              <a:spLocks noChangeAspect="1" noChangeArrowheads="1"/>
            </p:cNvSpPr>
            <p:nvPr userDrawn="1"/>
          </p:nvSpPr>
          <p:spPr bwMode="auto">
            <a:xfrm>
              <a:off x="2079573"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5" name="Oval 909">
              <a:extLst>
                <a:ext uri="{FF2B5EF4-FFF2-40B4-BE49-F238E27FC236}">
                  <a16:creationId xmlns:a16="http://schemas.microsoft.com/office/drawing/2014/main" id="{2DC769E2-EA00-4E56-951D-4E28FF2D858B}"/>
                </a:ext>
              </a:extLst>
            </p:cNvPr>
            <p:cNvSpPr>
              <a:spLocks noChangeAspect="1" noChangeArrowheads="1"/>
            </p:cNvSpPr>
            <p:nvPr userDrawn="1"/>
          </p:nvSpPr>
          <p:spPr bwMode="auto">
            <a:xfrm>
              <a:off x="219265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6" name="Oval 910">
              <a:extLst>
                <a:ext uri="{FF2B5EF4-FFF2-40B4-BE49-F238E27FC236}">
                  <a16:creationId xmlns:a16="http://schemas.microsoft.com/office/drawing/2014/main" id="{AF9E20A4-4E65-4419-AD92-35D0D98549BF}"/>
                </a:ext>
              </a:extLst>
            </p:cNvPr>
            <p:cNvSpPr>
              <a:spLocks noChangeAspect="1" noChangeArrowheads="1"/>
            </p:cNvSpPr>
            <p:nvPr userDrawn="1"/>
          </p:nvSpPr>
          <p:spPr bwMode="auto">
            <a:xfrm>
              <a:off x="264197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7" name="Oval 911">
              <a:extLst>
                <a:ext uri="{FF2B5EF4-FFF2-40B4-BE49-F238E27FC236}">
                  <a16:creationId xmlns:a16="http://schemas.microsoft.com/office/drawing/2014/main" id="{08E85325-6A91-4476-8A3C-CE8B60B353D6}"/>
                </a:ext>
              </a:extLst>
            </p:cNvPr>
            <p:cNvSpPr>
              <a:spLocks noChangeAspect="1" noChangeArrowheads="1"/>
            </p:cNvSpPr>
            <p:nvPr userDrawn="1"/>
          </p:nvSpPr>
          <p:spPr bwMode="auto">
            <a:xfrm>
              <a:off x="3989943"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8" name="Oval 912">
              <a:extLst>
                <a:ext uri="{FF2B5EF4-FFF2-40B4-BE49-F238E27FC236}">
                  <a16:creationId xmlns:a16="http://schemas.microsoft.com/office/drawing/2014/main" id="{0CAEAFD6-826A-4854-A0BD-282B72BF3B4D}"/>
                </a:ext>
              </a:extLst>
            </p:cNvPr>
            <p:cNvSpPr>
              <a:spLocks noChangeAspect="1" noChangeArrowheads="1"/>
            </p:cNvSpPr>
            <p:nvPr userDrawn="1"/>
          </p:nvSpPr>
          <p:spPr bwMode="auto">
            <a:xfrm>
              <a:off x="410302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69" name="Oval 913">
              <a:extLst>
                <a:ext uri="{FF2B5EF4-FFF2-40B4-BE49-F238E27FC236}">
                  <a16:creationId xmlns:a16="http://schemas.microsoft.com/office/drawing/2014/main" id="{DF2D7534-5EBE-4B77-AC98-845F5EB69262}"/>
                </a:ext>
              </a:extLst>
            </p:cNvPr>
            <p:cNvSpPr>
              <a:spLocks noChangeAspect="1" noChangeArrowheads="1"/>
            </p:cNvSpPr>
            <p:nvPr userDrawn="1"/>
          </p:nvSpPr>
          <p:spPr bwMode="auto">
            <a:xfrm>
              <a:off x="4214605"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0" name="Oval 914">
              <a:extLst>
                <a:ext uri="{FF2B5EF4-FFF2-40B4-BE49-F238E27FC236}">
                  <a16:creationId xmlns:a16="http://schemas.microsoft.com/office/drawing/2014/main" id="{80B97918-AFC1-41BE-A829-E4484B4E98B9}"/>
                </a:ext>
              </a:extLst>
            </p:cNvPr>
            <p:cNvSpPr>
              <a:spLocks noChangeAspect="1" noChangeArrowheads="1"/>
            </p:cNvSpPr>
            <p:nvPr userDrawn="1"/>
          </p:nvSpPr>
          <p:spPr bwMode="auto">
            <a:xfrm>
              <a:off x="4327688"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1" name="Oval 915">
              <a:extLst>
                <a:ext uri="{FF2B5EF4-FFF2-40B4-BE49-F238E27FC236}">
                  <a16:creationId xmlns:a16="http://schemas.microsoft.com/office/drawing/2014/main" id="{1584B70D-CF48-431A-B918-06A67CC9DCF6}"/>
                </a:ext>
              </a:extLst>
            </p:cNvPr>
            <p:cNvSpPr>
              <a:spLocks noChangeAspect="1" noChangeArrowheads="1"/>
            </p:cNvSpPr>
            <p:nvPr userDrawn="1"/>
          </p:nvSpPr>
          <p:spPr bwMode="auto">
            <a:xfrm>
              <a:off x="443926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2" name="Oval 916">
              <a:extLst>
                <a:ext uri="{FF2B5EF4-FFF2-40B4-BE49-F238E27FC236}">
                  <a16:creationId xmlns:a16="http://schemas.microsoft.com/office/drawing/2014/main" id="{D83B0133-FF36-4C99-96C6-220BA04093D4}"/>
                </a:ext>
              </a:extLst>
            </p:cNvPr>
            <p:cNvSpPr>
              <a:spLocks noChangeAspect="1" noChangeArrowheads="1"/>
            </p:cNvSpPr>
            <p:nvPr userDrawn="1"/>
          </p:nvSpPr>
          <p:spPr bwMode="auto">
            <a:xfrm>
              <a:off x="4552349"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3" name="Oval 917">
              <a:extLst>
                <a:ext uri="{FF2B5EF4-FFF2-40B4-BE49-F238E27FC236}">
                  <a16:creationId xmlns:a16="http://schemas.microsoft.com/office/drawing/2014/main" id="{F945F2F1-5745-4C7A-BC89-5D603D18A867}"/>
                </a:ext>
              </a:extLst>
            </p:cNvPr>
            <p:cNvSpPr>
              <a:spLocks noChangeAspect="1" noChangeArrowheads="1"/>
            </p:cNvSpPr>
            <p:nvPr userDrawn="1"/>
          </p:nvSpPr>
          <p:spPr bwMode="auto">
            <a:xfrm>
              <a:off x="4663926"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4" name="Oval 918">
              <a:extLst>
                <a:ext uri="{FF2B5EF4-FFF2-40B4-BE49-F238E27FC236}">
                  <a16:creationId xmlns:a16="http://schemas.microsoft.com/office/drawing/2014/main" id="{2AB9B359-3EA2-47A7-BDF4-E91FA7F85AF0}"/>
                </a:ext>
              </a:extLst>
            </p:cNvPr>
            <p:cNvSpPr>
              <a:spLocks noChangeAspect="1" noChangeArrowheads="1"/>
            </p:cNvSpPr>
            <p:nvPr userDrawn="1"/>
          </p:nvSpPr>
          <p:spPr bwMode="auto">
            <a:xfrm>
              <a:off x="4777009"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5" name="Oval 919">
              <a:extLst>
                <a:ext uri="{FF2B5EF4-FFF2-40B4-BE49-F238E27FC236}">
                  <a16:creationId xmlns:a16="http://schemas.microsoft.com/office/drawing/2014/main" id="{005C1903-3BDF-4DCC-94BE-132A11AE1E32}"/>
                </a:ext>
              </a:extLst>
            </p:cNvPr>
            <p:cNvSpPr>
              <a:spLocks noChangeAspect="1" noChangeArrowheads="1"/>
            </p:cNvSpPr>
            <p:nvPr userDrawn="1"/>
          </p:nvSpPr>
          <p:spPr bwMode="auto">
            <a:xfrm>
              <a:off x="4888586"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6" name="Oval 920">
              <a:extLst>
                <a:ext uri="{FF2B5EF4-FFF2-40B4-BE49-F238E27FC236}">
                  <a16:creationId xmlns:a16="http://schemas.microsoft.com/office/drawing/2014/main" id="{8048A442-EB1D-4AF1-A65A-440CA121882E}"/>
                </a:ext>
              </a:extLst>
            </p:cNvPr>
            <p:cNvSpPr>
              <a:spLocks noChangeAspect="1" noChangeArrowheads="1"/>
            </p:cNvSpPr>
            <p:nvPr userDrawn="1"/>
          </p:nvSpPr>
          <p:spPr bwMode="auto">
            <a:xfrm>
              <a:off x="500167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7" name="Oval 921">
              <a:extLst>
                <a:ext uri="{FF2B5EF4-FFF2-40B4-BE49-F238E27FC236}">
                  <a16:creationId xmlns:a16="http://schemas.microsoft.com/office/drawing/2014/main" id="{5738C4BD-9DEB-4C7B-80A5-808647702419}"/>
                </a:ext>
              </a:extLst>
            </p:cNvPr>
            <p:cNvSpPr>
              <a:spLocks noChangeAspect="1" noChangeArrowheads="1"/>
            </p:cNvSpPr>
            <p:nvPr userDrawn="1"/>
          </p:nvSpPr>
          <p:spPr bwMode="auto">
            <a:xfrm>
              <a:off x="5113247"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8" name="Oval 922">
              <a:extLst>
                <a:ext uri="{FF2B5EF4-FFF2-40B4-BE49-F238E27FC236}">
                  <a16:creationId xmlns:a16="http://schemas.microsoft.com/office/drawing/2014/main" id="{10C11F9E-B72A-4FCD-A750-6BE5AC895707}"/>
                </a:ext>
              </a:extLst>
            </p:cNvPr>
            <p:cNvSpPr>
              <a:spLocks noChangeAspect="1" noChangeArrowheads="1"/>
            </p:cNvSpPr>
            <p:nvPr userDrawn="1"/>
          </p:nvSpPr>
          <p:spPr bwMode="auto">
            <a:xfrm>
              <a:off x="5337907"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79" name="Oval 923">
              <a:extLst>
                <a:ext uri="{FF2B5EF4-FFF2-40B4-BE49-F238E27FC236}">
                  <a16:creationId xmlns:a16="http://schemas.microsoft.com/office/drawing/2014/main" id="{3DB8F6B1-CA99-4E1A-98EB-951B427A2782}"/>
                </a:ext>
              </a:extLst>
            </p:cNvPr>
            <p:cNvSpPr>
              <a:spLocks noChangeAspect="1" noChangeArrowheads="1"/>
            </p:cNvSpPr>
            <p:nvPr userDrawn="1"/>
          </p:nvSpPr>
          <p:spPr bwMode="auto">
            <a:xfrm>
              <a:off x="5450992"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0" name="Oval 924">
              <a:extLst>
                <a:ext uri="{FF2B5EF4-FFF2-40B4-BE49-F238E27FC236}">
                  <a16:creationId xmlns:a16="http://schemas.microsoft.com/office/drawing/2014/main" id="{7B087447-1989-476B-832D-6518DAB45414}"/>
                </a:ext>
              </a:extLst>
            </p:cNvPr>
            <p:cNvSpPr>
              <a:spLocks noChangeAspect="1" noChangeArrowheads="1"/>
            </p:cNvSpPr>
            <p:nvPr userDrawn="1"/>
          </p:nvSpPr>
          <p:spPr bwMode="auto">
            <a:xfrm>
              <a:off x="5562569"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1" name="Oval 925">
              <a:extLst>
                <a:ext uri="{FF2B5EF4-FFF2-40B4-BE49-F238E27FC236}">
                  <a16:creationId xmlns:a16="http://schemas.microsoft.com/office/drawing/2014/main" id="{698FD546-C674-4758-8F74-9F6D423D70C1}"/>
                </a:ext>
              </a:extLst>
            </p:cNvPr>
            <p:cNvSpPr>
              <a:spLocks noChangeAspect="1" noChangeArrowheads="1"/>
            </p:cNvSpPr>
            <p:nvPr userDrawn="1"/>
          </p:nvSpPr>
          <p:spPr bwMode="auto">
            <a:xfrm>
              <a:off x="612497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2" name="Oval 926">
              <a:extLst>
                <a:ext uri="{FF2B5EF4-FFF2-40B4-BE49-F238E27FC236}">
                  <a16:creationId xmlns:a16="http://schemas.microsoft.com/office/drawing/2014/main" id="{E25F45C0-5AA2-4AF6-9AC5-C356C0FB53F2}"/>
                </a:ext>
              </a:extLst>
            </p:cNvPr>
            <p:cNvSpPr>
              <a:spLocks noChangeAspect="1" noChangeArrowheads="1"/>
            </p:cNvSpPr>
            <p:nvPr userDrawn="1"/>
          </p:nvSpPr>
          <p:spPr bwMode="auto">
            <a:xfrm>
              <a:off x="623805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3" name="Oval 927">
              <a:extLst>
                <a:ext uri="{FF2B5EF4-FFF2-40B4-BE49-F238E27FC236}">
                  <a16:creationId xmlns:a16="http://schemas.microsoft.com/office/drawing/2014/main" id="{9F2186A5-A6F3-4670-AFAB-92474B4E69D1}"/>
                </a:ext>
              </a:extLst>
            </p:cNvPr>
            <p:cNvSpPr>
              <a:spLocks noChangeAspect="1" noChangeArrowheads="1"/>
            </p:cNvSpPr>
            <p:nvPr userDrawn="1"/>
          </p:nvSpPr>
          <p:spPr bwMode="auto">
            <a:xfrm>
              <a:off x="6574295"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4" name="Oval 928">
              <a:extLst>
                <a:ext uri="{FF2B5EF4-FFF2-40B4-BE49-F238E27FC236}">
                  <a16:creationId xmlns:a16="http://schemas.microsoft.com/office/drawing/2014/main" id="{3D12FAE9-55F0-43D8-A3C4-0EBF8DE4EC02}"/>
                </a:ext>
              </a:extLst>
            </p:cNvPr>
            <p:cNvSpPr>
              <a:spLocks noChangeAspect="1" noChangeArrowheads="1"/>
            </p:cNvSpPr>
            <p:nvPr userDrawn="1"/>
          </p:nvSpPr>
          <p:spPr bwMode="auto">
            <a:xfrm>
              <a:off x="668738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5" name="Oval 929">
              <a:extLst>
                <a:ext uri="{FF2B5EF4-FFF2-40B4-BE49-F238E27FC236}">
                  <a16:creationId xmlns:a16="http://schemas.microsoft.com/office/drawing/2014/main" id="{FFC34A93-61CA-4512-AAEB-497D709DCDE4}"/>
                </a:ext>
              </a:extLst>
            </p:cNvPr>
            <p:cNvSpPr>
              <a:spLocks noChangeAspect="1" noChangeArrowheads="1"/>
            </p:cNvSpPr>
            <p:nvPr userDrawn="1"/>
          </p:nvSpPr>
          <p:spPr bwMode="auto">
            <a:xfrm>
              <a:off x="6798958"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6" name="Oval 930">
              <a:extLst>
                <a:ext uri="{FF2B5EF4-FFF2-40B4-BE49-F238E27FC236}">
                  <a16:creationId xmlns:a16="http://schemas.microsoft.com/office/drawing/2014/main" id="{0DA3D992-177E-41B1-9644-34661461CAF2}"/>
                </a:ext>
              </a:extLst>
            </p:cNvPr>
            <p:cNvSpPr>
              <a:spLocks noChangeAspect="1" noChangeArrowheads="1"/>
            </p:cNvSpPr>
            <p:nvPr userDrawn="1"/>
          </p:nvSpPr>
          <p:spPr bwMode="auto">
            <a:xfrm>
              <a:off x="6912041" y="352651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7" name="Oval 931">
              <a:extLst>
                <a:ext uri="{FF2B5EF4-FFF2-40B4-BE49-F238E27FC236}">
                  <a16:creationId xmlns:a16="http://schemas.microsoft.com/office/drawing/2014/main" id="{6B49D250-4985-4B38-BCA0-54116182D6CA}"/>
                </a:ext>
              </a:extLst>
            </p:cNvPr>
            <p:cNvSpPr>
              <a:spLocks noChangeAspect="1" noChangeArrowheads="1"/>
            </p:cNvSpPr>
            <p:nvPr userDrawn="1"/>
          </p:nvSpPr>
          <p:spPr bwMode="auto">
            <a:xfrm>
              <a:off x="7136701" y="3526510"/>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88" name="Oval 932">
              <a:extLst>
                <a:ext uri="{FF2B5EF4-FFF2-40B4-BE49-F238E27FC236}">
                  <a16:creationId xmlns:a16="http://schemas.microsoft.com/office/drawing/2014/main" id="{1443F129-11E2-4FBD-A759-08E1A2544521}"/>
                </a:ext>
              </a:extLst>
            </p:cNvPr>
            <p:cNvSpPr>
              <a:spLocks noChangeAspect="1" noChangeArrowheads="1"/>
            </p:cNvSpPr>
            <p:nvPr userDrawn="1"/>
          </p:nvSpPr>
          <p:spPr bwMode="auto">
            <a:xfrm>
              <a:off x="7248277" y="3526510"/>
              <a:ext cx="85943"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989" name="Oval 933">
              <a:extLst>
                <a:ext uri="{FF2B5EF4-FFF2-40B4-BE49-F238E27FC236}">
                  <a16:creationId xmlns:a16="http://schemas.microsoft.com/office/drawing/2014/main" id="{80CDD9EA-919E-4A8A-BC74-98039EB55597}"/>
                </a:ext>
              </a:extLst>
            </p:cNvPr>
            <p:cNvSpPr>
              <a:spLocks noChangeAspect="1" noChangeArrowheads="1"/>
            </p:cNvSpPr>
            <p:nvPr userDrawn="1"/>
          </p:nvSpPr>
          <p:spPr bwMode="auto">
            <a:xfrm>
              <a:off x="2192658"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0" name="Oval 934">
              <a:extLst>
                <a:ext uri="{FF2B5EF4-FFF2-40B4-BE49-F238E27FC236}">
                  <a16:creationId xmlns:a16="http://schemas.microsoft.com/office/drawing/2014/main" id="{4DA9CB92-4E48-45FD-A5A7-63C92A126105}"/>
                </a:ext>
              </a:extLst>
            </p:cNvPr>
            <p:cNvSpPr>
              <a:spLocks noChangeAspect="1" noChangeArrowheads="1"/>
            </p:cNvSpPr>
            <p:nvPr userDrawn="1"/>
          </p:nvSpPr>
          <p:spPr bwMode="auto">
            <a:xfrm>
              <a:off x="230423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1" name="Oval 935">
              <a:extLst>
                <a:ext uri="{FF2B5EF4-FFF2-40B4-BE49-F238E27FC236}">
                  <a16:creationId xmlns:a16="http://schemas.microsoft.com/office/drawing/2014/main" id="{654F04D9-2E27-406F-AB72-ABDBD40CA206}"/>
                </a:ext>
              </a:extLst>
            </p:cNvPr>
            <p:cNvSpPr>
              <a:spLocks noChangeAspect="1" noChangeArrowheads="1"/>
            </p:cNvSpPr>
            <p:nvPr userDrawn="1"/>
          </p:nvSpPr>
          <p:spPr bwMode="auto">
            <a:xfrm>
              <a:off x="3989944"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2" name="Oval 936">
              <a:extLst>
                <a:ext uri="{FF2B5EF4-FFF2-40B4-BE49-F238E27FC236}">
                  <a16:creationId xmlns:a16="http://schemas.microsoft.com/office/drawing/2014/main" id="{0D690C72-EED5-4875-A627-BEDBC1B00C7C}"/>
                </a:ext>
              </a:extLst>
            </p:cNvPr>
            <p:cNvSpPr>
              <a:spLocks noChangeAspect="1" noChangeArrowheads="1"/>
            </p:cNvSpPr>
            <p:nvPr userDrawn="1"/>
          </p:nvSpPr>
          <p:spPr bwMode="auto">
            <a:xfrm>
              <a:off x="4103029"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3" name="Oval 937">
              <a:extLst>
                <a:ext uri="{FF2B5EF4-FFF2-40B4-BE49-F238E27FC236}">
                  <a16:creationId xmlns:a16="http://schemas.microsoft.com/office/drawing/2014/main" id="{17E837AC-7F85-4075-8FA2-2B91743B3578}"/>
                </a:ext>
              </a:extLst>
            </p:cNvPr>
            <p:cNvSpPr>
              <a:spLocks noChangeAspect="1" noChangeArrowheads="1"/>
            </p:cNvSpPr>
            <p:nvPr userDrawn="1"/>
          </p:nvSpPr>
          <p:spPr bwMode="auto">
            <a:xfrm>
              <a:off x="4214605"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4" name="Oval 938">
              <a:extLst>
                <a:ext uri="{FF2B5EF4-FFF2-40B4-BE49-F238E27FC236}">
                  <a16:creationId xmlns:a16="http://schemas.microsoft.com/office/drawing/2014/main" id="{96E597B2-B93B-45C3-A4D6-77CFB9AAFD96}"/>
                </a:ext>
              </a:extLst>
            </p:cNvPr>
            <p:cNvSpPr>
              <a:spLocks noChangeAspect="1" noChangeArrowheads="1"/>
            </p:cNvSpPr>
            <p:nvPr userDrawn="1"/>
          </p:nvSpPr>
          <p:spPr bwMode="auto">
            <a:xfrm>
              <a:off x="4327688"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5" name="Oval 939">
              <a:extLst>
                <a:ext uri="{FF2B5EF4-FFF2-40B4-BE49-F238E27FC236}">
                  <a16:creationId xmlns:a16="http://schemas.microsoft.com/office/drawing/2014/main" id="{C6E8D5AB-9617-4F43-8DF1-8E7A1F64444D}"/>
                </a:ext>
              </a:extLst>
            </p:cNvPr>
            <p:cNvSpPr>
              <a:spLocks noChangeAspect="1" noChangeArrowheads="1"/>
            </p:cNvSpPr>
            <p:nvPr userDrawn="1"/>
          </p:nvSpPr>
          <p:spPr bwMode="auto">
            <a:xfrm>
              <a:off x="443926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6" name="Oval 940">
              <a:extLst>
                <a:ext uri="{FF2B5EF4-FFF2-40B4-BE49-F238E27FC236}">
                  <a16:creationId xmlns:a16="http://schemas.microsoft.com/office/drawing/2014/main" id="{A283468A-4F64-4A86-9267-3F62C2A4B93D}"/>
                </a:ext>
              </a:extLst>
            </p:cNvPr>
            <p:cNvSpPr>
              <a:spLocks noChangeAspect="1" noChangeArrowheads="1"/>
            </p:cNvSpPr>
            <p:nvPr userDrawn="1"/>
          </p:nvSpPr>
          <p:spPr bwMode="auto">
            <a:xfrm>
              <a:off x="4552350"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7" name="Oval 941">
              <a:extLst>
                <a:ext uri="{FF2B5EF4-FFF2-40B4-BE49-F238E27FC236}">
                  <a16:creationId xmlns:a16="http://schemas.microsoft.com/office/drawing/2014/main" id="{FED36DE4-3BB9-4B2E-80C1-66BEB67EACFA}"/>
                </a:ext>
              </a:extLst>
            </p:cNvPr>
            <p:cNvSpPr>
              <a:spLocks noChangeAspect="1" noChangeArrowheads="1"/>
            </p:cNvSpPr>
            <p:nvPr userDrawn="1"/>
          </p:nvSpPr>
          <p:spPr bwMode="auto">
            <a:xfrm>
              <a:off x="4663926"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8" name="Oval 942">
              <a:extLst>
                <a:ext uri="{FF2B5EF4-FFF2-40B4-BE49-F238E27FC236}">
                  <a16:creationId xmlns:a16="http://schemas.microsoft.com/office/drawing/2014/main" id="{0F08801E-9DA4-48A7-B7BB-73E49A812F07}"/>
                </a:ext>
              </a:extLst>
            </p:cNvPr>
            <p:cNvSpPr>
              <a:spLocks noChangeAspect="1" noChangeArrowheads="1"/>
            </p:cNvSpPr>
            <p:nvPr userDrawn="1"/>
          </p:nvSpPr>
          <p:spPr bwMode="auto">
            <a:xfrm>
              <a:off x="4777010"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999" name="Oval 943">
              <a:extLst>
                <a:ext uri="{FF2B5EF4-FFF2-40B4-BE49-F238E27FC236}">
                  <a16:creationId xmlns:a16="http://schemas.microsoft.com/office/drawing/2014/main" id="{43061E3B-560F-4386-AF05-C40C900604ED}"/>
                </a:ext>
              </a:extLst>
            </p:cNvPr>
            <p:cNvSpPr>
              <a:spLocks noChangeAspect="1" noChangeArrowheads="1"/>
            </p:cNvSpPr>
            <p:nvPr userDrawn="1"/>
          </p:nvSpPr>
          <p:spPr bwMode="auto">
            <a:xfrm>
              <a:off x="4888586"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0" name="Oval 944">
              <a:extLst>
                <a:ext uri="{FF2B5EF4-FFF2-40B4-BE49-F238E27FC236}">
                  <a16:creationId xmlns:a16="http://schemas.microsoft.com/office/drawing/2014/main" id="{288D3509-DF39-49E0-94D5-9AA03D990ECE}"/>
                </a:ext>
              </a:extLst>
            </p:cNvPr>
            <p:cNvSpPr>
              <a:spLocks noChangeAspect="1" noChangeArrowheads="1"/>
            </p:cNvSpPr>
            <p:nvPr userDrawn="1"/>
          </p:nvSpPr>
          <p:spPr bwMode="auto">
            <a:xfrm>
              <a:off x="5001671"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1" name="Oval 945">
              <a:extLst>
                <a:ext uri="{FF2B5EF4-FFF2-40B4-BE49-F238E27FC236}">
                  <a16:creationId xmlns:a16="http://schemas.microsoft.com/office/drawing/2014/main" id="{ADDB747D-A6B6-4455-933A-F6E18D0C4949}"/>
                </a:ext>
              </a:extLst>
            </p:cNvPr>
            <p:cNvSpPr>
              <a:spLocks noChangeAspect="1" noChangeArrowheads="1"/>
            </p:cNvSpPr>
            <p:nvPr userDrawn="1"/>
          </p:nvSpPr>
          <p:spPr bwMode="auto">
            <a:xfrm>
              <a:off x="511324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2" name="Oval 946">
              <a:extLst>
                <a:ext uri="{FF2B5EF4-FFF2-40B4-BE49-F238E27FC236}">
                  <a16:creationId xmlns:a16="http://schemas.microsoft.com/office/drawing/2014/main" id="{072A2A3C-57E2-46D2-BB89-39F064730ED1}"/>
                </a:ext>
              </a:extLst>
            </p:cNvPr>
            <p:cNvSpPr>
              <a:spLocks noChangeAspect="1" noChangeArrowheads="1"/>
            </p:cNvSpPr>
            <p:nvPr userDrawn="1"/>
          </p:nvSpPr>
          <p:spPr bwMode="auto">
            <a:xfrm>
              <a:off x="5226331"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3" name="Oval 947">
              <a:extLst>
                <a:ext uri="{FF2B5EF4-FFF2-40B4-BE49-F238E27FC236}">
                  <a16:creationId xmlns:a16="http://schemas.microsoft.com/office/drawing/2014/main" id="{608C91C2-EF53-4C80-AEB4-9B6654FFDFF1}"/>
                </a:ext>
              </a:extLst>
            </p:cNvPr>
            <p:cNvSpPr>
              <a:spLocks noChangeAspect="1" noChangeArrowheads="1"/>
            </p:cNvSpPr>
            <p:nvPr userDrawn="1"/>
          </p:nvSpPr>
          <p:spPr bwMode="auto">
            <a:xfrm>
              <a:off x="6124975" y="3630547"/>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4" name="Oval 948">
              <a:extLst>
                <a:ext uri="{FF2B5EF4-FFF2-40B4-BE49-F238E27FC236}">
                  <a16:creationId xmlns:a16="http://schemas.microsoft.com/office/drawing/2014/main" id="{D57CC463-5A31-4998-BD2E-39CCF13AD826}"/>
                </a:ext>
              </a:extLst>
            </p:cNvPr>
            <p:cNvSpPr>
              <a:spLocks noChangeAspect="1" noChangeArrowheads="1"/>
            </p:cNvSpPr>
            <p:nvPr userDrawn="1"/>
          </p:nvSpPr>
          <p:spPr bwMode="auto">
            <a:xfrm>
              <a:off x="623805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5" name="Oval 949">
              <a:extLst>
                <a:ext uri="{FF2B5EF4-FFF2-40B4-BE49-F238E27FC236}">
                  <a16:creationId xmlns:a16="http://schemas.microsoft.com/office/drawing/2014/main" id="{46A26885-2055-4DE2-A4DA-D4BF1276A4A3}"/>
                </a:ext>
              </a:extLst>
            </p:cNvPr>
            <p:cNvSpPr>
              <a:spLocks noChangeAspect="1" noChangeArrowheads="1"/>
            </p:cNvSpPr>
            <p:nvPr userDrawn="1"/>
          </p:nvSpPr>
          <p:spPr bwMode="auto">
            <a:xfrm>
              <a:off x="6687381"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6" name="Oval 950">
              <a:extLst>
                <a:ext uri="{FF2B5EF4-FFF2-40B4-BE49-F238E27FC236}">
                  <a16:creationId xmlns:a16="http://schemas.microsoft.com/office/drawing/2014/main" id="{F7FF0A01-4608-4782-B904-6680543103CB}"/>
                </a:ext>
              </a:extLst>
            </p:cNvPr>
            <p:cNvSpPr>
              <a:spLocks noChangeAspect="1" noChangeArrowheads="1"/>
            </p:cNvSpPr>
            <p:nvPr userDrawn="1"/>
          </p:nvSpPr>
          <p:spPr bwMode="auto">
            <a:xfrm>
              <a:off x="679895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7" name="Oval 951">
              <a:extLst>
                <a:ext uri="{FF2B5EF4-FFF2-40B4-BE49-F238E27FC236}">
                  <a16:creationId xmlns:a16="http://schemas.microsoft.com/office/drawing/2014/main" id="{322AD1D8-D70F-483E-9BF6-E9B51B3B8111}"/>
                </a:ext>
              </a:extLst>
            </p:cNvPr>
            <p:cNvSpPr>
              <a:spLocks noChangeAspect="1" noChangeArrowheads="1"/>
            </p:cNvSpPr>
            <p:nvPr userDrawn="1"/>
          </p:nvSpPr>
          <p:spPr bwMode="auto">
            <a:xfrm>
              <a:off x="7248278" y="3630547"/>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8" name="Oval 952">
              <a:extLst>
                <a:ext uri="{FF2B5EF4-FFF2-40B4-BE49-F238E27FC236}">
                  <a16:creationId xmlns:a16="http://schemas.microsoft.com/office/drawing/2014/main" id="{1E1017A6-E94F-4C6E-A970-F665E1CD74DB}"/>
                </a:ext>
              </a:extLst>
            </p:cNvPr>
            <p:cNvSpPr>
              <a:spLocks noChangeAspect="1" noChangeArrowheads="1"/>
            </p:cNvSpPr>
            <p:nvPr userDrawn="1"/>
          </p:nvSpPr>
          <p:spPr bwMode="auto">
            <a:xfrm>
              <a:off x="230423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09" name="Oval 953">
              <a:extLst>
                <a:ext uri="{FF2B5EF4-FFF2-40B4-BE49-F238E27FC236}">
                  <a16:creationId xmlns:a16="http://schemas.microsoft.com/office/drawing/2014/main" id="{1CFFF4FD-796B-4661-86CB-896DEF0A819A}"/>
                </a:ext>
              </a:extLst>
            </p:cNvPr>
            <p:cNvSpPr>
              <a:spLocks noChangeAspect="1" noChangeArrowheads="1"/>
            </p:cNvSpPr>
            <p:nvPr userDrawn="1"/>
          </p:nvSpPr>
          <p:spPr bwMode="auto">
            <a:xfrm>
              <a:off x="241731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0" name="Oval 954">
              <a:extLst>
                <a:ext uri="{FF2B5EF4-FFF2-40B4-BE49-F238E27FC236}">
                  <a16:creationId xmlns:a16="http://schemas.microsoft.com/office/drawing/2014/main" id="{BE8979AE-4C8C-44C7-9F1E-067C60167AD0}"/>
                </a:ext>
              </a:extLst>
            </p:cNvPr>
            <p:cNvSpPr>
              <a:spLocks noChangeAspect="1" noChangeArrowheads="1"/>
            </p:cNvSpPr>
            <p:nvPr userDrawn="1"/>
          </p:nvSpPr>
          <p:spPr bwMode="auto">
            <a:xfrm>
              <a:off x="2528895"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1" name="Oval 955">
              <a:extLst>
                <a:ext uri="{FF2B5EF4-FFF2-40B4-BE49-F238E27FC236}">
                  <a16:creationId xmlns:a16="http://schemas.microsoft.com/office/drawing/2014/main" id="{597225A2-93F5-4883-BB5D-663CEDB04FEF}"/>
                </a:ext>
              </a:extLst>
            </p:cNvPr>
            <p:cNvSpPr>
              <a:spLocks noChangeAspect="1" noChangeArrowheads="1"/>
            </p:cNvSpPr>
            <p:nvPr userDrawn="1"/>
          </p:nvSpPr>
          <p:spPr bwMode="auto">
            <a:xfrm>
              <a:off x="2641978"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2" name="Oval 956">
              <a:extLst>
                <a:ext uri="{FF2B5EF4-FFF2-40B4-BE49-F238E27FC236}">
                  <a16:creationId xmlns:a16="http://schemas.microsoft.com/office/drawing/2014/main" id="{FC8795D7-FA89-4228-8466-BF73FE0CFC11}"/>
                </a:ext>
              </a:extLst>
            </p:cNvPr>
            <p:cNvSpPr>
              <a:spLocks noChangeAspect="1" noChangeArrowheads="1"/>
            </p:cNvSpPr>
            <p:nvPr userDrawn="1"/>
          </p:nvSpPr>
          <p:spPr bwMode="auto">
            <a:xfrm>
              <a:off x="2753554"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3" name="Oval 957">
              <a:extLst>
                <a:ext uri="{FF2B5EF4-FFF2-40B4-BE49-F238E27FC236}">
                  <a16:creationId xmlns:a16="http://schemas.microsoft.com/office/drawing/2014/main" id="{750C6CE5-B265-42C3-9DE0-151FB689AF27}"/>
                </a:ext>
              </a:extLst>
            </p:cNvPr>
            <p:cNvSpPr>
              <a:spLocks noChangeAspect="1" noChangeArrowheads="1"/>
            </p:cNvSpPr>
            <p:nvPr userDrawn="1"/>
          </p:nvSpPr>
          <p:spPr bwMode="auto">
            <a:xfrm>
              <a:off x="3989943"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4" name="Oval 958">
              <a:extLst>
                <a:ext uri="{FF2B5EF4-FFF2-40B4-BE49-F238E27FC236}">
                  <a16:creationId xmlns:a16="http://schemas.microsoft.com/office/drawing/2014/main" id="{04F4F240-92BC-4C0B-9F5D-02F9166750C2}"/>
                </a:ext>
              </a:extLst>
            </p:cNvPr>
            <p:cNvSpPr>
              <a:spLocks noChangeAspect="1" noChangeArrowheads="1"/>
            </p:cNvSpPr>
            <p:nvPr userDrawn="1"/>
          </p:nvSpPr>
          <p:spPr bwMode="auto">
            <a:xfrm>
              <a:off x="410302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5" name="Oval 959">
              <a:extLst>
                <a:ext uri="{FF2B5EF4-FFF2-40B4-BE49-F238E27FC236}">
                  <a16:creationId xmlns:a16="http://schemas.microsoft.com/office/drawing/2014/main" id="{D815E7A0-0EE3-4A30-97A9-97EF2E066DE5}"/>
                </a:ext>
              </a:extLst>
            </p:cNvPr>
            <p:cNvSpPr>
              <a:spLocks noChangeAspect="1" noChangeArrowheads="1"/>
            </p:cNvSpPr>
            <p:nvPr userDrawn="1"/>
          </p:nvSpPr>
          <p:spPr bwMode="auto">
            <a:xfrm>
              <a:off x="4214605"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6" name="Oval 960">
              <a:extLst>
                <a:ext uri="{FF2B5EF4-FFF2-40B4-BE49-F238E27FC236}">
                  <a16:creationId xmlns:a16="http://schemas.microsoft.com/office/drawing/2014/main" id="{429C9F56-96F2-4C53-8873-C3260437F480}"/>
                </a:ext>
              </a:extLst>
            </p:cNvPr>
            <p:cNvSpPr>
              <a:spLocks noChangeAspect="1" noChangeArrowheads="1"/>
            </p:cNvSpPr>
            <p:nvPr userDrawn="1"/>
          </p:nvSpPr>
          <p:spPr bwMode="auto">
            <a:xfrm>
              <a:off x="4327688"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7" name="Oval 961">
              <a:extLst>
                <a:ext uri="{FF2B5EF4-FFF2-40B4-BE49-F238E27FC236}">
                  <a16:creationId xmlns:a16="http://schemas.microsoft.com/office/drawing/2014/main" id="{182E50B8-B53E-43C2-8849-EBDAFE537CE7}"/>
                </a:ext>
              </a:extLst>
            </p:cNvPr>
            <p:cNvSpPr>
              <a:spLocks noChangeAspect="1" noChangeArrowheads="1"/>
            </p:cNvSpPr>
            <p:nvPr userDrawn="1"/>
          </p:nvSpPr>
          <p:spPr bwMode="auto">
            <a:xfrm>
              <a:off x="443926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8" name="Oval 962">
              <a:extLst>
                <a:ext uri="{FF2B5EF4-FFF2-40B4-BE49-F238E27FC236}">
                  <a16:creationId xmlns:a16="http://schemas.microsoft.com/office/drawing/2014/main" id="{70A46258-8EEA-48F1-9D90-3BB663426834}"/>
                </a:ext>
              </a:extLst>
            </p:cNvPr>
            <p:cNvSpPr>
              <a:spLocks noChangeAspect="1" noChangeArrowheads="1"/>
            </p:cNvSpPr>
            <p:nvPr userDrawn="1"/>
          </p:nvSpPr>
          <p:spPr bwMode="auto">
            <a:xfrm>
              <a:off x="4552350"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19" name="Oval 963">
              <a:extLst>
                <a:ext uri="{FF2B5EF4-FFF2-40B4-BE49-F238E27FC236}">
                  <a16:creationId xmlns:a16="http://schemas.microsoft.com/office/drawing/2014/main" id="{7C2F351B-59DA-4394-97A0-BF0734592C30}"/>
                </a:ext>
              </a:extLst>
            </p:cNvPr>
            <p:cNvSpPr>
              <a:spLocks noChangeAspect="1" noChangeArrowheads="1"/>
            </p:cNvSpPr>
            <p:nvPr userDrawn="1"/>
          </p:nvSpPr>
          <p:spPr bwMode="auto">
            <a:xfrm>
              <a:off x="4663926"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0" name="Oval 964">
              <a:extLst>
                <a:ext uri="{FF2B5EF4-FFF2-40B4-BE49-F238E27FC236}">
                  <a16:creationId xmlns:a16="http://schemas.microsoft.com/office/drawing/2014/main" id="{F556D5EB-CE85-49F6-AFDE-E0FD2E9F5AA0}"/>
                </a:ext>
              </a:extLst>
            </p:cNvPr>
            <p:cNvSpPr>
              <a:spLocks noChangeAspect="1" noChangeArrowheads="1"/>
            </p:cNvSpPr>
            <p:nvPr userDrawn="1"/>
          </p:nvSpPr>
          <p:spPr bwMode="auto">
            <a:xfrm>
              <a:off x="4777009"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1" name="Oval 965">
              <a:extLst>
                <a:ext uri="{FF2B5EF4-FFF2-40B4-BE49-F238E27FC236}">
                  <a16:creationId xmlns:a16="http://schemas.microsoft.com/office/drawing/2014/main" id="{22A3B48B-2183-4961-80F8-F81B5E977168}"/>
                </a:ext>
              </a:extLst>
            </p:cNvPr>
            <p:cNvSpPr>
              <a:spLocks noChangeAspect="1" noChangeArrowheads="1"/>
            </p:cNvSpPr>
            <p:nvPr userDrawn="1"/>
          </p:nvSpPr>
          <p:spPr bwMode="auto">
            <a:xfrm>
              <a:off x="4888586"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2" name="Oval 966">
              <a:extLst>
                <a:ext uri="{FF2B5EF4-FFF2-40B4-BE49-F238E27FC236}">
                  <a16:creationId xmlns:a16="http://schemas.microsoft.com/office/drawing/2014/main" id="{0554E743-D58A-4666-A725-935B9466E994}"/>
                </a:ext>
              </a:extLst>
            </p:cNvPr>
            <p:cNvSpPr>
              <a:spLocks noChangeAspect="1" noChangeArrowheads="1"/>
            </p:cNvSpPr>
            <p:nvPr userDrawn="1"/>
          </p:nvSpPr>
          <p:spPr bwMode="auto">
            <a:xfrm>
              <a:off x="5001671"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3" name="Oval 967">
              <a:extLst>
                <a:ext uri="{FF2B5EF4-FFF2-40B4-BE49-F238E27FC236}">
                  <a16:creationId xmlns:a16="http://schemas.microsoft.com/office/drawing/2014/main" id="{503CC83B-ABD7-486A-91A3-B2C0143679F2}"/>
                </a:ext>
              </a:extLst>
            </p:cNvPr>
            <p:cNvSpPr>
              <a:spLocks noChangeAspect="1" noChangeArrowheads="1"/>
            </p:cNvSpPr>
            <p:nvPr userDrawn="1"/>
          </p:nvSpPr>
          <p:spPr bwMode="auto">
            <a:xfrm>
              <a:off x="5113247"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4" name="Oval 968">
              <a:extLst>
                <a:ext uri="{FF2B5EF4-FFF2-40B4-BE49-F238E27FC236}">
                  <a16:creationId xmlns:a16="http://schemas.microsoft.com/office/drawing/2014/main" id="{9CB1366C-43A2-4FA4-AABA-A570FC5427E4}"/>
                </a:ext>
              </a:extLst>
            </p:cNvPr>
            <p:cNvSpPr>
              <a:spLocks noChangeAspect="1" noChangeArrowheads="1"/>
            </p:cNvSpPr>
            <p:nvPr userDrawn="1"/>
          </p:nvSpPr>
          <p:spPr bwMode="auto">
            <a:xfrm>
              <a:off x="5226331"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5" name="Oval 969">
              <a:extLst>
                <a:ext uri="{FF2B5EF4-FFF2-40B4-BE49-F238E27FC236}">
                  <a16:creationId xmlns:a16="http://schemas.microsoft.com/office/drawing/2014/main" id="{11D90418-614E-4ECF-98DC-5D3F2E3838EE}"/>
                </a:ext>
              </a:extLst>
            </p:cNvPr>
            <p:cNvSpPr>
              <a:spLocks noChangeAspect="1" noChangeArrowheads="1"/>
            </p:cNvSpPr>
            <p:nvPr userDrawn="1"/>
          </p:nvSpPr>
          <p:spPr bwMode="auto">
            <a:xfrm>
              <a:off x="5337907"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6" name="Oval 970">
              <a:extLst>
                <a:ext uri="{FF2B5EF4-FFF2-40B4-BE49-F238E27FC236}">
                  <a16:creationId xmlns:a16="http://schemas.microsoft.com/office/drawing/2014/main" id="{1FF5F0E2-0A80-48BF-9AA5-3D66D43B231E}"/>
                </a:ext>
              </a:extLst>
            </p:cNvPr>
            <p:cNvSpPr>
              <a:spLocks noChangeAspect="1" noChangeArrowheads="1"/>
            </p:cNvSpPr>
            <p:nvPr userDrawn="1"/>
          </p:nvSpPr>
          <p:spPr bwMode="auto">
            <a:xfrm>
              <a:off x="5450992"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7" name="Oval 971">
              <a:extLst>
                <a:ext uri="{FF2B5EF4-FFF2-40B4-BE49-F238E27FC236}">
                  <a16:creationId xmlns:a16="http://schemas.microsoft.com/office/drawing/2014/main" id="{E815DC65-3D8E-4F12-9F1E-DE7368EAE24A}"/>
                </a:ext>
              </a:extLst>
            </p:cNvPr>
            <p:cNvSpPr>
              <a:spLocks noChangeAspect="1" noChangeArrowheads="1"/>
            </p:cNvSpPr>
            <p:nvPr userDrawn="1"/>
          </p:nvSpPr>
          <p:spPr bwMode="auto">
            <a:xfrm>
              <a:off x="5562569"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8" name="Oval 972">
              <a:extLst>
                <a:ext uri="{FF2B5EF4-FFF2-40B4-BE49-F238E27FC236}">
                  <a16:creationId xmlns:a16="http://schemas.microsoft.com/office/drawing/2014/main" id="{0F11B6F2-A905-4A6C-A48D-A696DC04B83A}"/>
                </a:ext>
              </a:extLst>
            </p:cNvPr>
            <p:cNvSpPr>
              <a:spLocks noChangeAspect="1" noChangeArrowheads="1"/>
            </p:cNvSpPr>
            <p:nvPr userDrawn="1"/>
          </p:nvSpPr>
          <p:spPr bwMode="auto">
            <a:xfrm>
              <a:off x="6124975" y="373458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29" name="Oval 973">
              <a:extLst>
                <a:ext uri="{FF2B5EF4-FFF2-40B4-BE49-F238E27FC236}">
                  <a16:creationId xmlns:a16="http://schemas.microsoft.com/office/drawing/2014/main" id="{6786CBD1-CD7C-4FFD-B08A-E323BC682617}"/>
                </a:ext>
              </a:extLst>
            </p:cNvPr>
            <p:cNvSpPr>
              <a:spLocks noChangeAspect="1" noChangeArrowheads="1"/>
            </p:cNvSpPr>
            <p:nvPr userDrawn="1"/>
          </p:nvSpPr>
          <p:spPr bwMode="auto">
            <a:xfrm>
              <a:off x="6687381"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0" name="Oval 974">
              <a:extLst>
                <a:ext uri="{FF2B5EF4-FFF2-40B4-BE49-F238E27FC236}">
                  <a16:creationId xmlns:a16="http://schemas.microsoft.com/office/drawing/2014/main" id="{C194975B-E343-43CF-89C7-94B586CB1C41}"/>
                </a:ext>
              </a:extLst>
            </p:cNvPr>
            <p:cNvSpPr>
              <a:spLocks noChangeAspect="1" noChangeArrowheads="1"/>
            </p:cNvSpPr>
            <p:nvPr userDrawn="1"/>
          </p:nvSpPr>
          <p:spPr bwMode="auto">
            <a:xfrm>
              <a:off x="6798958"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1" name="Oval 975">
              <a:extLst>
                <a:ext uri="{FF2B5EF4-FFF2-40B4-BE49-F238E27FC236}">
                  <a16:creationId xmlns:a16="http://schemas.microsoft.com/office/drawing/2014/main" id="{FCA523E5-B682-47EB-9F91-A43E58EF3A05}"/>
                </a:ext>
              </a:extLst>
            </p:cNvPr>
            <p:cNvSpPr>
              <a:spLocks noChangeAspect="1" noChangeArrowheads="1"/>
            </p:cNvSpPr>
            <p:nvPr userDrawn="1"/>
          </p:nvSpPr>
          <p:spPr bwMode="auto">
            <a:xfrm>
              <a:off x="7248277" y="373458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2" name="Oval 976">
              <a:extLst>
                <a:ext uri="{FF2B5EF4-FFF2-40B4-BE49-F238E27FC236}">
                  <a16:creationId xmlns:a16="http://schemas.microsoft.com/office/drawing/2014/main" id="{8E0E20CF-AC7B-4A7C-AFF1-6A8A8CB34DE4}"/>
                </a:ext>
              </a:extLst>
            </p:cNvPr>
            <p:cNvSpPr>
              <a:spLocks noChangeAspect="1" noChangeArrowheads="1"/>
            </p:cNvSpPr>
            <p:nvPr userDrawn="1"/>
          </p:nvSpPr>
          <p:spPr bwMode="auto">
            <a:xfrm>
              <a:off x="2528895"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3" name="Oval 977">
              <a:extLst>
                <a:ext uri="{FF2B5EF4-FFF2-40B4-BE49-F238E27FC236}">
                  <a16:creationId xmlns:a16="http://schemas.microsoft.com/office/drawing/2014/main" id="{02406B5B-E7A4-4998-AE99-154321D759C8}"/>
                </a:ext>
              </a:extLst>
            </p:cNvPr>
            <p:cNvSpPr>
              <a:spLocks noChangeAspect="1" noChangeArrowheads="1"/>
            </p:cNvSpPr>
            <p:nvPr userDrawn="1"/>
          </p:nvSpPr>
          <p:spPr bwMode="auto">
            <a:xfrm>
              <a:off x="2641978"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4" name="Oval 978">
              <a:extLst>
                <a:ext uri="{FF2B5EF4-FFF2-40B4-BE49-F238E27FC236}">
                  <a16:creationId xmlns:a16="http://schemas.microsoft.com/office/drawing/2014/main" id="{37368502-8AC5-4B3F-979E-3C195BD3EB8D}"/>
                </a:ext>
              </a:extLst>
            </p:cNvPr>
            <p:cNvSpPr>
              <a:spLocks noChangeAspect="1" noChangeArrowheads="1"/>
            </p:cNvSpPr>
            <p:nvPr userDrawn="1"/>
          </p:nvSpPr>
          <p:spPr bwMode="auto">
            <a:xfrm>
              <a:off x="2753554"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5" name="Oval 979">
              <a:extLst>
                <a:ext uri="{FF2B5EF4-FFF2-40B4-BE49-F238E27FC236}">
                  <a16:creationId xmlns:a16="http://schemas.microsoft.com/office/drawing/2014/main" id="{B8916023-C9C0-48A1-90E6-1C1C2963798E}"/>
                </a:ext>
              </a:extLst>
            </p:cNvPr>
            <p:cNvSpPr>
              <a:spLocks noChangeAspect="1" noChangeArrowheads="1"/>
            </p:cNvSpPr>
            <p:nvPr userDrawn="1"/>
          </p:nvSpPr>
          <p:spPr bwMode="auto">
            <a:xfrm>
              <a:off x="286664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6" name="Oval 980">
              <a:extLst>
                <a:ext uri="{FF2B5EF4-FFF2-40B4-BE49-F238E27FC236}">
                  <a16:creationId xmlns:a16="http://schemas.microsoft.com/office/drawing/2014/main" id="{64D2B988-E2F1-471D-8AA9-4428B2F76863}"/>
                </a:ext>
              </a:extLst>
            </p:cNvPr>
            <p:cNvSpPr>
              <a:spLocks noChangeAspect="1" noChangeArrowheads="1"/>
            </p:cNvSpPr>
            <p:nvPr userDrawn="1"/>
          </p:nvSpPr>
          <p:spPr bwMode="auto">
            <a:xfrm>
              <a:off x="4103028"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7" name="Oval 981">
              <a:extLst>
                <a:ext uri="{FF2B5EF4-FFF2-40B4-BE49-F238E27FC236}">
                  <a16:creationId xmlns:a16="http://schemas.microsoft.com/office/drawing/2014/main" id="{4C4CD4F4-9040-46E0-AC99-47BB0A47C8BD}"/>
                </a:ext>
              </a:extLst>
            </p:cNvPr>
            <p:cNvSpPr>
              <a:spLocks noChangeAspect="1" noChangeArrowheads="1"/>
            </p:cNvSpPr>
            <p:nvPr userDrawn="1"/>
          </p:nvSpPr>
          <p:spPr bwMode="auto">
            <a:xfrm>
              <a:off x="4214605"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8" name="Oval 982">
              <a:extLst>
                <a:ext uri="{FF2B5EF4-FFF2-40B4-BE49-F238E27FC236}">
                  <a16:creationId xmlns:a16="http://schemas.microsoft.com/office/drawing/2014/main" id="{517B5001-CCD7-43B4-B370-182AA3F383A6}"/>
                </a:ext>
              </a:extLst>
            </p:cNvPr>
            <p:cNvSpPr>
              <a:spLocks noChangeAspect="1" noChangeArrowheads="1"/>
            </p:cNvSpPr>
            <p:nvPr userDrawn="1"/>
          </p:nvSpPr>
          <p:spPr bwMode="auto">
            <a:xfrm>
              <a:off x="4327688"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39" name="Oval 983">
              <a:extLst>
                <a:ext uri="{FF2B5EF4-FFF2-40B4-BE49-F238E27FC236}">
                  <a16:creationId xmlns:a16="http://schemas.microsoft.com/office/drawing/2014/main" id="{A52B26C2-7D4A-4017-8110-85DC8E8449CA}"/>
                </a:ext>
              </a:extLst>
            </p:cNvPr>
            <p:cNvSpPr>
              <a:spLocks noChangeAspect="1" noChangeArrowheads="1"/>
            </p:cNvSpPr>
            <p:nvPr userDrawn="1"/>
          </p:nvSpPr>
          <p:spPr bwMode="auto">
            <a:xfrm>
              <a:off x="4439265"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0" name="Oval 984">
              <a:extLst>
                <a:ext uri="{FF2B5EF4-FFF2-40B4-BE49-F238E27FC236}">
                  <a16:creationId xmlns:a16="http://schemas.microsoft.com/office/drawing/2014/main" id="{9FC7756F-2EF6-4629-8E89-AD4E3563EECC}"/>
                </a:ext>
              </a:extLst>
            </p:cNvPr>
            <p:cNvSpPr>
              <a:spLocks noChangeAspect="1" noChangeArrowheads="1"/>
            </p:cNvSpPr>
            <p:nvPr userDrawn="1"/>
          </p:nvSpPr>
          <p:spPr bwMode="auto">
            <a:xfrm>
              <a:off x="4552350"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1" name="Oval 985">
              <a:extLst>
                <a:ext uri="{FF2B5EF4-FFF2-40B4-BE49-F238E27FC236}">
                  <a16:creationId xmlns:a16="http://schemas.microsoft.com/office/drawing/2014/main" id="{EF1F08A1-1F99-41ED-AE64-41AD26561AB4}"/>
                </a:ext>
              </a:extLst>
            </p:cNvPr>
            <p:cNvSpPr>
              <a:spLocks noChangeAspect="1" noChangeArrowheads="1"/>
            </p:cNvSpPr>
            <p:nvPr userDrawn="1"/>
          </p:nvSpPr>
          <p:spPr bwMode="auto">
            <a:xfrm>
              <a:off x="4663926"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2" name="Oval 986">
              <a:extLst>
                <a:ext uri="{FF2B5EF4-FFF2-40B4-BE49-F238E27FC236}">
                  <a16:creationId xmlns:a16="http://schemas.microsoft.com/office/drawing/2014/main" id="{F3172437-7AD3-4287-A6F7-CD73E34FF8CB}"/>
                </a:ext>
              </a:extLst>
            </p:cNvPr>
            <p:cNvSpPr>
              <a:spLocks noChangeAspect="1" noChangeArrowheads="1"/>
            </p:cNvSpPr>
            <p:nvPr userDrawn="1"/>
          </p:nvSpPr>
          <p:spPr bwMode="auto">
            <a:xfrm>
              <a:off x="4777009"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3" name="Oval 987">
              <a:extLst>
                <a:ext uri="{FF2B5EF4-FFF2-40B4-BE49-F238E27FC236}">
                  <a16:creationId xmlns:a16="http://schemas.microsoft.com/office/drawing/2014/main" id="{541B1F38-07A8-4365-9A9A-C0CC22572F80}"/>
                </a:ext>
              </a:extLst>
            </p:cNvPr>
            <p:cNvSpPr>
              <a:spLocks noChangeAspect="1" noChangeArrowheads="1"/>
            </p:cNvSpPr>
            <p:nvPr userDrawn="1"/>
          </p:nvSpPr>
          <p:spPr bwMode="auto">
            <a:xfrm>
              <a:off x="4888586"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4" name="Oval 988">
              <a:extLst>
                <a:ext uri="{FF2B5EF4-FFF2-40B4-BE49-F238E27FC236}">
                  <a16:creationId xmlns:a16="http://schemas.microsoft.com/office/drawing/2014/main" id="{78E7A83C-D821-483C-B91A-A26E4F2C62EF}"/>
                </a:ext>
              </a:extLst>
            </p:cNvPr>
            <p:cNvSpPr>
              <a:spLocks noChangeAspect="1" noChangeArrowheads="1"/>
            </p:cNvSpPr>
            <p:nvPr userDrawn="1"/>
          </p:nvSpPr>
          <p:spPr bwMode="auto">
            <a:xfrm>
              <a:off x="500167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5" name="Oval 989">
              <a:extLst>
                <a:ext uri="{FF2B5EF4-FFF2-40B4-BE49-F238E27FC236}">
                  <a16:creationId xmlns:a16="http://schemas.microsoft.com/office/drawing/2014/main" id="{CA40FDDD-3BBA-48B8-9264-727017BE6F37}"/>
                </a:ext>
              </a:extLst>
            </p:cNvPr>
            <p:cNvSpPr>
              <a:spLocks noChangeAspect="1" noChangeArrowheads="1"/>
            </p:cNvSpPr>
            <p:nvPr userDrawn="1"/>
          </p:nvSpPr>
          <p:spPr bwMode="auto">
            <a:xfrm>
              <a:off x="5113247"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6" name="Oval 990">
              <a:extLst>
                <a:ext uri="{FF2B5EF4-FFF2-40B4-BE49-F238E27FC236}">
                  <a16:creationId xmlns:a16="http://schemas.microsoft.com/office/drawing/2014/main" id="{3A4628E5-3F5E-4208-9E7C-9B2B01459D1F}"/>
                </a:ext>
              </a:extLst>
            </p:cNvPr>
            <p:cNvSpPr>
              <a:spLocks noChangeAspect="1" noChangeArrowheads="1"/>
            </p:cNvSpPr>
            <p:nvPr userDrawn="1"/>
          </p:nvSpPr>
          <p:spPr bwMode="auto">
            <a:xfrm>
              <a:off x="5226331"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7" name="Oval 991">
              <a:extLst>
                <a:ext uri="{FF2B5EF4-FFF2-40B4-BE49-F238E27FC236}">
                  <a16:creationId xmlns:a16="http://schemas.microsoft.com/office/drawing/2014/main" id="{84D74572-7829-4E86-BC9F-9611D0B96D72}"/>
                </a:ext>
              </a:extLst>
            </p:cNvPr>
            <p:cNvSpPr>
              <a:spLocks noChangeAspect="1" noChangeArrowheads="1"/>
            </p:cNvSpPr>
            <p:nvPr userDrawn="1"/>
          </p:nvSpPr>
          <p:spPr bwMode="auto">
            <a:xfrm>
              <a:off x="5337907" y="3837113"/>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8" name="Oval 992">
              <a:extLst>
                <a:ext uri="{FF2B5EF4-FFF2-40B4-BE49-F238E27FC236}">
                  <a16:creationId xmlns:a16="http://schemas.microsoft.com/office/drawing/2014/main" id="{5DFCC471-6386-481C-9E91-005897640876}"/>
                </a:ext>
              </a:extLst>
            </p:cNvPr>
            <p:cNvSpPr>
              <a:spLocks noChangeAspect="1" noChangeArrowheads="1"/>
            </p:cNvSpPr>
            <p:nvPr userDrawn="1"/>
          </p:nvSpPr>
          <p:spPr bwMode="auto">
            <a:xfrm>
              <a:off x="5450992"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49" name="Oval 993">
              <a:extLst>
                <a:ext uri="{FF2B5EF4-FFF2-40B4-BE49-F238E27FC236}">
                  <a16:creationId xmlns:a16="http://schemas.microsoft.com/office/drawing/2014/main" id="{E0B3F49F-1DAA-4576-B568-B7F0EF9F5471}"/>
                </a:ext>
              </a:extLst>
            </p:cNvPr>
            <p:cNvSpPr>
              <a:spLocks noChangeAspect="1" noChangeArrowheads="1"/>
            </p:cNvSpPr>
            <p:nvPr userDrawn="1"/>
          </p:nvSpPr>
          <p:spPr bwMode="auto">
            <a:xfrm>
              <a:off x="6238058"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0" name="Oval 994">
              <a:extLst>
                <a:ext uri="{FF2B5EF4-FFF2-40B4-BE49-F238E27FC236}">
                  <a16:creationId xmlns:a16="http://schemas.microsoft.com/office/drawing/2014/main" id="{1A9EE4FC-D8BC-4065-BDAF-32BAFFBA6302}"/>
                </a:ext>
              </a:extLst>
            </p:cNvPr>
            <p:cNvSpPr>
              <a:spLocks noChangeAspect="1" noChangeArrowheads="1"/>
            </p:cNvSpPr>
            <p:nvPr userDrawn="1"/>
          </p:nvSpPr>
          <p:spPr bwMode="auto">
            <a:xfrm>
              <a:off x="6687381"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1" name="Oval 995">
              <a:extLst>
                <a:ext uri="{FF2B5EF4-FFF2-40B4-BE49-F238E27FC236}">
                  <a16:creationId xmlns:a16="http://schemas.microsoft.com/office/drawing/2014/main" id="{4C6CBBAC-6320-4366-A67D-6E13B6A11306}"/>
                </a:ext>
              </a:extLst>
            </p:cNvPr>
            <p:cNvSpPr>
              <a:spLocks noChangeAspect="1" noChangeArrowheads="1"/>
            </p:cNvSpPr>
            <p:nvPr userDrawn="1"/>
          </p:nvSpPr>
          <p:spPr bwMode="auto">
            <a:xfrm>
              <a:off x="7248277" y="3837113"/>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2" name="Oval 996">
              <a:extLst>
                <a:ext uri="{FF2B5EF4-FFF2-40B4-BE49-F238E27FC236}">
                  <a16:creationId xmlns:a16="http://schemas.microsoft.com/office/drawing/2014/main" id="{4BC7A653-183F-444E-AC8B-3462A6DEE398}"/>
                </a:ext>
              </a:extLst>
            </p:cNvPr>
            <p:cNvSpPr>
              <a:spLocks noChangeAspect="1" noChangeArrowheads="1"/>
            </p:cNvSpPr>
            <p:nvPr userDrawn="1"/>
          </p:nvSpPr>
          <p:spPr bwMode="auto">
            <a:xfrm>
              <a:off x="2528895"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3" name="Oval 997">
              <a:extLst>
                <a:ext uri="{FF2B5EF4-FFF2-40B4-BE49-F238E27FC236}">
                  <a16:creationId xmlns:a16="http://schemas.microsoft.com/office/drawing/2014/main" id="{B25EF22D-7C10-441A-B1BB-8621F9C70169}"/>
                </a:ext>
              </a:extLst>
            </p:cNvPr>
            <p:cNvSpPr>
              <a:spLocks noChangeAspect="1" noChangeArrowheads="1"/>
            </p:cNvSpPr>
            <p:nvPr userDrawn="1"/>
          </p:nvSpPr>
          <p:spPr bwMode="auto">
            <a:xfrm>
              <a:off x="2641978"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4" name="Oval 998">
              <a:extLst>
                <a:ext uri="{FF2B5EF4-FFF2-40B4-BE49-F238E27FC236}">
                  <a16:creationId xmlns:a16="http://schemas.microsoft.com/office/drawing/2014/main" id="{487D2423-C379-4349-BC0D-7403A3E24AE1}"/>
                </a:ext>
              </a:extLst>
            </p:cNvPr>
            <p:cNvSpPr>
              <a:spLocks noChangeAspect="1" noChangeArrowheads="1"/>
            </p:cNvSpPr>
            <p:nvPr userDrawn="1"/>
          </p:nvSpPr>
          <p:spPr bwMode="auto">
            <a:xfrm>
              <a:off x="2753554"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5" name="Oval 999">
              <a:extLst>
                <a:ext uri="{FF2B5EF4-FFF2-40B4-BE49-F238E27FC236}">
                  <a16:creationId xmlns:a16="http://schemas.microsoft.com/office/drawing/2014/main" id="{E4AD34D5-8330-41A6-9FC0-69F1A052CDF0}"/>
                </a:ext>
              </a:extLst>
            </p:cNvPr>
            <p:cNvSpPr>
              <a:spLocks noChangeAspect="1" noChangeArrowheads="1"/>
            </p:cNvSpPr>
            <p:nvPr userDrawn="1"/>
          </p:nvSpPr>
          <p:spPr bwMode="auto">
            <a:xfrm>
              <a:off x="286664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6" name="Oval 1000">
              <a:extLst>
                <a:ext uri="{FF2B5EF4-FFF2-40B4-BE49-F238E27FC236}">
                  <a16:creationId xmlns:a16="http://schemas.microsoft.com/office/drawing/2014/main" id="{59176B9B-9544-4D80-8094-F4A45F7C8ACB}"/>
                </a:ext>
              </a:extLst>
            </p:cNvPr>
            <p:cNvSpPr>
              <a:spLocks noChangeAspect="1" noChangeArrowheads="1"/>
            </p:cNvSpPr>
            <p:nvPr userDrawn="1"/>
          </p:nvSpPr>
          <p:spPr bwMode="auto">
            <a:xfrm>
              <a:off x="2978217"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7" name="Oval 1001">
              <a:extLst>
                <a:ext uri="{FF2B5EF4-FFF2-40B4-BE49-F238E27FC236}">
                  <a16:creationId xmlns:a16="http://schemas.microsoft.com/office/drawing/2014/main" id="{F8BDDE47-7246-487D-B0EE-652047D00F44}"/>
                </a:ext>
              </a:extLst>
            </p:cNvPr>
            <p:cNvSpPr>
              <a:spLocks noChangeAspect="1" noChangeArrowheads="1"/>
            </p:cNvSpPr>
            <p:nvPr userDrawn="1"/>
          </p:nvSpPr>
          <p:spPr bwMode="auto">
            <a:xfrm>
              <a:off x="3091301"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8" name="Oval 1002">
              <a:extLst>
                <a:ext uri="{FF2B5EF4-FFF2-40B4-BE49-F238E27FC236}">
                  <a16:creationId xmlns:a16="http://schemas.microsoft.com/office/drawing/2014/main" id="{8CF30D34-C757-4C3C-8AE7-435545669374}"/>
                </a:ext>
              </a:extLst>
            </p:cNvPr>
            <p:cNvSpPr>
              <a:spLocks noChangeAspect="1" noChangeArrowheads="1"/>
            </p:cNvSpPr>
            <p:nvPr userDrawn="1"/>
          </p:nvSpPr>
          <p:spPr bwMode="auto">
            <a:xfrm>
              <a:off x="4552350"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59" name="Oval 1003">
              <a:extLst>
                <a:ext uri="{FF2B5EF4-FFF2-40B4-BE49-F238E27FC236}">
                  <a16:creationId xmlns:a16="http://schemas.microsoft.com/office/drawing/2014/main" id="{EFEB1B07-B09F-47C1-8FEB-47851468D192}"/>
                </a:ext>
              </a:extLst>
            </p:cNvPr>
            <p:cNvSpPr>
              <a:spLocks noChangeAspect="1" noChangeArrowheads="1"/>
            </p:cNvSpPr>
            <p:nvPr userDrawn="1"/>
          </p:nvSpPr>
          <p:spPr bwMode="auto">
            <a:xfrm>
              <a:off x="4663926"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0" name="Oval 1004">
              <a:extLst>
                <a:ext uri="{FF2B5EF4-FFF2-40B4-BE49-F238E27FC236}">
                  <a16:creationId xmlns:a16="http://schemas.microsoft.com/office/drawing/2014/main" id="{CFDD72F7-659E-4DD5-A042-C3125EE76F50}"/>
                </a:ext>
              </a:extLst>
            </p:cNvPr>
            <p:cNvSpPr>
              <a:spLocks noChangeAspect="1" noChangeArrowheads="1"/>
            </p:cNvSpPr>
            <p:nvPr userDrawn="1"/>
          </p:nvSpPr>
          <p:spPr bwMode="auto">
            <a:xfrm>
              <a:off x="4777009"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1" name="Oval 1005">
              <a:extLst>
                <a:ext uri="{FF2B5EF4-FFF2-40B4-BE49-F238E27FC236}">
                  <a16:creationId xmlns:a16="http://schemas.microsoft.com/office/drawing/2014/main" id="{175BBB50-4721-4ED1-90DC-F916C3D4749A}"/>
                </a:ext>
              </a:extLst>
            </p:cNvPr>
            <p:cNvSpPr>
              <a:spLocks noChangeAspect="1" noChangeArrowheads="1"/>
            </p:cNvSpPr>
            <p:nvPr userDrawn="1"/>
          </p:nvSpPr>
          <p:spPr bwMode="auto">
            <a:xfrm>
              <a:off x="4888586"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2" name="Oval 1006">
              <a:extLst>
                <a:ext uri="{FF2B5EF4-FFF2-40B4-BE49-F238E27FC236}">
                  <a16:creationId xmlns:a16="http://schemas.microsoft.com/office/drawing/2014/main" id="{507BFBEC-1E69-47C2-9894-983D57CFB688}"/>
                </a:ext>
              </a:extLst>
            </p:cNvPr>
            <p:cNvSpPr>
              <a:spLocks noChangeAspect="1" noChangeArrowheads="1"/>
            </p:cNvSpPr>
            <p:nvPr userDrawn="1"/>
          </p:nvSpPr>
          <p:spPr bwMode="auto">
            <a:xfrm>
              <a:off x="500167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3" name="Oval 1007">
              <a:extLst>
                <a:ext uri="{FF2B5EF4-FFF2-40B4-BE49-F238E27FC236}">
                  <a16:creationId xmlns:a16="http://schemas.microsoft.com/office/drawing/2014/main" id="{8C293FC3-2690-4BB1-BD4F-478E7E8406AB}"/>
                </a:ext>
              </a:extLst>
            </p:cNvPr>
            <p:cNvSpPr>
              <a:spLocks noChangeAspect="1" noChangeArrowheads="1"/>
            </p:cNvSpPr>
            <p:nvPr userDrawn="1"/>
          </p:nvSpPr>
          <p:spPr bwMode="auto">
            <a:xfrm>
              <a:off x="5113247"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4" name="Oval 1008">
              <a:extLst>
                <a:ext uri="{FF2B5EF4-FFF2-40B4-BE49-F238E27FC236}">
                  <a16:creationId xmlns:a16="http://schemas.microsoft.com/office/drawing/2014/main" id="{AA3546DF-402F-4BF1-A71E-515EA0CA938D}"/>
                </a:ext>
              </a:extLst>
            </p:cNvPr>
            <p:cNvSpPr>
              <a:spLocks noChangeAspect="1" noChangeArrowheads="1"/>
            </p:cNvSpPr>
            <p:nvPr userDrawn="1"/>
          </p:nvSpPr>
          <p:spPr bwMode="auto">
            <a:xfrm>
              <a:off x="5226331"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5" name="Oval 1009">
              <a:extLst>
                <a:ext uri="{FF2B5EF4-FFF2-40B4-BE49-F238E27FC236}">
                  <a16:creationId xmlns:a16="http://schemas.microsoft.com/office/drawing/2014/main" id="{3EA8EE8F-5CBE-472A-B7AC-7496322689F6}"/>
                </a:ext>
              </a:extLst>
            </p:cNvPr>
            <p:cNvSpPr>
              <a:spLocks noChangeAspect="1" noChangeArrowheads="1"/>
            </p:cNvSpPr>
            <p:nvPr userDrawn="1"/>
          </p:nvSpPr>
          <p:spPr bwMode="auto">
            <a:xfrm>
              <a:off x="5337907" y="394115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6" name="Oval 1010">
              <a:extLst>
                <a:ext uri="{FF2B5EF4-FFF2-40B4-BE49-F238E27FC236}">
                  <a16:creationId xmlns:a16="http://schemas.microsoft.com/office/drawing/2014/main" id="{2366D2B7-A16B-4D7F-B52A-2851A9C73088}"/>
                </a:ext>
              </a:extLst>
            </p:cNvPr>
            <p:cNvSpPr>
              <a:spLocks noChangeAspect="1" noChangeArrowheads="1"/>
            </p:cNvSpPr>
            <p:nvPr userDrawn="1"/>
          </p:nvSpPr>
          <p:spPr bwMode="auto">
            <a:xfrm>
              <a:off x="5450992"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7" name="Oval 1011">
              <a:extLst>
                <a:ext uri="{FF2B5EF4-FFF2-40B4-BE49-F238E27FC236}">
                  <a16:creationId xmlns:a16="http://schemas.microsoft.com/office/drawing/2014/main" id="{473072AD-81D0-4A8C-9C49-65EFA796128C}"/>
                </a:ext>
              </a:extLst>
            </p:cNvPr>
            <p:cNvSpPr>
              <a:spLocks noChangeAspect="1" noChangeArrowheads="1"/>
            </p:cNvSpPr>
            <p:nvPr userDrawn="1"/>
          </p:nvSpPr>
          <p:spPr bwMode="auto">
            <a:xfrm>
              <a:off x="6687381" y="394115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68" name="Oval 1012">
              <a:extLst>
                <a:ext uri="{FF2B5EF4-FFF2-40B4-BE49-F238E27FC236}">
                  <a16:creationId xmlns:a16="http://schemas.microsoft.com/office/drawing/2014/main" id="{AB69534F-81F8-48B4-B8B9-D934FE9D410D}"/>
                </a:ext>
              </a:extLst>
            </p:cNvPr>
            <p:cNvSpPr>
              <a:spLocks noChangeAspect="1" noChangeArrowheads="1"/>
            </p:cNvSpPr>
            <p:nvPr userDrawn="1"/>
          </p:nvSpPr>
          <p:spPr bwMode="auto">
            <a:xfrm>
              <a:off x="7023616" y="3941151"/>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1069" name="Oval 1013">
              <a:extLst>
                <a:ext uri="{FF2B5EF4-FFF2-40B4-BE49-F238E27FC236}">
                  <a16:creationId xmlns:a16="http://schemas.microsoft.com/office/drawing/2014/main" id="{CD586545-6300-4481-BA8A-1B439C9E59CB}"/>
                </a:ext>
              </a:extLst>
            </p:cNvPr>
            <p:cNvSpPr>
              <a:spLocks noChangeAspect="1" noChangeArrowheads="1"/>
            </p:cNvSpPr>
            <p:nvPr userDrawn="1"/>
          </p:nvSpPr>
          <p:spPr bwMode="auto">
            <a:xfrm>
              <a:off x="2417318"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0" name="Oval 1014">
              <a:extLst>
                <a:ext uri="{FF2B5EF4-FFF2-40B4-BE49-F238E27FC236}">
                  <a16:creationId xmlns:a16="http://schemas.microsoft.com/office/drawing/2014/main" id="{183DA96C-68FB-4B40-8645-CF6FD3015BF9}"/>
                </a:ext>
              </a:extLst>
            </p:cNvPr>
            <p:cNvSpPr>
              <a:spLocks noChangeAspect="1" noChangeArrowheads="1"/>
            </p:cNvSpPr>
            <p:nvPr userDrawn="1"/>
          </p:nvSpPr>
          <p:spPr bwMode="auto">
            <a:xfrm>
              <a:off x="2528895"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1" name="Oval 1015">
              <a:extLst>
                <a:ext uri="{FF2B5EF4-FFF2-40B4-BE49-F238E27FC236}">
                  <a16:creationId xmlns:a16="http://schemas.microsoft.com/office/drawing/2014/main" id="{FC3FB9FD-85FE-4434-A403-E5E2549F8853}"/>
                </a:ext>
              </a:extLst>
            </p:cNvPr>
            <p:cNvSpPr>
              <a:spLocks noChangeAspect="1" noChangeArrowheads="1"/>
            </p:cNvSpPr>
            <p:nvPr userDrawn="1"/>
          </p:nvSpPr>
          <p:spPr bwMode="auto">
            <a:xfrm>
              <a:off x="2641978"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2" name="Oval 1016">
              <a:extLst>
                <a:ext uri="{FF2B5EF4-FFF2-40B4-BE49-F238E27FC236}">
                  <a16:creationId xmlns:a16="http://schemas.microsoft.com/office/drawing/2014/main" id="{6EFEC5D9-2550-4F70-A0CA-7CE2A242ED32}"/>
                </a:ext>
              </a:extLst>
            </p:cNvPr>
            <p:cNvSpPr>
              <a:spLocks noChangeAspect="1" noChangeArrowheads="1"/>
            </p:cNvSpPr>
            <p:nvPr userDrawn="1"/>
          </p:nvSpPr>
          <p:spPr bwMode="auto">
            <a:xfrm>
              <a:off x="2753554"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3" name="Oval 1017">
              <a:extLst>
                <a:ext uri="{FF2B5EF4-FFF2-40B4-BE49-F238E27FC236}">
                  <a16:creationId xmlns:a16="http://schemas.microsoft.com/office/drawing/2014/main" id="{4CEC61FD-BD2F-4813-BB5A-CD3EF534E760}"/>
                </a:ext>
              </a:extLst>
            </p:cNvPr>
            <p:cNvSpPr>
              <a:spLocks noChangeAspect="1" noChangeArrowheads="1"/>
            </p:cNvSpPr>
            <p:nvPr userDrawn="1"/>
          </p:nvSpPr>
          <p:spPr bwMode="auto">
            <a:xfrm>
              <a:off x="286664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4" name="Oval 1018">
              <a:extLst>
                <a:ext uri="{FF2B5EF4-FFF2-40B4-BE49-F238E27FC236}">
                  <a16:creationId xmlns:a16="http://schemas.microsoft.com/office/drawing/2014/main" id="{5DCF6898-6B01-4C54-B9E9-8C0AABA4A03F}"/>
                </a:ext>
              </a:extLst>
            </p:cNvPr>
            <p:cNvSpPr>
              <a:spLocks noChangeAspect="1" noChangeArrowheads="1"/>
            </p:cNvSpPr>
            <p:nvPr userDrawn="1"/>
          </p:nvSpPr>
          <p:spPr bwMode="auto">
            <a:xfrm>
              <a:off x="2978217"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5" name="Oval 1019">
              <a:extLst>
                <a:ext uri="{FF2B5EF4-FFF2-40B4-BE49-F238E27FC236}">
                  <a16:creationId xmlns:a16="http://schemas.microsoft.com/office/drawing/2014/main" id="{270F7B6E-2C09-449B-B706-1DE2EE3F58B0}"/>
                </a:ext>
              </a:extLst>
            </p:cNvPr>
            <p:cNvSpPr>
              <a:spLocks noChangeAspect="1" noChangeArrowheads="1"/>
            </p:cNvSpPr>
            <p:nvPr userDrawn="1"/>
          </p:nvSpPr>
          <p:spPr bwMode="auto">
            <a:xfrm>
              <a:off x="309130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6" name="Oval 1020">
              <a:extLst>
                <a:ext uri="{FF2B5EF4-FFF2-40B4-BE49-F238E27FC236}">
                  <a16:creationId xmlns:a16="http://schemas.microsoft.com/office/drawing/2014/main" id="{5755E8D2-7044-4631-964B-E0B7EA493CC0}"/>
                </a:ext>
              </a:extLst>
            </p:cNvPr>
            <p:cNvSpPr>
              <a:spLocks noChangeAspect="1" noChangeArrowheads="1"/>
            </p:cNvSpPr>
            <p:nvPr userDrawn="1"/>
          </p:nvSpPr>
          <p:spPr bwMode="auto">
            <a:xfrm>
              <a:off x="3204384"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7" name="Oval 1021">
              <a:extLst>
                <a:ext uri="{FF2B5EF4-FFF2-40B4-BE49-F238E27FC236}">
                  <a16:creationId xmlns:a16="http://schemas.microsoft.com/office/drawing/2014/main" id="{1197E8E0-CFBD-4ECB-A4DC-8FE4487BB938}"/>
                </a:ext>
              </a:extLst>
            </p:cNvPr>
            <p:cNvSpPr>
              <a:spLocks noChangeAspect="1" noChangeArrowheads="1"/>
            </p:cNvSpPr>
            <p:nvPr userDrawn="1"/>
          </p:nvSpPr>
          <p:spPr bwMode="auto">
            <a:xfrm>
              <a:off x="4552350"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8" name="Oval 1022">
              <a:extLst>
                <a:ext uri="{FF2B5EF4-FFF2-40B4-BE49-F238E27FC236}">
                  <a16:creationId xmlns:a16="http://schemas.microsoft.com/office/drawing/2014/main" id="{C6CE29A8-8F41-4981-B0DA-4F962852CDEB}"/>
                </a:ext>
              </a:extLst>
            </p:cNvPr>
            <p:cNvSpPr>
              <a:spLocks noChangeAspect="1" noChangeArrowheads="1"/>
            </p:cNvSpPr>
            <p:nvPr userDrawn="1"/>
          </p:nvSpPr>
          <p:spPr bwMode="auto">
            <a:xfrm>
              <a:off x="4663926"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79" name="Oval 1023">
              <a:extLst>
                <a:ext uri="{FF2B5EF4-FFF2-40B4-BE49-F238E27FC236}">
                  <a16:creationId xmlns:a16="http://schemas.microsoft.com/office/drawing/2014/main" id="{262C8E75-9B9F-495C-AE86-3B39DC6D998E}"/>
                </a:ext>
              </a:extLst>
            </p:cNvPr>
            <p:cNvSpPr>
              <a:spLocks noChangeAspect="1" noChangeArrowheads="1"/>
            </p:cNvSpPr>
            <p:nvPr userDrawn="1"/>
          </p:nvSpPr>
          <p:spPr bwMode="auto">
            <a:xfrm>
              <a:off x="4777009"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0" name="Oval 1024">
              <a:extLst>
                <a:ext uri="{FF2B5EF4-FFF2-40B4-BE49-F238E27FC236}">
                  <a16:creationId xmlns:a16="http://schemas.microsoft.com/office/drawing/2014/main" id="{321958B6-0EF4-4BC7-9504-948BB03BEFBC}"/>
                </a:ext>
              </a:extLst>
            </p:cNvPr>
            <p:cNvSpPr>
              <a:spLocks noChangeAspect="1" noChangeArrowheads="1"/>
            </p:cNvSpPr>
            <p:nvPr userDrawn="1"/>
          </p:nvSpPr>
          <p:spPr bwMode="auto">
            <a:xfrm>
              <a:off x="4888586"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1" name="Oval 1025">
              <a:extLst>
                <a:ext uri="{FF2B5EF4-FFF2-40B4-BE49-F238E27FC236}">
                  <a16:creationId xmlns:a16="http://schemas.microsoft.com/office/drawing/2014/main" id="{C50792AA-5633-4656-8EDB-F1D7E59D9009}"/>
                </a:ext>
              </a:extLst>
            </p:cNvPr>
            <p:cNvSpPr>
              <a:spLocks noChangeAspect="1" noChangeArrowheads="1"/>
            </p:cNvSpPr>
            <p:nvPr userDrawn="1"/>
          </p:nvSpPr>
          <p:spPr bwMode="auto">
            <a:xfrm>
              <a:off x="500167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2" name="Oval 1026">
              <a:extLst>
                <a:ext uri="{FF2B5EF4-FFF2-40B4-BE49-F238E27FC236}">
                  <a16:creationId xmlns:a16="http://schemas.microsoft.com/office/drawing/2014/main" id="{26E7860A-FB9A-4AFB-90D2-97983A08E831}"/>
                </a:ext>
              </a:extLst>
            </p:cNvPr>
            <p:cNvSpPr>
              <a:spLocks noChangeAspect="1" noChangeArrowheads="1"/>
            </p:cNvSpPr>
            <p:nvPr userDrawn="1"/>
          </p:nvSpPr>
          <p:spPr bwMode="auto">
            <a:xfrm>
              <a:off x="5113247"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3" name="Oval 1027">
              <a:extLst>
                <a:ext uri="{FF2B5EF4-FFF2-40B4-BE49-F238E27FC236}">
                  <a16:creationId xmlns:a16="http://schemas.microsoft.com/office/drawing/2014/main" id="{A70698C9-C10A-49D6-945E-F4CB1DB4D94D}"/>
                </a:ext>
              </a:extLst>
            </p:cNvPr>
            <p:cNvSpPr>
              <a:spLocks noChangeAspect="1" noChangeArrowheads="1"/>
            </p:cNvSpPr>
            <p:nvPr userDrawn="1"/>
          </p:nvSpPr>
          <p:spPr bwMode="auto">
            <a:xfrm>
              <a:off x="522633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4" name="Oval 1028">
              <a:extLst>
                <a:ext uri="{FF2B5EF4-FFF2-40B4-BE49-F238E27FC236}">
                  <a16:creationId xmlns:a16="http://schemas.microsoft.com/office/drawing/2014/main" id="{9CC0CCC9-BA5E-4DCB-9C0B-0F2E8FD0258F}"/>
                </a:ext>
              </a:extLst>
            </p:cNvPr>
            <p:cNvSpPr>
              <a:spLocks noChangeAspect="1" noChangeArrowheads="1"/>
            </p:cNvSpPr>
            <p:nvPr userDrawn="1"/>
          </p:nvSpPr>
          <p:spPr bwMode="auto">
            <a:xfrm>
              <a:off x="5337907"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5" name="Oval 1029">
              <a:extLst>
                <a:ext uri="{FF2B5EF4-FFF2-40B4-BE49-F238E27FC236}">
                  <a16:creationId xmlns:a16="http://schemas.microsoft.com/office/drawing/2014/main" id="{329C1499-6C4A-44C9-BC50-13A9CC616D0D}"/>
                </a:ext>
              </a:extLst>
            </p:cNvPr>
            <p:cNvSpPr>
              <a:spLocks noChangeAspect="1" noChangeArrowheads="1"/>
            </p:cNvSpPr>
            <p:nvPr userDrawn="1"/>
          </p:nvSpPr>
          <p:spPr bwMode="auto">
            <a:xfrm>
              <a:off x="668738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6" name="Oval 1030">
              <a:extLst>
                <a:ext uri="{FF2B5EF4-FFF2-40B4-BE49-F238E27FC236}">
                  <a16:creationId xmlns:a16="http://schemas.microsoft.com/office/drawing/2014/main" id="{64A1D885-E6C3-4F6C-B863-B513C1CF79EA}"/>
                </a:ext>
              </a:extLst>
            </p:cNvPr>
            <p:cNvSpPr>
              <a:spLocks noChangeAspect="1" noChangeArrowheads="1"/>
            </p:cNvSpPr>
            <p:nvPr userDrawn="1"/>
          </p:nvSpPr>
          <p:spPr bwMode="auto">
            <a:xfrm>
              <a:off x="6912041"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7" name="Oval 1031">
              <a:extLst>
                <a:ext uri="{FF2B5EF4-FFF2-40B4-BE49-F238E27FC236}">
                  <a16:creationId xmlns:a16="http://schemas.microsoft.com/office/drawing/2014/main" id="{5E69C24E-9519-46D3-A0CF-11EBDBAA1096}"/>
                </a:ext>
              </a:extLst>
            </p:cNvPr>
            <p:cNvSpPr>
              <a:spLocks noChangeAspect="1" noChangeArrowheads="1"/>
            </p:cNvSpPr>
            <p:nvPr userDrawn="1"/>
          </p:nvSpPr>
          <p:spPr bwMode="auto">
            <a:xfrm>
              <a:off x="7023616" y="4045188"/>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8" name="Oval 1032">
              <a:extLst>
                <a:ext uri="{FF2B5EF4-FFF2-40B4-BE49-F238E27FC236}">
                  <a16:creationId xmlns:a16="http://schemas.microsoft.com/office/drawing/2014/main" id="{E43EA7CA-9CE5-46D9-9B04-C1D73F2F4B99}"/>
                </a:ext>
              </a:extLst>
            </p:cNvPr>
            <p:cNvSpPr>
              <a:spLocks noChangeAspect="1" noChangeArrowheads="1"/>
            </p:cNvSpPr>
            <p:nvPr userDrawn="1"/>
          </p:nvSpPr>
          <p:spPr bwMode="auto">
            <a:xfrm>
              <a:off x="7136701" y="4045188"/>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89" name="Oval 1033">
              <a:extLst>
                <a:ext uri="{FF2B5EF4-FFF2-40B4-BE49-F238E27FC236}">
                  <a16:creationId xmlns:a16="http://schemas.microsoft.com/office/drawing/2014/main" id="{D4A31AFD-39E4-476C-9045-F9A9D45A74B4}"/>
                </a:ext>
              </a:extLst>
            </p:cNvPr>
            <p:cNvSpPr>
              <a:spLocks noChangeAspect="1" noChangeArrowheads="1"/>
            </p:cNvSpPr>
            <p:nvPr userDrawn="1"/>
          </p:nvSpPr>
          <p:spPr bwMode="auto">
            <a:xfrm>
              <a:off x="241731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0" name="Oval 1034">
              <a:extLst>
                <a:ext uri="{FF2B5EF4-FFF2-40B4-BE49-F238E27FC236}">
                  <a16:creationId xmlns:a16="http://schemas.microsoft.com/office/drawing/2014/main" id="{960B5378-6F59-4CF8-9F78-564CBC7C9014}"/>
                </a:ext>
              </a:extLst>
            </p:cNvPr>
            <p:cNvSpPr>
              <a:spLocks noChangeAspect="1" noChangeArrowheads="1"/>
            </p:cNvSpPr>
            <p:nvPr userDrawn="1"/>
          </p:nvSpPr>
          <p:spPr bwMode="auto">
            <a:xfrm>
              <a:off x="2528895"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1" name="Oval 1035">
              <a:extLst>
                <a:ext uri="{FF2B5EF4-FFF2-40B4-BE49-F238E27FC236}">
                  <a16:creationId xmlns:a16="http://schemas.microsoft.com/office/drawing/2014/main" id="{E7F5B5DA-60E2-4CEC-8B0A-7CAE4F5B0B14}"/>
                </a:ext>
              </a:extLst>
            </p:cNvPr>
            <p:cNvSpPr>
              <a:spLocks noChangeAspect="1" noChangeArrowheads="1"/>
            </p:cNvSpPr>
            <p:nvPr userDrawn="1"/>
          </p:nvSpPr>
          <p:spPr bwMode="auto">
            <a:xfrm>
              <a:off x="2641978"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2" name="Oval 1036">
              <a:extLst>
                <a:ext uri="{FF2B5EF4-FFF2-40B4-BE49-F238E27FC236}">
                  <a16:creationId xmlns:a16="http://schemas.microsoft.com/office/drawing/2014/main" id="{1DB86022-565B-45B9-8A21-FAE0BE69110A}"/>
                </a:ext>
              </a:extLst>
            </p:cNvPr>
            <p:cNvSpPr>
              <a:spLocks noChangeAspect="1" noChangeArrowheads="1"/>
            </p:cNvSpPr>
            <p:nvPr userDrawn="1"/>
          </p:nvSpPr>
          <p:spPr bwMode="auto">
            <a:xfrm>
              <a:off x="2753555"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3" name="Oval 1037">
              <a:extLst>
                <a:ext uri="{FF2B5EF4-FFF2-40B4-BE49-F238E27FC236}">
                  <a16:creationId xmlns:a16="http://schemas.microsoft.com/office/drawing/2014/main" id="{225DB36F-0D1E-4D1D-8ABB-9E6F800E79A0}"/>
                </a:ext>
              </a:extLst>
            </p:cNvPr>
            <p:cNvSpPr>
              <a:spLocks noChangeAspect="1" noChangeArrowheads="1"/>
            </p:cNvSpPr>
            <p:nvPr userDrawn="1"/>
          </p:nvSpPr>
          <p:spPr bwMode="auto">
            <a:xfrm>
              <a:off x="286664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4" name="Oval 1038">
              <a:extLst>
                <a:ext uri="{FF2B5EF4-FFF2-40B4-BE49-F238E27FC236}">
                  <a16:creationId xmlns:a16="http://schemas.microsoft.com/office/drawing/2014/main" id="{B8FAF7A0-1EAE-4355-A028-FEDC09AE80A0}"/>
                </a:ext>
              </a:extLst>
            </p:cNvPr>
            <p:cNvSpPr>
              <a:spLocks noChangeAspect="1" noChangeArrowheads="1"/>
            </p:cNvSpPr>
            <p:nvPr userDrawn="1"/>
          </p:nvSpPr>
          <p:spPr bwMode="auto">
            <a:xfrm>
              <a:off x="297821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5" name="Oval 1039">
              <a:extLst>
                <a:ext uri="{FF2B5EF4-FFF2-40B4-BE49-F238E27FC236}">
                  <a16:creationId xmlns:a16="http://schemas.microsoft.com/office/drawing/2014/main" id="{59ADBF8A-02FE-441B-AB4A-5A55E18607E3}"/>
                </a:ext>
              </a:extLst>
            </p:cNvPr>
            <p:cNvSpPr>
              <a:spLocks noChangeAspect="1" noChangeArrowheads="1"/>
            </p:cNvSpPr>
            <p:nvPr userDrawn="1"/>
          </p:nvSpPr>
          <p:spPr bwMode="auto">
            <a:xfrm>
              <a:off x="3091301"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6" name="Oval 1040">
              <a:extLst>
                <a:ext uri="{FF2B5EF4-FFF2-40B4-BE49-F238E27FC236}">
                  <a16:creationId xmlns:a16="http://schemas.microsoft.com/office/drawing/2014/main" id="{9F93339E-E4FC-4035-B5F9-03C151F26126}"/>
                </a:ext>
              </a:extLst>
            </p:cNvPr>
            <p:cNvSpPr>
              <a:spLocks noChangeAspect="1" noChangeArrowheads="1"/>
            </p:cNvSpPr>
            <p:nvPr userDrawn="1"/>
          </p:nvSpPr>
          <p:spPr bwMode="auto">
            <a:xfrm>
              <a:off x="3204385"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7" name="Oval 1041">
              <a:extLst>
                <a:ext uri="{FF2B5EF4-FFF2-40B4-BE49-F238E27FC236}">
                  <a16:creationId xmlns:a16="http://schemas.microsoft.com/office/drawing/2014/main" id="{8D71708D-AC4B-4589-A481-19F88ADA8102}"/>
                </a:ext>
              </a:extLst>
            </p:cNvPr>
            <p:cNvSpPr>
              <a:spLocks noChangeAspect="1" noChangeArrowheads="1"/>
            </p:cNvSpPr>
            <p:nvPr userDrawn="1"/>
          </p:nvSpPr>
          <p:spPr bwMode="auto">
            <a:xfrm>
              <a:off x="331596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8" name="Oval 1042">
              <a:extLst>
                <a:ext uri="{FF2B5EF4-FFF2-40B4-BE49-F238E27FC236}">
                  <a16:creationId xmlns:a16="http://schemas.microsoft.com/office/drawing/2014/main" id="{987B09EC-7C31-4F43-A1B3-C52E3C991B0F}"/>
                </a:ext>
              </a:extLst>
            </p:cNvPr>
            <p:cNvSpPr>
              <a:spLocks noChangeAspect="1" noChangeArrowheads="1"/>
            </p:cNvSpPr>
            <p:nvPr userDrawn="1"/>
          </p:nvSpPr>
          <p:spPr bwMode="auto">
            <a:xfrm>
              <a:off x="3429046"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099" name="Oval 1043">
              <a:extLst>
                <a:ext uri="{FF2B5EF4-FFF2-40B4-BE49-F238E27FC236}">
                  <a16:creationId xmlns:a16="http://schemas.microsoft.com/office/drawing/2014/main" id="{AF945C7C-C771-44EC-B717-F358807E03E2}"/>
                </a:ext>
              </a:extLst>
            </p:cNvPr>
            <p:cNvSpPr>
              <a:spLocks noChangeAspect="1" noChangeArrowheads="1"/>
            </p:cNvSpPr>
            <p:nvPr userDrawn="1"/>
          </p:nvSpPr>
          <p:spPr bwMode="auto">
            <a:xfrm>
              <a:off x="4663926"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0" name="Oval 1044">
              <a:extLst>
                <a:ext uri="{FF2B5EF4-FFF2-40B4-BE49-F238E27FC236}">
                  <a16:creationId xmlns:a16="http://schemas.microsoft.com/office/drawing/2014/main" id="{A6770518-8532-41A7-A443-277735934D0D}"/>
                </a:ext>
              </a:extLst>
            </p:cNvPr>
            <p:cNvSpPr>
              <a:spLocks noChangeAspect="1" noChangeArrowheads="1"/>
            </p:cNvSpPr>
            <p:nvPr userDrawn="1"/>
          </p:nvSpPr>
          <p:spPr bwMode="auto">
            <a:xfrm>
              <a:off x="4777010"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1" name="Oval 1045">
              <a:extLst>
                <a:ext uri="{FF2B5EF4-FFF2-40B4-BE49-F238E27FC236}">
                  <a16:creationId xmlns:a16="http://schemas.microsoft.com/office/drawing/2014/main" id="{BEB3D868-FCBF-4D73-92BE-58A3FB21C769}"/>
                </a:ext>
              </a:extLst>
            </p:cNvPr>
            <p:cNvSpPr>
              <a:spLocks noChangeAspect="1" noChangeArrowheads="1"/>
            </p:cNvSpPr>
            <p:nvPr userDrawn="1"/>
          </p:nvSpPr>
          <p:spPr bwMode="auto">
            <a:xfrm>
              <a:off x="4888586"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2" name="Oval 1046">
              <a:extLst>
                <a:ext uri="{FF2B5EF4-FFF2-40B4-BE49-F238E27FC236}">
                  <a16:creationId xmlns:a16="http://schemas.microsoft.com/office/drawing/2014/main" id="{2C9F42D7-0427-4814-B651-2027EED0BAB4}"/>
                </a:ext>
              </a:extLst>
            </p:cNvPr>
            <p:cNvSpPr>
              <a:spLocks noChangeAspect="1" noChangeArrowheads="1"/>
            </p:cNvSpPr>
            <p:nvPr userDrawn="1"/>
          </p:nvSpPr>
          <p:spPr bwMode="auto">
            <a:xfrm>
              <a:off x="500167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3" name="Oval 1047">
              <a:extLst>
                <a:ext uri="{FF2B5EF4-FFF2-40B4-BE49-F238E27FC236}">
                  <a16:creationId xmlns:a16="http://schemas.microsoft.com/office/drawing/2014/main" id="{3D48FC19-8180-48C3-8063-F43652BD58EA}"/>
                </a:ext>
              </a:extLst>
            </p:cNvPr>
            <p:cNvSpPr>
              <a:spLocks noChangeAspect="1" noChangeArrowheads="1"/>
            </p:cNvSpPr>
            <p:nvPr userDrawn="1"/>
          </p:nvSpPr>
          <p:spPr bwMode="auto">
            <a:xfrm>
              <a:off x="511324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4" name="Oval 1048">
              <a:extLst>
                <a:ext uri="{FF2B5EF4-FFF2-40B4-BE49-F238E27FC236}">
                  <a16:creationId xmlns:a16="http://schemas.microsoft.com/office/drawing/2014/main" id="{9B6CEB4D-5DB2-4BB9-B231-8BC9D0100E66}"/>
                </a:ext>
              </a:extLst>
            </p:cNvPr>
            <p:cNvSpPr>
              <a:spLocks noChangeAspect="1" noChangeArrowheads="1"/>
            </p:cNvSpPr>
            <p:nvPr userDrawn="1"/>
          </p:nvSpPr>
          <p:spPr bwMode="auto">
            <a:xfrm>
              <a:off x="5226331"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5" name="Oval 1049">
              <a:extLst>
                <a:ext uri="{FF2B5EF4-FFF2-40B4-BE49-F238E27FC236}">
                  <a16:creationId xmlns:a16="http://schemas.microsoft.com/office/drawing/2014/main" id="{AFC21D40-EE86-48B2-A3C1-49C3CC465809}"/>
                </a:ext>
              </a:extLst>
            </p:cNvPr>
            <p:cNvSpPr>
              <a:spLocks noChangeAspect="1" noChangeArrowheads="1"/>
            </p:cNvSpPr>
            <p:nvPr userDrawn="1"/>
          </p:nvSpPr>
          <p:spPr bwMode="auto">
            <a:xfrm>
              <a:off x="6798958"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6" name="Oval 1050">
              <a:extLst>
                <a:ext uri="{FF2B5EF4-FFF2-40B4-BE49-F238E27FC236}">
                  <a16:creationId xmlns:a16="http://schemas.microsoft.com/office/drawing/2014/main" id="{3C716DFE-A96E-48F4-A08F-6CBD55F6CB10}"/>
                </a:ext>
              </a:extLst>
            </p:cNvPr>
            <p:cNvSpPr>
              <a:spLocks noChangeAspect="1" noChangeArrowheads="1"/>
            </p:cNvSpPr>
            <p:nvPr userDrawn="1"/>
          </p:nvSpPr>
          <p:spPr bwMode="auto">
            <a:xfrm>
              <a:off x="7136701"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7" name="Oval 1051">
              <a:extLst>
                <a:ext uri="{FF2B5EF4-FFF2-40B4-BE49-F238E27FC236}">
                  <a16:creationId xmlns:a16="http://schemas.microsoft.com/office/drawing/2014/main" id="{32F4E551-A5D0-4728-8878-1F025A47A897}"/>
                </a:ext>
              </a:extLst>
            </p:cNvPr>
            <p:cNvSpPr>
              <a:spLocks noChangeAspect="1" noChangeArrowheads="1"/>
            </p:cNvSpPr>
            <p:nvPr userDrawn="1"/>
          </p:nvSpPr>
          <p:spPr bwMode="auto">
            <a:xfrm>
              <a:off x="7472939" y="4149225"/>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8" name="Oval 1052">
              <a:extLst>
                <a:ext uri="{FF2B5EF4-FFF2-40B4-BE49-F238E27FC236}">
                  <a16:creationId xmlns:a16="http://schemas.microsoft.com/office/drawing/2014/main" id="{76E5828E-8653-4235-AADE-DF332A33E8BD}"/>
                </a:ext>
              </a:extLst>
            </p:cNvPr>
            <p:cNvSpPr>
              <a:spLocks noChangeAspect="1" noChangeArrowheads="1"/>
            </p:cNvSpPr>
            <p:nvPr userDrawn="1"/>
          </p:nvSpPr>
          <p:spPr bwMode="auto">
            <a:xfrm>
              <a:off x="7586024"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09" name="Oval 1053">
              <a:extLst>
                <a:ext uri="{FF2B5EF4-FFF2-40B4-BE49-F238E27FC236}">
                  <a16:creationId xmlns:a16="http://schemas.microsoft.com/office/drawing/2014/main" id="{586F0E9E-B906-4C0E-BC4E-9C87106CC21F}"/>
                </a:ext>
              </a:extLst>
            </p:cNvPr>
            <p:cNvSpPr>
              <a:spLocks noChangeAspect="1" noChangeArrowheads="1"/>
            </p:cNvSpPr>
            <p:nvPr userDrawn="1"/>
          </p:nvSpPr>
          <p:spPr bwMode="auto">
            <a:xfrm>
              <a:off x="7697599" y="4149225"/>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0" name="Oval 1054">
              <a:extLst>
                <a:ext uri="{FF2B5EF4-FFF2-40B4-BE49-F238E27FC236}">
                  <a16:creationId xmlns:a16="http://schemas.microsoft.com/office/drawing/2014/main" id="{B697301C-D29D-45AD-B0B9-D255EADD438E}"/>
                </a:ext>
              </a:extLst>
            </p:cNvPr>
            <p:cNvSpPr>
              <a:spLocks noChangeAspect="1" noChangeArrowheads="1"/>
            </p:cNvSpPr>
            <p:nvPr userDrawn="1"/>
          </p:nvSpPr>
          <p:spPr bwMode="auto">
            <a:xfrm>
              <a:off x="2528895"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1" name="Oval 1055">
              <a:extLst>
                <a:ext uri="{FF2B5EF4-FFF2-40B4-BE49-F238E27FC236}">
                  <a16:creationId xmlns:a16="http://schemas.microsoft.com/office/drawing/2014/main" id="{C36B7159-EBF7-4956-B9A0-ECFA94F92059}"/>
                </a:ext>
              </a:extLst>
            </p:cNvPr>
            <p:cNvSpPr>
              <a:spLocks noChangeAspect="1" noChangeArrowheads="1"/>
            </p:cNvSpPr>
            <p:nvPr userDrawn="1"/>
          </p:nvSpPr>
          <p:spPr bwMode="auto">
            <a:xfrm>
              <a:off x="2641978"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2" name="Oval 1056">
              <a:extLst>
                <a:ext uri="{FF2B5EF4-FFF2-40B4-BE49-F238E27FC236}">
                  <a16:creationId xmlns:a16="http://schemas.microsoft.com/office/drawing/2014/main" id="{99613465-350C-480B-AB84-34981FC0E0ED}"/>
                </a:ext>
              </a:extLst>
            </p:cNvPr>
            <p:cNvSpPr>
              <a:spLocks noChangeAspect="1" noChangeArrowheads="1"/>
            </p:cNvSpPr>
            <p:nvPr userDrawn="1"/>
          </p:nvSpPr>
          <p:spPr bwMode="auto">
            <a:xfrm>
              <a:off x="2753555"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3" name="Oval 1057">
              <a:extLst>
                <a:ext uri="{FF2B5EF4-FFF2-40B4-BE49-F238E27FC236}">
                  <a16:creationId xmlns:a16="http://schemas.microsoft.com/office/drawing/2014/main" id="{C6EF098A-0317-4AC0-8508-2AD0332002C4}"/>
                </a:ext>
              </a:extLst>
            </p:cNvPr>
            <p:cNvSpPr>
              <a:spLocks noChangeAspect="1" noChangeArrowheads="1"/>
            </p:cNvSpPr>
            <p:nvPr userDrawn="1"/>
          </p:nvSpPr>
          <p:spPr bwMode="auto">
            <a:xfrm>
              <a:off x="286664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4" name="Oval 1058">
              <a:extLst>
                <a:ext uri="{FF2B5EF4-FFF2-40B4-BE49-F238E27FC236}">
                  <a16:creationId xmlns:a16="http://schemas.microsoft.com/office/drawing/2014/main" id="{F00BABCD-4EED-4D85-81F1-2B8B0EF11CB8}"/>
                </a:ext>
              </a:extLst>
            </p:cNvPr>
            <p:cNvSpPr>
              <a:spLocks noChangeAspect="1" noChangeArrowheads="1"/>
            </p:cNvSpPr>
            <p:nvPr userDrawn="1"/>
          </p:nvSpPr>
          <p:spPr bwMode="auto">
            <a:xfrm>
              <a:off x="2978218"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5" name="Oval 1059">
              <a:extLst>
                <a:ext uri="{FF2B5EF4-FFF2-40B4-BE49-F238E27FC236}">
                  <a16:creationId xmlns:a16="http://schemas.microsoft.com/office/drawing/2014/main" id="{B351B5C0-0A12-419B-92FE-CA188CEFF05A}"/>
                </a:ext>
              </a:extLst>
            </p:cNvPr>
            <p:cNvSpPr>
              <a:spLocks noChangeAspect="1" noChangeArrowheads="1"/>
            </p:cNvSpPr>
            <p:nvPr userDrawn="1"/>
          </p:nvSpPr>
          <p:spPr bwMode="auto">
            <a:xfrm>
              <a:off x="309130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6" name="Oval 1060">
              <a:extLst>
                <a:ext uri="{FF2B5EF4-FFF2-40B4-BE49-F238E27FC236}">
                  <a16:creationId xmlns:a16="http://schemas.microsoft.com/office/drawing/2014/main" id="{31AEDF4B-8FCC-4129-A03A-1C005F6C74F1}"/>
                </a:ext>
              </a:extLst>
            </p:cNvPr>
            <p:cNvSpPr>
              <a:spLocks noChangeAspect="1" noChangeArrowheads="1"/>
            </p:cNvSpPr>
            <p:nvPr userDrawn="1"/>
          </p:nvSpPr>
          <p:spPr bwMode="auto">
            <a:xfrm>
              <a:off x="3204385"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7" name="Oval 1061">
              <a:extLst>
                <a:ext uri="{FF2B5EF4-FFF2-40B4-BE49-F238E27FC236}">
                  <a16:creationId xmlns:a16="http://schemas.microsoft.com/office/drawing/2014/main" id="{B3A594DA-4382-4C6D-A153-42B99C0B9554}"/>
                </a:ext>
              </a:extLst>
            </p:cNvPr>
            <p:cNvSpPr>
              <a:spLocks noChangeAspect="1" noChangeArrowheads="1"/>
            </p:cNvSpPr>
            <p:nvPr userDrawn="1"/>
          </p:nvSpPr>
          <p:spPr bwMode="auto">
            <a:xfrm>
              <a:off x="331596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8" name="Oval 1062">
              <a:extLst>
                <a:ext uri="{FF2B5EF4-FFF2-40B4-BE49-F238E27FC236}">
                  <a16:creationId xmlns:a16="http://schemas.microsoft.com/office/drawing/2014/main" id="{9DBFCF99-E1A3-4AF9-A3EB-3D4E96306A73}"/>
                </a:ext>
              </a:extLst>
            </p:cNvPr>
            <p:cNvSpPr>
              <a:spLocks noChangeAspect="1" noChangeArrowheads="1"/>
            </p:cNvSpPr>
            <p:nvPr userDrawn="1"/>
          </p:nvSpPr>
          <p:spPr bwMode="auto">
            <a:xfrm>
              <a:off x="342904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19" name="Oval 1063">
              <a:extLst>
                <a:ext uri="{FF2B5EF4-FFF2-40B4-BE49-F238E27FC236}">
                  <a16:creationId xmlns:a16="http://schemas.microsoft.com/office/drawing/2014/main" id="{D6549EBE-4B48-45F7-B6EF-83A40CC1D3A8}"/>
                </a:ext>
              </a:extLst>
            </p:cNvPr>
            <p:cNvSpPr>
              <a:spLocks noChangeAspect="1" noChangeArrowheads="1"/>
            </p:cNvSpPr>
            <p:nvPr userDrawn="1"/>
          </p:nvSpPr>
          <p:spPr bwMode="auto">
            <a:xfrm>
              <a:off x="4663926"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0" name="Oval 1064">
              <a:extLst>
                <a:ext uri="{FF2B5EF4-FFF2-40B4-BE49-F238E27FC236}">
                  <a16:creationId xmlns:a16="http://schemas.microsoft.com/office/drawing/2014/main" id="{E8939E37-AFC2-4361-BB52-BB44524CD26A}"/>
                </a:ext>
              </a:extLst>
            </p:cNvPr>
            <p:cNvSpPr>
              <a:spLocks noChangeAspect="1" noChangeArrowheads="1"/>
            </p:cNvSpPr>
            <p:nvPr userDrawn="1"/>
          </p:nvSpPr>
          <p:spPr bwMode="auto">
            <a:xfrm>
              <a:off x="4777010"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1" name="Oval 1065">
              <a:extLst>
                <a:ext uri="{FF2B5EF4-FFF2-40B4-BE49-F238E27FC236}">
                  <a16:creationId xmlns:a16="http://schemas.microsoft.com/office/drawing/2014/main" id="{21E30AAD-60E9-4F3E-8D71-9EFF45EB6A4F}"/>
                </a:ext>
              </a:extLst>
            </p:cNvPr>
            <p:cNvSpPr>
              <a:spLocks noChangeAspect="1" noChangeArrowheads="1"/>
            </p:cNvSpPr>
            <p:nvPr userDrawn="1"/>
          </p:nvSpPr>
          <p:spPr bwMode="auto">
            <a:xfrm>
              <a:off x="488858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2" name="Oval 1066">
              <a:extLst>
                <a:ext uri="{FF2B5EF4-FFF2-40B4-BE49-F238E27FC236}">
                  <a16:creationId xmlns:a16="http://schemas.microsoft.com/office/drawing/2014/main" id="{89EA0EB4-D79B-4566-B7A9-BE35A6EA1308}"/>
                </a:ext>
              </a:extLst>
            </p:cNvPr>
            <p:cNvSpPr>
              <a:spLocks noChangeAspect="1" noChangeArrowheads="1"/>
            </p:cNvSpPr>
            <p:nvPr userDrawn="1"/>
          </p:nvSpPr>
          <p:spPr bwMode="auto">
            <a:xfrm>
              <a:off x="5001671"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3" name="Oval 1067">
              <a:extLst>
                <a:ext uri="{FF2B5EF4-FFF2-40B4-BE49-F238E27FC236}">
                  <a16:creationId xmlns:a16="http://schemas.microsoft.com/office/drawing/2014/main" id="{05F5FAB2-9CCB-4894-BCBF-C85D17DD9012}"/>
                </a:ext>
              </a:extLst>
            </p:cNvPr>
            <p:cNvSpPr>
              <a:spLocks noChangeAspect="1" noChangeArrowheads="1"/>
            </p:cNvSpPr>
            <p:nvPr userDrawn="1"/>
          </p:nvSpPr>
          <p:spPr bwMode="auto">
            <a:xfrm>
              <a:off x="5113248" y="4253261"/>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4" name="Oval 1068">
              <a:extLst>
                <a:ext uri="{FF2B5EF4-FFF2-40B4-BE49-F238E27FC236}">
                  <a16:creationId xmlns:a16="http://schemas.microsoft.com/office/drawing/2014/main" id="{A6BF59A8-8C59-4532-A3C5-1B1F8BB26217}"/>
                </a:ext>
              </a:extLst>
            </p:cNvPr>
            <p:cNvSpPr>
              <a:spLocks noChangeAspect="1" noChangeArrowheads="1"/>
            </p:cNvSpPr>
            <p:nvPr userDrawn="1"/>
          </p:nvSpPr>
          <p:spPr bwMode="auto">
            <a:xfrm>
              <a:off x="522633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5" name="Oval 1069">
              <a:extLst>
                <a:ext uri="{FF2B5EF4-FFF2-40B4-BE49-F238E27FC236}">
                  <a16:creationId xmlns:a16="http://schemas.microsoft.com/office/drawing/2014/main" id="{048EA9AD-8450-47F7-8000-B51EC305FC51}"/>
                </a:ext>
              </a:extLst>
            </p:cNvPr>
            <p:cNvSpPr>
              <a:spLocks noChangeAspect="1" noChangeArrowheads="1"/>
            </p:cNvSpPr>
            <p:nvPr userDrawn="1"/>
          </p:nvSpPr>
          <p:spPr bwMode="auto">
            <a:xfrm>
              <a:off x="6912041"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6" name="Oval 1070">
              <a:extLst>
                <a:ext uri="{FF2B5EF4-FFF2-40B4-BE49-F238E27FC236}">
                  <a16:creationId xmlns:a16="http://schemas.microsoft.com/office/drawing/2014/main" id="{B0AA04D6-AD35-4A9E-9A75-FFE3B6FE776E}"/>
                </a:ext>
              </a:extLst>
            </p:cNvPr>
            <p:cNvSpPr>
              <a:spLocks noChangeAspect="1" noChangeArrowheads="1"/>
            </p:cNvSpPr>
            <p:nvPr userDrawn="1"/>
          </p:nvSpPr>
          <p:spPr bwMode="auto">
            <a:xfrm>
              <a:off x="7023616" y="4253261"/>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7" name="Oval 1071">
              <a:extLst>
                <a:ext uri="{FF2B5EF4-FFF2-40B4-BE49-F238E27FC236}">
                  <a16:creationId xmlns:a16="http://schemas.microsoft.com/office/drawing/2014/main" id="{5CAC362B-437A-47F7-943E-63D3DD7EA0CF}"/>
                </a:ext>
              </a:extLst>
            </p:cNvPr>
            <p:cNvSpPr>
              <a:spLocks noChangeAspect="1" noChangeArrowheads="1"/>
            </p:cNvSpPr>
            <p:nvPr userDrawn="1"/>
          </p:nvSpPr>
          <p:spPr bwMode="auto">
            <a:xfrm>
              <a:off x="7697599" y="4253261"/>
              <a:ext cx="85943" cy="85944"/>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1128" name="Oval 1072">
              <a:extLst>
                <a:ext uri="{FF2B5EF4-FFF2-40B4-BE49-F238E27FC236}">
                  <a16:creationId xmlns:a16="http://schemas.microsoft.com/office/drawing/2014/main" id="{7FB87567-6239-40C1-BE58-A9BA0A096801}"/>
                </a:ext>
              </a:extLst>
            </p:cNvPr>
            <p:cNvSpPr>
              <a:spLocks noChangeAspect="1" noChangeArrowheads="1"/>
            </p:cNvSpPr>
            <p:nvPr userDrawn="1"/>
          </p:nvSpPr>
          <p:spPr bwMode="auto">
            <a:xfrm>
              <a:off x="2528895"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29" name="Oval 1073">
              <a:extLst>
                <a:ext uri="{FF2B5EF4-FFF2-40B4-BE49-F238E27FC236}">
                  <a16:creationId xmlns:a16="http://schemas.microsoft.com/office/drawing/2014/main" id="{E43A8779-C0D1-4F3D-84EE-5DF57BDD47B2}"/>
                </a:ext>
              </a:extLst>
            </p:cNvPr>
            <p:cNvSpPr>
              <a:spLocks noChangeAspect="1" noChangeArrowheads="1"/>
            </p:cNvSpPr>
            <p:nvPr userDrawn="1"/>
          </p:nvSpPr>
          <p:spPr bwMode="auto">
            <a:xfrm>
              <a:off x="2641978"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0" name="Oval 1074">
              <a:extLst>
                <a:ext uri="{FF2B5EF4-FFF2-40B4-BE49-F238E27FC236}">
                  <a16:creationId xmlns:a16="http://schemas.microsoft.com/office/drawing/2014/main" id="{C562A5A9-AB49-40A3-A9F7-30FE2231F1B7}"/>
                </a:ext>
              </a:extLst>
            </p:cNvPr>
            <p:cNvSpPr>
              <a:spLocks noChangeAspect="1" noChangeArrowheads="1"/>
            </p:cNvSpPr>
            <p:nvPr userDrawn="1"/>
          </p:nvSpPr>
          <p:spPr bwMode="auto">
            <a:xfrm>
              <a:off x="2753555"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1" name="Oval 1075">
              <a:extLst>
                <a:ext uri="{FF2B5EF4-FFF2-40B4-BE49-F238E27FC236}">
                  <a16:creationId xmlns:a16="http://schemas.microsoft.com/office/drawing/2014/main" id="{4E90E973-90E9-4D01-B685-B7ECD01FFDCF}"/>
                </a:ext>
              </a:extLst>
            </p:cNvPr>
            <p:cNvSpPr>
              <a:spLocks noChangeAspect="1" noChangeArrowheads="1"/>
            </p:cNvSpPr>
            <p:nvPr userDrawn="1"/>
          </p:nvSpPr>
          <p:spPr bwMode="auto">
            <a:xfrm>
              <a:off x="286664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2" name="Oval 1076">
              <a:extLst>
                <a:ext uri="{FF2B5EF4-FFF2-40B4-BE49-F238E27FC236}">
                  <a16:creationId xmlns:a16="http://schemas.microsoft.com/office/drawing/2014/main" id="{6C69F0C5-5AAB-4D60-96DD-715B1588F19E}"/>
                </a:ext>
              </a:extLst>
            </p:cNvPr>
            <p:cNvSpPr>
              <a:spLocks noChangeAspect="1" noChangeArrowheads="1"/>
            </p:cNvSpPr>
            <p:nvPr userDrawn="1"/>
          </p:nvSpPr>
          <p:spPr bwMode="auto">
            <a:xfrm>
              <a:off x="2978217"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3" name="Oval 1077">
              <a:extLst>
                <a:ext uri="{FF2B5EF4-FFF2-40B4-BE49-F238E27FC236}">
                  <a16:creationId xmlns:a16="http://schemas.microsoft.com/office/drawing/2014/main" id="{86D81FCD-1B41-43EC-BE06-7D72AC5A0539}"/>
                </a:ext>
              </a:extLst>
            </p:cNvPr>
            <p:cNvSpPr>
              <a:spLocks noChangeAspect="1" noChangeArrowheads="1"/>
            </p:cNvSpPr>
            <p:nvPr userDrawn="1"/>
          </p:nvSpPr>
          <p:spPr bwMode="auto">
            <a:xfrm>
              <a:off x="3091301"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4" name="Oval 1078">
              <a:extLst>
                <a:ext uri="{FF2B5EF4-FFF2-40B4-BE49-F238E27FC236}">
                  <a16:creationId xmlns:a16="http://schemas.microsoft.com/office/drawing/2014/main" id="{C244BE4B-F0D1-414C-83DD-9E01FB5484E8}"/>
                </a:ext>
              </a:extLst>
            </p:cNvPr>
            <p:cNvSpPr>
              <a:spLocks noChangeAspect="1" noChangeArrowheads="1"/>
            </p:cNvSpPr>
            <p:nvPr userDrawn="1"/>
          </p:nvSpPr>
          <p:spPr bwMode="auto">
            <a:xfrm>
              <a:off x="3204384"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5" name="Oval 1079">
              <a:extLst>
                <a:ext uri="{FF2B5EF4-FFF2-40B4-BE49-F238E27FC236}">
                  <a16:creationId xmlns:a16="http://schemas.microsoft.com/office/drawing/2014/main" id="{29F700C8-F8C9-435F-B8DE-FE24CC49FE7C}"/>
                </a:ext>
              </a:extLst>
            </p:cNvPr>
            <p:cNvSpPr>
              <a:spLocks noChangeAspect="1" noChangeArrowheads="1"/>
            </p:cNvSpPr>
            <p:nvPr userDrawn="1"/>
          </p:nvSpPr>
          <p:spPr bwMode="auto">
            <a:xfrm>
              <a:off x="331596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6" name="Oval 1080">
              <a:extLst>
                <a:ext uri="{FF2B5EF4-FFF2-40B4-BE49-F238E27FC236}">
                  <a16:creationId xmlns:a16="http://schemas.microsoft.com/office/drawing/2014/main" id="{4543390D-826C-4D6E-B761-A91147B35E12}"/>
                </a:ext>
              </a:extLst>
            </p:cNvPr>
            <p:cNvSpPr>
              <a:spLocks noChangeAspect="1" noChangeArrowheads="1"/>
            </p:cNvSpPr>
            <p:nvPr userDrawn="1"/>
          </p:nvSpPr>
          <p:spPr bwMode="auto">
            <a:xfrm>
              <a:off x="3429046"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7" name="Oval 1081">
              <a:extLst>
                <a:ext uri="{FF2B5EF4-FFF2-40B4-BE49-F238E27FC236}">
                  <a16:creationId xmlns:a16="http://schemas.microsoft.com/office/drawing/2014/main" id="{56BBFF75-4EAB-46AE-8B7D-5DD422525278}"/>
                </a:ext>
              </a:extLst>
            </p:cNvPr>
            <p:cNvSpPr>
              <a:spLocks noChangeAspect="1" noChangeArrowheads="1"/>
            </p:cNvSpPr>
            <p:nvPr userDrawn="1"/>
          </p:nvSpPr>
          <p:spPr bwMode="auto">
            <a:xfrm>
              <a:off x="4663926"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8" name="Oval 1082">
              <a:extLst>
                <a:ext uri="{FF2B5EF4-FFF2-40B4-BE49-F238E27FC236}">
                  <a16:creationId xmlns:a16="http://schemas.microsoft.com/office/drawing/2014/main" id="{18E001C7-B26B-4077-86ED-C8C725FFEFA1}"/>
                </a:ext>
              </a:extLst>
            </p:cNvPr>
            <p:cNvSpPr>
              <a:spLocks noChangeAspect="1" noChangeArrowheads="1"/>
            </p:cNvSpPr>
            <p:nvPr userDrawn="1"/>
          </p:nvSpPr>
          <p:spPr bwMode="auto">
            <a:xfrm>
              <a:off x="4777010"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39" name="Oval 1083">
              <a:extLst>
                <a:ext uri="{FF2B5EF4-FFF2-40B4-BE49-F238E27FC236}">
                  <a16:creationId xmlns:a16="http://schemas.microsoft.com/office/drawing/2014/main" id="{53582627-6047-4D46-82D2-F95B0A4B1233}"/>
                </a:ext>
              </a:extLst>
            </p:cNvPr>
            <p:cNvSpPr>
              <a:spLocks noChangeAspect="1" noChangeArrowheads="1"/>
            </p:cNvSpPr>
            <p:nvPr userDrawn="1"/>
          </p:nvSpPr>
          <p:spPr bwMode="auto">
            <a:xfrm>
              <a:off x="4888586"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0" name="Oval 1084">
              <a:extLst>
                <a:ext uri="{FF2B5EF4-FFF2-40B4-BE49-F238E27FC236}">
                  <a16:creationId xmlns:a16="http://schemas.microsoft.com/office/drawing/2014/main" id="{B4F4E845-AB8E-4969-9956-2A42C81D3384}"/>
                </a:ext>
              </a:extLst>
            </p:cNvPr>
            <p:cNvSpPr>
              <a:spLocks noChangeAspect="1" noChangeArrowheads="1"/>
            </p:cNvSpPr>
            <p:nvPr userDrawn="1"/>
          </p:nvSpPr>
          <p:spPr bwMode="auto">
            <a:xfrm>
              <a:off x="5001671"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1" name="Oval 1085">
              <a:extLst>
                <a:ext uri="{FF2B5EF4-FFF2-40B4-BE49-F238E27FC236}">
                  <a16:creationId xmlns:a16="http://schemas.microsoft.com/office/drawing/2014/main" id="{4D6A2DDB-99A4-4E38-B8C7-528726DAE5E6}"/>
                </a:ext>
              </a:extLst>
            </p:cNvPr>
            <p:cNvSpPr>
              <a:spLocks noChangeAspect="1" noChangeArrowheads="1"/>
            </p:cNvSpPr>
            <p:nvPr userDrawn="1"/>
          </p:nvSpPr>
          <p:spPr bwMode="auto">
            <a:xfrm>
              <a:off x="5113247" y="4357300"/>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2" name="Oval 1086">
              <a:extLst>
                <a:ext uri="{FF2B5EF4-FFF2-40B4-BE49-F238E27FC236}">
                  <a16:creationId xmlns:a16="http://schemas.microsoft.com/office/drawing/2014/main" id="{42313899-A5A7-4A1C-9F28-52ECA2EB195A}"/>
                </a:ext>
              </a:extLst>
            </p:cNvPr>
            <p:cNvSpPr>
              <a:spLocks noChangeAspect="1" noChangeArrowheads="1"/>
            </p:cNvSpPr>
            <p:nvPr userDrawn="1"/>
          </p:nvSpPr>
          <p:spPr bwMode="auto">
            <a:xfrm>
              <a:off x="5226331"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3" name="Oval 1087">
              <a:extLst>
                <a:ext uri="{FF2B5EF4-FFF2-40B4-BE49-F238E27FC236}">
                  <a16:creationId xmlns:a16="http://schemas.microsoft.com/office/drawing/2014/main" id="{39A7B9B2-6CC3-48C1-9C7E-F1789BE1813D}"/>
                </a:ext>
              </a:extLst>
            </p:cNvPr>
            <p:cNvSpPr>
              <a:spLocks noChangeAspect="1" noChangeArrowheads="1"/>
            </p:cNvSpPr>
            <p:nvPr userDrawn="1"/>
          </p:nvSpPr>
          <p:spPr bwMode="auto">
            <a:xfrm>
              <a:off x="7472939" y="4357300"/>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4" name="Oval 1088">
              <a:extLst>
                <a:ext uri="{FF2B5EF4-FFF2-40B4-BE49-F238E27FC236}">
                  <a16:creationId xmlns:a16="http://schemas.microsoft.com/office/drawing/2014/main" id="{7E491EEB-BCA4-4A1B-B760-B468CAACB476}"/>
                </a:ext>
              </a:extLst>
            </p:cNvPr>
            <p:cNvSpPr>
              <a:spLocks noChangeAspect="1" noChangeArrowheads="1"/>
            </p:cNvSpPr>
            <p:nvPr userDrawn="1"/>
          </p:nvSpPr>
          <p:spPr bwMode="auto">
            <a:xfrm>
              <a:off x="2641978"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5" name="Oval 1089">
              <a:extLst>
                <a:ext uri="{FF2B5EF4-FFF2-40B4-BE49-F238E27FC236}">
                  <a16:creationId xmlns:a16="http://schemas.microsoft.com/office/drawing/2014/main" id="{471F87EA-C8F3-489F-B296-E3E18F7AC683}"/>
                </a:ext>
              </a:extLst>
            </p:cNvPr>
            <p:cNvSpPr>
              <a:spLocks noChangeAspect="1" noChangeArrowheads="1"/>
            </p:cNvSpPr>
            <p:nvPr userDrawn="1"/>
          </p:nvSpPr>
          <p:spPr bwMode="auto">
            <a:xfrm>
              <a:off x="2753555"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6" name="Oval 1090">
              <a:extLst>
                <a:ext uri="{FF2B5EF4-FFF2-40B4-BE49-F238E27FC236}">
                  <a16:creationId xmlns:a16="http://schemas.microsoft.com/office/drawing/2014/main" id="{532EB537-F645-4543-AE7E-6CAD55922E72}"/>
                </a:ext>
              </a:extLst>
            </p:cNvPr>
            <p:cNvSpPr>
              <a:spLocks noChangeAspect="1" noChangeArrowheads="1"/>
            </p:cNvSpPr>
            <p:nvPr userDrawn="1"/>
          </p:nvSpPr>
          <p:spPr bwMode="auto">
            <a:xfrm>
              <a:off x="286664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7" name="Oval 1091">
              <a:extLst>
                <a:ext uri="{FF2B5EF4-FFF2-40B4-BE49-F238E27FC236}">
                  <a16:creationId xmlns:a16="http://schemas.microsoft.com/office/drawing/2014/main" id="{527A1837-7F1F-4C1B-A1E3-65C8D3D73AF8}"/>
                </a:ext>
              </a:extLst>
            </p:cNvPr>
            <p:cNvSpPr>
              <a:spLocks noChangeAspect="1" noChangeArrowheads="1"/>
            </p:cNvSpPr>
            <p:nvPr userDrawn="1"/>
          </p:nvSpPr>
          <p:spPr bwMode="auto">
            <a:xfrm>
              <a:off x="2978217"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8" name="Oval 1092">
              <a:extLst>
                <a:ext uri="{FF2B5EF4-FFF2-40B4-BE49-F238E27FC236}">
                  <a16:creationId xmlns:a16="http://schemas.microsoft.com/office/drawing/2014/main" id="{18B797CF-D899-4CBB-B35F-37EC727E9DC5}"/>
                </a:ext>
              </a:extLst>
            </p:cNvPr>
            <p:cNvSpPr>
              <a:spLocks noChangeAspect="1" noChangeArrowheads="1"/>
            </p:cNvSpPr>
            <p:nvPr userDrawn="1"/>
          </p:nvSpPr>
          <p:spPr bwMode="auto">
            <a:xfrm>
              <a:off x="3091301"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49" name="Oval 1093">
              <a:extLst>
                <a:ext uri="{FF2B5EF4-FFF2-40B4-BE49-F238E27FC236}">
                  <a16:creationId xmlns:a16="http://schemas.microsoft.com/office/drawing/2014/main" id="{8C397DFF-96F6-429C-A2B7-162184D1A399}"/>
                </a:ext>
              </a:extLst>
            </p:cNvPr>
            <p:cNvSpPr>
              <a:spLocks noChangeAspect="1" noChangeArrowheads="1"/>
            </p:cNvSpPr>
            <p:nvPr userDrawn="1"/>
          </p:nvSpPr>
          <p:spPr bwMode="auto">
            <a:xfrm>
              <a:off x="3204384"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0" name="Oval 1094">
              <a:extLst>
                <a:ext uri="{FF2B5EF4-FFF2-40B4-BE49-F238E27FC236}">
                  <a16:creationId xmlns:a16="http://schemas.microsoft.com/office/drawing/2014/main" id="{EECC60E0-AC35-41A1-B33E-3F9B0CAC30CD}"/>
                </a:ext>
              </a:extLst>
            </p:cNvPr>
            <p:cNvSpPr>
              <a:spLocks noChangeAspect="1" noChangeArrowheads="1"/>
            </p:cNvSpPr>
            <p:nvPr userDrawn="1"/>
          </p:nvSpPr>
          <p:spPr bwMode="auto">
            <a:xfrm>
              <a:off x="331596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1" name="Oval 1095">
              <a:extLst>
                <a:ext uri="{FF2B5EF4-FFF2-40B4-BE49-F238E27FC236}">
                  <a16:creationId xmlns:a16="http://schemas.microsoft.com/office/drawing/2014/main" id="{1E56B658-E1DA-4C37-8FEF-822888FA84C2}"/>
                </a:ext>
              </a:extLst>
            </p:cNvPr>
            <p:cNvSpPr>
              <a:spLocks noChangeAspect="1" noChangeArrowheads="1"/>
            </p:cNvSpPr>
            <p:nvPr userDrawn="1"/>
          </p:nvSpPr>
          <p:spPr bwMode="auto">
            <a:xfrm>
              <a:off x="4663926"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2" name="Oval 1096">
              <a:extLst>
                <a:ext uri="{FF2B5EF4-FFF2-40B4-BE49-F238E27FC236}">
                  <a16:creationId xmlns:a16="http://schemas.microsoft.com/office/drawing/2014/main" id="{500D3871-60C8-4D73-871D-D2192B3062A0}"/>
                </a:ext>
              </a:extLst>
            </p:cNvPr>
            <p:cNvSpPr>
              <a:spLocks noChangeAspect="1" noChangeArrowheads="1"/>
            </p:cNvSpPr>
            <p:nvPr userDrawn="1"/>
          </p:nvSpPr>
          <p:spPr bwMode="auto">
            <a:xfrm>
              <a:off x="4777010"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3" name="Oval 1097">
              <a:extLst>
                <a:ext uri="{FF2B5EF4-FFF2-40B4-BE49-F238E27FC236}">
                  <a16:creationId xmlns:a16="http://schemas.microsoft.com/office/drawing/2014/main" id="{C144F62D-6B7F-45CD-ACD6-4DF826322A77}"/>
                </a:ext>
              </a:extLst>
            </p:cNvPr>
            <p:cNvSpPr>
              <a:spLocks noChangeAspect="1" noChangeArrowheads="1"/>
            </p:cNvSpPr>
            <p:nvPr userDrawn="1"/>
          </p:nvSpPr>
          <p:spPr bwMode="auto">
            <a:xfrm>
              <a:off x="4888586"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4" name="Oval 1098">
              <a:extLst>
                <a:ext uri="{FF2B5EF4-FFF2-40B4-BE49-F238E27FC236}">
                  <a16:creationId xmlns:a16="http://schemas.microsoft.com/office/drawing/2014/main" id="{D1095670-6787-4ED6-B5E4-BD4892EB48B4}"/>
                </a:ext>
              </a:extLst>
            </p:cNvPr>
            <p:cNvSpPr>
              <a:spLocks noChangeAspect="1" noChangeArrowheads="1"/>
            </p:cNvSpPr>
            <p:nvPr userDrawn="1"/>
          </p:nvSpPr>
          <p:spPr bwMode="auto">
            <a:xfrm>
              <a:off x="5001671"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5" name="Oval 1099">
              <a:extLst>
                <a:ext uri="{FF2B5EF4-FFF2-40B4-BE49-F238E27FC236}">
                  <a16:creationId xmlns:a16="http://schemas.microsoft.com/office/drawing/2014/main" id="{F7E48D0B-C2B1-49F1-8806-F41E18321BC6}"/>
                </a:ext>
              </a:extLst>
            </p:cNvPr>
            <p:cNvSpPr>
              <a:spLocks noChangeAspect="1" noChangeArrowheads="1"/>
            </p:cNvSpPr>
            <p:nvPr userDrawn="1"/>
          </p:nvSpPr>
          <p:spPr bwMode="auto">
            <a:xfrm>
              <a:off x="5113247"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6" name="Oval 1100">
              <a:extLst>
                <a:ext uri="{FF2B5EF4-FFF2-40B4-BE49-F238E27FC236}">
                  <a16:creationId xmlns:a16="http://schemas.microsoft.com/office/drawing/2014/main" id="{98251DEA-6444-4BBB-9CC2-88CAF86E2E3A}"/>
                </a:ext>
              </a:extLst>
            </p:cNvPr>
            <p:cNvSpPr>
              <a:spLocks noChangeAspect="1" noChangeArrowheads="1"/>
            </p:cNvSpPr>
            <p:nvPr userDrawn="1"/>
          </p:nvSpPr>
          <p:spPr bwMode="auto">
            <a:xfrm>
              <a:off x="5226331"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7" name="Oval 1101">
              <a:extLst>
                <a:ext uri="{FF2B5EF4-FFF2-40B4-BE49-F238E27FC236}">
                  <a16:creationId xmlns:a16="http://schemas.microsoft.com/office/drawing/2014/main" id="{3296A38A-FE24-4564-A14C-7DA3F831FEC7}"/>
                </a:ext>
              </a:extLst>
            </p:cNvPr>
            <p:cNvSpPr>
              <a:spLocks noChangeAspect="1" noChangeArrowheads="1"/>
            </p:cNvSpPr>
            <p:nvPr userDrawn="1"/>
          </p:nvSpPr>
          <p:spPr bwMode="auto">
            <a:xfrm>
              <a:off x="5450992"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8" name="Oval 1102">
              <a:extLst>
                <a:ext uri="{FF2B5EF4-FFF2-40B4-BE49-F238E27FC236}">
                  <a16:creationId xmlns:a16="http://schemas.microsoft.com/office/drawing/2014/main" id="{E3228275-DC3A-47CC-8AEC-F6B24F0A59A4}"/>
                </a:ext>
              </a:extLst>
            </p:cNvPr>
            <p:cNvSpPr>
              <a:spLocks noChangeAspect="1" noChangeArrowheads="1"/>
            </p:cNvSpPr>
            <p:nvPr userDrawn="1"/>
          </p:nvSpPr>
          <p:spPr bwMode="auto">
            <a:xfrm>
              <a:off x="7361362"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59" name="Oval 1103">
              <a:extLst>
                <a:ext uri="{FF2B5EF4-FFF2-40B4-BE49-F238E27FC236}">
                  <a16:creationId xmlns:a16="http://schemas.microsoft.com/office/drawing/2014/main" id="{7792625E-3B9E-4E8C-AB3D-7509D3C535EB}"/>
                </a:ext>
              </a:extLst>
            </p:cNvPr>
            <p:cNvSpPr>
              <a:spLocks noChangeAspect="1" noChangeArrowheads="1"/>
            </p:cNvSpPr>
            <p:nvPr userDrawn="1"/>
          </p:nvSpPr>
          <p:spPr bwMode="auto">
            <a:xfrm>
              <a:off x="7472939" y="445982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0" name="Oval 1104">
              <a:extLst>
                <a:ext uri="{FF2B5EF4-FFF2-40B4-BE49-F238E27FC236}">
                  <a16:creationId xmlns:a16="http://schemas.microsoft.com/office/drawing/2014/main" id="{30670FF6-DAE1-4B75-BB6B-EC9BC3E8F2FA}"/>
                </a:ext>
              </a:extLst>
            </p:cNvPr>
            <p:cNvSpPr>
              <a:spLocks noChangeAspect="1" noChangeArrowheads="1"/>
            </p:cNvSpPr>
            <p:nvPr userDrawn="1"/>
          </p:nvSpPr>
          <p:spPr bwMode="auto">
            <a:xfrm>
              <a:off x="7697599" y="4459829"/>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1" name="Oval 1105">
              <a:extLst>
                <a:ext uri="{FF2B5EF4-FFF2-40B4-BE49-F238E27FC236}">
                  <a16:creationId xmlns:a16="http://schemas.microsoft.com/office/drawing/2014/main" id="{F72E6D9F-1BCC-4277-887D-5C1629C8C86C}"/>
                </a:ext>
              </a:extLst>
            </p:cNvPr>
            <p:cNvSpPr>
              <a:spLocks noChangeAspect="1" noChangeArrowheads="1"/>
            </p:cNvSpPr>
            <p:nvPr userDrawn="1"/>
          </p:nvSpPr>
          <p:spPr bwMode="auto">
            <a:xfrm>
              <a:off x="2753555"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2" name="Oval 1106">
              <a:extLst>
                <a:ext uri="{FF2B5EF4-FFF2-40B4-BE49-F238E27FC236}">
                  <a16:creationId xmlns:a16="http://schemas.microsoft.com/office/drawing/2014/main" id="{C03EA050-A8AD-4201-BCC6-777E599642A4}"/>
                </a:ext>
              </a:extLst>
            </p:cNvPr>
            <p:cNvSpPr>
              <a:spLocks noChangeAspect="1" noChangeArrowheads="1"/>
            </p:cNvSpPr>
            <p:nvPr userDrawn="1"/>
          </p:nvSpPr>
          <p:spPr bwMode="auto">
            <a:xfrm>
              <a:off x="286664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3" name="Oval 1107">
              <a:extLst>
                <a:ext uri="{FF2B5EF4-FFF2-40B4-BE49-F238E27FC236}">
                  <a16:creationId xmlns:a16="http://schemas.microsoft.com/office/drawing/2014/main" id="{18768192-F1D7-438E-8733-48ABF080DE35}"/>
                </a:ext>
              </a:extLst>
            </p:cNvPr>
            <p:cNvSpPr>
              <a:spLocks noChangeAspect="1" noChangeArrowheads="1"/>
            </p:cNvSpPr>
            <p:nvPr userDrawn="1"/>
          </p:nvSpPr>
          <p:spPr bwMode="auto">
            <a:xfrm>
              <a:off x="297821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4" name="Oval 1108">
              <a:extLst>
                <a:ext uri="{FF2B5EF4-FFF2-40B4-BE49-F238E27FC236}">
                  <a16:creationId xmlns:a16="http://schemas.microsoft.com/office/drawing/2014/main" id="{71DAB63C-EAB7-4A63-A1E4-51758B7D3BE2}"/>
                </a:ext>
              </a:extLst>
            </p:cNvPr>
            <p:cNvSpPr>
              <a:spLocks noChangeAspect="1" noChangeArrowheads="1"/>
            </p:cNvSpPr>
            <p:nvPr userDrawn="1"/>
          </p:nvSpPr>
          <p:spPr bwMode="auto">
            <a:xfrm>
              <a:off x="3091301"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5" name="Oval 1109">
              <a:extLst>
                <a:ext uri="{FF2B5EF4-FFF2-40B4-BE49-F238E27FC236}">
                  <a16:creationId xmlns:a16="http://schemas.microsoft.com/office/drawing/2014/main" id="{2FEDB438-5DA4-4CA5-ADF2-A32C9BBFA400}"/>
                </a:ext>
              </a:extLst>
            </p:cNvPr>
            <p:cNvSpPr>
              <a:spLocks noChangeAspect="1" noChangeArrowheads="1"/>
            </p:cNvSpPr>
            <p:nvPr userDrawn="1"/>
          </p:nvSpPr>
          <p:spPr bwMode="auto">
            <a:xfrm>
              <a:off x="3204384"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6" name="Oval 1110">
              <a:extLst>
                <a:ext uri="{FF2B5EF4-FFF2-40B4-BE49-F238E27FC236}">
                  <a16:creationId xmlns:a16="http://schemas.microsoft.com/office/drawing/2014/main" id="{1622F53C-F405-4582-8656-4FFE2E1EDDF6}"/>
                </a:ext>
              </a:extLst>
            </p:cNvPr>
            <p:cNvSpPr>
              <a:spLocks noChangeAspect="1" noChangeArrowheads="1"/>
            </p:cNvSpPr>
            <p:nvPr userDrawn="1"/>
          </p:nvSpPr>
          <p:spPr bwMode="auto">
            <a:xfrm>
              <a:off x="331596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7" name="Oval 1111">
              <a:extLst>
                <a:ext uri="{FF2B5EF4-FFF2-40B4-BE49-F238E27FC236}">
                  <a16:creationId xmlns:a16="http://schemas.microsoft.com/office/drawing/2014/main" id="{ADA808E7-262B-4F28-9CFC-7921DF2942EC}"/>
                </a:ext>
              </a:extLst>
            </p:cNvPr>
            <p:cNvSpPr>
              <a:spLocks noChangeAspect="1" noChangeArrowheads="1"/>
            </p:cNvSpPr>
            <p:nvPr userDrawn="1"/>
          </p:nvSpPr>
          <p:spPr bwMode="auto">
            <a:xfrm>
              <a:off x="4663926"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8" name="Oval 1112">
              <a:extLst>
                <a:ext uri="{FF2B5EF4-FFF2-40B4-BE49-F238E27FC236}">
                  <a16:creationId xmlns:a16="http://schemas.microsoft.com/office/drawing/2014/main" id="{CEC64F00-8B61-49D1-8D91-C1266CDE7CF1}"/>
                </a:ext>
              </a:extLst>
            </p:cNvPr>
            <p:cNvSpPr>
              <a:spLocks noChangeAspect="1" noChangeArrowheads="1"/>
            </p:cNvSpPr>
            <p:nvPr userDrawn="1"/>
          </p:nvSpPr>
          <p:spPr bwMode="auto">
            <a:xfrm>
              <a:off x="4777010"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69" name="Oval 1113">
              <a:extLst>
                <a:ext uri="{FF2B5EF4-FFF2-40B4-BE49-F238E27FC236}">
                  <a16:creationId xmlns:a16="http://schemas.microsoft.com/office/drawing/2014/main" id="{D6D21712-FFC5-4FA9-BE74-2690FCA34A98}"/>
                </a:ext>
              </a:extLst>
            </p:cNvPr>
            <p:cNvSpPr>
              <a:spLocks noChangeAspect="1" noChangeArrowheads="1"/>
            </p:cNvSpPr>
            <p:nvPr userDrawn="1"/>
          </p:nvSpPr>
          <p:spPr bwMode="auto">
            <a:xfrm>
              <a:off x="4888586"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0" name="Oval 1114">
              <a:extLst>
                <a:ext uri="{FF2B5EF4-FFF2-40B4-BE49-F238E27FC236}">
                  <a16:creationId xmlns:a16="http://schemas.microsoft.com/office/drawing/2014/main" id="{7729E63F-2FFE-47FF-9F94-3D737B7D4ACA}"/>
                </a:ext>
              </a:extLst>
            </p:cNvPr>
            <p:cNvSpPr>
              <a:spLocks noChangeAspect="1" noChangeArrowheads="1"/>
            </p:cNvSpPr>
            <p:nvPr userDrawn="1"/>
          </p:nvSpPr>
          <p:spPr bwMode="auto">
            <a:xfrm>
              <a:off x="5001671"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1" name="Oval 1115">
              <a:extLst>
                <a:ext uri="{FF2B5EF4-FFF2-40B4-BE49-F238E27FC236}">
                  <a16:creationId xmlns:a16="http://schemas.microsoft.com/office/drawing/2014/main" id="{69638ECB-17B9-4C6C-8444-F08D3782AABE}"/>
                </a:ext>
              </a:extLst>
            </p:cNvPr>
            <p:cNvSpPr>
              <a:spLocks noChangeAspect="1" noChangeArrowheads="1"/>
            </p:cNvSpPr>
            <p:nvPr userDrawn="1"/>
          </p:nvSpPr>
          <p:spPr bwMode="auto">
            <a:xfrm>
              <a:off x="511324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2" name="Oval 1116">
              <a:extLst>
                <a:ext uri="{FF2B5EF4-FFF2-40B4-BE49-F238E27FC236}">
                  <a16:creationId xmlns:a16="http://schemas.microsoft.com/office/drawing/2014/main" id="{2ACF0C06-25EE-47B2-A186-4FC0F5F379F4}"/>
                </a:ext>
              </a:extLst>
            </p:cNvPr>
            <p:cNvSpPr>
              <a:spLocks noChangeAspect="1" noChangeArrowheads="1"/>
            </p:cNvSpPr>
            <p:nvPr userDrawn="1"/>
          </p:nvSpPr>
          <p:spPr bwMode="auto">
            <a:xfrm>
              <a:off x="5226331"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3" name="Oval 1117">
              <a:extLst>
                <a:ext uri="{FF2B5EF4-FFF2-40B4-BE49-F238E27FC236}">
                  <a16:creationId xmlns:a16="http://schemas.microsoft.com/office/drawing/2014/main" id="{E933775F-193E-42F5-BDD3-820052229AE3}"/>
                </a:ext>
              </a:extLst>
            </p:cNvPr>
            <p:cNvSpPr>
              <a:spLocks noChangeAspect="1" noChangeArrowheads="1"/>
            </p:cNvSpPr>
            <p:nvPr userDrawn="1"/>
          </p:nvSpPr>
          <p:spPr bwMode="auto">
            <a:xfrm>
              <a:off x="5450992"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4" name="Oval 1118">
              <a:extLst>
                <a:ext uri="{FF2B5EF4-FFF2-40B4-BE49-F238E27FC236}">
                  <a16:creationId xmlns:a16="http://schemas.microsoft.com/office/drawing/2014/main" id="{87E2BAF2-C8B7-42C5-A0CA-299472AE54C3}"/>
                </a:ext>
              </a:extLst>
            </p:cNvPr>
            <p:cNvSpPr>
              <a:spLocks noChangeAspect="1" noChangeArrowheads="1"/>
            </p:cNvSpPr>
            <p:nvPr userDrawn="1"/>
          </p:nvSpPr>
          <p:spPr bwMode="auto">
            <a:xfrm>
              <a:off x="7248277"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5" name="Oval 1119">
              <a:extLst>
                <a:ext uri="{FF2B5EF4-FFF2-40B4-BE49-F238E27FC236}">
                  <a16:creationId xmlns:a16="http://schemas.microsoft.com/office/drawing/2014/main" id="{A2073855-E24E-492D-A3FD-ED75DB53BB35}"/>
                </a:ext>
              </a:extLst>
            </p:cNvPr>
            <p:cNvSpPr>
              <a:spLocks noChangeAspect="1" noChangeArrowheads="1"/>
            </p:cNvSpPr>
            <p:nvPr userDrawn="1"/>
          </p:nvSpPr>
          <p:spPr bwMode="auto">
            <a:xfrm>
              <a:off x="7361362"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6" name="Oval 1120">
              <a:extLst>
                <a:ext uri="{FF2B5EF4-FFF2-40B4-BE49-F238E27FC236}">
                  <a16:creationId xmlns:a16="http://schemas.microsoft.com/office/drawing/2014/main" id="{B531B940-1B14-4326-8D5F-01F44FDEBB3F}"/>
                </a:ext>
              </a:extLst>
            </p:cNvPr>
            <p:cNvSpPr>
              <a:spLocks noChangeAspect="1" noChangeArrowheads="1"/>
            </p:cNvSpPr>
            <p:nvPr userDrawn="1"/>
          </p:nvSpPr>
          <p:spPr bwMode="auto">
            <a:xfrm>
              <a:off x="7472939" y="4563866"/>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7" name="Oval 1121">
              <a:extLst>
                <a:ext uri="{FF2B5EF4-FFF2-40B4-BE49-F238E27FC236}">
                  <a16:creationId xmlns:a16="http://schemas.microsoft.com/office/drawing/2014/main" id="{38BD366B-4575-4095-85E0-4E0E118C3C78}"/>
                </a:ext>
              </a:extLst>
            </p:cNvPr>
            <p:cNvSpPr>
              <a:spLocks noChangeAspect="1" noChangeArrowheads="1"/>
            </p:cNvSpPr>
            <p:nvPr userDrawn="1"/>
          </p:nvSpPr>
          <p:spPr bwMode="auto">
            <a:xfrm>
              <a:off x="7586024"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8" name="Oval 1122">
              <a:extLst>
                <a:ext uri="{FF2B5EF4-FFF2-40B4-BE49-F238E27FC236}">
                  <a16:creationId xmlns:a16="http://schemas.microsoft.com/office/drawing/2014/main" id="{2E197726-FE1E-4190-99EC-9035A3828F39}"/>
                </a:ext>
              </a:extLst>
            </p:cNvPr>
            <p:cNvSpPr>
              <a:spLocks noChangeAspect="1" noChangeArrowheads="1"/>
            </p:cNvSpPr>
            <p:nvPr userDrawn="1"/>
          </p:nvSpPr>
          <p:spPr bwMode="auto">
            <a:xfrm>
              <a:off x="7697599" y="456386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79" name="Oval 1123">
              <a:extLst>
                <a:ext uri="{FF2B5EF4-FFF2-40B4-BE49-F238E27FC236}">
                  <a16:creationId xmlns:a16="http://schemas.microsoft.com/office/drawing/2014/main" id="{1FE2ECA8-8812-4E08-99D1-F7EAF2BF75DC}"/>
                </a:ext>
              </a:extLst>
            </p:cNvPr>
            <p:cNvSpPr>
              <a:spLocks noChangeAspect="1" noChangeArrowheads="1"/>
            </p:cNvSpPr>
            <p:nvPr userDrawn="1"/>
          </p:nvSpPr>
          <p:spPr bwMode="auto">
            <a:xfrm>
              <a:off x="2753555"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0" name="Oval 1124">
              <a:extLst>
                <a:ext uri="{FF2B5EF4-FFF2-40B4-BE49-F238E27FC236}">
                  <a16:creationId xmlns:a16="http://schemas.microsoft.com/office/drawing/2014/main" id="{CF5BE48A-0831-4301-8B8E-1CE5F2C81069}"/>
                </a:ext>
              </a:extLst>
            </p:cNvPr>
            <p:cNvSpPr>
              <a:spLocks noChangeAspect="1" noChangeArrowheads="1"/>
            </p:cNvSpPr>
            <p:nvPr userDrawn="1"/>
          </p:nvSpPr>
          <p:spPr bwMode="auto">
            <a:xfrm>
              <a:off x="286664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1" name="Oval 1125">
              <a:extLst>
                <a:ext uri="{FF2B5EF4-FFF2-40B4-BE49-F238E27FC236}">
                  <a16:creationId xmlns:a16="http://schemas.microsoft.com/office/drawing/2014/main" id="{94735377-F423-49FC-B9D0-754FBDAB524B}"/>
                </a:ext>
              </a:extLst>
            </p:cNvPr>
            <p:cNvSpPr>
              <a:spLocks noChangeAspect="1" noChangeArrowheads="1"/>
            </p:cNvSpPr>
            <p:nvPr userDrawn="1"/>
          </p:nvSpPr>
          <p:spPr bwMode="auto">
            <a:xfrm>
              <a:off x="297821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2" name="Oval 1126">
              <a:extLst>
                <a:ext uri="{FF2B5EF4-FFF2-40B4-BE49-F238E27FC236}">
                  <a16:creationId xmlns:a16="http://schemas.microsoft.com/office/drawing/2014/main" id="{13C31183-7FA6-4A8B-8C20-1A5380519B80}"/>
                </a:ext>
              </a:extLst>
            </p:cNvPr>
            <p:cNvSpPr>
              <a:spLocks noChangeAspect="1" noChangeArrowheads="1"/>
            </p:cNvSpPr>
            <p:nvPr userDrawn="1"/>
          </p:nvSpPr>
          <p:spPr bwMode="auto">
            <a:xfrm>
              <a:off x="3091301"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3" name="Oval 1127">
              <a:extLst>
                <a:ext uri="{FF2B5EF4-FFF2-40B4-BE49-F238E27FC236}">
                  <a16:creationId xmlns:a16="http://schemas.microsoft.com/office/drawing/2014/main" id="{925C1AD8-B912-44CB-929A-1BC4115DC8D9}"/>
                </a:ext>
              </a:extLst>
            </p:cNvPr>
            <p:cNvSpPr>
              <a:spLocks noChangeAspect="1" noChangeArrowheads="1"/>
            </p:cNvSpPr>
            <p:nvPr userDrawn="1"/>
          </p:nvSpPr>
          <p:spPr bwMode="auto">
            <a:xfrm>
              <a:off x="3204384"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4" name="Oval 1128">
              <a:extLst>
                <a:ext uri="{FF2B5EF4-FFF2-40B4-BE49-F238E27FC236}">
                  <a16:creationId xmlns:a16="http://schemas.microsoft.com/office/drawing/2014/main" id="{F959E531-0B05-4607-91E1-D70B67D3C438}"/>
                </a:ext>
              </a:extLst>
            </p:cNvPr>
            <p:cNvSpPr>
              <a:spLocks noChangeAspect="1" noChangeArrowheads="1"/>
            </p:cNvSpPr>
            <p:nvPr userDrawn="1"/>
          </p:nvSpPr>
          <p:spPr bwMode="auto">
            <a:xfrm>
              <a:off x="331596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5" name="Oval 1129">
              <a:extLst>
                <a:ext uri="{FF2B5EF4-FFF2-40B4-BE49-F238E27FC236}">
                  <a16:creationId xmlns:a16="http://schemas.microsoft.com/office/drawing/2014/main" id="{853DD924-97DA-467E-AEFA-5BA849EF7FC7}"/>
                </a:ext>
              </a:extLst>
            </p:cNvPr>
            <p:cNvSpPr>
              <a:spLocks noChangeAspect="1" noChangeArrowheads="1"/>
            </p:cNvSpPr>
            <p:nvPr userDrawn="1"/>
          </p:nvSpPr>
          <p:spPr bwMode="auto">
            <a:xfrm>
              <a:off x="4663926"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6" name="Oval 1130">
              <a:extLst>
                <a:ext uri="{FF2B5EF4-FFF2-40B4-BE49-F238E27FC236}">
                  <a16:creationId xmlns:a16="http://schemas.microsoft.com/office/drawing/2014/main" id="{72808202-CC7E-496B-98FC-46A4D729F629}"/>
                </a:ext>
              </a:extLst>
            </p:cNvPr>
            <p:cNvSpPr>
              <a:spLocks noChangeAspect="1" noChangeArrowheads="1"/>
            </p:cNvSpPr>
            <p:nvPr userDrawn="1"/>
          </p:nvSpPr>
          <p:spPr bwMode="auto">
            <a:xfrm>
              <a:off x="4777010"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7" name="Oval 1131">
              <a:extLst>
                <a:ext uri="{FF2B5EF4-FFF2-40B4-BE49-F238E27FC236}">
                  <a16:creationId xmlns:a16="http://schemas.microsoft.com/office/drawing/2014/main" id="{4F7EB76A-C9C7-46F9-AE48-BD0340F847DC}"/>
                </a:ext>
              </a:extLst>
            </p:cNvPr>
            <p:cNvSpPr>
              <a:spLocks noChangeAspect="1" noChangeArrowheads="1"/>
            </p:cNvSpPr>
            <p:nvPr userDrawn="1"/>
          </p:nvSpPr>
          <p:spPr bwMode="auto">
            <a:xfrm>
              <a:off x="4888586"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8" name="Oval 1132">
              <a:extLst>
                <a:ext uri="{FF2B5EF4-FFF2-40B4-BE49-F238E27FC236}">
                  <a16:creationId xmlns:a16="http://schemas.microsoft.com/office/drawing/2014/main" id="{F7DB1DFB-CCE3-468D-B607-16EC5455EEBB}"/>
                </a:ext>
              </a:extLst>
            </p:cNvPr>
            <p:cNvSpPr>
              <a:spLocks noChangeAspect="1" noChangeArrowheads="1"/>
            </p:cNvSpPr>
            <p:nvPr userDrawn="1"/>
          </p:nvSpPr>
          <p:spPr bwMode="auto">
            <a:xfrm>
              <a:off x="500167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89" name="Oval 1133">
              <a:extLst>
                <a:ext uri="{FF2B5EF4-FFF2-40B4-BE49-F238E27FC236}">
                  <a16:creationId xmlns:a16="http://schemas.microsoft.com/office/drawing/2014/main" id="{E336D573-CB1C-43BB-ADA4-EB5FC0ABC6C6}"/>
                </a:ext>
              </a:extLst>
            </p:cNvPr>
            <p:cNvSpPr>
              <a:spLocks noChangeAspect="1" noChangeArrowheads="1"/>
            </p:cNvSpPr>
            <p:nvPr userDrawn="1"/>
          </p:nvSpPr>
          <p:spPr bwMode="auto">
            <a:xfrm>
              <a:off x="511324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0" name="Oval 1134">
              <a:extLst>
                <a:ext uri="{FF2B5EF4-FFF2-40B4-BE49-F238E27FC236}">
                  <a16:creationId xmlns:a16="http://schemas.microsoft.com/office/drawing/2014/main" id="{F80436C4-B5DA-46B1-8072-9659FCEC4442}"/>
                </a:ext>
              </a:extLst>
            </p:cNvPr>
            <p:cNvSpPr>
              <a:spLocks noChangeAspect="1" noChangeArrowheads="1"/>
            </p:cNvSpPr>
            <p:nvPr userDrawn="1"/>
          </p:nvSpPr>
          <p:spPr bwMode="auto">
            <a:xfrm>
              <a:off x="5450992"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1" name="Oval 1135">
              <a:extLst>
                <a:ext uri="{FF2B5EF4-FFF2-40B4-BE49-F238E27FC236}">
                  <a16:creationId xmlns:a16="http://schemas.microsoft.com/office/drawing/2014/main" id="{9ADAED4C-91CF-494D-B486-3E87D5467F13}"/>
                </a:ext>
              </a:extLst>
            </p:cNvPr>
            <p:cNvSpPr>
              <a:spLocks noChangeAspect="1" noChangeArrowheads="1"/>
            </p:cNvSpPr>
            <p:nvPr userDrawn="1"/>
          </p:nvSpPr>
          <p:spPr bwMode="auto">
            <a:xfrm>
              <a:off x="7136701"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2" name="Oval 1136">
              <a:extLst>
                <a:ext uri="{FF2B5EF4-FFF2-40B4-BE49-F238E27FC236}">
                  <a16:creationId xmlns:a16="http://schemas.microsoft.com/office/drawing/2014/main" id="{F887B16B-AC25-4850-AB38-155E3FF48395}"/>
                </a:ext>
              </a:extLst>
            </p:cNvPr>
            <p:cNvSpPr>
              <a:spLocks noChangeAspect="1" noChangeArrowheads="1"/>
            </p:cNvSpPr>
            <p:nvPr userDrawn="1"/>
          </p:nvSpPr>
          <p:spPr bwMode="auto">
            <a:xfrm>
              <a:off x="7248277"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3" name="Oval 1137">
              <a:extLst>
                <a:ext uri="{FF2B5EF4-FFF2-40B4-BE49-F238E27FC236}">
                  <a16:creationId xmlns:a16="http://schemas.microsoft.com/office/drawing/2014/main" id="{1750BBB4-BE35-41CE-8E10-55B026DB91A6}"/>
                </a:ext>
              </a:extLst>
            </p:cNvPr>
            <p:cNvSpPr>
              <a:spLocks noChangeAspect="1" noChangeArrowheads="1"/>
            </p:cNvSpPr>
            <p:nvPr userDrawn="1"/>
          </p:nvSpPr>
          <p:spPr bwMode="auto">
            <a:xfrm>
              <a:off x="7361362"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4" name="Oval 1138">
              <a:extLst>
                <a:ext uri="{FF2B5EF4-FFF2-40B4-BE49-F238E27FC236}">
                  <a16:creationId xmlns:a16="http://schemas.microsoft.com/office/drawing/2014/main" id="{AE28CE68-19E8-480E-981B-C221DE31CC17}"/>
                </a:ext>
              </a:extLst>
            </p:cNvPr>
            <p:cNvSpPr>
              <a:spLocks noChangeAspect="1" noChangeArrowheads="1"/>
            </p:cNvSpPr>
            <p:nvPr userDrawn="1"/>
          </p:nvSpPr>
          <p:spPr bwMode="auto">
            <a:xfrm>
              <a:off x="7472939"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5" name="Oval 1139">
              <a:extLst>
                <a:ext uri="{FF2B5EF4-FFF2-40B4-BE49-F238E27FC236}">
                  <a16:creationId xmlns:a16="http://schemas.microsoft.com/office/drawing/2014/main" id="{CE0819BA-D05A-4FF2-985A-1F9B25963963}"/>
                </a:ext>
              </a:extLst>
            </p:cNvPr>
            <p:cNvSpPr>
              <a:spLocks noChangeAspect="1" noChangeArrowheads="1"/>
            </p:cNvSpPr>
            <p:nvPr userDrawn="1"/>
          </p:nvSpPr>
          <p:spPr bwMode="auto">
            <a:xfrm>
              <a:off x="7586024"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6" name="Oval 1140">
              <a:extLst>
                <a:ext uri="{FF2B5EF4-FFF2-40B4-BE49-F238E27FC236}">
                  <a16:creationId xmlns:a16="http://schemas.microsoft.com/office/drawing/2014/main" id="{FFD65770-93E2-4250-887A-78AA90D3E9E8}"/>
                </a:ext>
              </a:extLst>
            </p:cNvPr>
            <p:cNvSpPr>
              <a:spLocks noChangeAspect="1" noChangeArrowheads="1"/>
            </p:cNvSpPr>
            <p:nvPr userDrawn="1"/>
          </p:nvSpPr>
          <p:spPr bwMode="auto">
            <a:xfrm>
              <a:off x="7697599" y="4667903"/>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7" name="Oval 1141">
              <a:extLst>
                <a:ext uri="{FF2B5EF4-FFF2-40B4-BE49-F238E27FC236}">
                  <a16:creationId xmlns:a16="http://schemas.microsoft.com/office/drawing/2014/main" id="{16FEE07B-4BA3-4D0D-8D7D-4755A5FFB9BF}"/>
                </a:ext>
              </a:extLst>
            </p:cNvPr>
            <p:cNvSpPr>
              <a:spLocks noChangeAspect="1" noChangeArrowheads="1"/>
            </p:cNvSpPr>
            <p:nvPr userDrawn="1"/>
          </p:nvSpPr>
          <p:spPr bwMode="auto">
            <a:xfrm>
              <a:off x="7810684" y="4667903"/>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8" name="Oval 1142">
              <a:extLst>
                <a:ext uri="{FF2B5EF4-FFF2-40B4-BE49-F238E27FC236}">
                  <a16:creationId xmlns:a16="http://schemas.microsoft.com/office/drawing/2014/main" id="{75BBC9A3-A27C-4849-ADBA-5B50B3FE9216}"/>
                </a:ext>
              </a:extLst>
            </p:cNvPr>
            <p:cNvSpPr>
              <a:spLocks noChangeAspect="1" noChangeArrowheads="1"/>
            </p:cNvSpPr>
            <p:nvPr userDrawn="1"/>
          </p:nvSpPr>
          <p:spPr bwMode="auto">
            <a:xfrm>
              <a:off x="2641978"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199" name="Oval 1143">
              <a:extLst>
                <a:ext uri="{FF2B5EF4-FFF2-40B4-BE49-F238E27FC236}">
                  <a16:creationId xmlns:a16="http://schemas.microsoft.com/office/drawing/2014/main" id="{4F56E16D-C518-45E4-985A-26613E744B68}"/>
                </a:ext>
              </a:extLst>
            </p:cNvPr>
            <p:cNvSpPr>
              <a:spLocks noChangeAspect="1" noChangeArrowheads="1"/>
            </p:cNvSpPr>
            <p:nvPr userDrawn="1"/>
          </p:nvSpPr>
          <p:spPr bwMode="auto">
            <a:xfrm>
              <a:off x="2753555"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0" name="Oval 1144">
              <a:extLst>
                <a:ext uri="{FF2B5EF4-FFF2-40B4-BE49-F238E27FC236}">
                  <a16:creationId xmlns:a16="http://schemas.microsoft.com/office/drawing/2014/main" id="{EB1829C0-0588-4186-A197-0E9BF2089370}"/>
                </a:ext>
              </a:extLst>
            </p:cNvPr>
            <p:cNvSpPr>
              <a:spLocks noChangeAspect="1" noChangeArrowheads="1"/>
            </p:cNvSpPr>
            <p:nvPr userDrawn="1"/>
          </p:nvSpPr>
          <p:spPr bwMode="auto">
            <a:xfrm>
              <a:off x="286664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1" name="Oval 1145">
              <a:extLst>
                <a:ext uri="{FF2B5EF4-FFF2-40B4-BE49-F238E27FC236}">
                  <a16:creationId xmlns:a16="http://schemas.microsoft.com/office/drawing/2014/main" id="{C7F9F05E-ED56-4DEE-ADAB-0814C01DF5C4}"/>
                </a:ext>
              </a:extLst>
            </p:cNvPr>
            <p:cNvSpPr>
              <a:spLocks noChangeAspect="1" noChangeArrowheads="1"/>
            </p:cNvSpPr>
            <p:nvPr userDrawn="1"/>
          </p:nvSpPr>
          <p:spPr bwMode="auto">
            <a:xfrm>
              <a:off x="297821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2" name="Oval 1146">
              <a:extLst>
                <a:ext uri="{FF2B5EF4-FFF2-40B4-BE49-F238E27FC236}">
                  <a16:creationId xmlns:a16="http://schemas.microsoft.com/office/drawing/2014/main" id="{40280E00-5B8C-45C0-B891-403854D2DDCF}"/>
                </a:ext>
              </a:extLst>
            </p:cNvPr>
            <p:cNvSpPr>
              <a:spLocks noChangeAspect="1" noChangeArrowheads="1"/>
            </p:cNvSpPr>
            <p:nvPr userDrawn="1"/>
          </p:nvSpPr>
          <p:spPr bwMode="auto">
            <a:xfrm>
              <a:off x="3091301"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3" name="Oval 1147">
              <a:extLst>
                <a:ext uri="{FF2B5EF4-FFF2-40B4-BE49-F238E27FC236}">
                  <a16:creationId xmlns:a16="http://schemas.microsoft.com/office/drawing/2014/main" id="{11FC34BB-407C-462D-9775-CC330C867980}"/>
                </a:ext>
              </a:extLst>
            </p:cNvPr>
            <p:cNvSpPr>
              <a:spLocks noChangeAspect="1" noChangeArrowheads="1"/>
            </p:cNvSpPr>
            <p:nvPr userDrawn="1"/>
          </p:nvSpPr>
          <p:spPr bwMode="auto">
            <a:xfrm>
              <a:off x="3204384"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4" name="Oval 1148">
              <a:extLst>
                <a:ext uri="{FF2B5EF4-FFF2-40B4-BE49-F238E27FC236}">
                  <a16:creationId xmlns:a16="http://schemas.microsoft.com/office/drawing/2014/main" id="{A6879D80-9132-44DF-B1DA-78CF2DBD198C}"/>
                </a:ext>
              </a:extLst>
            </p:cNvPr>
            <p:cNvSpPr>
              <a:spLocks noChangeAspect="1" noChangeArrowheads="1"/>
            </p:cNvSpPr>
            <p:nvPr userDrawn="1"/>
          </p:nvSpPr>
          <p:spPr bwMode="auto">
            <a:xfrm>
              <a:off x="4663926"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5" name="Oval 1149">
              <a:extLst>
                <a:ext uri="{FF2B5EF4-FFF2-40B4-BE49-F238E27FC236}">
                  <a16:creationId xmlns:a16="http://schemas.microsoft.com/office/drawing/2014/main" id="{D17806FF-98FC-4BD8-8EF7-7FED71EE124E}"/>
                </a:ext>
              </a:extLst>
            </p:cNvPr>
            <p:cNvSpPr>
              <a:spLocks noChangeAspect="1" noChangeArrowheads="1"/>
            </p:cNvSpPr>
            <p:nvPr userDrawn="1"/>
          </p:nvSpPr>
          <p:spPr bwMode="auto">
            <a:xfrm>
              <a:off x="4777010"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6" name="Oval 1150">
              <a:extLst>
                <a:ext uri="{FF2B5EF4-FFF2-40B4-BE49-F238E27FC236}">
                  <a16:creationId xmlns:a16="http://schemas.microsoft.com/office/drawing/2014/main" id="{203BCB62-2E29-4CC3-8E1C-AB6856EF2965}"/>
                </a:ext>
              </a:extLst>
            </p:cNvPr>
            <p:cNvSpPr>
              <a:spLocks noChangeAspect="1" noChangeArrowheads="1"/>
            </p:cNvSpPr>
            <p:nvPr userDrawn="1"/>
          </p:nvSpPr>
          <p:spPr bwMode="auto">
            <a:xfrm>
              <a:off x="4888586"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7" name="Oval 1151">
              <a:extLst>
                <a:ext uri="{FF2B5EF4-FFF2-40B4-BE49-F238E27FC236}">
                  <a16:creationId xmlns:a16="http://schemas.microsoft.com/office/drawing/2014/main" id="{6A50F8AB-B211-4F8A-B29F-A442D1B861E9}"/>
                </a:ext>
              </a:extLst>
            </p:cNvPr>
            <p:cNvSpPr>
              <a:spLocks noChangeAspect="1" noChangeArrowheads="1"/>
            </p:cNvSpPr>
            <p:nvPr userDrawn="1"/>
          </p:nvSpPr>
          <p:spPr bwMode="auto">
            <a:xfrm>
              <a:off x="500167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8" name="Oval 1152">
              <a:extLst>
                <a:ext uri="{FF2B5EF4-FFF2-40B4-BE49-F238E27FC236}">
                  <a16:creationId xmlns:a16="http://schemas.microsoft.com/office/drawing/2014/main" id="{E7249DD6-8945-4D78-8E45-9897DC0205DE}"/>
                </a:ext>
              </a:extLst>
            </p:cNvPr>
            <p:cNvSpPr>
              <a:spLocks noChangeAspect="1" noChangeArrowheads="1"/>
            </p:cNvSpPr>
            <p:nvPr userDrawn="1"/>
          </p:nvSpPr>
          <p:spPr bwMode="auto">
            <a:xfrm>
              <a:off x="511324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09" name="Oval 1153">
              <a:extLst>
                <a:ext uri="{FF2B5EF4-FFF2-40B4-BE49-F238E27FC236}">
                  <a16:creationId xmlns:a16="http://schemas.microsoft.com/office/drawing/2014/main" id="{CA33D973-F4A0-4B13-8AFC-4540ABCED0AF}"/>
                </a:ext>
              </a:extLst>
            </p:cNvPr>
            <p:cNvSpPr>
              <a:spLocks noChangeAspect="1" noChangeArrowheads="1"/>
            </p:cNvSpPr>
            <p:nvPr userDrawn="1"/>
          </p:nvSpPr>
          <p:spPr bwMode="auto">
            <a:xfrm>
              <a:off x="5450992"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0" name="Oval 1154">
              <a:extLst>
                <a:ext uri="{FF2B5EF4-FFF2-40B4-BE49-F238E27FC236}">
                  <a16:creationId xmlns:a16="http://schemas.microsoft.com/office/drawing/2014/main" id="{7C74A0EC-F907-476D-A357-B71ECC897E0A}"/>
                </a:ext>
              </a:extLst>
            </p:cNvPr>
            <p:cNvSpPr>
              <a:spLocks noChangeAspect="1" noChangeArrowheads="1"/>
            </p:cNvSpPr>
            <p:nvPr userDrawn="1"/>
          </p:nvSpPr>
          <p:spPr bwMode="auto">
            <a:xfrm>
              <a:off x="7023616"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1" name="Oval 1155">
              <a:extLst>
                <a:ext uri="{FF2B5EF4-FFF2-40B4-BE49-F238E27FC236}">
                  <a16:creationId xmlns:a16="http://schemas.microsoft.com/office/drawing/2014/main" id="{9FF9C0AD-CC10-4F19-B5CA-4F4EA5D1FBBD}"/>
                </a:ext>
              </a:extLst>
            </p:cNvPr>
            <p:cNvSpPr>
              <a:spLocks noChangeAspect="1" noChangeArrowheads="1"/>
            </p:cNvSpPr>
            <p:nvPr userDrawn="1"/>
          </p:nvSpPr>
          <p:spPr bwMode="auto">
            <a:xfrm>
              <a:off x="7136701"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2" name="Oval 1156">
              <a:extLst>
                <a:ext uri="{FF2B5EF4-FFF2-40B4-BE49-F238E27FC236}">
                  <a16:creationId xmlns:a16="http://schemas.microsoft.com/office/drawing/2014/main" id="{4B690423-568B-4751-9C2C-2B24540DE1FD}"/>
                </a:ext>
              </a:extLst>
            </p:cNvPr>
            <p:cNvSpPr>
              <a:spLocks noChangeAspect="1" noChangeArrowheads="1"/>
            </p:cNvSpPr>
            <p:nvPr userDrawn="1"/>
          </p:nvSpPr>
          <p:spPr bwMode="auto">
            <a:xfrm>
              <a:off x="7248277"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3" name="Oval 1157">
              <a:extLst>
                <a:ext uri="{FF2B5EF4-FFF2-40B4-BE49-F238E27FC236}">
                  <a16:creationId xmlns:a16="http://schemas.microsoft.com/office/drawing/2014/main" id="{F8BA0ED1-3B71-4A3E-9EAB-7377EB7CB02D}"/>
                </a:ext>
              </a:extLst>
            </p:cNvPr>
            <p:cNvSpPr>
              <a:spLocks noChangeAspect="1" noChangeArrowheads="1"/>
            </p:cNvSpPr>
            <p:nvPr userDrawn="1"/>
          </p:nvSpPr>
          <p:spPr bwMode="auto">
            <a:xfrm>
              <a:off x="7361362"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4" name="Oval 1158">
              <a:extLst>
                <a:ext uri="{FF2B5EF4-FFF2-40B4-BE49-F238E27FC236}">
                  <a16:creationId xmlns:a16="http://schemas.microsoft.com/office/drawing/2014/main" id="{1BA098D4-C5EB-4C7D-8A68-7DC7FC40994E}"/>
                </a:ext>
              </a:extLst>
            </p:cNvPr>
            <p:cNvSpPr>
              <a:spLocks noChangeAspect="1" noChangeArrowheads="1"/>
            </p:cNvSpPr>
            <p:nvPr userDrawn="1"/>
          </p:nvSpPr>
          <p:spPr bwMode="auto">
            <a:xfrm>
              <a:off x="7472939"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5" name="Oval 1159">
              <a:extLst>
                <a:ext uri="{FF2B5EF4-FFF2-40B4-BE49-F238E27FC236}">
                  <a16:creationId xmlns:a16="http://schemas.microsoft.com/office/drawing/2014/main" id="{06A54CFF-AA46-4A0B-BDF8-C38312CBA007}"/>
                </a:ext>
              </a:extLst>
            </p:cNvPr>
            <p:cNvSpPr>
              <a:spLocks noChangeAspect="1" noChangeArrowheads="1"/>
            </p:cNvSpPr>
            <p:nvPr userDrawn="1"/>
          </p:nvSpPr>
          <p:spPr bwMode="auto">
            <a:xfrm>
              <a:off x="7586024"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6" name="Oval 1160">
              <a:extLst>
                <a:ext uri="{FF2B5EF4-FFF2-40B4-BE49-F238E27FC236}">
                  <a16:creationId xmlns:a16="http://schemas.microsoft.com/office/drawing/2014/main" id="{FCED92B2-3F9D-418D-AB01-879C4B96E5F3}"/>
                </a:ext>
              </a:extLst>
            </p:cNvPr>
            <p:cNvSpPr>
              <a:spLocks noChangeAspect="1" noChangeArrowheads="1"/>
            </p:cNvSpPr>
            <p:nvPr userDrawn="1"/>
          </p:nvSpPr>
          <p:spPr bwMode="auto">
            <a:xfrm>
              <a:off x="7697599" y="477193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7" name="Oval 1161">
              <a:extLst>
                <a:ext uri="{FF2B5EF4-FFF2-40B4-BE49-F238E27FC236}">
                  <a16:creationId xmlns:a16="http://schemas.microsoft.com/office/drawing/2014/main" id="{380E2F69-252C-413B-9FDB-FB85F8E257F8}"/>
                </a:ext>
              </a:extLst>
            </p:cNvPr>
            <p:cNvSpPr>
              <a:spLocks noChangeAspect="1" noChangeArrowheads="1"/>
            </p:cNvSpPr>
            <p:nvPr userDrawn="1"/>
          </p:nvSpPr>
          <p:spPr bwMode="auto">
            <a:xfrm>
              <a:off x="7810684"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8" name="Oval 1162">
              <a:extLst>
                <a:ext uri="{FF2B5EF4-FFF2-40B4-BE49-F238E27FC236}">
                  <a16:creationId xmlns:a16="http://schemas.microsoft.com/office/drawing/2014/main" id="{2223388D-CB36-4702-9D81-C8A90AFF61C6}"/>
                </a:ext>
              </a:extLst>
            </p:cNvPr>
            <p:cNvSpPr>
              <a:spLocks noChangeAspect="1" noChangeArrowheads="1"/>
            </p:cNvSpPr>
            <p:nvPr userDrawn="1"/>
          </p:nvSpPr>
          <p:spPr bwMode="auto">
            <a:xfrm>
              <a:off x="7922259" y="4771939"/>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19" name="Oval 1163">
              <a:extLst>
                <a:ext uri="{FF2B5EF4-FFF2-40B4-BE49-F238E27FC236}">
                  <a16:creationId xmlns:a16="http://schemas.microsoft.com/office/drawing/2014/main" id="{833B747F-2E74-4A19-89FB-0F696B448111}"/>
                </a:ext>
              </a:extLst>
            </p:cNvPr>
            <p:cNvSpPr>
              <a:spLocks noChangeAspect="1" noChangeArrowheads="1"/>
            </p:cNvSpPr>
            <p:nvPr userDrawn="1"/>
          </p:nvSpPr>
          <p:spPr bwMode="auto">
            <a:xfrm>
              <a:off x="2641978"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0" name="Oval 1164">
              <a:extLst>
                <a:ext uri="{FF2B5EF4-FFF2-40B4-BE49-F238E27FC236}">
                  <a16:creationId xmlns:a16="http://schemas.microsoft.com/office/drawing/2014/main" id="{08F94BE2-5D57-4DFF-A5BF-6DD710699D4F}"/>
                </a:ext>
              </a:extLst>
            </p:cNvPr>
            <p:cNvSpPr>
              <a:spLocks noChangeAspect="1" noChangeArrowheads="1"/>
            </p:cNvSpPr>
            <p:nvPr userDrawn="1"/>
          </p:nvSpPr>
          <p:spPr bwMode="auto">
            <a:xfrm>
              <a:off x="2753555"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1" name="Oval 1165">
              <a:extLst>
                <a:ext uri="{FF2B5EF4-FFF2-40B4-BE49-F238E27FC236}">
                  <a16:creationId xmlns:a16="http://schemas.microsoft.com/office/drawing/2014/main" id="{0F9F68EC-2C99-4C50-B4FD-6413510AA631}"/>
                </a:ext>
              </a:extLst>
            </p:cNvPr>
            <p:cNvSpPr>
              <a:spLocks noChangeAspect="1" noChangeArrowheads="1"/>
            </p:cNvSpPr>
            <p:nvPr userDrawn="1"/>
          </p:nvSpPr>
          <p:spPr bwMode="auto">
            <a:xfrm>
              <a:off x="286664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2" name="Oval 1166">
              <a:extLst>
                <a:ext uri="{FF2B5EF4-FFF2-40B4-BE49-F238E27FC236}">
                  <a16:creationId xmlns:a16="http://schemas.microsoft.com/office/drawing/2014/main" id="{4A823DB6-F6EE-4220-B6D4-CE2E0E777808}"/>
                </a:ext>
              </a:extLst>
            </p:cNvPr>
            <p:cNvSpPr>
              <a:spLocks noChangeAspect="1" noChangeArrowheads="1"/>
            </p:cNvSpPr>
            <p:nvPr userDrawn="1"/>
          </p:nvSpPr>
          <p:spPr bwMode="auto">
            <a:xfrm>
              <a:off x="2978217"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3" name="Oval 1167">
              <a:extLst>
                <a:ext uri="{FF2B5EF4-FFF2-40B4-BE49-F238E27FC236}">
                  <a16:creationId xmlns:a16="http://schemas.microsoft.com/office/drawing/2014/main" id="{173188BE-7F17-45D0-878A-F44C14495044}"/>
                </a:ext>
              </a:extLst>
            </p:cNvPr>
            <p:cNvSpPr>
              <a:spLocks noChangeAspect="1" noChangeArrowheads="1"/>
            </p:cNvSpPr>
            <p:nvPr userDrawn="1"/>
          </p:nvSpPr>
          <p:spPr bwMode="auto">
            <a:xfrm>
              <a:off x="3091301"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5" name="Oval 1168">
              <a:extLst>
                <a:ext uri="{FF2B5EF4-FFF2-40B4-BE49-F238E27FC236}">
                  <a16:creationId xmlns:a16="http://schemas.microsoft.com/office/drawing/2014/main" id="{7C06003B-4477-4504-AA18-EB3D5063CB40}"/>
                </a:ext>
              </a:extLst>
            </p:cNvPr>
            <p:cNvSpPr>
              <a:spLocks noChangeAspect="1" noChangeArrowheads="1"/>
            </p:cNvSpPr>
            <p:nvPr userDrawn="1"/>
          </p:nvSpPr>
          <p:spPr bwMode="auto">
            <a:xfrm>
              <a:off x="4663926"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6" name="Oval 1169">
              <a:extLst>
                <a:ext uri="{FF2B5EF4-FFF2-40B4-BE49-F238E27FC236}">
                  <a16:creationId xmlns:a16="http://schemas.microsoft.com/office/drawing/2014/main" id="{29F215AE-EA1F-4EB8-855C-010DEC139BA2}"/>
                </a:ext>
              </a:extLst>
            </p:cNvPr>
            <p:cNvSpPr>
              <a:spLocks noChangeAspect="1" noChangeArrowheads="1"/>
            </p:cNvSpPr>
            <p:nvPr userDrawn="1"/>
          </p:nvSpPr>
          <p:spPr bwMode="auto">
            <a:xfrm>
              <a:off x="4777010"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7" name="Oval 1170">
              <a:extLst>
                <a:ext uri="{FF2B5EF4-FFF2-40B4-BE49-F238E27FC236}">
                  <a16:creationId xmlns:a16="http://schemas.microsoft.com/office/drawing/2014/main" id="{577A1694-7F5B-4C6C-9348-DFAA6657E1E3}"/>
                </a:ext>
              </a:extLst>
            </p:cNvPr>
            <p:cNvSpPr>
              <a:spLocks noChangeAspect="1" noChangeArrowheads="1"/>
            </p:cNvSpPr>
            <p:nvPr userDrawn="1"/>
          </p:nvSpPr>
          <p:spPr bwMode="auto">
            <a:xfrm>
              <a:off x="4888586"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8" name="Oval 1171">
              <a:extLst>
                <a:ext uri="{FF2B5EF4-FFF2-40B4-BE49-F238E27FC236}">
                  <a16:creationId xmlns:a16="http://schemas.microsoft.com/office/drawing/2014/main" id="{5C9A07E8-1D71-40E3-A3D6-4E90A5F7ADCE}"/>
                </a:ext>
              </a:extLst>
            </p:cNvPr>
            <p:cNvSpPr>
              <a:spLocks noChangeAspect="1" noChangeArrowheads="1"/>
            </p:cNvSpPr>
            <p:nvPr userDrawn="1"/>
          </p:nvSpPr>
          <p:spPr bwMode="auto">
            <a:xfrm>
              <a:off x="500167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29" name="Oval 1172">
              <a:extLst>
                <a:ext uri="{FF2B5EF4-FFF2-40B4-BE49-F238E27FC236}">
                  <a16:creationId xmlns:a16="http://schemas.microsoft.com/office/drawing/2014/main" id="{7ED63E63-1655-482F-8E16-586E2D20865F}"/>
                </a:ext>
              </a:extLst>
            </p:cNvPr>
            <p:cNvSpPr>
              <a:spLocks noChangeAspect="1" noChangeArrowheads="1"/>
            </p:cNvSpPr>
            <p:nvPr userDrawn="1"/>
          </p:nvSpPr>
          <p:spPr bwMode="auto">
            <a:xfrm>
              <a:off x="7023616"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0" name="Oval 1173">
              <a:extLst>
                <a:ext uri="{FF2B5EF4-FFF2-40B4-BE49-F238E27FC236}">
                  <a16:creationId xmlns:a16="http://schemas.microsoft.com/office/drawing/2014/main" id="{BF8A60E5-7364-48A9-8510-D6E7CE3AEB3E}"/>
                </a:ext>
              </a:extLst>
            </p:cNvPr>
            <p:cNvSpPr>
              <a:spLocks noChangeAspect="1" noChangeArrowheads="1"/>
            </p:cNvSpPr>
            <p:nvPr userDrawn="1"/>
          </p:nvSpPr>
          <p:spPr bwMode="auto">
            <a:xfrm>
              <a:off x="7136701"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1" name="Oval 1174">
              <a:extLst>
                <a:ext uri="{FF2B5EF4-FFF2-40B4-BE49-F238E27FC236}">
                  <a16:creationId xmlns:a16="http://schemas.microsoft.com/office/drawing/2014/main" id="{09531C81-EE12-4974-998C-4BB7C19C6B65}"/>
                </a:ext>
              </a:extLst>
            </p:cNvPr>
            <p:cNvSpPr>
              <a:spLocks noChangeAspect="1" noChangeArrowheads="1"/>
            </p:cNvSpPr>
            <p:nvPr userDrawn="1"/>
          </p:nvSpPr>
          <p:spPr bwMode="auto">
            <a:xfrm>
              <a:off x="7248277"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2" name="Oval 1175">
              <a:extLst>
                <a:ext uri="{FF2B5EF4-FFF2-40B4-BE49-F238E27FC236}">
                  <a16:creationId xmlns:a16="http://schemas.microsoft.com/office/drawing/2014/main" id="{6035FDAF-2A20-42B9-8EE7-05993D3724CF}"/>
                </a:ext>
              </a:extLst>
            </p:cNvPr>
            <p:cNvSpPr>
              <a:spLocks noChangeAspect="1" noChangeArrowheads="1"/>
            </p:cNvSpPr>
            <p:nvPr userDrawn="1"/>
          </p:nvSpPr>
          <p:spPr bwMode="auto">
            <a:xfrm>
              <a:off x="7361362"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3" name="Oval 1176">
              <a:extLst>
                <a:ext uri="{FF2B5EF4-FFF2-40B4-BE49-F238E27FC236}">
                  <a16:creationId xmlns:a16="http://schemas.microsoft.com/office/drawing/2014/main" id="{772912D2-F599-4E96-80D3-5386F1AA7EE0}"/>
                </a:ext>
              </a:extLst>
            </p:cNvPr>
            <p:cNvSpPr>
              <a:spLocks noChangeAspect="1" noChangeArrowheads="1"/>
            </p:cNvSpPr>
            <p:nvPr userDrawn="1"/>
          </p:nvSpPr>
          <p:spPr bwMode="auto">
            <a:xfrm>
              <a:off x="7472939"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4" name="Oval 1177">
              <a:extLst>
                <a:ext uri="{FF2B5EF4-FFF2-40B4-BE49-F238E27FC236}">
                  <a16:creationId xmlns:a16="http://schemas.microsoft.com/office/drawing/2014/main" id="{FA94F3CA-5F2F-43CF-9B61-91F9B240E464}"/>
                </a:ext>
              </a:extLst>
            </p:cNvPr>
            <p:cNvSpPr>
              <a:spLocks noChangeAspect="1" noChangeArrowheads="1"/>
            </p:cNvSpPr>
            <p:nvPr userDrawn="1"/>
          </p:nvSpPr>
          <p:spPr bwMode="auto">
            <a:xfrm>
              <a:off x="7586024"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5" name="Oval 1178">
              <a:extLst>
                <a:ext uri="{FF2B5EF4-FFF2-40B4-BE49-F238E27FC236}">
                  <a16:creationId xmlns:a16="http://schemas.microsoft.com/office/drawing/2014/main" id="{C0340381-8215-45E0-B6E9-C82AF8E35642}"/>
                </a:ext>
              </a:extLst>
            </p:cNvPr>
            <p:cNvSpPr>
              <a:spLocks noChangeAspect="1" noChangeArrowheads="1"/>
            </p:cNvSpPr>
            <p:nvPr userDrawn="1"/>
          </p:nvSpPr>
          <p:spPr bwMode="auto">
            <a:xfrm>
              <a:off x="7697599" y="487597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6" name="Oval 1179">
              <a:extLst>
                <a:ext uri="{FF2B5EF4-FFF2-40B4-BE49-F238E27FC236}">
                  <a16:creationId xmlns:a16="http://schemas.microsoft.com/office/drawing/2014/main" id="{8A60B7B6-A951-445C-AFB8-9927BD1AEC55}"/>
                </a:ext>
              </a:extLst>
            </p:cNvPr>
            <p:cNvSpPr>
              <a:spLocks noChangeAspect="1" noChangeArrowheads="1"/>
            </p:cNvSpPr>
            <p:nvPr userDrawn="1"/>
          </p:nvSpPr>
          <p:spPr bwMode="auto">
            <a:xfrm>
              <a:off x="7810684" y="487597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7" name="Oval 1180">
              <a:extLst>
                <a:ext uri="{FF2B5EF4-FFF2-40B4-BE49-F238E27FC236}">
                  <a16:creationId xmlns:a16="http://schemas.microsoft.com/office/drawing/2014/main" id="{65AEBDF9-17B8-4B88-9893-436BD2C06C2E}"/>
                </a:ext>
              </a:extLst>
            </p:cNvPr>
            <p:cNvSpPr>
              <a:spLocks noChangeAspect="1" noChangeArrowheads="1"/>
            </p:cNvSpPr>
            <p:nvPr userDrawn="1"/>
          </p:nvSpPr>
          <p:spPr bwMode="auto">
            <a:xfrm>
              <a:off x="7922259" y="4875976"/>
              <a:ext cx="85945" cy="85942"/>
            </a:xfrm>
            <a:prstGeom prst="ellipse">
              <a:avLst/>
            </a:prstGeom>
            <a:grpFill/>
            <a:ln>
              <a:noFill/>
            </a:ln>
            <a:effectLst/>
          </p:spPr>
          <p:txBody>
            <a:bodyPr wrap="none" anchor="ctr"/>
            <a:lstStyle/>
            <a:p>
              <a:pPr defTabSz="1242260">
                <a:defRPr/>
              </a:pPr>
              <a:endParaRPr lang="en-US" sz="2446" kern="0">
                <a:solidFill>
                  <a:srgbClr val="292929"/>
                </a:solidFill>
              </a:endParaRPr>
            </a:p>
          </p:txBody>
        </p:sp>
        <p:sp>
          <p:nvSpPr>
            <p:cNvPr id="1238" name="Oval 1181">
              <a:extLst>
                <a:ext uri="{FF2B5EF4-FFF2-40B4-BE49-F238E27FC236}">
                  <a16:creationId xmlns:a16="http://schemas.microsoft.com/office/drawing/2014/main" id="{C30FDC95-C745-4145-B23B-4B7E188BD51B}"/>
                </a:ext>
              </a:extLst>
            </p:cNvPr>
            <p:cNvSpPr>
              <a:spLocks noChangeAspect="1" noChangeArrowheads="1"/>
            </p:cNvSpPr>
            <p:nvPr userDrawn="1"/>
          </p:nvSpPr>
          <p:spPr bwMode="auto">
            <a:xfrm>
              <a:off x="2641978"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39" name="Oval 1182">
              <a:extLst>
                <a:ext uri="{FF2B5EF4-FFF2-40B4-BE49-F238E27FC236}">
                  <a16:creationId xmlns:a16="http://schemas.microsoft.com/office/drawing/2014/main" id="{ABD1DA89-64BE-4466-A866-4C2D56D152AA}"/>
                </a:ext>
              </a:extLst>
            </p:cNvPr>
            <p:cNvSpPr>
              <a:spLocks noChangeAspect="1" noChangeArrowheads="1"/>
            </p:cNvSpPr>
            <p:nvPr userDrawn="1"/>
          </p:nvSpPr>
          <p:spPr bwMode="auto">
            <a:xfrm>
              <a:off x="2753555"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0" name="Oval 1183">
              <a:extLst>
                <a:ext uri="{FF2B5EF4-FFF2-40B4-BE49-F238E27FC236}">
                  <a16:creationId xmlns:a16="http://schemas.microsoft.com/office/drawing/2014/main" id="{7604B7C1-B7D9-4FFB-99C1-7FE1FAE5DC8B}"/>
                </a:ext>
              </a:extLst>
            </p:cNvPr>
            <p:cNvSpPr>
              <a:spLocks noChangeAspect="1" noChangeArrowheads="1"/>
            </p:cNvSpPr>
            <p:nvPr userDrawn="1"/>
          </p:nvSpPr>
          <p:spPr bwMode="auto">
            <a:xfrm>
              <a:off x="286664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1" name="Oval 1184">
              <a:extLst>
                <a:ext uri="{FF2B5EF4-FFF2-40B4-BE49-F238E27FC236}">
                  <a16:creationId xmlns:a16="http://schemas.microsoft.com/office/drawing/2014/main" id="{6B5DA7C6-EC37-44F7-BE72-71A9263F2169}"/>
                </a:ext>
              </a:extLst>
            </p:cNvPr>
            <p:cNvSpPr>
              <a:spLocks noChangeAspect="1" noChangeArrowheads="1"/>
            </p:cNvSpPr>
            <p:nvPr userDrawn="1"/>
          </p:nvSpPr>
          <p:spPr bwMode="auto">
            <a:xfrm>
              <a:off x="2978217"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2" name="Oval 1185">
              <a:extLst>
                <a:ext uri="{FF2B5EF4-FFF2-40B4-BE49-F238E27FC236}">
                  <a16:creationId xmlns:a16="http://schemas.microsoft.com/office/drawing/2014/main" id="{D88F38EB-35C4-4B33-AF53-C9518CEAFB58}"/>
                </a:ext>
              </a:extLst>
            </p:cNvPr>
            <p:cNvSpPr>
              <a:spLocks noChangeAspect="1" noChangeArrowheads="1"/>
            </p:cNvSpPr>
            <p:nvPr userDrawn="1"/>
          </p:nvSpPr>
          <p:spPr bwMode="auto">
            <a:xfrm>
              <a:off x="3091301"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5" name="Oval 1186">
              <a:extLst>
                <a:ext uri="{FF2B5EF4-FFF2-40B4-BE49-F238E27FC236}">
                  <a16:creationId xmlns:a16="http://schemas.microsoft.com/office/drawing/2014/main" id="{74D3E5BB-8787-41FB-9E87-63BB4F755541}"/>
                </a:ext>
              </a:extLst>
            </p:cNvPr>
            <p:cNvSpPr>
              <a:spLocks noChangeAspect="1" noChangeArrowheads="1"/>
            </p:cNvSpPr>
            <p:nvPr userDrawn="1"/>
          </p:nvSpPr>
          <p:spPr bwMode="auto">
            <a:xfrm>
              <a:off x="4777010"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7" name="Oval 1187">
              <a:extLst>
                <a:ext uri="{FF2B5EF4-FFF2-40B4-BE49-F238E27FC236}">
                  <a16:creationId xmlns:a16="http://schemas.microsoft.com/office/drawing/2014/main" id="{B60F42C2-55F6-429F-A495-6B54A3885E83}"/>
                </a:ext>
              </a:extLst>
            </p:cNvPr>
            <p:cNvSpPr>
              <a:spLocks noChangeAspect="1" noChangeArrowheads="1"/>
            </p:cNvSpPr>
            <p:nvPr userDrawn="1"/>
          </p:nvSpPr>
          <p:spPr bwMode="auto">
            <a:xfrm>
              <a:off x="4888586"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8" name="Oval 1188">
              <a:extLst>
                <a:ext uri="{FF2B5EF4-FFF2-40B4-BE49-F238E27FC236}">
                  <a16:creationId xmlns:a16="http://schemas.microsoft.com/office/drawing/2014/main" id="{C567CDAE-DD44-4FD0-B9BF-6AE4102C20A5}"/>
                </a:ext>
              </a:extLst>
            </p:cNvPr>
            <p:cNvSpPr>
              <a:spLocks noChangeAspect="1" noChangeArrowheads="1"/>
            </p:cNvSpPr>
            <p:nvPr userDrawn="1"/>
          </p:nvSpPr>
          <p:spPr bwMode="auto">
            <a:xfrm>
              <a:off x="500167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49" name="Oval 1189">
              <a:extLst>
                <a:ext uri="{FF2B5EF4-FFF2-40B4-BE49-F238E27FC236}">
                  <a16:creationId xmlns:a16="http://schemas.microsoft.com/office/drawing/2014/main" id="{22A1C947-D07B-4EA2-845C-51DBEA1C4AA5}"/>
                </a:ext>
              </a:extLst>
            </p:cNvPr>
            <p:cNvSpPr>
              <a:spLocks noChangeAspect="1" noChangeArrowheads="1"/>
            </p:cNvSpPr>
            <p:nvPr userDrawn="1"/>
          </p:nvSpPr>
          <p:spPr bwMode="auto">
            <a:xfrm>
              <a:off x="7023616"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0" name="Oval 1190">
              <a:extLst>
                <a:ext uri="{FF2B5EF4-FFF2-40B4-BE49-F238E27FC236}">
                  <a16:creationId xmlns:a16="http://schemas.microsoft.com/office/drawing/2014/main" id="{252C2444-E270-49A8-9C1A-84C072F527D0}"/>
                </a:ext>
              </a:extLst>
            </p:cNvPr>
            <p:cNvSpPr>
              <a:spLocks noChangeAspect="1" noChangeArrowheads="1"/>
            </p:cNvSpPr>
            <p:nvPr userDrawn="1"/>
          </p:nvSpPr>
          <p:spPr bwMode="auto">
            <a:xfrm>
              <a:off x="7136701"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1" name="Oval 1191">
              <a:extLst>
                <a:ext uri="{FF2B5EF4-FFF2-40B4-BE49-F238E27FC236}">
                  <a16:creationId xmlns:a16="http://schemas.microsoft.com/office/drawing/2014/main" id="{2C643CEC-C019-4D2A-A05A-041BFD7AC32D}"/>
                </a:ext>
              </a:extLst>
            </p:cNvPr>
            <p:cNvSpPr>
              <a:spLocks noChangeAspect="1" noChangeArrowheads="1"/>
            </p:cNvSpPr>
            <p:nvPr userDrawn="1"/>
          </p:nvSpPr>
          <p:spPr bwMode="auto">
            <a:xfrm>
              <a:off x="7472939"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2" name="Oval 1192">
              <a:extLst>
                <a:ext uri="{FF2B5EF4-FFF2-40B4-BE49-F238E27FC236}">
                  <a16:creationId xmlns:a16="http://schemas.microsoft.com/office/drawing/2014/main" id="{B26AAE04-153F-4B76-A5AD-0918C930B372}"/>
                </a:ext>
              </a:extLst>
            </p:cNvPr>
            <p:cNvSpPr>
              <a:spLocks noChangeAspect="1" noChangeArrowheads="1"/>
            </p:cNvSpPr>
            <p:nvPr userDrawn="1"/>
          </p:nvSpPr>
          <p:spPr bwMode="auto">
            <a:xfrm>
              <a:off x="7586024"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3" name="Oval 1193">
              <a:extLst>
                <a:ext uri="{FF2B5EF4-FFF2-40B4-BE49-F238E27FC236}">
                  <a16:creationId xmlns:a16="http://schemas.microsoft.com/office/drawing/2014/main" id="{CA7AE44A-E8BF-418F-93F8-F2C7C1CE189A}"/>
                </a:ext>
              </a:extLst>
            </p:cNvPr>
            <p:cNvSpPr>
              <a:spLocks noChangeAspect="1" noChangeArrowheads="1"/>
            </p:cNvSpPr>
            <p:nvPr userDrawn="1"/>
          </p:nvSpPr>
          <p:spPr bwMode="auto">
            <a:xfrm>
              <a:off x="7697599" y="4978506"/>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4" name="Oval 1194">
              <a:extLst>
                <a:ext uri="{FF2B5EF4-FFF2-40B4-BE49-F238E27FC236}">
                  <a16:creationId xmlns:a16="http://schemas.microsoft.com/office/drawing/2014/main" id="{38876C6A-83DF-487D-BC21-4ADE32280C99}"/>
                </a:ext>
              </a:extLst>
            </p:cNvPr>
            <p:cNvSpPr>
              <a:spLocks noChangeAspect="1" noChangeArrowheads="1"/>
            </p:cNvSpPr>
            <p:nvPr userDrawn="1"/>
          </p:nvSpPr>
          <p:spPr bwMode="auto">
            <a:xfrm>
              <a:off x="7810684" y="4978506"/>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5" name="Oval 1195">
              <a:extLst>
                <a:ext uri="{FF2B5EF4-FFF2-40B4-BE49-F238E27FC236}">
                  <a16:creationId xmlns:a16="http://schemas.microsoft.com/office/drawing/2014/main" id="{F6458307-D615-4B6B-8D4D-25EF7B3BF4E7}"/>
                </a:ext>
              </a:extLst>
            </p:cNvPr>
            <p:cNvSpPr>
              <a:spLocks noChangeAspect="1" noChangeArrowheads="1"/>
            </p:cNvSpPr>
            <p:nvPr userDrawn="1"/>
          </p:nvSpPr>
          <p:spPr bwMode="auto">
            <a:xfrm>
              <a:off x="2641978"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6" name="Oval 1196">
              <a:extLst>
                <a:ext uri="{FF2B5EF4-FFF2-40B4-BE49-F238E27FC236}">
                  <a16:creationId xmlns:a16="http://schemas.microsoft.com/office/drawing/2014/main" id="{E6793541-192A-49F7-AB1F-86FA7BA865AE}"/>
                </a:ext>
              </a:extLst>
            </p:cNvPr>
            <p:cNvSpPr>
              <a:spLocks noChangeAspect="1" noChangeArrowheads="1"/>
            </p:cNvSpPr>
            <p:nvPr userDrawn="1"/>
          </p:nvSpPr>
          <p:spPr bwMode="auto">
            <a:xfrm>
              <a:off x="2753555"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7" name="Oval 1197">
              <a:extLst>
                <a:ext uri="{FF2B5EF4-FFF2-40B4-BE49-F238E27FC236}">
                  <a16:creationId xmlns:a16="http://schemas.microsoft.com/office/drawing/2014/main" id="{8087FA9F-907B-441C-A7E3-8CDAD88A90FD}"/>
                </a:ext>
              </a:extLst>
            </p:cNvPr>
            <p:cNvSpPr>
              <a:spLocks noChangeAspect="1" noChangeArrowheads="1"/>
            </p:cNvSpPr>
            <p:nvPr userDrawn="1"/>
          </p:nvSpPr>
          <p:spPr bwMode="auto">
            <a:xfrm>
              <a:off x="2866641"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8" name="Oval 1198">
              <a:extLst>
                <a:ext uri="{FF2B5EF4-FFF2-40B4-BE49-F238E27FC236}">
                  <a16:creationId xmlns:a16="http://schemas.microsoft.com/office/drawing/2014/main" id="{A42B7AE9-24D3-407F-8B0F-BE3515D6D640}"/>
                </a:ext>
              </a:extLst>
            </p:cNvPr>
            <p:cNvSpPr>
              <a:spLocks noChangeAspect="1" noChangeArrowheads="1"/>
            </p:cNvSpPr>
            <p:nvPr userDrawn="1"/>
          </p:nvSpPr>
          <p:spPr bwMode="auto">
            <a:xfrm>
              <a:off x="2978217"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59" name="Oval 1199">
              <a:extLst>
                <a:ext uri="{FF2B5EF4-FFF2-40B4-BE49-F238E27FC236}">
                  <a16:creationId xmlns:a16="http://schemas.microsoft.com/office/drawing/2014/main" id="{AA1A4812-99E2-4388-9F0E-F5B8A6B88F43}"/>
                </a:ext>
              </a:extLst>
            </p:cNvPr>
            <p:cNvSpPr>
              <a:spLocks noChangeAspect="1" noChangeArrowheads="1"/>
            </p:cNvSpPr>
            <p:nvPr userDrawn="1"/>
          </p:nvSpPr>
          <p:spPr bwMode="auto">
            <a:xfrm>
              <a:off x="4777010"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0" name="Oval 1200">
              <a:extLst>
                <a:ext uri="{FF2B5EF4-FFF2-40B4-BE49-F238E27FC236}">
                  <a16:creationId xmlns:a16="http://schemas.microsoft.com/office/drawing/2014/main" id="{8C431A44-A4B4-48B7-B2FA-227F458B58F7}"/>
                </a:ext>
              </a:extLst>
            </p:cNvPr>
            <p:cNvSpPr>
              <a:spLocks noChangeAspect="1" noChangeArrowheads="1"/>
            </p:cNvSpPr>
            <p:nvPr userDrawn="1"/>
          </p:nvSpPr>
          <p:spPr bwMode="auto">
            <a:xfrm>
              <a:off x="7586024"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1" name="Oval 1201">
              <a:extLst>
                <a:ext uri="{FF2B5EF4-FFF2-40B4-BE49-F238E27FC236}">
                  <a16:creationId xmlns:a16="http://schemas.microsoft.com/office/drawing/2014/main" id="{7638C2C1-6A52-48DB-B66B-49CC66171735}"/>
                </a:ext>
              </a:extLst>
            </p:cNvPr>
            <p:cNvSpPr>
              <a:spLocks noChangeAspect="1" noChangeArrowheads="1"/>
            </p:cNvSpPr>
            <p:nvPr userDrawn="1"/>
          </p:nvSpPr>
          <p:spPr bwMode="auto">
            <a:xfrm>
              <a:off x="7697599"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2" name="Oval 1202">
              <a:extLst>
                <a:ext uri="{FF2B5EF4-FFF2-40B4-BE49-F238E27FC236}">
                  <a16:creationId xmlns:a16="http://schemas.microsoft.com/office/drawing/2014/main" id="{1BF4D4E6-4F56-4379-927C-1FA75418EF26}"/>
                </a:ext>
              </a:extLst>
            </p:cNvPr>
            <p:cNvSpPr>
              <a:spLocks noChangeAspect="1" noChangeArrowheads="1"/>
            </p:cNvSpPr>
            <p:nvPr userDrawn="1"/>
          </p:nvSpPr>
          <p:spPr bwMode="auto">
            <a:xfrm>
              <a:off x="7810684" y="5082542"/>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3" name="Oval 1203">
              <a:extLst>
                <a:ext uri="{FF2B5EF4-FFF2-40B4-BE49-F238E27FC236}">
                  <a16:creationId xmlns:a16="http://schemas.microsoft.com/office/drawing/2014/main" id="{1FA1C70A-0A37-4BCC-AEA7-78E38D30DB04}"/>
                </a:ext>
              </a:extLst>
            </p:cNvPr>
            <p:cNvSpPr>
              <a:spLocks noChangeAspect="1" noChangeArrowheads="1"/>
            </p:cNvSpPr>
            <p:nvPr userDrawn="1"/>
          </p:nvSpPr>
          <p:spPr bwMode="auto">
            <a:xfrm>
              <a:off x="8484665" y="5082542"/>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4" name="Oval 1204">
              <a:extLst>
                <a:ext uri="{FF2B5EF4-FFF2-40B4-BE49-F238E27FC236}">
                  <a16:creationId xmlns:a16="http://schemas.microsoft.com/office/drawing/2014/main" id="{DF4EAAAF-53DF-4356-AAE8-7E3CC7FB9409}"/>
                </a:ext>
              </a:extLst>
            </p:cNvPr>
            <p:cNvSpPr>
              <a:spLocks noChangeAspect="1" noChangeArrowheads="1"/>
            </p:cNvSpPr>
            <p:nvPr userDrawn="1"/>
          </p:nvSpPr>
          <p:spPr bwMode="auto">
            <a:xfrm>
              <a:off x="2641978"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5" name="Oval 1205">
              <a:extLst>
                <a:ext uri="{FF2B5EF4-FFF2-40B4-BE49-F238E27FC236}">
                  <a16:creationId xmlns:a16="http://schemas.microsoft.com/office/drawing/2014/main" id="{3D0CB139-48BD-4683-AB5B-0D598CDF9D67}"/>
                </a:ext>
              </a:extLst>
            </p:cNvPr>
            <p:cNvSpPr>
              <a:spLocks noChangeAspect="1" noChangeArrowheads="1"/>
            </p:cNvSpPr>
            <p:nvPr userDrawn="1"/>
          </p:nvSpPr>
          <p:spPr bwMode="auto">
            <a:xfrm>
              <a:off x="2753555"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6" name="Oval 1206">
              <a:extLst>
                <a:ext uri="{FF2B5EF4-FFF2-40B4-BE49-F238E27FC236}">
                  <a16:creationId xmlns:a16="http://schemas.microsoft.com/office/drawing/2014/main" id="{5B4F8503-90DA-4831-B65C-1CDB5D29529D}"/>
                </a:ext>
              </a:extLst>
            </p:cNvPr>
            <p:cNvSpPr>
              <a:spLocks noChangeAspect="1" noChangeArrowheads="1"/>
            </p:cNvSpPr>
            <p:nvPr userDrawn="1"/>
          </p:nvSpPr>
          <p:spPr bwMode="auto">
            <a:xfrm>
              <a:off x="2866641"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7" name="Oval 1207">
              <a:extLst>
                <a:ext uri="{FF2B5EF4-FFF2-40B4-BE49-F238E27FC236}">
                  <a16:creationId xmlns:a16="http://schemas.microsoft.com/office/drawing/2014/main" id="{C099225E-AC4C-4D45-A25D-BA700420F6AF}"/>
                </a:ext>
              </a:extLst>
            </p:cNvPr>
            <p:cNvSpPr>
              <a:spLocks noChangeAspect="1" noChangeArrowheads="1"/>
            </p:cNvSpPr>
            <p:nvPr userDrawn="1"/>
          </p:nvSpPr>
          <p:spPr bwMode="auto">
            <a:xfrm>
              <a:off x="7697599"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8" name="Oval 1208">
              <a:extLst>
                <a:ext uri="{FF2B5EF4-FFF2-40B4-BE49-F238E27FC236}">
                  <a16:creationId xmlns:a16="http://schemas.microsoft.com/office/drawing/2014/main" id="{40FCDCE7-115F-41E5-AD91-6B218CD00E6B}"/>
                </a:ext>
              </a:extLst>
            </p:cNvPr>
            <p:cNvSpPr>
              <a:spLocks noChangeAspect="1" noChangeArrowheads="1"/>
            </p:cNvSpPr>
            <p:nvPr userDrawn="1"/>
          </p:nvSpPr>
          <p:spPr bwMode="auto">
            <a:xfrm>
              <a:off x="7810684" y="5186581"/>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69" name="Oval 1209">
              <a:extLst>
                <a:ext uri="{FF2B5EF4-FFF2-40B4-BE49-F238E27FC236}">
                  <a16:creationId xmlns:a16="http://schemas.microsoft.com/office/drawing/2014/main" id="{546F3D80-6595-40D9-91DD-6464818FA4F4}"/>
                </a:ext>
              </a:extLst>
            </p:cNvPr>
            <p:cNvSpPr>
              <a:spLocks noChangeAspect="1" noChangeArrowheads="1"/>
            </p:cNvSpPr>
            <p:nvPr userDrawn="1"/>
          </p:nvSpPr>
          <p:spPr bwMode="auto">
            <a:xfrm>
              <a:off x="8484665" y="5186581"/>
              <a:ext cx="85943"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0" name="Oval 1210">
              <a:extLst>
                <a:ext uri="{FF2B5EF4-FFF2-40B4-BE49-F238E27FC236}">
                  <a16:creationId xmlns:a16="http://schemas.microsoft.com/office/drawing/2014/main" id="{072413D8-D325-439B-AE16-DFB37AFC0E66}"/>
                </a:ext>
              </a:extLst>
            </p:cNvPr>
            <p:cNvSpPr>
              <a:spLocks noChangeAspect="1" noChangeArrowheads="1"/>
            </p:cNvSpPr>
            <p:nvPr userDrawn="1"/>
          </p:nvSpPr>
          <p:spPr bwMode="auto">
            <a:xfrm>
              <a:off x="2641978"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1" name="Oval 1211">
              <a:extLst>
                <a:ext uri="{FF2B5EF4-FFF2-40B4-BE49-F238E27FC236}">
                  <a16:creationId xmlns:a16="http://schemas.microsoft.com/office/drawing/2014/main" id="{EB91A238-8B24-40ED-938B-2916EA03985B}"/>
                </a:ext>
              </a:extLst>
            </p:cNvPr>
            <p:cNvSpPr>
              <a:spLocks noChangeAspect="1" noChangeArrowheads="1"/>
            </p:cNvSpPr>
            <p:nvPr userDrawn="1"/>
          </p:nvSpPr>
          <p:spPr bwMode="auto">
            <a:xfrm>
              <a:off x="2753555"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2" name="Oval 1212">
              <a:extLst>
                <a:ext uri="{FF2B5EF4-FFF2-40B4-BE49-F238E27FC236}">
                  <a16:creationId xmlns:a16="http://schemas.microsoft.com/office/drawing/2014/main" id="{BC17621A-67F2-4275-A469-543AD73A9C9E}"/>
                </a:ext>
              </a:extLst>
            </p:cNvPr>
            <p:cNvSpPr>
              <a:spLocks noChangeAspect="1" noChangeArrowheads="1"/>
            </p:cNvSpPr>
            <p:nvPr userDrawn="1"/>
          </p:nvSpPr>
          <p:spPr bwMode="auto">
            <a:xfrm>
              <a:off x="7810684"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3" name="Oval 1213">
              <a:extLst>
                <a:ext uri="{FF2B5EF4-FFF2-40B4-BE49-F238E27FC236}">
                  <a16:creationId xmlns:a16="http://schemas.microsoft.com/office/drawing/2014/main" id="{3437DB27-4F0A-42F6-B0AA-B3CC2D329DCA}"/>
                </a:ext>
              </a:extLst>
            </p:cNvPr>
            <p:cNvSpPr>
              <a:spLocks noChangeAspect="1" noChangeArrowheads="1"/>
            </p:cNvSpPr>
            <p:nvPr userDrawn="1"/>
          </p:nvSpPr>
          <p:spPr bwMode="auto">
            <a:xfrm>
              <a:off x="8371581" y="5290617"/>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4" name="Oval 1214">
              <a:extLst>
                <a:ext uri="{FF2B5EF4-FFF2-40B4-BE49-F238E27FC236}">
                  <a16:creationId xmlns:a16="http://schemas.microsoft.com/office/drawing/2014/main" id="{B6E8F662-AC5B-4101-B8D9-FAA8D9AB46B5}"/>
                </a:ext>
              </a:extLst>
            </p:cNvPr>
            <p:cNvSpPr>
              <a:spLocks noChangeAspect="1" noChangeArrowheads="1"/>
            </p:cNvSpPr>
            <p:nvPr userDrawn="1"/>
          </p:nvSpPr>
          <p:spPr bwMode="auto">
            <a:xfrm>
              <a:off x="2641978"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5" name="Oval 1215">
              <a:extLst>
                <a:ext uri="{FF2B5EF4-FFF2-40B4-BE49-F238E27FC236}">
                  <a16:creationId xmlns:a16="http://schemas.microsoft.com/office/drawing/2014/main" id="{C57C7A82-6D70-4682-B88C-192D0F03BCCF}"/>
                </a:ext>
              </a:extLst>
            </p:cNvPr>
            <p:cNvSpPr>
              <a:spLocks noChangeAspect="1" noChangeArrowheads="1"/>
            </p:cNvSpPr>
            <p:nvPr userDrawn="1"/>
          </p:nvSpPr>
          <p:spPr bwMode="auto">
            <a:xfrm>
              <a:off x="2753555"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6" name="Oval 1216">
              <a:extLst>
                <a:ext uri="{FF2B5EF4-FFF2-40B4-BE49-F238E27FC236}">
                  <a16:creationId xmlns:a16="http://schemas.microsoft.com/office/drawing/2014/main" id="{4C0CE781-3FAF-4972-95E6-EDD63D5A8DDC}"/>
                </a:ext>
              </a:extLst>
            </p:cNvPr>
            <p:cNvSpPr>
              <a:spLocks noChangeAspect="1" noChangeArrowheads="1"/>
            </p:cNvSpPr>
            <p:nvPr userDrawn="1"/>
          </p:nvSpPr>
          <p:spPr bwMode="auto">
            <a:xfrm>
              <a:off x="8260006" y="539465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7" name="Oval 1217">
              <a:extLst>
                <a:ext uri="{FF2B5EF4-FFF2-40B4-BE49-F238E27FC236}">
                  <a16:creationId xmlns:a16="http://schemas.microsoft.com/office/drawing/2014/main" id="{710753AA-5BCD-432A-B8B9-65D972DF91B0}"/>
                </a:ext>
              </a:extLst>
            </p:cNvPr>
            <p:cNvSpPr>
              <a:spLocks noChangeAspect="1" noChangeArrowheads="1"/>
            </p:cNvSpPr>
            <p:nvPr userDrawn="1"/>
          </p:nvSpPr>
          <p:spPr bwMode="auto">
            <a:xfrm>
              <a:off x="2641978" y="549718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8" name="Oval 1218">
              <a:extLst>
                <a:ext uri="{FF2B5EF4-FFF2-40B4-BE49-F238E27FC236}">
                  <a16:creationId xmlns:a16="http://schemas.microsoft.com/office/drawing/2014/main" id="{5030845C-349D-4829-B114-2E8045975EF4}"/>
                </a:ext>
              </a:extLst>
            </p:cNvPr>
            <p:cNvSpPr>
              <a:spLocks noChangeAspect="1" noChangeArrowheads="1"/>
            </p:cNvSpPr>
            <p:nvPr userDrawn="1"/>
          </p:nvSpPr>
          <p:spPr bwMode="auto">
            <a:xfrm>
              <a:off x="2753555" y="5497184"/>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79" name="Oval 1219">
              <a:extLst>
                <a:ext uri="{FF2B5EF4-FFF2-40B4-BE49-F238E27FC236}">
                  <a16:creationId xmlns:a16="http://schemas.microsoft.com/office/drawing/2014/main" id="{3F4C30C6-76F5-4D88-B3B7-6658C4FE48C1}"/>
                </a:ext>
              </a:extLst>
            </p:cNvPr>
            <p:cNvSpPr>
              <a:spLocks noChangeAspect="1" noChangeArrowheads="1"/>
            </p:cNvSpPr>
            <p:nvPr userDrawn="1"/>
          </p:nvSpPr>
          <p:spPr bwMode="auto">
            <a:xfrm>
              <a:off x="2641978" y="5601220"/>
              <a:ext cx="85945"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0" name="Oval 1220">
              <a:extLst>
                <a:ext uri="{FF2B5EF4-FFF2-40B4-BE49-F238E27FC236}">
                  <a16:creationId xmlns:a16="http://schemas.microsoft.com/office/drawing/2014/main" id="{A08B9F40-E39A-43CD-BC6D-06E8EEFA3C19}"/>
                </a:ext>
              </a:extLst>
            </p:cNvPr>
            <p:cNvSpPr>
              <a:spLocks noChangeAspect="1" noChangeArrowheads="1"/>
            </p:cNvSpPr>
            <p:nvPr userDrawn="1"/>
          </p:nvSpPr>
          <p:spPr bwMode="auto">
            <a:xfrm>
              <a:off x="2641978" y="570525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1" name="Oval 1221">
              <a:extLst>
                <a:ext uri="{FF2B5EF4-FFF2-40B4-BE49-F238E27FC236}">
                  <a16:creationId xmlns:a16="http://schemas.microsoft.com/office/drawing/2014/main" id="{0263F475-E373-414F-9501-33A778903847}"/>
                </a:ext>
              </a:extLst>
            </p:cNvPr>
            <p:cNvSpPr>
              <a:spLocks noChangeAspect="1" noChangeArrowheads="1"/>
            </p:cNvSpPr>
            <p:nvPr userDrawn="1"/>
          </p:nvSpPr>
          <p:spPr bwMode="auto">
            <a:xfrm>
              <a:off x="2753556" y="5705259"/>
              <a:ext cx="85945" cy="85942"/>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2" name="Oval 1222">
              <a:extLst>
                <a:ext uri="{FF2B5EF4-FFF2-40B4-BE49-F238E27FC236}">
                  <a16:creationId xmlns:a16="http://schemas.microsoft.com/office/drawing/2014/main" id="{B592A1F1-AA6E-4211-AE27-D068E6754BBD}"/>
                </a:ext>
              </a:extLst>
            </p:cNvPr>
            <p:cNvSpPr>
              <a:spLocks noChangeAspect="1" noChangeArrowheads="1"/>
            </p:cNvSpPr>
            <p:nvPr userDrawn="1"/>
          </p:nvSpPr>
          <p:spPr bwMode="auto">
            <a:xfrm>
              <a:off x="4103024" y="2697236"/>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sp>
          <p:nvSpPr>
            <p:cNvPr id="1283" name="Oval 1223">
              <a:extLst>
                <a:ext uri="{FF2B5EF4-FFF2-40B4-BE49-F238E27FC236}">
                  <a16:creationId xmlns:a16="http://schemas.microsoft.com/office/drawing/2014/main" id="{1B9D35E4-CF4A-4D1D-8EDC-9851E25A7ADA}"/>
                </a:ext>
              </a:extLst>
            </p:cNvPr>
            <p:cNvSpPr>
              <a:spLocks noChangeAspect="1" noChangeArrowheads="1"/>
            </p:cNvSpPr>
            <p:nvPr userDrawn="1"/>
          </p:nvSpPr>
          <p:spPr bwMode="auto">
            <a:xfrm>
              <a:off x="4214589" y="2697229"/>
              <a:ext cx="85943" cy="8594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42260">
                <a:defRPr/>
              </a:pPr>
              <a:endParaRPr lang="en-US" sz="2446" kern="0">
                <a:solidFill>
                  <a:srgbClr val="292929"/>
                </a:solidFill>
              </a:endParaRPr>
            </a:p>
          </p:txBody>
        </p:sp>
      </p:grpSp>
      <p:sp>
        <p:nvSpPr>
          <p:cNvPr id="4" name="Oval 3">
            <a:extLst>
              <a:ext uri="{FF2B5EF4-FFF2-40B4-BE49-F238E27FC236}">
                <a16:creationId xmlns:a16="http://schemas.microsoft.com/office/drawing/2014/main" id="{00A8D710-4E04-4682-94A1-5016BE2DE4D6}"/>
              </a:ext>
            </a:extLst>
          </p:cNvPr>
          <p:cNvSpPr/>
          <p:nvPr/>
        </p:nvSpPr>
        <p:spPr bwMode="auto">
          <a:xfrm>
            <a:off x="1459219" y="269628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07" name="Picture 1306">
            <a:extLst>
              <a:ext uri="{FF2B5EF4-FFF2-40B4-BE49-F238E27FC236}">
                <a16:creationId xmlns:a16="http://schemas.microsoft.com/office/drawing/2014/main" id="{F9801525-CE17-41B6-BEBF-958C613B42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4297" y="2911361"/>
            <a:ext cx="511343" cy="511344"/>
          </a:xfrm>
          <a:prstGeom prst="rect">
            <a:avLst/>
          </a:prstGeom>
        </p:spPr>
      </p:pic>
      <p:grpSp>
        <p:nvGrpSpPr>
          <p:cNvPr id="5" name="Group 4">
            <a:extLst>
              <a:ext uri="{FF2B5EF4-FFF2-40B4-BE49-F238E27FC236}">
                <a16:creationId xmlns:a16="http://schemas.microsoft.com/office/drawing/2014/main" id="{346284FC-9279-4518-8D97-9595E0A41E5F}"/>
              </a:ext>
            </a:extLst>
          </p:cNvPr>
          <p:cNvGrpSpPr/>
          <p:nvPr/>
        </p:nvGrpSpPr>
        <p:grpSpPr>
          <a:xfrm>
            <a:off x="3878569" y="2372434"/>
            <a:ext cx="941498" cy="941498"/>
            <a:chOff x="3878569" y="2372434"/>
            <a:chExt cx="941498" cy="941498"/>
          </a:xfrm>
        </p:grpSpPr>
        <p:sp>
          <p:nvSpPr>
            <p:cNvPr id="1291" name="Oval 1290">
              <a:extLst>
                <a:ext uri="{FF2B5EF4-FFF2-40B4-BE49-F238E27FC236}">
                  <a16:creationId xmlns:a16="http://schemas.microsoft.com/office/drawing/2014/main" id="{74DE8F38-D061-44D8-87CF-94C2F2E7D5C5}"/>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08" name="Picture 1307">
              <a:extLst>
                <a:ext uri="{FF2B5EF4-FFF2-40B4-BE49-F238E27FC236}">
                  <a16:creationId xmlns:a16="http://schemas.microsoft.com/office/drawing/2014/main" id="{31AF2F9E-7726-4AF0-8C07-872C922C7F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6" name="Group 5">
            <a:extLst>
              <a:ext uri="{FF2B5EF4-FFF2-40B4-BE49-F238E27FC236}">
                <a16:creationId xmlns:a16="http://schemas.microsoft.com/office/drawing/2014/main" id="{E9E1CB78-B4B7-4066-B204-8A450C0C5B70}"/>
              </a:ext>
            </a:extLst>
          </p:cNvPr>
          <p:cNvGrpSpPr/>
          <p:nvPr/>
        </p:nvGrpSpPr>
        <p:grpSpPr>
          <a:xfrm>
            <a:off x="3908505" y="5161899"/>
            <a:ext cx="941498" cy="941498"/>
            <a:chOff x="3908505" y="5161899"/>
            <a:chExt cx="941498" cy="941498"/>
          </a:xfrm>
        </p:grpSpPr>
        <p:sp>
          <p:nvSpPr>
            <p:cNvPr id="1295" name="Oval 1294">
              <a:extLst>
                <a:ext uri="{FF2B5EF4-FFF2-40B4-BE49-F238E27FC236}">
                  <a16:creationId xmlns:a16="http://schemas.microsoft.com/office/drawing/2014/main" id="{53C33A56-612F-4B21-B839-394DFA420218}"/>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09" name="Picture 1308">
              <a:extLst>
                <a:ext uri="{FF2B5EF4-FFF2-40B4-BE49-F238E27FC236}">
                  <a16:creationId xmlns:a16="http://schemas.microsoft.com/office/drawing/2014/main" id="{A6AA40F7-0CD9-41EE-BD83-0B8A927E2F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cxnSp>
        <p:nvCxnSpPr>
          <p:cNvPr id="1313" name="Straight Arrow Connector 1312">
            <a:extLst>
              <a:ext uri="{FF2B5EF4-FFF2-40B4-BE49-F238E27FC236}">
                <a16:creationId xmlns:a16="http://schemas.microsoft.com/office/drawing/2014/main" id="{C7608302-DCBC-4C98-8327-E98DCCAE78B0}"/>
              </a:ext>
            </a:extLst>
          </p:cNvPr>
          <p:cNvCxnSpPr>
            <a:cxnSpLocks/>
            <a:stCxn id="1295" idx="0"/>
            <a:endCxn id="1291" idx="4"/>
          </p:cNvCxnSpPr>
          <p:nvPr/>
        </p:nvCxnSpPr>
        <p:spPr>
          <a:xfrm flipH="1" flipV="1">
            <a:off x="4349318" y="3313932"/>
            <a:ext cx="29936" cy="1847967"/>
          </a:xfrm>
          <a:prstGeom prst="straightConnector1">
            <a:avLst/>
          </a:prstGeom>
          <a:ln w="28575">
            <a:solidFill>
              <a:schemeClr val="tx1"/>
            </a:solidFill>
            <a:headEnd type="none"/>
            <a:tailEnd type="arrow" w="med" len="sm"/>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201850F3-3892-4EC1-9A47-4738E827FCFE}"/>
              </a:ext>
            </a:extLst>
          </p:cNvPr>
          <p:cNvGrpSpPr/>
          <p:nvPr/>
        </p:nvGrpSpPr>
        <p:grpSpPr>
          <a:xfrm>
            <a:off x="1928855" y="3683188"/>
            <a:ext cx="4490434" cy="619438"/>
            <a:chOff x="1928855" y="3317193"/>
            <a:chExt cx="4490434" cy="619438"/>
          </a:xfrm>
        </p:grpSpPr>
        <p:cxnSp>
          <p:nvCxnSpPr>
            <p:cNvPr id="1315" name="Straight Arrow Connector 1314">
              <a:extLst>
                <a:ext uri="{FF2B5EF4-FFF2-40B4-BE49-F238E27FC236}">
                  <a16:creationId xmlns:a16="http://schemas.microsoft.com/office/drawing/2014/main" id="{213B7441-6890-4902-9F1D-343CB7091F60}"/>
                </a:ext>
              </a:extLst>
            </p:cNvPr>
            <p:cNvCxnSpPr>
              <a:cxnSpLocks/>
            </p:cNvCxnSpPr>
            <p:nvPr/>
          </p:nvCxnSpPr>
          <p:spPr>
            <a:xfrm flipV="1">
              <a:off x="6419289" y="3317193"/>
              <a:ext cx="0" cy="572227"/>
            </a:xfrm>
            <a:prstGeom prst="straightConnector1">
              <a:avLst/>
            </a:prstGeom>
            <a:ln w="28575">
              <a:solidFill>
                <a:schemeClr val="tx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1317" name="Straight Arrow Connector 1316">
              <a:extLst>
                <a:ext uri="{FF2B5EF4-FFF2-40B4-BE49-F238E27FC236}">
                  <a16:creationId xmlns:a16="http://schemas.microsoft.com/office/drawing/2014/main" id="{E2D1B6C2-5B24-415F-BFCA-FAF51D272867}"/>
                </a:ext>
              </a:extLst>
            </p:cNvPr>
            <p:cNvCxnSpPr>
              <a:cxnSpLocks/>
            </p:cNvCxnSpPr>
            <p:nvPr/>
          </p:nvCxnSpPr>
          <p:spPr>
            <a:xfrm flipV="1">
              <a:off x="1928855" y="3364404"/>
              <a:ext cx="0" cy="572227"/>
            </a:xfrm>
            <a:prstGeom prst="straightConnector1">
              <a:avLst/>
            </a:prstGeom>
            <a:ln w="28575">
              <a:solidFill>
                <a:schemeClr val="tx1"/>
              </a:solidFill>
              <a:headEnd type="none"/>
              <a:tailEnd type="arrow" w="med" len="sm"/>
            </a:ln>
          </p:spPr>
          <p:style>
            <a:lnRef idx="1">
              <a:schemeClr val="accent1"/>
            </a:lnRef>
            <a:fillRef idx="0">
              <a:schemeClr val="accent1"/>
            </a:fillRef>
            <a:effectRef idx="0">
              <a:schemeClr val="accent1"/>
            </a:effectRef>
            <a:fontRef idx="minor">
              <a:schemeClr val="tx1"/>
            </a:fontRef>
          </p:style>
        </p:cxnSp>
      </p:grpSp>
      <p:cxnSp>
        <p:nvCxnSpPr>
          <p:cNvPr id="1319" name="Straight Connector 1318">
            <a:extLst>
              <a:ext uri="{FF2B5EF4-FFF2-40B4-BE49-F238E27FC236}">
                <a16:creationId xmlns:a16="http://schemas.microsoft.com/office/drawing/2014/main" id="{7AD118A5-9877-4D12-84AB-3D4404103689}"/>
              </a:ext>
            </a:extLst>
          </p:cNvPr>
          <p:cNvCxnSpPr>
            <a:cxnSpLocks/>
          </p:cNvCxnSpPr>
          <p:nvPr/>
        </p:nvCxnSpPr>
        <p:spPr>
          <a:xfrm flipV="1">
            <a:off x="1928855" y="4255415"/>
            <a:ext cx="4516072" cy="47211"/>
          </a:xfrm>
          <a:prstGeom prst="line">
            <a:avLst/>
          </a:prstGeom>
          <a:ln w="2857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292" name="Group 1291">
            <a:extLst>
              <a:ext uri="{FF2B5EF4-FFF2-40B4-BE49-F238E27FC236}">
                <a16:creationId xmlns:a16="http://schemas.microsoft.com/office/drawing/2014/main" id="{DF7CB81D-8CB2-49CF-85AE-3BA494BE77A5}"/>
              </a:ext>
            </a:extLst>
          </p:cNvPr>
          <p:cNvGrpSpPr/>
          <p:nvPr/>
        </p:nvGrpSpPr>
        <p:grpSpPr>
          <a:xfrm>
            <a:off x="5974178" y="2696284"/>
            <a:ext cx="941498" cy="941498"/>
            <a:chOff x="3878569" y="2372434"/>
            <a:chExt cx="941498" cy="941498"/>
          </a:xfrm>
        </p:grpSpPr>
        <p:sp>
          <p:nvSpPr>
            <p:cNvPr id="1293" name="Oval 1292">
              <a:extLst>
                <a:ext uri="{FF2B5EF4-FFF2-40B4-BE49-F238E27FC236}">
                  <a16:creationId xmlns:a16="http://schemas.microsoft.com/office/drawing/2014/main" id="{12BBBD4D-C378-43C4-9DFB-6A619C12BF70}"/>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94" name="Picture 1293">
              <a:extLst>
                <a:ext uri="{FF2B5EF4-FFF2-40B4-BE49-F238E27FC236}">
                  <a16:creationId xmlns:a16="http://schemas.microsoft.com/office/drawing/2014/main" id="{33851261-3CAC-41AA-8BFF-3ACCC5A3B6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spTree>
    <p:extLst>
      <p:ext uri="{BB962C8B-B14F-4D97-AF65-F5344CB8AC3E}">
        <p14:creationId xmlns:p14="http://schemas.microsoft.com/office/powerpoint/2010/main" val="1779247666"/>
      </p:ext>
    </p:extLst>
  </p:cSld>
  <p:clrMapOvr>
    <a:masterClrMapping/>
  </p:clrMapOvr>
  <p:transition>
    <p:fade/>
  </p:transition>
</p:sld>
</file>

<file path=ppt/slides/slide45.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F4C84-9C1D-44EC-946F-01AA0C27AF75}"/>
              </a:ext>
            </a:extLst>
          </p:cNvPr>
          <p:cNvSpPr>
            <a:spLocks noGrp="1"/>
          </p:cNvSpPr>
          <p:nvPr>
            <p:ph type="title"/>
          </p:nvPr>
        </p:nvSpPr>
        <p:spPr/>
        <p:txBody>
          <a:bodyPr/>
          <a:lstStyle/>
          <a:p>
            <a:r>
              <a:rPr lang="en-US" sz="4000" dirty="0"/>
              <a:t>Traffic Manager Real User Measurements</a:t>
            </a:r>
          </a:p>
        </p:txBody>
      </p:sp>
      <p:sp>
        <p:nvSpPr>
          <p:cNvPr id="2529" name="Text Placeholder 549">
            <a:extLst>
              <a:ext uri="{FF2B5EF4-FFF2-40B4-BE49-F238E27FC236}">
                <a16:creationId xmlns:a16="http://schemas.microsoft.com/office/drawing/2014/main" id="{0A503EF8-02B0-4B53-9C70-A57A2FACC443}"/>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r>
              <a:rPr lang="en-US" sz="1800" dirty="0">
                <a:gradFill>
                  <a:gsLst>
                    <a:gs pos="1250">
                      <a:srgbClr val="353535"/>
                    </a:gs>
                    <a:gs pos="100000">
                      <a:srgbClr val="353535"/>
                    </a:gs>
                  </a:gsLst>
                  <a:lin ang="5400000" scaled="0"/>
                </a:gradFill>
              </a:rPr>
              <a:t>Increased accuracy in routing decisions by leveraging Real User Measurements (RUM) taken from where your end users connect from</a:t>
            </a:r>
          </a:p>
          <a:p>
            <a:pPr marL="0" indent="0" defTabSz="932563">
              <a:spcBef>
                <a:spcPts val="1199"/>
              </a:spcBef>
              <a:buNone/>
            </a:pPr>
            <a:endParaRPr lang="en-US" sz="1800" dirty="0">
              <a:gradFill>
                <a:gsLst>
                  <a:gs pos="1250">
                    <a:srgbClr val="353535"/>
                  </a:gs>
                  <a:gs pos="100000">
                    <a:srgbClr val="353535"/>
                  </a:gs>
                </a:gsLst>
                <a:lin ang="5400000" scaled="0"/>
              </a:gradFill>
            </a:endParaRPr>
          </a:p>
          <a:p>
            <a:pPr marL="0" indent="0" defTabSz="932563">
              <a:spcBef>
                <a:spcPts val="1199"/>
              </a:spcBef>
              <a:buNone/>
            </a:pPr>
            <a:r>
              <a:rPr lang="en-US" sz="1800" dirty="0">
                <a:gradFill>
                  <a:gsLst>
                    <a:gs pos="1250">
                      <a:srgbClr val="353535"/>
                    </a:gs>
                    <a:gs pos="100000">
                      <a:srgbClr val="353535"/>
                    </a:gs>
                  </a:gsLst>
                  <a:lin ang="5400000" scaled="0"/>
                </a:gradFill>
              </a:rPr>
              <a:t>Latency metrics are obtained from your customer base ensuring that all end users networks relevant to you are covered</a:t>
            </a:r>
          </a:p>
          <a:p>
            <a:pPr marL="0" indent="0" defTabSz="932563">
              <a:spcBef>
                <a:spcPts val="1199"/>
              </a:spcBef>
              <a:buNone/>
            </a:pPr>
            <a:endParaRPr lang="en-US" sz="1800" dirty="0">
              <a:gradFill>
                <a:gsLst>
                  <a:gs pos="1250">
                    <a:srgbClr val="353535"/>
                  </a:gs>
                  <a:gs pos="100000">
                    <a:srgbClr val="353535"/>
                  </a:gs>
                </a:gsLst>
                <a:lin ang="5400000" scaled="0"/>
              </a:gradFill>
            </a:endParaRPr>
          </a:p>
          <a:p>
            <a:pPr marL="0" indent="0" defTabSz="932563">
              <a:spcBef>
                <a:spcPts val="1199"/>
              </a:spcBef>
              <a:buNone/>
            </a:pPr>
            <a:r>
              <a:rPr lang="en-US" sz="1800" dirty="0">
                <a:gradFill>
                  <a:gsLst>
                    <a:gs pos="1250">
                      <a:srgbClr val="353535"/>
                    </a:gs>
                    <a:gs pos="100000">
                      <a:srgbClr val="353535"/>
                    </a:gs>
                  </a:gsLst>
                  <a:lin ang="5400000" scaled="0"/>
                </a:gradFill>
              </a:rPr>
              <a:t>Integration with Visual Studio Mobile Center</a:t>
            </a:r>
          </a:p>
        </p:txBody>
      </p:sp>
      <p:sp>
        <p:nvSpPr>
          <p:cNvPr id="3" name="Isosceles Triangle 2">
            <a:extLst>
              <a:ext uri="{FF2B5EF4-FFF2-40B4-BE49-F238E27FC236}">
                <a16:creationId xmlns:a16="http://schemas.microsoft.com/office/drawing/2014/main" id="{7398EA5D-BF22-404C-A29D-158C34B6A7A0}"/>
              </a:ext>
            </a:extLst>
          </p:cNvPr>
          <p:cNvSpPr/>
          <p:nvPr/>
        </p:nvSpPr>
        <p:spPr bwMode="auto">
          <a:xfrm rot="2709730">
            <a:off x="10514868" y="-1990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E97300C1-D993-4B0D-9338-6CA9601B68E1}"/>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a:extLst>
              <a:ext uri="{FF2B5EF4-FFF2-40B4-BE49-F238E27FC236}">
                <a16:creationId xmlns:a16="http://schemas.microsoft.com/office/drawing/2014/main" id="{4420254D-057C-4C69-8931-021180E8E09F}"/>
              </a:ext>
            </a:extLst>
          </p:cNvPr>
          <p:cNvSpPr txBox="1"/>
          <p:nvPr/>
        </p:nvSpPr>
        <p:spPr>
          <a:xfrm rot="2697948">
            <a:off x="11037856" y="504519"/>
            <a:ext cx="1071447"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NEW</a:t>
            </a:r>
          </a:p>
        </p:txBody>
      </p:sp>
      <p:pic>
        <p:nvPicPr>
          <p:cNvPr id="2530" name="Picture 2529">
            <a:extLst>
              <a:ext uri="{FF2B5EF4-FFF2-40B4-BE49-F238E27FC236}">
                <a16:creationId xmlns:a16="http://schemas.microsoft.com/office/drawing/2014/main" id="{C835A18C-C7F4-4AFF-97FE-97FA08C576CD}"/>
              </a:ext>
            </a:extLst>
          </p:cNvPr>
          <p:cNvPicPr>
            <a:picLocks noChangeAspect="1"/>
          </p:cNvPicPr>
          <p:nvPr/>
        </p:nvPicPr>
        <p:blipFill>
          <a:blip r:embed="rId3">
            <a:biLevel thresh="25000"/>
          </a:blip>
          <a:stretch>
            <a:fillRect/>
          </a:stretch>
        </p:blipFill>
        <p:spPr>
          <a:xfrm>
            <a:off x="-106060" y="2114495"/>
            <a:ext cx="8541249" cy="4803345"/>
          </a:xfrm>
          <a:prstGeom prst="rect">
            <a:avLst/>
          </a:prstGeom>
        </p:spPr>
      </p:pic>
      <p:cxnSp>
        <p:nvCxnSpPr>
          <p:cNvPr id="2531" name="Connector: Curved 2530">
            <a:extLst>
              <a:ext uri="{FF2B5EF4-FFF2-40B4-BE49-F238E27FC236}">
                <a16:creationId xmlns:a16="http://schemas.microsoft.com/office/drawing/2014/main" id="{239CA251-40AB-486C-AAD6-E53E33433C48}"/>
              </a:ext>
            </a:extLst>
          </p:cNvPr>
          <p:cNvCxnSpPr>
            <a:cxnSpLocks/>
            <a:stCxn id="2585" idx="6"/>
            <a:endCxn id="2587" idx="2"/>
          </p:cNvCxnSpPr>
          <p:nvPr/>
        </p:nvCxnSpPr>
        <p:spPr>
          <a:xfrm flipV="1">
            <a:off x="5762850" y="4542152"/>
            <a:ext cx="592507" cy="147997"/>
          </a:xfrm>
          <a:prstGeom prst="curvedConnector3">
            <a:avLst>
              <a:gd name="adj1" fmla="val 5000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532" name="Group 2531">
            <a:extLst>
              <a:ext uri="{FF2B5EF4-FFF2-40B4-BE49-F238E27FC236}">
                <a16:creationId xmlns:a16="http://schemas.microsoft.com/office/drawing/2014/main" id="{2E9CC5D0-ADA7-44AA-ADB6-42C19A9570B7}"/>
              </a:ext>
            </a:extLst>
          </p:cNvPr>
          <p:cNvGrpSpPr/>
          <p:nvPr/>
        </p:nvGrpSpPr>
        <p:grpSpPr>
          <a:xfrm>
            <a:off x="1149827" y="3733564"/>
            <a:ext cx="90355" cy="87252"/>
            <a:chOff x="1259812" y="3411205"/>
            <a:chExt cx="90367" cy="87264"/>
          </a:xfrm>
        </p:grpSpPr>
        <p:sp>
          <p:nvSpPr>
            <p:cNvPr id="2533" name="Circle: Hollow 2532">
              <a:extLst>
                <a:ext uri="{FF2B5EF4-FFF2-40B4-BE49-F238E27FC236}">
                  <a16:creationId xmlns:a16="http://schemas.microsoft.com/office/drawing/2014/main" id="{A3234865-3413-4295-8099-DD26444C2F6F}"/>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34" name="Oval 2533">
              <a:extLst>
                <a:ext uri="{FF2B5EF4-FFF2-40B4-BE49-F238E27FC236}">
                  <a16:creationId xmlns:a16="http://schemas.microsoft.com/office/drawing/2014/main" id="{E47F4AAB-D951-4614-82B6-21D957F4E2AB}"/>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35" name="Group 2534">
            <a:extLst>
              <a:ext uri="{FF2B5EF4-FFF2-40B4-BE49-F238E27FC236}">
                <a16:creationId xmlns:a16="http://schemas.microsoft.com/office/drawing/2014/main" id="{5693AF7D-108E-4AC7-9884-9377057DC71E}"/>
              </a:ext>
            </a:extLst>
          </p:cNvPr>
          <p:cNvGrpSpPr/>
          <p:nvPr/>
        </p:nvGrpSpPr>
        <p:grpSpPr>
          <a:xfrm>
            <a:off x="2064097" y="3943084"/>
            <a:ext cx="90355" cy="87252"/>
            <a:chOff x="1259812" y="3411205"/>
            <a:chExt cx="90367" cy="87264"/>
          </a:xfrm>
        </p:grpSpPr>
        <p:sp>
          <p:nvSpPr>
            <p:cNvPr id="2536" name="Circle: Hollow 2535">
              <a:extLst>
                <a:ext uri="{FF2B5EF4-FFF2-40B4-BE49-F238E27FC236}">
                  <a16:creationId xmlns:a16="http://schemas.microsoft.com/office/drawing/2014/main" id="{E389AA58-E498-4244-8604-6BE875AB0AAC}"/>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37" name="Oval 2536">
              <a:extLst>
                <a:ext uri="{FF2B5EF4-FFF2-40B4-BE49-F238E27FC236}">
                  <a16:creationId xmlns:a16="http://schemas.microsoft.com/office/drawing/2014/main" id="{69082825-DC9B-4B36-BA0A-BA78499AD9B6}"/>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38" name="Group 2537">
            <a:extLst>
              <a:ext uri="{FF2B5EF4-FFF2-40B4-BE49-F238E27FC236}">
                <a16:creationId xmlns:a16="http://schemas.microsoft.com/office/drawing/2014/main" id="{1C22A104-8869-4608-8394-79B963A1CD36}"/>
              </a:ext>
            </a:extLst>
          </p:cNvPr>
          <p:cNvGrpSpPr/>
          <p:nvPr/>
        </p:nvGrpSpPr>
        <p:grpSpPr>
          <a:xfrm>
            <a:off x="1195004" y="4019765"/>
            <a:ext cx="90355" cy="87252"/>
            <a:chOff x="1259812" y="3411205"/>
            <a:chExt cx="90367" cy="87264"/>
          </a:xfrm>
        </p:grpSpPr>
        <p:sp>
          <p:nvSpPr>
            <p:cNvPr id="2539" name="Circle: Hollow 2538">
              <a:extLst>
                <a:ext uri="{FF2B5EF4-FFF2-40B4-BE49-F238E27FC236}">
                  <a16:creationId xmlns:a16="http://schemas.microsoft.com/office/drawing/2014/main" id="{2459AA98-8A4C-40B5-B9E9-1735FDB8801D}"/>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40" name="Oval 2539">
              <a:extLst>
                <a:ext uri="{FF2B5EF4-FFF2-40B4-BE49-F238E27FC236}">
                  <a16:creationId xmlns:a16="http://schemas.microsoft.com/office/drawing/2014/main" id="{691FA87A-311E-49AD-93EE-8C44F896A71C}"/>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41" name="Group 2540">
            <a:extLst>
              <a:ext uri="{FF2B5EF4-FFF2-40B4-BE49-F238E27FC236}">
                <a16:creationId xmlns:a16="http://schemas.microsoft.com/office/drawing/2014/main" id="{DC8B6183-3099-40A7-BF99-5742FEC58CF5}"/>
              </a:ext>
            </a:extLst>
          </p:cNvPr>
          <p:cNvGrpSpPr/>
          <p:nvPr/>
        </p:nvGrpSpPr>
        <p:grpSpPr>
          <a:xfrm>
            <a:off x="1664104" y="4052820"/>
            <a:ext cx="90355" cy="87252"/>
            <a:chOff x="1259812" y="3411205"/>
            <a:chExt cx="90367" cy="87264"/>
          </a:xfrm>
        </p:grpSpPr>
        <p:sp>
          <p:nvSpPr>
            <p:cNvPr id="2542" name="Circle: Hollow 2541">
              <a:extLst>
                <a:ext uri="{FF2B5EF4-FFF2-40B4-BE49-F238E27FC236}">
                  <a16:creationId xmlns:a16="http://schemas.microsoft.com/office/drawing/2014/main" id="{5F51A409-5105-4D49-8B6F-8FD5CC6A4795}"/>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43" name="Oval 2542">
              <a:extLst>
                <a:ext uri="{FF2B5EF4-FFF2-40B4-BE49-F238E27FC236}">
                  <a16:creationId xmlns:a16="http://schemas.microsoft.com/office/drawing/2014/main" id="{DF3928D9-891D-4BDF-AE0E-953ADD9BEF8A}"/>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sp>
        <p:nvSpPr>
          <p:cNvPr id="2544" name="Oval 592">
            <a:extLst>
              <a:ext uri="{FF2B5EF4-FFF2-40B4-BE49-F238E27FC236}">
                <a16:creationId xmlns:a16="http://schemas.microsoft.com/office/drawing/2014/main" id="{1CC4FE23-B297-45DE-B167-70DFAEA90B92}"/>
              </a:ext>
            </a:extLst>
          </p:cNvPr>
          <p:cNvSpPr>
            <a:spLocks noChangeAspect="1" noChangeArrowheads="1"/>
          </p:cNvSpPr>
          <p:nvPr/>
        </p:nvSpPr>
        <p:spPr bwMode="auto">
          <a:xfrm>
            <a:off x="1448172" y="3891116"/>
            <a:ext cx="49705" cy="51968"/>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7554">
              <a:defRPr/>
            </a:pPr>
            <a:endParaRPr lang="en-US" sz="2398" kern="0" dirty="0">
              <a:solidFill>
                <a:srgbClr val="292929"/>
              </a:solidFill>
              <a:latin typeface="Segoe UI Semilight"/>
            </a:endParaRPr>
          </a:p>
        </p:txBody>
      </p:sp>
      <p:grpSp>
        <p:nvGrpSpPr>
          <p:cNvPr id="2545" name="Group 2544">
            <a:extLst>
              <a:ext uri="{FF2B5EF4-FFF2-40B4-BE49-F238E27FC236}">
                <a16:creationId xmlns:a16="http://schemas.microsoft.com/office/drawing/2014/main" id="{337FDA9C-4F1E-4CAD-AB78-9C48DEB0E5AF}"/>
              </a:ext>
            </a:extLst>
          </p:cNvPr>
          <p:cNvGrpSpPr/>
          <p:nvPr/>
        </p:nvGrpSpPr>
        <p:grpSpPr>
          <a:xfrm>
            <a:off x="2109273" y="5190682"/>
            <a:ext cx="90355" cy="87252"/>
            <a:chOff x="1259812" y="3411205"/>
            <a:chExt cx="90367" cy="87264"/>
          </a:xfrm>
        </p:grpSpPr>
        <p:sp>
          <p:nvSpPr>
            <p:cNvPr id="2546" name="Circle: Hollow 2545">
              <a:extLst>
                <a:ext uri="{FF2B5EF4-FFF2-40B4-BE49-F238E27FC236}">
                  <a16:creationId xmlns:a16="http://schemas.microsoft.com/office/drawing/2014/main" id="{7ECA3441-7F76-4A43-BEB6-ACC3EB17D43E}"/>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47" name="Oval 2546">
              <a:extLst>
                <a:ext uri="{FF2B5EF4-FFF2-40B4-BE49-F238E27FC236}">
                  <a16:creationId xmlns:a16="http://schemas.microsoft.com/office/drawing/2014/main" id="{314D82BB-68C8-4732-B482-1E55DE93C254}"/>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48" name="Group 2547">
            <a:extLst>
              <a:ext uri="{FF2B5EF4-FFF2-40B4-BE49-F238E27FC236}">
                <a16:creationId xmlns:a16="http://schemas.microsoft.com/office/drawing/2014/main" id="{F011C59C-B0BE-481D-A70D-40CE1BBB1BCA}"/>
              </a:ext>
            </a:extLst>
          </p:cNvPr>
          <p:cNvGrpSpPr/>
          <p:nvPr/>
        </p:nvGrpSpPr>
        <p:grpSpPr>
          <a:xfrm>
            <a:off x="2911702" y="5476392"/>
            <a:ext cx="90355" cy="87252"/>
            <a:chOff x="1259812" y="3411205"/>
            <a:chExt cx="90367" cy="87264"/>
          </a:xfrm>
        </p:grpSpPr>
        <p:sp>
          <p:nvSpPr>
            <p:cNvPr id="2549" name="Circle: Hollow 2548">
              <a:extLst>
                <a:ext uri="{FF2B5EF4-FFF2-40B4-BE49-F238E27FC236}">
                  <a16:creationId xmlns:a16="http://schemas.microsoft.com/office/drawing/2014/main" id="{CA06C112-7E08-4147-A5A1-45BB329F1620}"/>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50" name="Oval 2549">
              <a:extLst>
                <a:ext uri="{FF2B5EF4-FFF2-40B4-BE49-F238E27FC236}">
                  <a16:creationId xmlns:a16="http://schemas.microsoft.com/office/drawing/2014/main" id="{ECCDE96A-6066-4FCE-A430-9C6E11C95571}"/>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51" name="Group 2550">
            <a:extLst>
              <a:ext uri="{FF2B5EF4-FFF2-40B4-BE49-F238E27FC236}">
                <a16:creationId xmlns:a16="http://schemas.microsoft.com/office/drawing/2014/main" id="{6DBC829D-AF56-4546-8BD5-F3A67D680444}"/>
              </a:ext>
            </a:extLst>
          </p:cNvPr>
          <p:cNvGrpSpPr/>
          <p:nvPr/>
        </p:nvGrpSpPr>
        <p:grpSpPr>
          <a:xfrm>
            <a:off x="2283141" y="6057334"/>
            <a:ext cx="90355" cy="87252"/>
            <a:chOff x="1259812" y="3411205"/>
            <a:chExt cx="90367" cy="87264"/>
          </a:xfrm>
        </p:grpSpPr>
        <p:sp>
          <p:nvSpPr>
            <p:cNvPr id="2552" name="Circle: Hollow 2551">
              <a:extLst>
                <a:ext uri="{FF2B5EF4-FFF2-40B4-BE49-F238E27FC236}">
                  <a16:creationId xmlns:a16="http://schemas.microsoft.com/office/drawing/2014/main" id="{134D15CE-C83D-4CB8-BF47-11BD33830E5A}"/>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53" name="Oval 2552">
              <a:extLst>
                <a:ext uri="{FF2B5EF4-FFF2-40B4-BE49-F238E27FC236}">
                  <a16:creationId xmlns:a16="http://schemas.microsoft.com/office/drawing/2014/main" id="{EA829161-AE0A-4835-AA88-D51981704FDF}"/>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sp>
        <p:nvSpPr>
          <p:cNvPr id="2554" name="Oval 592">
            <a:extLst>
              <a:ext uri="{FF2B5EF4-FFF2-40B4-BE49-F238E27FC236}">
                <a16:creationId xmlns:a16="http://schemas.microsoft.com/office/drawing/2014/main" id="{C83ECE1A-3155-4865-8173-D4FE5EEF8FAB}"/>
              </a:ext>
            </a:extLst>
          </p:cNvPr>
          <p:cNvSpPr>
            <a:spLocks noChangeAspect="1" noChangeArrowheads="1"/>
          </p:cNvSpPr>
          <p:nvPr/>
        </p:nvSpPr>
        <p:spPr bwMode="auto">
          <a:xfrm>
            <a:off x="2583992" y="5368679"/>
            <a:ext cx="49705" cy="51968"/>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7554">
              <a:defRPr/>
            </a:pPr>
            <a:endParaRPr lang="en-US" sz="2398" kern="0" dirty="0">
              <a:solidFill>
                <a:srgbClr val="292929"/>
              </a:solidFill>
              <a:latin typeface="Segoe UI Semilight"/>
            </a:endParaRPr>
          </a:p>
        </p:txBody>
      </p:sp>
      <p:grpSp>
        <p:nvGrpSpPr>
          <p:cNvPr id="2555" name="Group 2554">
            <a:extLst>
              <a:ext uri="{FF2B5EF4-FFF2-40B4-BE49-F238E27FC236}">
                <a16:creationId xmlns:a16="http://schemas.microsoft.com/office/drawing/2014/main" id="{0F0513C3-BCAA-4825-B593-43C143D330EA}"/>
              </a:ext>
            </a:extLst>
          </p:cNvPr>
          <p:cNvGrpSpPr/>
          <p:nvPr/>
        </p:nvGrpSpPr>
        <p:grpSpPr>
          <a:xfrm>
            <a:off x="3845019" y="3476425"/>
            <a:ext cx="90355" cy="87252"/>
            <a:chOff x="1259812" y="3411205"/>
            <a:chExt cx="90367" cy="87264"/>
          </a:xfrm>
        </p:grpSpPr>
        <p:sp>
          <p:nvSpPr>
            <p:cNvPr id="2556" name="Circle: Hollow 2555">
              <a:extLst>
                <a:ext uri="{FF2B5EF4-FFF2-40B4-BE49-F238E27FC236}">
                  <a16:creationId xmlns:a16="http://schemas.microsoft.com/office/drawing/2014/main" id="{1D260A17-FFF8-499D-94AF-5A1A673740C0}"/>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57" name="Oval 2556">
              <a:extLst>
                <a:ext uri="{FF2B5EF4-FFF2-40B4-BE49-F238E27FC236}">
                  <a16:creationId xmlns:a16="http://schemas.microsoft.com/office/drawing/2014/main" id="{9FB16057-8ECE-46E9-BC87-B1B2514046E6}"/>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58" name="Group 2557">
            <a:extLst>
              <a:ext uri="{FF2B5EF4-FFF2-40B4-BE49-F238E27FC236}">
                <a16:creationId xmlns:a16="http://schemas.microsoft.com/office/drawing/2014/main" id="{6E4337BE-8166-4DD6-8DC8-75B4327199BD}"/>
              </a:ext>
            </a:extLst>
          </p:cNvPr>
          <p:cNvGrpSpPr/>
          <p:nvPr/>
        </p:nvGrpSpPr>
        <p:grpSpPr>
          <a:xfrm>
            <a:off x="4647810" y="3335110"/>
            <a:ext cx="90355" cy="87252"/>
            <a:chOff x="1259812" y="3411205"/>
            <a:chExt cx="90367" cy="87264"/>
          </a:xfrm>
        </p:grpSpPr>
        <p:sp>
          <p:nvSpPr>
            <p:cNvPr id="2559" name="Circle: Hollow 2558">
              <a:extLst>
                <a:ext uri="{FF2B5EF4-FFF2-40B4-BE49-F238E27FC236}">
                  <a16:creationId xmlns:a16="http://schemas.microsoft.com/office/drawing/2014/main" id="{002B894D-5FFF-4A7C-9336-01A9137387B9}"/>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60" name="Oval 2559">
              <a:extLst>
                <a:ext uri="{FF2B5EF4-FFF2-40B4-BE49-F238E27FC236}">
                  <a16:creationId xmlns:a16="http://schemas.microsoft.com/office/drawing/2014/main" id="{626C2688-455A-47A2-A67C-D496A49896AB}"/>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61" name="Group 2560">
            <a:extLst>
              <a:ext uri="{FF2B5EF4-FFF2-40B4-BE49-F238E27FC236}">
                <a16:creationId xmlns:a16="http://schemas.microsoft.com/office/drawing/2014/main" id="{D384D24A-289A-4F20-B5E9-C5A65B60C7A7}"/>
              </a:ext>
            </a:extLst>
          </p:cNvPr>
          <p:cNvGrpSpPr/>
          <p:nvPr/>
        </p:nvGrpSpPr>
        <p:grpSpPr>
          <a:xfrm>
            <a:off x="4454533" y="4219270"/>
            <a:ext cx="90355" cy="87252"/>
            <a:chOff x="1259812" y="3411205"/>
            <a:chExt cx="90367" cy="87264"/>
          </a:xfrm>
        </p:grpSpPr>
        <p:sp>
          <p:nvSpPr>
            <p:cNvPr id="2562" name="Circle: Hollow 2561">
              <a:extLst>
                <a:ext uri="{FF2B5EF4-FFF2-40B4-BE49-F238E27FC236}">
                  <a16:creationId xmlns:a16="http://schemas.microsoft.com/office/drawing/2014/main" id="{B5178626-C48B-4F52-98EF-6633D89EB4C3}"/>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63" name="Oval 2562">
              <a:extLst>
                <a:ext uri="{FF2B5EF4-FFF2-40B4-BE49-F238E27FC236}">
                  <a16:creationId xmlns:a16="http://schemas.microsoft.com/office/drawing/2014/main" id="{06F39E2C-E810-454C-B084-CB20DF28A1B9}"/>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64" name="Group 2563">
            <a:extLst>
              <a:ext uri="{FF2B5EF4-FFF2-40B4-BE49-F238E27FC236}">
                <a16:creationId xmlns:a16="http://schemas.microsoft.com/office/drawing/2014/main" id="{3195B0C1-516D-49B2-A2B0-B5F4F06CC3AA}"/>
              </a:ext>
            </a:extLst>
          </p:cNvPr>
          <p:cNvGrpSpPr/>
          <p:nvPr/>
        </p:nvGrpSpPr>
        <p:grpSpPr>
          <a:xfrm>
            <a:off x="4822568" y="3907407"/>
            <a:ext cx="90355" cy="87252"/>
            <a:chOff x="1259812" y="3411205"/>
            <a:chExt cx="90367" cy="87264"/>
          </a:xfrm>
        </p:grpSpPr>
        <p:sp>
          <p:nvSpPr>
            <p:cNvPr id="2566" name="Circle: Hollow 2565">
              <a:extLst>
                <a:ext uri="{FF2B5EF4-FFF2-40B4-BE49-F238E27FC236}">
                  <a16:creationId xmlns:a16="http://schemas.microsoft.com/office/drawing/2014/main" id="{A7AE5F6B-E3A0-4FA9-8E37-A448F13E1212}"/>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67" name="Oval 2566">
              <a:extLst>
                <a:ext uri="{FF2B5EF4-FFF2-40B4-BE49-F238E27FC236}">
                  <a16:creationId xmlns:a16="http://schemas.microsoft.com/office/drawing/2014/main" id="{858E6D7C-8E6B-4944-B114-BCA339DF5E6F}"/>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sp>
        <p:nvSpPr>
          <p:cNvPr id="2568" name="Oval 592">
            <a:extLst>
              <a:ext uri="{FF2B5EF4-FFF2-40B4-BE49-F238E27FC236}">
                <a16:creationId xmlns:a16="http://schemas.microsoft.com/office/drawing/2014/main" id="{D33F1BFE-D630-407B-97D9-79C8C1405BB2}"/>
              </a:ext>
            </a:extLst>
          </p:cNvPr>
          <p:cNvSpPr>
            <a:spLocks noChangeAspect="1" noChangeArrowheads="1"/>
          </p:cNvSpPr>
          <p:nvPr/>
        </p:nvSpPr>
        <p:spPr bwMode="auto">
          <a:xfrm>
            <a:off x="4203013" y="3606803"/>
            <a:ext cx="49705" cy="51968"/>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7554">
              <a:defRPr/>
            </a:pPr>
            <a:endParaRPr lang="en-US" sz="2398" kern="0" dirty="0">
              <a:solidFill>
                <a:srgbClr val="292929"/>
              </a:solidFill>
              <a:latin typeface="Segoe UI Semilight"/>
            </a:endParaRPr>
          </a:p>
        </p:txBody>
      </p:sp>
      <p:grpSp>
        <p:nvGrpSpPr>
          <p:cNvPr id="2569" name="Group 2568">
            <a:extLst>
              <a:ext uri="{FF2B5EF4-FFF2-40B4-BE49-F238E27FC236}">
                <a16:creationId xmlns:a16="http://schemas.microsoft.com/office/drawing/2014/main" id="{7462E9CE-6335-4BA2-B226-DCDD64D7AC36}"/>
              </a:ext>
            </a:extLst>
          </p:cNvPr>
          <p:cNvGrpSpPr/>
          <p:nvPr/>
        </p:nvGrpSpPr>
        <p:grpSpPr>
          <a:xfrm>
            <a:off x="7340199" y="5800196"/>
            <a:ext cx="90355" cy="87252"/>
            <a:chOff x="1259812" y="3411205"/>
            <a:chExt cx="90367" cy="87264"/>
          </a:xfrm>
        </p:grpSpPr>
        <p:sp>
          <p:nvSpPr>
            <p:cNvPr id="2570" name="Circle: Hollow 2569">
              <a:extLst>
                <a:ext uri="{FF2B5EF4-FFF2-40B4-BE49-F238E27FC236}">
                  <a16:creationId xmlns:a16="http://schemas.microsoft.com/office/drawing/2014/main" id="{67E1F436-C0C0-4F34-8AF1-81C867612677}"/>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71" name="Oval 2570">
              <a:extLst>
                <a:ext uri="{FF2B5EF4-FFF2-40B4-BE49-F238E27FC236}">
                  <a16:creationId xmlns:a16="http://schemas.microsoft.com/office/drawing/2014/main" id="{B8613220-224B-4C38-AB0B-4CB2416E8D97}"/>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72" name="Group 2571">
            <a:extLst>
              <a:ext uri="{FF2B5EF4-FFF2-40B4-BE49-F238E27FC236}">
                <a16:creationId xmlns:a16="http://schemas.microsoft.com/office/drawing/2014/main" id="{B6F81C2C-031A-4223-B4BD-73913DC8A0EF}"/>
              </a:ext>
            </a:extLst>
          </p:cNvPr>
          <p:cNvGrpSpPr/>
          <p:nvPr/>
        </p:nvGrpSpPr>
        <p:grpSpPr>
          <a:xfrm>
            <a:off x="6616401" y="5739360"/>
            <a:ext cx="90355" cy="87252"/>
            <a:chOff x="1259812" y="3411205"/>
            <a:chExt cx="90367" cy="87264"/>
          </a:xfrm>
        </p:grpSpPr>
        <p:sp>
          <p:nvSpPr>
            <p:cNvPr id="2573" name="Circle: Hollow 2572">
              <a:extLst>
                <a:ext uri="{FF2B5EF4-FFF2-40B4-BE49-F238E27FC236}">
                  <a16:creationId xmlns:a16="http://schemas.microsoft.com/office/drawing/2014/main" id="{B0549729-2084-4852-B133-B77A83336394}"/>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74" name="Oval 2573">
              <a:extLst>
                <a:ext uri="{FF2B5EF4-FFF2-40B4-BE49-F238E27FC236}">
                  <a16:creationId xmlns:a16="http://schemas.microsoft.com/office/drawing/2014/main" id="{52D872C4-8A8F-4A98-BD3E-BEED0F5CCFC0}"/>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75" name="Group 2574">
            <a:extLst>
              <a:ext uri="{FF2B5EF4-FFF2-40B4-BE49-F238E27FC236}">
                <a16:creationId xmlns:a16="http://schemas.microsoft.com/office/drawing/2014/main" id="{139C9CD3-94D4-4B30-8D73-0CCBDE03F673}"/>
              </a:ext>
            </a:extLst>
          </p:cNvPr>
          <p:cNvGrpSpPr/>
          <p:nvPr/>
        </p:nvGrpSpPr>
        <p:grpSpPr>
          <a:xfrm>
            <a:off x="7812805" y="6285902"/>
            <a:ext cx="90355" cy="87252"/>
            <a:chOff x="1259812" y="3411205"/>
            <a:chExt cx="90367" cy="87264"/>
          </a:xfrm>
        </p:grpSpPr>
        <p:sp>
          <p:nvSpPr>
            <p:cNvPr id="2576" name="Circle: Hollow 2575">
              <a:extLst>
                <a:ext uri="{FF2B5EF4-FFF2-40B4-BE49-F238E27FC236}">
                  <a16:creationId xmlns:a16="http://schemas.microsoft.com/office/drawing/2014/main" id="{BC2F7E03-7FCA-47A1-AFB3-56B204597E78}"/>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77" name="Oval 2576">
              <a:extLst>
                <a:ext uri="{FF2B5EF4-FFF2-40B4-BE49-F238E27FC236}">
                  <a16:creationId xmlns:a16="http://schemas.microsoft.com/office/drawing/2014/main" id="{B21FF7F7-B2C9-4541-A95A-CFED108163F6}"/>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78" name="Group 2577">
            <a:extLst>
              <a:ext uri="{FF2B5EF4-FFF2-40B4-BE49-F238E27FC236}">
                <a16:creationId xmlns:a16="http://schemas.microsoft.com/office/drawing/2014/main" id="{6F4DEDEF-D160-4B6A-A8AD-443693987FBE}"/>
              </a:ext>
            </a:extLst>
          </p:cNvPr>
          <p:cNvGrpSpPr/>
          <p:nvPr/>
        </p:nvGrpSpPr>
        <p:grpSpPr>
          <a:xfrm>
            <a:off x="6129067" y="4771642"/>
            <a:ext cx="90355" cy="87252"/>
            <a:chOff x="1259812" y="3411205"/>
            <a:chExt cx="90367" cy="87264"/>
          </a:xfrm>
        </p:grpSpPr>
        <p:sp>
          <p:nvSpPr>
            <p:cNvPr id="2579" name="Circle: Hollow 2578">
              <a:extLst>
                <a:ext uri="{FF2B5EF4-FFF2-40B4-BE49-F238E27FC236}">
                  <a16:creationId xmlns:a16="http://schemas.microsoft.com/office/drawing/2014/main" id="{41A7536F-4414-4C49-BD6F-25322C41B673}"/>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80" name="Oval 2579">
              <a:extLst>
                <a:ext uri="{FF2B5EF4-FFF2-40B4-BE49-F238E27FC236}">
                  <a16:creationId xmlns:a16="http://schemas.microsoft.com/office/drawing/2014/main" id="{8F449AB5-DF1C-4D13-A90D-ADE39E79AAC9}"/>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81" name="Group 2580">
            <a:extLst>
              <a:ext uri="{FF2B5EF4-FFF2-40B4-BE49-F238E27FC236}">
                <a16:creationId xmlns:a16="http://schemas.microsoft.com/office/drawing/2014/main" id="{B16C3776-5709-4BA8-A282-6EB3B4B313AE}"/>
              </a:ext>
            </a:extLst>
          </p:cNvPr>
          <p:cNvGrpSpPr/>
          <p:nvPr/>
        </p:nvGrpSpPr>
        <p:grpSpPr>
          <a:xfrm>
            <a:off x="7083060" y="3994659"/>
            <a:ext cx="90355" cy="87252"/>
            <a:chOff x="1259812" y="3411205"/>
            <a:chExt cx="90367" cy="87264"/>
          </a:xfrm>
        </p:grpSpPr>
        <p:sp>
          <p:nvSpPr>
            <p:cNvPr id="2582" name="Circle: Hollow 2581">
              <a:extLst>
                <a:ext uri="{FF2B5EF4-FFF2-40B4-BE49-F238E27FC236}">
                  <a16:creationId xmlns:a16="http://schemas.microsoft.com/office/drawing/2014/main" id="{5925A426-2855-465F-8F1E-5B5BFE29D02D}"/>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83" name="Oval 2582">
              <a:extLst>
                <a:ext uri="{FF2B5EF4-FFF2-40B4-BE49-F238E27FC236}">
                  <a16:creationId xmlns:a16="http://schemas.microsoft.com/office/drawing/2014/main" id="{57363CA6-8D65-45E0-9E25-20D83237AE52}"/>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grpSp>
        <p:nvGrpSpPr>
          <p:cNvPr id="2584" name="Group 2583">
            <a:extLst>
              <a:ext uri="{FF2B5EF4-FFF2-40B4-BE49-F238E27FC236}">
                <a16:creationId xmlns:a16="http://schemas.microsoft.com/office/drawing/2014/main" id="{2A51D8FA-7B13-4330-B976-2357ADD7469C}"/>
              </a:ext>
            </a:extLst>
          </p:cNvPr>
          <p:cNvGrpSpPr/>
          <p:nvPr/>
        </p:nvGrpSpPr>
        <p:grpSpPr>
          <a:xfrm>
            <a:off x="5683084" y="4647834"/>
            <a:ext cx="90355" cy="87252"/>
            <a:chOff x="1259812" y="3411205"/>
            <a:chExt cx="90367" cy="87264"/>
          </a:xfrm>
        </p:grpSpPr>
        <p:sp>
          <p:nvSpPr>
            <p:cNvPr id="2585" name="Circle: Hollow 2584">
              <a:extLst>
                <a:ext uri="{FF2B5EF4-FFF2-40B4-BE49-F238E27FC236}">
                  <a16:creationId xmlns:a16="http://schemas.microsoft.com/office/drawing/2014/main" id="{AAC7FA41-6BD3-4ECA-96A0-60565A573745}"/>
                </a:ext>
              </a:extLst>
            </p:cNvPr>
            <p:cNvSpPr/>
            <p:nvPr/>
          </p:nvSpPr>
          <p:spPr>
            <a:xfrm>
              <a:off x="1270403" y="3419155"/>
              <a:ext cx="69187" cy="68742"/>
            </a:xfrm>
            <a:prstGeom prst="donut">
              <a:avLst/>
            </a:prstGeom>
            <a:solidFill>
              <a:srgbClr val="70AD47"/>
            </a:solidFill>
            <a:ln>
              <a:solidFill>
                <a:srgbClr val="28782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sp>
          <p:nvSpPr>
            <p:cNvPr id="2586" name="Oval 2585">
              <a:extLst>
                <a:ext uri="{FF2B5EF4-FFF2-40B4-BE49-F238E27FC236}">
                  <a16:creationId xmlns:a16="http://schemas.microsoft.com/office/drawing/2014/main" id="{8034610C-078D-4590-898A-539C70A4A342}"/>
                </a:ext>
              </a:extLst>
            </p:cNvPr>
            <p:cNvSpPr/>
            <p:nvPr/>
          </p:nvSpPr>
          <p:spPr>
            <a:xfrm>
              <a:off x="1259812" y="3411205"/>
              <a:ext cx="90367" cy="87264"/>
            </a:xfrm>
            <a:prstGeom prst="ellipse">
              <a:avLst/>
            </a:prstGeom>
            <a:noFill/>
            <a:ln w="19050">
              <a:solidFill>
                <a:srgbClr val="70AD47"/>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191"/>
              <a:endParaRPr lang="en-US" sz="1764">
                <a:solidFill>
                  <a:srgbClr val="FFFFFF"/>
                </a:solidFill>
                <a:latin typeface="Segoe UI Semilight"/>
              </a:endParaRPr>
            </a:p>
          </p:txBody>
        </p:sp>
      </p:grpSp>
      <p:sp>
        <p:nvSpPr>
          <p:cNvPr id="2587" name="Oval 592">
            <a:extLst>
              <a:ext uri="{FF2B5EF4-FFF2-40B4-BE49-F238E27FC236}">
                <a16:creationId xmlns:a16="http://schemas.microsoft.com/office/drawing/2014/main" id="{F9D67686-BA0F-46C6-B96E-F18C5A13E0E5}"/>
              </a:ext>
            </a:extLst>
          </p:cNvPr>
          <p:cNvSpPr>
            <a:spLocks noChangeAspect="1" noChangeArrowheads="1"/>
          </p:cNvSpPr>
          <p:nvPr/>
        </p:nvSpPr>
        <p:spPr bwMode="auto">
          <a:xfrm>
            <a:off x="6355357" y="4516168"/>
            <a:ext cx="49705" cy="51968"/>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7554">
              <a:defRPr/>
            </a:pPr>
            <a:endParaRPr lang="en-US" sz="2398" kern="0" dirty="0">
              <a:solidFill>
                <a:srgbClr val="292929"/>
              </a:solidFill>
              <a:latin typeface="Segoe UI Semilight"/>
            </a:endParaRPr>
          </a:p>
        </p:txBody>
      </p:sp>
      <p:sp>
        <p:nvSpPr>
          <p:cNvPr id="2588" name="Oval 592">
            <a:extLst>
              <a:ext uri="{FF2B5EF4-FFF2-40B4-BE49-F238E27FC236}">
                <a16:creationId xmlns:a16="http://schemas.microsoft.com/office/drawing/2014/main" id="{E28268C5-97C2-4E41-926B-8927AF9609FB}"/>
              </a:ext>
            </a:extLst>
          </p:cNvPr>
          <p:cNvSpPr>
            <a:spLocks noChangeAspect="1" noChangeArrowheads="1"/>
          </p:cNvSpPr>
          <p:nvPr/>
        </p:nvSpPr>
        <p:spPr bwMode="auto">
          <a:xfrm>
            <a:off x="6998625" y="5887447"/>
            <a:ext cx="49705" cy="51968"/>
          </a:xfrm>
          <a:prstGeom prst="ellipse">
            <a:avLst/>
          </a:prstGeom>
          <a:solidFill>
            <a:schemeClr val="accent4"/>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7554">
              <a:defRPr/>
            </a:pPr>
            <a:endParaRPr lang="en-US" sz="2398" kern="0" dirty="0">
              <a:solidFill>
                <a:srgbClr val="292929"/>
              </a:solidFill>
              <a:latin typeface="Segoe UI Semilight"/>
            </a:endParaRPr>
          </a:p>
        </p:txBody>
      </p:sp>
      <p:cxnSp>
        <p:nvCxnSpPr>
          <p:cNvPr id="2589" name="Connector: Curved 2588">
            <a:extLst>
              <a:ext uri="{FF2B5EF4-FFF2-40B4-BE49-F238E27FC236}">
                <a16:creationId xmlns:a16="http://schemas.microsoft.com/office/drawing/2014/main" id="{94D432D1-FB24-42A5-9F4A-2FAC8F68BF47}"/>
              </a:ext>
            </a:extLst>
          </p:cNvPr>
          <p:cNvCxnSpPr>
            <a:cxnSpLocks/>
            <a:stCxn id="2533" idx="5"/>
            <a:endCxn id="2544" idx="1"/>
          </p:cNvCxnSpPr>
          <p:nvPr/>
        </p:nvCxnSpPr>
        <p:spPr>
          <a:xfrm rot="16200000" flipH="1">
            <a:off x="1288184" y="3731458"/>
            <a:ext cx="98547" cy="235988"/>
          </a:xfrm>
          <a:prstGeom prst="curvedConnector3">
            <a:avLst>
              <a:gd name="adj1" fmla="val -56304"/>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0" name="Connector: Curved 2589">
            <a:extLst>
              <a:ext uri="{FF2B5EF4-FFF2-40B4-BE49-F238E27FC236}">
                <a16:creationId xmlns:a16="http://schemas.microsoft.com/office/drawing/2014/main" id="{FFDC14AB-AF74-465C-9726-224CDC937A6F}"/>
              </a:ext>
            </a:extLst>
          </p:cNvPr>
          <p:cNvCxnSpPr>
            <a:cxnSpLocks/>
          </p:cNvCxnSpPr>
          <p:nvPr/>
        </p:nvCxnSpPr>
        <p:spPr>
          <a:xfrm rot="5400000" flipH="1" flipV="1">
            <a:off x="1225544" y="3851045"/>
            <a:ext cx="150908" cy="225958"/>
          </a:xfrm>
          <a:prstGeom prst="curvedConnector3">
            <a:avLst>
              <a:gd name="adj1" fmla="val 9746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1" name="Connector: Curved 2590">
            <a:extLst>
              <a:ext uri="{FF2B5EF4-FFF2-40B4-BE49-F238E27FC236}">
                <a16:creationId xmlns:a16="http://schemas.microsoft.com/office/drawing/2014/main" id="{DF7D1334-537B-4A6B-8CE5-0944BFFBC1BE}"/>
              </a:ext>
            </a:extLst>
          </p:cNvPr>
          <p:cNvCxnSpPr>
            <a:cxnSpLocks/>
            <a:stCxn id="2544" idx="4"/>
            <a:endCxn id="2542" idx="1"/>
          </p:cNvCxnSpPr>
          <p:nvPr/>
        </p:nvCxnSpPr>
        <p:spPr>
          <a:xfrm rot="16200000" flipH="1">
            <a:off x="1515050" y="3901060"/>
            <a:ext cx="127751" cy="211799"/>
          </a:xfrm>
          <a:prstGeom prst="curvedConnector3">
            <a:avLst>
              <a:gd name="adj1" fmla="val -69277"/>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2" name="Connector: Curved 2591">
            <a:extLst>
              <a:ext uri="{FF2B5EF4-FFF2-40B4-BE49-F238E27FC236}">
                <a16:creationId xmlns:a16="http://schemas.microsoft.com/office/drawing/2014/main" id="{1E5F010B-B046-4938-8F25-CC3F862AF20F}"/>
              </a:ext>
            </a:extLst>
          </p:cNvPr>
          <p:cNvCxnSpPr>
            <a:cxnSpLocks/>
            <a:stCxn id="2544" idx="0"/>
            <a:endCxn id="2537" idx="1"/>
          </p:cNvCxnSpPr>
          <p:nvPr/>
        </p:nvCxnSpPr>
        <p:spPr>
          <a:xfrm rot="16200000" flipH="1">
            <a:off x="1742803" y="3621337"/>
            <a:ext cx="64747" cy="604304"/>
          </a:xfrm>
          <a:prstGeom prst="curvedConnector3">
            <a:avLst>
              <a:gd name="adj1" fmla="val -353017"/>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3" name="Connector: Curved 2592">
            <a:extLst>
              <a:ext uri="{FF2B5EF4-FFF2-40B4-BE49-F238E27FC236}">
                <a16:creationId xmlns:a16="http://schemas.microsoft.com/office/drawing/2014/main" id="{E6A80199-B93F-41B4-9D66-8506E9EDA933}"/>
              </a:ext>
            </a:extLst>
          </p:cNvPr>
          <p:cNvCxnSpPr>
            <a:cxnSpLocks/>
            <a:stCxn id="2547" idx="0"/>
            <a:endCxn id="2554" idx="7"/>
          </p:cNvCxnSpPr>
          <p:nvPr/>
        </p:nvCxnSpPr>
        <p:spPr>
          <a:xfrm rot="16200000" flipH="1">
            <a:off x="2297631" y="5047503"/>
            <a:ext cx="185608" cy="471967"/>
          </a:xfrm>
          <a:prstGeom prst="curvedConnector3">
            <a:avLst>
              <a:gd name="adj1" fmla="val -30787"/>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4" name="Connector: Curved 2593">
            <a:extLst>
              <a:ext uri="{FF2B5EF4-FFF2-40B4-BE49-F238E27FC236}">
                <a16:creationId xmlns:a16="http://schemas.microsoft.com/office/drawing/2014/main" id="{647CBCA6-916B-4F53-8725-3AF20FDF2F54}"/>
              </a:ext>
            </a:extLst>
          </p:cNvPr>
          <p:cNvCxnSpPr>
            <a:cxnSpLocks/>
            <a:stCxn id="2554" idx="7"/>
            <a:endCxn id="2549" idx="0"/>
          </p:cNvCxnSpPr>
          <p:nvPr/>
        </p:nvCxnSpPr>
        <p:spPr>
          <a:xfrm rot="16200000" flipH="1">
            <a:off x="2737622" y="5265085"/>
            <a:ext cx="108051" cy="330462"/>
          </a:xfrm>
          <a:prstGeom prst="curvedConnector3">
            <a:avLst>
              <a:gd name="adj1" fmla="val -77556"/>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5" name="Connector: Curved 2594">
            <a:extLst>
              <a:ext uri="{FF2B5EF4-FFF2-40B4-BE49-F238E27FC236}">
                <a16:creationId xmlns:a16="http://schemas.microsoft.com/office/drawing/2014/main" id="{0F8C4F52-E32F-4269-A6A5-7D7D2CF6FF85}"/>
              </a:ext>
            </a:extLst>
          </p:cNvPr>
          <p:cNvCxnSpPr>
            <a:cxnSpLocks/>
            <a:endCxn id="2554" idx="3"/>
          </p:cNvCxnSpPr>
          <p:nvPr/>
        </p:nvCxnSpPr>
        <p:spPr>
          <a:xfrm rot="5400000" flipH="1" flipV="1">
            <a:off x="2116486" y="5624868"/>
            <a:ext cx="686615" cy="262954"/>
          </a:xfrm>
          <a:prstGeom prst="curvedConnector3">
            <a:avLst>
              <a:gd name="adj1" fmla="val 51387"/>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6" name="Connector: Curved 2595">
            <a:extLst>
              <a:ext uri="{FF2B5EF4-FFF2-40B4-BE49-F238E27FC236}">
                <a16:creationId xmlns:a16="http://schemas.microsoft.com/office/drawing/2014/main" id="{AD51B41F-36E6-41D8-9594-091D4A017E0E}"/>
              </a:ext>
            </a:extLst>
          </p:cNvPr>
          <p:cNvCxnSpPr>
            <a:cxnSpLocks/>
            <a:stCxn id="2556" idx="2"/>
            <a:endCxn id="2568" idx="6"/>
          </p:cNvCxnSpPr>
          <p:nvPr/>
        </p:nvCxnSpPr>
        <p:spPr>
          <a:xfrm rot="10800000" flipH="1" flipV="1">
            <a:off x="3855607" y="3518740"/>
            <a:ext cx="397109" cy="114048"/>
          </a:xfrm>
          <a:prstGeom prst="curvedConnector5">
            <a:avLst>
              <a:gd name="adj1" fmla="val 9593"/>
              <a:gd name="adj2" fmla="val -155090"/>
              <a:gd name="adj3" fmla="val 78416"/>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7" name="Connector: Curved 2596">
            <a:extLst>
              <a:ext uri="{FF2B5EF4-FFF2-40B4-BE49-F238E27FC236}">
                <a16:creationId xmlns:a16="http://schemas.microsoft.com/office/drawing/2014/main" id="{5C941C27-40AD-4B0A-B999-7F3E69D49F96}"/>
              </a:ext>
            </a:extLst>
          </p:cNvPr>
          <p:cNvCxnSpPr>
            <a:cxnSpLocks/>
            <a:stCxn id="2568" idx="4"/>
            <a:endCxn id="2560" idx="4"/>
          </p:cNvCxnSpPr>
          <p:nvPr/>
        </p:nvCxnSpPr>
        <p:spPr>
          <a:xfrm rot="5400000" flipH="1" flipV="1">
            <a:off x="4342220" y="3308006"/>
            <a:ext cx="236411" cy="465123"/>
          </a:xfrm>
          <a:prstGeom prst="curvedConnector3">
            <a:avLst>
              <a:gd name="adj1" fmla="val 4028"/>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8" name="Connector: Curved 2597">
            <a:extLst>
              <a:ext uri="{FF2B5EF4-FFF2-40B4-BE49-F238E27FC236}">
                <a16:creationId xmlns:a16="http://schemas.microsoft.com/office/drawing/2014/main" id="{F79A9B00-C189-44E0-AACB-70450102C155}"/>
              </a:ext>
            </a:extLst>
          </p:cNvPr>
          <p:cNvCxnSpPr>
            <a:cxnSpLocks/>
            <a:stCxn id="2568" idx="3"/>
            <a:endCxn id="2566" idx="0"/>
          </p:cNvCxnSpPr>
          <p:nvPr/>
        </p:nvCxnSpPr>
        <p:spPr>
          <a:xfrm rot="16200000" flipH="1">
            <a:off x="4406921" y="3454531"/>
            <a:ext cx="264195" cy="657456"/>
          </a:xfrm>
          <a:prstGeom prst="curvedConnector3">
            <a:avLst>
              <a:gd name="adj1" fmla="val 100467"/>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99" name="Connector: Curved 2598">
            <a:extLst>
              <a:ext uri="{FF2B5EF4-FFF2-40B4-BE49-F238E27FC236}">
                <a16:creationId xmlns:a16="http://schemas.microsoft.com/office/drawing/2014/main" id="{17D031BA-DF48-4A82-892F-5C30F0415F93}"/>
              </a:ext>
            </a:extLst>
          </p:cNvPr>
          <p:cNvCxnSpPr>
            <a:cxnSpLocks/>
            <a:stCxn id="2568" idx="3"/>
            <a:endCxn id="2563" idx="6"/>
          </p:cNvCxnSpPr>
          <p:nvPr/>
        </p:nvCxnSpPr>
        <p:spPr>
          <a:xfrm rot="16200000" flipH="1">
            <a:off x="4071722" y="3789730"/>
            <a:ext cx="611734" cy="334596"/>
          </a:xfrm>
          <a:prstGeom prst="curvedConnector4">
            <a:avLst>
              <a:gd name="adj1" fmla="val 45812"/>
              <a:gd name="adj2" fmla="val -19545"/>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600" name="Group 2599">
            <a:extLst>
              <a:ext uri="{FF2B5EF4-FFF2-40B4-BE49-F238E27FC236}">
                <a16:creationId xmlns:a16="http://schemas.microsoft.com/office/drawing/2014/main" id="{8141F56F-A677-4EE3-9278-ACD41D0E6A85}"/>
              </a:ext>
            </a:extLst>
          </p:cNvPr>
          <p:cNvGrpSpPr/>
          <p:nvPr/>
        </p:nvGrpSpPr>
        <p:grpSpPr>
          <a:xfrm>
            <a:off x="4279448" y="1361322"/>
            <a:ext cx="509701" cy="495991"/>
            <a:chOff x="6249125" y="3598792"/>
            <a:chExt cx="784110" cy="802170"/>
          </a:xfrm>
        </p:grpSpPr>
        <p:sp>
          <p:nvSpPr>
            <p:cNvPr id="2601" name="Octagon 2600">
              <a:extLst>
                <a:ext uri="{FF2B5EF4-FFF2-40B4-BE49-F238E27FC236}">
                  <a16:creationId xmlns:a16="http://schemas.microsoft.com/office/drawing/2014/main" id="{8E567117-A57B-44A9-94FB-64FE6FF2EF1F}"/>
                </a:ext>
              </a:extLst>
            </p:cNvPr>
            <p:cNvSpPr/>
            <p:nvPr/>
          </p:nvSpPr>
          <p:spPr>
            <a:xfrm>
              <a:off x="6394123" y="3722417"/>
              <a:ext cx="544840" cy="605445"/>
            </a:xfrm>
            <a:prstGeom prst="octagon">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050">
                <a:defRPr/>
              </a:pPr>
              <a:endParaRPr lang="en-US">
                <a:solidFill>
                  <a:prstClr val="white"/>
                </a:solidFill>
                <a:latin typeface="Calibri" panose="020F0502020204030204"/>
              </a:endParaRPr>
            </a:p>
          </p:txBody>
        </p:sp>
        <p:sp>
          <p:nvSpPr>
            <p:cNvPr id="2602" name="Rectangle 2601">
              <a:extLst>
                <a:ext uri="{FF2B5EF4-FFF2-40B4-BE49-F238E27FC236}">
                  <a16:creationId xmlns:a16="http://schemas.microsoft.com/office/drawing/2014/main" id="{7C2AEC1F-CE1D-40C6-A906-11BD485CC97F}"/>
                </a:ext>
              </a:extLst>
            </p:cNvPr>
            <p:cNvSpPr/>
            <p:nvPr/>
          </p:nvSpPr>
          <p:spPr>
            <a:xfrm rot="18772377">
              <a:off x="6351871" y="3682631"/>
              <a:ext cx="172753" cy="148361"/>
            </a:xfrm>
            <a:prstGeom prst="rect">
              <a:avLst/>
            </a:prstGeom>
            <a:solidFill>
              <a:srgbClr val="FFFFFF"/>
            </a:solidFill>
            <a:ln w="12700" cap="flat" cmpd="sng" algn="ctr">
              <a:noFill/>
              <a:prstDash val="solid"/>
              <a:miter lim="800000"/>
            </a:ln>
            <a:effectLst/>
          </p:spPr>
          <p:txBody>
            <a:bodyPr rtlCol="0" anchor="ctr"/>
            <a:lstStyle/>
            <a:p>
              <a:pPr algn="ctr" defTabSz="914050">
                <a:defRPr/>
              </a:pPr>
              <a:endParaRPr lang="en-US" kern="0">
                <a:solidFill>
                  <a:prstClr val="white"/>
                </a:solidFill>
                <a:latin typeface="Calibri" panose="020F0502020204030204"/>
              </a:endParaRPr>
            </a:p>
          </p:txBody>
        </p:sp>
        <p:sp>
          <p:nvSpPr>
            <p:cNvPr id="2603" name="Rectangle 2602">
              <a:extLst>
                <a:ext uri="{FF2B5EF4-FFF2-40B4-BE49-F238E27FC236}">
                  <a16:creationId xmlns:a16="http://schemas.microsoft.com/office/drawing/2014/main" id="{6B55603F-8605-4FF7-B913-92DE25770240}"/>
                </a:ext>
              </a:extLst>
            </p:cNvPr>
            <p:cNvSpPr/>
            <p:nvPr/>
          </p:nvSpPr>
          <p:spPr>
            <a:xfrm rot="18772377">
              <a:off x="6853066" y="4082002"/>
              <a:ext cx="134454" cy="148361"/>
            </a:xfrm>
            <a:prstGeom prst="rect">
              <a:avLst/>
            </a:prstGeom>
            <a:solidFill>
              <a:srgbClr val="FFFFFF"/>
            </a:solidFill>
            <a:ln w="12700" cap="flat" cmpd="sng" algn="ctr">
              <a:noFill/>
              <a:prstDash val="solid"/>
              <a:miter lim="800000"/>
            </a:ln>
            <a:effectLst/>
          </p:spPr>
          <p:txBody>
            <a:bodyPr rtlCol="0" anchor="ctr"/>
            <a:lstStyle/>
            <a:p>
              <a:pPr algn="ctr" defTabSz="914050">
                <a:defRPr/>
              </a:pPr>
              <a:endParaRPr lang="en-US" kern="0">
                <a:solidFill>
                  <a:prstClr val="white"/>
                </a:solidFill>
                <a:latin typeface="Calibri" panose="020F0502020204030204"/>
              </a:endParaRPr>
            </a:p>
          </p:txBody>
        </p:sp>
        <p:sp>
          <p:nvSpPr>
            <p:cNvPr id="2604" name="Rectangle 2603">
              <a:extLst>
                <a:ext uri="{FF2B5EF4-FFF2-40B4-BE49-F238E27FC236}">
                  <a16:creationId xmlns:a16="http://schemas.microsoft.com/office/drawing/2014/main" id="{D47E2F3B-2832-4A7D-8B5F-46912A1E148B}"/>
                </a:ext>
              </a:extLst>
            </p:cNvPr>
            <p:cNvSpPr/>
            <p:nvPr/>
          </p:nvSpPr>
          <p:spPr>
            <a:xfrm>
              <a:off x="6483173" y="3598793"/>
              <a:ext cx="312289" cy="73096"/>
            </a:xfrm>
            <a:prstGeom prst="rect">
              <a:avLst/>
            </a:prstGeom>
            <a:solidFill>
              <a:srgbClr val="FFFFFF"/>
            </a:solidFill>
            <a:ln w="12700" cap="flat" cmpd="sng" algn="ctr">
              <a:noFill/>
              <a:prstDash val="solid"/>
              <a:miter lim="800000"/>
            </a:ln>
            <a:effectLst/>
          </p:spPr>
          <p:txBody>
            <a:bodyPr rtlCol="0" anchor="ctr"/>
            <a:lstStyle/>
            <a:p>
              <a:pPr algn="ctr" defTabSz="914050">
                <a:defRPr/>
              </a:pPr>
              <a:endParaRPr lang="en-US" kern="0">
                <a:solidFill>
                  <a:prstClr val="white"/>
                </a:solidFill>
                <a:latin typeface="Calibri" panose="020F0502020204030204"/>
              </a:endParaRPr>
            </a:p>
          </p:txBody>
        </p:sp>
        <p:sp>
          <p:nvSpPr>
            <p:cNvPr id="2605" name="Rectangle 2604">
              <a:extLst>
                <a:ext uri="{FF2B5EF4-FFF2-40B4-BE49-F238E27FC236}">
                  <a16:creationId xmlns:a16="http://schemas.microsoft.com/office/drawing/2014/main" id="{D73BC91A-EB51-4AEF-B6B8-5246B652DE0F}"/>
                </a:ext>
              </a:extLst>
            </p:cNvPr>
            <p:cNvSpPr/>
            <p:nvPr/>
          </p:nvSpPr>
          <p:spPr>
            <a:xfrm rot="18751534">
              <a:off x="6731373" y="4216350"/>
              <a:ext cx="296128" cy="73096"/>
            </a:xfrm>
            <a:prstGeom prst="rect">
              <a:avLst/>
            </a:prstGeom>
            <a:solidFill>
              <a:srgbClr val="FFFFFF"/>
            </a:solidFill>
            <a:ln w="12700" cap="flat" cmpd="sng" algn="ctr">
              <a:noFill/>
              <a:prstDash val="solid"/>
              <a:miter lim="800000"/>
            </a:ln>
            <a:effectLst/>
          </p:spPr>
          <p:txBody>
            <a:bodyPr rtlCol="0" anchor="ctr"/>
            <a:lstStyle/>
            <a:p>
              <a:pPr algn="ctr" defTabSz="914050">
                <a:defRPr/>
              </a:pPr>
              <a:endParaRPr lang="en-US" kern="0">
                <a:solidFill>
                  <a:prstClr val="white"/>
                </a:solidFill>
                <a:latin typeface="Calibri" panose="020F0502020204030204"/>
              </a:endParaRPr>
            </a:p>
          </p:txBody>
        </p:sp>
        <p:sp>
          <p:nvSpPr>
            <p:cNvPr id="2606" name="Rectangle 2605">
              <a:extLst>
                <a:ext uri="{FF2B5EF4-FFF2-40B4-BE49-F238E27FC236}">
                  <a16:creationId xmlns:a16="http://schemas.microsoft.com/office/drawing/2014/main" id="{5057954C-09C1-4FC4-8B0A-F5AC72118737}"/>
                </a:ext>
              </a:extLst>
            </p:cNvPr>
            <p:cNvSpPr/>
            <p:nvPr/>
          </p:nvSpPr>
          <p:spPr>
            <a:xfrm>
              <a:off x="6493528" y="4313625"/>
              <a:ext cx="312289" cy="73096"/>
            </a:xfrm>
            <a:prstGeom prst="rect">
              <a:avLst/>
            </a:prstGeom>
            <a:solidFill>
              <a:srgbClr val="FFFFFF"/>
            </a:solidFill>
            <a:ln w="12700" cap="flat" cmpd="sng" algn="ctr">
              <a:noFill/>
              <a:prstDash val="solid"/>
              <a:miter lim="800000"/>
            </a:ln>
            <a:effectLst/>
          </p:spPr>
          <p:txBody>
            <a:bodyPr rtlCol="0" anchor="ctr"/>
            <a:lstStyle/>
            <a:p>
              <a:pPr algn="ctr" defTabSz="914050">
                <a:defRPr/>
              </a:pPr>
              <a:endParaRPr lang="en-US" kern="0">
                <a:solidFill>
                  <a:prstClr val="white"/>
                </a:solidFill>
                <a:latin typeface="Calibri" panose="020F0502020204030204"/>
              </a:endParaRPr>
            </a:p>
          </p:txBody>
        </p:sp>
        <p:pic>
          <p:nvPicPr>
            <p:cNvPr id="2607" name="Picture 2606">
              <a:extLst>
                <a:ext uri="{FF2B5EF4-FFF2-40B4-BE49-F238E27FC236}">
                  <a16:creationId xmlns:a16="http://schemas.microsoft.com/office/drawing/2014/main" id="{EB95C8A8-0117-4BC9-BDD4-7789E14F55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9125" y="3598792"/>
              <a:ext cx="784110" cy="787929"/>
            </a:xfrm>
            <a:prstGeom prst="rect">
              <a:avLst/>
            </a:prstGeom>
          </p:spPr>
        </p:pic>
      </p:grpSp>
      <p:pic>
        <p:nvPicPr>
          <p:cNvPr id="2608" name="Picture 2607">
            <a:extLst>
              <a:ext uri="{FF2B5EF4-FFF2-40B4-BE49-F238E27FC236}">
                <a16:creationId xmlns:a16="http://schemas.microsoft.com/office/drawing/2014/main" id="{27981783-284C-438B-A8AF-34495A922BAE}"/>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2894004" y="1416704"/>
            <a:ext cx="377850" cy="385232"/>
          </a:xfrm>
          <a:prstGeom prst="rect">
            <a:avLst/>
          </a:prstGeom>
        </p:spPr>
      </p:pic>
      <p:cxnSp>
        <p:nvCxnSpPr>
          <p:cNvPr id="2609" name="Straight Arrow Connector 2608">
            <a:extLst>
              <a:ext uri="{FF2B5EF4-FFF2-40B4-BE49-F238E27FC236}">
                <a16:creationId xmlns:a16="http://schemas.microsoft.com/office/drawing/2014/main" id="{D32E588E-4414-452E-B989-9CBE05ADA11E}"/>
              </a:ext>
            </a:extLst>
          </p:cNvPr>
          <p:cNvCxnSpPr>
            <a:cxnSpLocks/>
            <a:stCxn id="2608" idx="3"/>
            <a:endCxn id="2607" idx="1"/>
          </p:cNvCxnSpPr>
          <p:nvPr/>
        </p:nvCxnSpPr>
        <p:spPr>
          <a:xfrm flipV="1">
            <a:off x="3271855" y="1604916"/>
            <a:ext cx="1007593" cy="4404"/>
          </a:xfrm>
          <a:prstGeom prst="straightConnector1">
            <a:avLst/>
          </a:prstGeom>
          <a:ln w="127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10" name="Connector: Curved 2609">
            <a:extLst>
              <a:ext uri="{FF2B5EF4-FFF2-40B4-BE49-F238E27FC236}">
                <a16:creationId xmlns:a16="http://schemas.microsoft.com/office/drawing/2014/main" id="{0D6AE148-2F35-472B-91C6-22F67752E64C}"/>
              </a:ext>
            </a:extLst>
          </p:cNvPr>
          <p:cNvCxnSpPr>
            <a:cxnSpLocks/>
            <a:stCxn id="2579" idx="7"/>
            <a:endCxn id="2587" idx="3"/>
          </p:cNvCxnSpPr>
          <p:nvPr/>
        </p:nvCxnSpPr>
        <p:spPr>
          <a:xfrm rot="5400000" flipH="1" flipV="1">
            <a:off x="6166106" y="4593125"/>
            <a:ext cx="229130" cy="163933"/>
          </a:xfrm>
          <a:prstGeom prst="curvedConnector3">
            <a:avLst>
              <a:gd name="adj1" fmla="val 5000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11" name="Connector: Curved 2610">
            <a:extLst>
              <a:ext uri="{FF2B5EF4-FFF2-40B4-BE49-F238E27FC236}">
                <a16:creationId xmlns:a16="http://schemas.microsoft.com/office/drawing/2014/main" id="{A8692D21-6CAE-4E93-A8E2-D1DF1581263F}"/>
              </a:ext>
            </a:extLst>
          </p:cNvPr>
          <p:cNvCxnSpPr>
            <a:cxnSpLocks/>
            <a:stCxn id="2582" idx="3"/>
            <a:endCxn id="2587" idx="7"/>
          </p:cNvCxnSpPr>
          <p:nvPr/>
        </p:nvCxnSpPr>
        <p:spPr>
          <a:xfrm rot="5400000">
            <a:off x="6519529" y="3939529"/>
            <a:ext cx="462505" cy="705997"/>
          </a:xfrm>
          <a:prstGeom prst="curvedConnector3">
            <a:avLst>
              <a:gd name="adj1" fmla="val 5000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12" name="Connector: Curved 2611">
            <a:extLst>
              <a:ext uri="{FF2B5EF4-FFF2-40B4-BE49-F238E27FC236}">
                <a16:creationId xmlns:a16="http://schemas.microsoft.com/office/drawing/2014/main" id="{83626AE9-7EDB-4B06-9FD6-85E59396098C}"/>
              </a:ext>
            </a:extLst>
          </p:cNvPr>
          <p:cNvCxnSpPr>
            <a:cxnSpLocks/>
            <a:stCxn id="2588" idx="1"/>
            <a:endCxn id="2573" idx="6"/>
          </p:cNvCxnSpPr>
          <p:nvPr/>
        </p:nvCxnSpPr>
        <p:spPr>
          <a:xfrm rot="16200000" flipV="1">
            <a:off x="6794343" y="5683498"/>
            <a:ext cx="113384" cy="309736"/>
          </a:xfrm>
          <a:prstGeom prst="curvedConnector2">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13" name="Connector: Curved 2612">
            <a:extLst>
              <a:ext uri="{FF2B5EF4-FFF2-40B4-BE49-F238E27FC236}">
                <a16:creationId xmlns:a16="http://schemas.microsoft.com/office/drawing/2014/main" id="{82C53CD1-0AC3-42C8-AF9F-4F562829F0AC}"/>
              </a:ext>
            </a:extLst>
          </p:cNvPr>
          <p:cNvCxnSpPr>
            <a:cxnSpLocks/>
            <a:stCxn id="2571" idx="2"/>
            <a:endCxn id="2588" idx="6"/>
          </p:cNvCxnSpPr>
          <p:nvPr/>
        </p:nvCxnSpPr>
        <p:spPr>
          <a:xfrm rot="10800000" flipV="1">
            <a:off x="7048329" y="5843821"/>
            <a:ext cx="291869" cy="69610"/>
          </a:xfrm>
          <a:prstGeom prst="curvedConnector3">
            <a:avLst>
              <a:gd name="adj1" fmla="val 5000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14" name="Connector: Curved 2613">
            <a:extLst>
              <a:ext uri="{FF2B5EF4-FFF2-40B4-BE49-F238E27FC236}">
                <a16:creationId xmlns:a16="http://schemas.microsoft.com/office/drawing/2014/main" id="{03C3FB00-088C-4650-B1CE-3AC7ECA12EFA}"/>
              </a:ext>
            </a:extLst>
          </p:cNvPr>
          <p:cNvCxnSpPr>
            <a:cxnSpLocks/>
            <a:stCxn id="2577" idx="1"/>
            <a:endCxn id="2588" idx="5"/>
          </p:cNvCxnSpPr>
          <p:nvPr/>
        </p:nvCxnSpPr>
        <p:spPr>
          <a:xfrm rot="16200000" flipV="1">
            <a:off x="7250107" y="5722749"/>
            <a:ext cx="366875" cy="784987"/>
          </a:xfrm>
          <a:prstGeom prst="curvedConnector3">
            <a:avLst>
              <a:gd name="adj1" fmla="val 50000"/>
            </a:avLst>
          </a:prstGeom>
          <a:ln w="127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15" name="Straight Arrow Connector 2614">
            <a:extLst>
              <a:ext uri="{FF2B5EF4-FFF2-40B4-BE49-F238E27FC236}">
                <a16:creationId xmlns:a16="http://schemas.microsoft.com/office/drawing/2014/main" id="{BF0545C9-9EF3-4040-A3B1-AE8DA3AFE293}"/>
              </a:ext>
            </a:extLst>
          </p:cNvPr>
          <p:cNvCxnSpPr>
            <a:cxnSpLocks/>
            <a:stCxn id="2607" idx="2"/>
          </p:cNvCxnSpPr>
          <p:nvPr/>
        </p:nvCxnSpPr>
        <p:spPr>
          <a:xfrm flipH="1">
            <a:off x="1462437" y="1848509"/>
            <a:ext cx="3071862" cy="2038031"/>
          </a:xfrm>
          <a:prstGeom prst="straightConnector1">
            <a:avLst/>
          </a:prstGeom>
          <a:ln w="127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16" name="Straight Arrow Connector 2615">
            <a:extLst>
              <a:ext uri="{FF2B5EF4-FFF2-40B4-BE49-F238E27FC236}">
                <a16:creationId xmlns:a16="http://schemas.microsoft.com/office/drawing/2014/main" id="{D9D284F5-8077-4B67-9043-438C07F8B695}"/>
              </a:ext>
            </a:extLst>
          </p:cNvPr>
          <p:cNvCxnSpPr>
            <a:cxnSpLocks/>
            <a:stCxn id="2607" idx="2"/>
            <a:endCxn id="2568" idx="1"/>
          </p:cNvCxnSpPr>
          <p:nvPr/>
        </p:nvCxnSpPr>
        <p:spPr>
          <a:xfrm flipH="1">
            <a:off x="4210290" y="1848508"/>
            <a:ext cx="324008" cy="1765906"/>
          </a:xfrm>
          <a:prstGeom prst="straightConnector1">
            <a:avLst/>
          </a:prstGeom>
          <a:ln w="12700">
            <a:solidFill>
              <a:schemeClr val="accent4"/>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17" name="Straight Arrow Connector 2616">
            <a:extLst>
              <a:ext uri="{FF2B5EF4-FFF2-40B4-BE49-F238E27FC236}">
                <a16:creationId xmlns:a16="http://schemas.microsoft.com/office/drawing/2014/main" id="{1227AB4E-CD26-4C27-B14A-0981DAF3B6A1}"/>
              </a:ext>
            </a:extLst>
          </p:cNvPr>
          <p:cNvCxnSpPr>
            <a:cxnSpLocks/>
            <a:stCxn id="2607" idx="2"/>
            <a:endCxn id="2587" idx="0"/>
          </p:cNvCxnSpPr>
          <p:nvPr/>
        </p:nvCxnSpPr>
        <p:spPr>
          <a:xfrm>
            <a:off x="4534298" y="1848508"/>
            <a:ext cx="1845910" cy="2667660"/>
          </a:xfrm>
          <a:prstGeom prst="straightConnector1">
            <a:avLst/>
          </a:prstGeom>
          <a:ln w="12700">
            <a:solidFill>
              <a:schemeClr val="accent4"/>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18" name="Straight Arrow Connector 2617">
            <a:extLst>
              <a:ext uri="{FF2B5EF4-FFF2-40B4-BE49-F238E27FC236}">
                <a16:creationId xmlns:a16="http://schemas.microsoft.com/office/drawing/2014/main" id="{10C092E4-B010-4338-86D8-7FA376C7DE08}"/>
              </a:ext>
            </a:extLst>
          </p:cNvPr>
          <p:cNvCxnSpPr>
            <a:cxnSpLocks/>
            <a:stCxn id="2607" idx="2"/>
            <a:endCxn id="2588" idx="6"/>
          </p:cNvCxnSpPr>
          <p:nvPr/>
        </p:nvCxnSpPr>
        <p:spPr>
          <a:xfrm>
            <a:off x="4534300" y="1848509"/>
            <a:ext cx="2514030" cy="4064924"/>
          </a:xfrm>
          <a:prstGeom prst="straightConnector1">
            <a:avLst/>
          </a:prstGeom>
          <a:ln w="12700">
            <a:solidFill>
              <a:schemeClr val="accent4"/>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619" name="Group 2618">
            <a:extLst>
              <a:ext uri="{FF2B5EF4-FFF2-40B4-BE49-F238E27FC236}">
                <a16:creationId xmlns:a16="http://schemas.microsoft.com/office/drawing/2014/main" id="{C17A365F-F8E5-4837-9140-8C8F5250CF8F}"/>
              </a:ext>
            </a:extLst>
          </p:cNvPr>
          <p:cNvGrpSpPr/>
          <p:nvPr/>
        </p:nvGrpSpPr>
        <p:grpSpPr>
          <a:xfrm>
            <a:off x="461165" y="5022027"/>
            <a:ext cx="1049979" cy="1043256"/>
            <a:chOff x="1702931" y="3845631"/>
            <a:chExt cx="1893442" cy="1845270"/>
          </a:xfrm>
        </p:grpSpPr>
        <p:pic>
          <p:nvPicPr>
            <p:cNvPr id="2620" name="Picture 2619">
              <a:extLst>
                <a:ext uri="{FF2B5EF4-FFF2-40B4-BE49-F238E27FC236}">
                  <a16:creationId xmlns:a16="http://schemas.microsoft.com/office/drawing/2014/main" id="{5AF2E5FF-773C-488A-BDA2-216AC6E659A4}"/>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1702931" y="4457514"/>
              <a:ext cx="735236" cy="735236"/>
            </a:xfrm>
            <a:prstGeom prst="rect">
              <a:avLst/>
            </a:prstGeom>
          </p:spPr>
        </p:pic>
        <p:pic>
          <p:nvPicPr>
            <p:cNvPr id="2621" name="Picture 2620">
              <a:extLst>
                <a:ext uri="{FF2B5EF4-FFF2-40B4-BE49-F238E27FC236}">
                  <a16:creationId xmlns:a16="http://schemas.microsoft.com/office/drawing/2014/main" id="{79CCA127-28F3-4C38-83C3-C5CA99DD7A88}"/>
                </a:ext>
              </a:extLst>
            </p:cNvPr>
            <p:cNvPicPr>
              <a:picLocks noChangeAspect="1"/>
            </p:cNvPicPr>
            <p:nvPr/>
          </p:nvPicPr>
          <p:blipFill>
            <a:blip r:embed="rId6">
              <a:biLevel thresh="25000"/>
              <a:extLst>
                <a:ext uri="{28A0092B-C50C-407E-A947-70E740481C1C}">
                  <a14:useLocalDpi xmlns:a14="http://schemas.microsoft.com/office/drawing/2010/main" val="0"/>
                </a:ext>
              </a:extLst>
            </a:blip>
            <a:stretch>
              <a:fillRect/>
            </a:stretch>
          </p:blipFill>
          <p:spPr>
            <a:xfrm>
              <a:off x="2739637" y="4910611"/>
              <a:ext cx="780290" cy="780290"/>
            </a:xfrm>
            <a:prstGeom prst="rect">
              <a:avLst/>
            </a:prstGeom>
          </p:spPr>
        </p:pic>
        <p:grpSp>
          <p:nvGrpSpPr>
            <p:cNvPr id="2622" name="Group 2621">
              <a:extLst>
                <a:ext uri="{FF2B5EF4-FFF2-40B4-BE49-F238E27FC236}">
                  <a16:creationId xmlns:a16="http://schemas.microsoft.com/office/drawing/2014/main" id="{670158B5-61CE-4428-9EB7-CF235A259BDD}"/>
                </a:ext>
              </a:extLst>
            </p:cNvPr>
            <p:cNvGrpSpPr/>
            <p:nvPr/>
          </p:nvGrpSpPr>
          <p:grpSpPr>
            <a:xfrm>
              <a:off x="2663190" y="3845631"/>
              <a:ext cx="933183" cy="979501"/>
              <a:chOff x="3402032" y="3628744"/>
              <a:chExt cx="933183" cy="979501"/>
            </a:xfrm>
          </p:grpSpPr>
          <p:pic>
            <p:nvPicPr>
              <p:cNvPr id="2623" name="Picture 2622">
                <a:extLst>
                  <a:ext uri="{FF2B5EF4-FFF2-40B4-BE49-F238E27FC236}">
                    <a16:creationId xmlns:a16="http://schemas.microsoft.com/office/drawing/2014/main" id="{0D6F7A53-4593-4225-9188-E2AC04BA511A}"/>
                  </a:ext>
                </a:extLst>
              </p:cNvPr>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87222" y="3873907"/>
                <a:ext cx="362801" cy="380808"/>
              </a:xfrm>
              <a:prstGeom prst="rect">
                <a:avLst/>
              </a:prstGeom>
            </p:spPr>
          </p:pic>
          <p:pic>
            <p:nvPicPr>
              <p:cNvPr id="2624" name="Picture 2623">
                <a:extLst>
                  <a:ext uri="{FF2B5EF4-FFF2-40B4-BE49-F238E27FC236}">
                    <a16:creationId xmlns:a16="http://schemas.microsoft.com/office/drawing/2014/main" id="{598DBE71-0E1B-4929-B291-168AD7DE3E3F}"/>
                  </a:ext>
                </a:extLst>
              </p:cNvPr>
              <p:cNvPicPr>
                <a:picLocks noChangeAspect="1"/>
              </p:cNvPicPr>
              <p:nvPr/>
            </p:nvPicPr>
            <p:blipFill>
              <a:blip r:embed="rId8">
                <a:biLevel thresh="25000"/>
                <a:extLst>
                  <a:ext uri="{28A0092B-C50C-407E-A947-70E740481C1C}">
                    <a14:useLocalDpi xmlns:a14="http://schemas.microsoft.com/office/drawing/2010/main" val="0"/>
                  </a:ext>
                </a:extLst>
              </a:blip>
              <a:stretch>
                <a:fillRect/>
              </a:stretch>
            </p:blipFill>
            <p:spPr>
              <a:xfrm>
                <a:off x="3402032" y="3628744"/>
                <a:ext cx="933183" cy="979501"/>
              </a:xfrm>
              <a:prstGeom prst="rect">
                <a:avLst/>
              </a:prstGeom>
            </p:spPr>
          </p:pic>
        </p:grpSp>
      </p:grpSp>
    </p:spTree>
    <p:extLst>
      <p:ext uri="{BB962C8B-B14F-4D97-AF65-F5344CB8AC3E}">
        <p14:creationId xmlns:p14="http://schemas.microsoft.com/office/powerpoint/2010/main" val="1599493914"/>
      </p:ext>
    </p:extLst>
  </p:cSld>
  <p:clrMapOvr>
    <a:masterClrMapping/>
  </p:clrMapOvr>
  <p:transition>
    <p:fade/>
  </p:transition>
</p:sld>
</file>

<file path=ppt/slides/slide46.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71524" y="295274"/>
            <a:ext cx="11889564" cy="917575"/>
          </a:xfrm>
        </p:spPr>
        <p:txBody>
          <a:bodyPr/>
          <a:lstStyle/>
          <a:p>
            <a:r>
              <a:rPr lang="en-US" dirty="0"/>
              <a:t>Traffic Manager Routing Methods</a:t>
            </a:r>
          </a:p>
        </p:txBody>
      </p:sp>
      <p:cxnSp>
        <p:nvCxnSpPr>
          <p:cNvPr id="51" name="Elbow Connector 30">
            <a:extLst>
              <a:ext uri="{FF2B5EF4-FFF2-40B4-BE49-F238E27FC236}">
                <a16:creationId xmlns:a16="http://schemas.microsoft.com/office/drawing/2014/main" id="{201B5256-A7A5-4C30-8CE5-93EDE742E1D3}"/>
              </a:ext>
            </a:extLst>
          </p:cNvPr>
          <p:cNvCxnSpPr>
            <a:cxnSpLocks/>
            <a:stCxn id="108" idx="4"/>
            <a:endCxn id="111" idx="0"/>
          </p:cNvCxnSpPr>
          <p:nvPr/>
        </p:nvCxnSpPr>
        <p:spPr>
          <a:xfrm rot="5400000">
            <a:off x="3969473" y="2714720"/>
            <a:ext cx="867029" cy="12700"/>
          </a:xfrm>
          <a:prstGeom prst="bentConnector3">
            <a:avLst/>
          </a:prstGeom>
          <a:ln w="28575">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A40B55A-AD54-40B1-B1C1-D013F2635233}"/>
              </a:ext>
            </a:extLst>
          </p:cNvPr>
          <p:cNvSpPr txBox="1"/>
          <p:nvPr/>
        </p:nvSpPr>
        <p:spPr>
          <a:xfrm>
            <a:off x="1791618" y="7015095"/>
            <a:ext cx="1545259" cy="350330"/>
          </a:xfrm>
          <a:prstGeom prst="rect">
            <a:avLst/>
          </a:prstGeom>
          <a:noFill/>
        </p:spPr>
        <p:txBody>
          <a:bodyPr wrap="square" rtlCol="0">
            <a:spAutoFit/>
          </a:bodyPr>
          <a:lstStyle/>
          <a:p>
            <a:pPr algn="ctr" defTabSz="932597"/>
            <a:r>
              <a:rPr lang="en-US" sz="1632" dirty="0">
                <a:solidFill>
                  <a:prstClr val="white"/>
                </a:solidFill>
                <a:ea typeface="Segoe UI" panose="020B0502040204020203" pitchFamily="34" charset="0"/>
                <a:cs typeface="Segoe UI" panose="020B0502040204020203" pitchFamily="34" charset="0"/>
              </a:rPr>
              <a:t>West Europe 1</a:t>
            </a:r>
          </a:p>
        </p:txBody>
      </p:sp>
      <p:sp>
        <p:nvSpPr>
          <p:cNvPr id="54" name="TextBox 53">
            <a:extLst>
              <a:ext uri="{FF2B5EF4-FFF2-40B4-BE49-F238E27FC236}">
                <a16:creationId xmlns:a16="http://schemas.microsoft.com/office/drawing/2014/main" id="{E383E563-1CFF-4C40-877D-05E33C1756E7}"/>
              </a:ext>
            </a:extLst>
          </p:cNvPr>
          <p:cNvSpPr txBox="1"/>
          <p:nvPr/>
        </p:nvSpPr>
        <p:spPr>
          <a:xfrm>
            <a:off x="2415564" y="2016913"/>
            <a:ext cx="1545259" cy="59465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Parent Profile - Performance</a:t>
            </a:r>
          </a:p>
        </p:txBody>
      </p:sp>
      <p:sp>
        <p:nvSpPr>
          <p:cNvPr id="56" name="TextBox 55">
            <a:extLst>
              <a:ext uri="{FF2B5EF4-FFF2-40B4-BE49-F238E27FC236}">
                <a16:creationId xmlns:a16="http://schemas.microsoft.com/office/drawing/2014/main" id="{57FCD9D7-F367-4327-B67B-CE45D616C4AB}"/>
              </a:ext>
            </a:extLst>
          </p:cNvPr>
          <p:cNvSpPr txBox="1"/>
          <p:nvPr/>
        </p:nvSpPr>
        <p:spPr>
          <a:xfrm>
            <a:off x="6817209" y="4091118"/>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East US</a:t>
            </a:r>
          </a:p>
        </p:txBody>
      </p:sp>
      <p:sp>
        <p:nvSpPr>
          <p:cNvPr id="59" name="TextBox 58">
            <a:extLst>
              <a:ext uri="{FF2B5EF4-FFF2-40B4-BE49-F238E27FC236}">
                <a16:creationId xmlns:a16="http://schemas.microsoft.com/office/drawing/2014/main" id="{FB8E7908-11B2-47A6-8AD2-4E4AF60AB644}"/>
              </a:ext>
            </a:extLst>
          </p:cNvPr>
          <p:cNvSpPr txBox="1"/>
          <p:nvPr/>
        </p:nvSpPr>
        <p:spPr>
          <a:xfrm>
            <a:off x="999348" y="6339935"/>
            <a:ext cx="76160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5%</a:t>
            </a:r>
          </a:p>
        </p:txBody>
      </p:sp>
      <p:sp>
        <p:nvSpPr>
          <p:cNvPr id="60" name="TextBox 59">
            <a:extLst>
              <a:ext uri="{FF2B5EF4-FFF2-40B4-BE49-F238E27FC236}">
                <a16:creationId xmlns:a16="http://schemas.microsoft.com/office/drawing/2014/main" id="{F595AE5F-AE39-4F4F-8050-9B6168548F1A}"/>
              </a:ext>
            </a:extLst>
          </p:cNvPr>
          <p:cNvSpPr txBox="1"/>
          <p:nvPr/>
        </p:nvSpPr>
        <p:spPr>
          <a:xfrm>
            <a:off x="7294608" y="6302727"/>
            <a:ext cx="76160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95%</a:t>
            </a:r>
          </a:p>
        </p:txBody>
      </p:sp>
      <p:sp>
        <p:nvSpPr>
          <p:cNvPr id="77" name="TextBox 76">
            <a:extLst>
              <a:ext uri="{FF2B5EF4-FFF2-40B4-BE49-F238E27FC236}">
                <a16:creationId xmlns:a16="http://schemas.microsoft.com/office/drawing/2014/main" id="{4B72E47F-3867-4922-95A8-501FEDE70B25}"/>
              </a:ext>
            </a:extLst>
          </p:cNvPr>
          <p:cNvSpPr txBox="1"/>
          <p:nvPr/>
        </p:nvSpPr>
        <p:spPr>
          <a:xfrm>
            <a:off x="558179" y="4112755"/>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East Asia</a:t>
            </a:r>
          </a:p>
        </p:txBody>
      </p:sp>
      <p:sp>
        <p:nvSpPr>
          <p:cNvPr id="91" name="TextBox 90">
            <a:extLst>
              <a:ext uri="{FF2B5EF4-FFF2-40B4-BE49-F238E27FC236}">
                <a16:creationId xmlns:a16="http://schemas.microsoft.com/office/drawing/2014/main" id="{0AB3552D-2608-43A4-B898-6A27D0C04040}"/>
              </a:ext>
            </a:extLst>
          </p:cNvPr>
          <p:cNvSpPr txBox="1"/>
          <p:nvPr/>
        </p:nvSpPr>
        <p:spPr>
          <a:xfrm>
            <a:off x="5088814" y="3321659"/>
            <a:ext cx="1555840" cy="59465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Child Profile – Weighted RR</a:t>
            </a:r>
          </a:p>
        </p:txBody>
      </p:sp>
      <p:sp>
        <p:nvSpPr>
          <p:cNvPr id="96" name="TextBox 95">
            <a:extLst>
              <a:ext uri="{FF2B5EF4-FFF2-40B4-BE49-F238E27FC236}">
                <a16:creationId xmlns:a16="http://schemas.microsoft.com/office/drawing/2014/main" id="{CE735E83-FE17-40F1-B00E-367324E5D39B}"/>
              </a:ext>
            </a:extLst>
          </p:cNvPr>
          <p:cNvSpPr txBox="1"/>
          <p:nvPr/>
        </p:nvSpPr>
        <p:spPr>
          <a:xfrm>
            <a:off x="4466614" y="7035665"/>
            <a:ext cx="1545259" cy="350330"/>
          </a:xfrm>
          <a:prstGeom prst="rect">
            <a:avLst/>
          </a:prstGeom>
          <a:noFill/>
        </p:spPr>
        <p:txBody>
          <a:bodyPr wrap="square" rtlCol="0">
            <a:spAutoFit/>
          </a:bodyPr>
          <a:lstStyle/>
          <a:p>
            <a:pPr algn="ctr" defTabSz="932597"/>
            <a:r>
              <a:rPr lang="en-US" sz="1632" dirty="0">
                <a:solidFill>
                  <a:prstClr val="white"/>
                </a:solidFill>
                <a:ea typeface="Segoe UI" panose="020B0502040204020203" pitchFamily="34" charset="0"/>
                <a:cs typeface="Segoe UI" panose="020B0502040204020203" pitchFamily="34" charset="0"/>
              </a:rPr>
              <a:t>West Europe 2</a:t>
            </a:r>
          </a:p>
        </p:txBody>
      </p:sp>
      <p:sp>
        <p:nvSpPr>
          <p:cNvPr id="97" name="TextBox 96">
            <a:extLst>
              <a:ext uri="{FF2B5EF4-FFF2-40B4-BE49-F238E27FC236}">
                <a16:creationId xmlns:a16="http://schemas.microsoft.com/office/drawing/2014/main" id="{0D4A01D9-B35B-4431-A45C-1B2246CD28C3}"/>
              </a:ext>
            </a:extLst>
          </p:cNvPr>
          <p:cNvSpPr txBox="1"/>
          <p:nvPr/>
        </p:nvSpPr>
        <p:spPr>
          <a:xfrm>
            <a:off x="3654416" y="5020490"/>
            <a:ext cx="1545259" cy="350330"/>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West Europe</a:t>
            </a:r>
          </a:p>
        </p:txBody>
      </p:sp>
      <p:cxnSp>
        <p:nvCxnSpPr>
          <p:cNvPr id="99" name="Elbow Connector 31">
            <a:extLst>
              <a:ext uri="{FF2B5EF4-FFF2-40B4-BE49-F238E27FC236}">
                <a16:creationId xmlns:a16="http://schemas.microsoft.com/office/drawing/2014/main" id="{4CE38C33-4233-49C5-87F5-D7C634F0BB16}"/>
              </a:ext>
            </a:extLst>
          </p:cNvPr>
          <p:cNvCxnSpPr>
            <a:cxnSpLocks/>
            <a:stCxn id="108" idx="6"/>
            <a:endCxn id="114" idx="0"/>
          </p:cNvCxnSpPr>
          <p:nvPr/>
        </p:nvCxnSpPr>
        <p:spPr>
          <a:xfrm>
            <a:off x="4873736" y="1810457"/>
            <a:ext cx="2711732" cy="1230493"/>
          </a:xfrm>
          <a:prstGeom prst="bentConnector2">
            <a:avLst/>
          </a:prstGeom>
          <a:ln w="28575">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100" name="Elbow Connector 51">
            <a:extLst>
              <a:ext uri="{FF2B5EF4-FFF2-40B4-BE49-F238E27FC236}">
                <a16:creationId xmlns:a16="http://schemas.microsoft.com/office/drawing/2014/main" id="{775949DF-D9CA-4DA2-9C5D-38500BD7A0A7}"/>
              </a:ext>
            </a:extLst>
          </p:cNvPr>
          <p:cNvCxnSpPr>
            <a:cxnSpLocks/>
            <a:stCxn id="108" idx="2"/>
            <a:endCxn id="105" idx="0"/>
          </p:cNvCxnSpPr>
          <p:nvPr/>
        </p:nvCxnSpPr>
        <p:spPr>
          <a:xfrm rot="10800000" flipV="1">
            <a:off x="1320870" y="1810456"/>
            <a:ext cx="2611369" cy="1230493"/>
          </a:xfrm>
          <a:prstGeom prst="bentConnector2">
            <a:avLst/>
          </a:prstGeom>
          <a:ln w="28575">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102" name="Elbow Connector 31">
            <a:extLst>
              <a:ext uri="{FF2B5EF4-FFF2-40B4-BE49-F238E27FC236}">
                <a16:creationId xmlns:a16="http://schemas.microsoft.com/office/drawing/2014/main" id="{6C8C7825-1F50-479A-81B8-FF392BFB5CAC}"/>
              </a:ext>
            </a:extLst>
          </p:cNvPr>
          <p:cNvCxnSpPr>
            <a:cxnSpLocks/>
            <a:stCxn id="111" idx="4"/>
            <a:endCxn id="120" idx="0"/>
          </p:cNvCxnSpPr>
          <p:nvPr/>
        </p:nvCxnSpPr>
        <p:spPr>
          <a:xfrm rot="16200000" flipH="1">
            <a:off x="5415889" y="3076830"/>
            <a:ext cx="1161046" cy="3186851"/>
          </a:xfrm>
          <a:prstGeom prst="bentConnector3">
            <a:avLst>
              <a:gd name="adj1" fmla="val 50000"/>
            </a:avLst>
          </a:prstGeom>
          <a:ln w="28575">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103" name="Elbow Connector 51">
            <a:extLst>
              <a:ext uri="{FF2B5EF4-FFF2-40B4-BE49-F238E27FC236}">
                <a16:creationId xmlns:a16="http://schemas.microsoft.com/office/drawing/2014/main" id="{63E997BE-24B3-4C5A-B5AF-B1EC34C81367}"/>
              </a:ext>
            </a:extLst>
          </p:cNvPr>
          <p:cNvCxnSpPr>
            <a:cxnSpLocks/>
            <a:stCxn id="111" idx="4"/>
            <a:endCxn id="117" idx="0"/>
          </p:cNvCxnSpPr>
          <p:nvPr/>
        </p:nvCxnSpPr>
        <p:spPr>
          <a:xfrm rot="5400000">
            <a:off x="2311047" y="3158839"/>
            <a:ext cx="1161046" cy="3022834"/>
          </a:xfrm>
          <a:prstGeom prst="bentConnector3">
            <a:avLst>
              <a:gd name="adj1" fmla="val 50000"/>
            </a:avLst>
          </a:prstGeom>
          <a:ln w="28575">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78" name="Text Placeholder 549">
            <a:extLst>
              <a:ext uri="{FF2B5EF4-FFF2-40B4-BE49-F238E27FC236}">
                <a16:creationId xmlns:a16="http://schemas.microsoft.com/office/drawing/2014/main" id="{3349084B-2D58-40FC-825B-5208FBCA0649}"/>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p:txBody>
      </p:sp>
      <p:sp>
        <p:nvSpPr>
          <p:cNvPr id="79" name="Rectangle: Rounded Corners 78">
            <a:extLst>
              <a:ext uri="{FF2B5EF4-FFF2-40B4-BE49-F238E27FC236}">
                <a16:creationId xmlns:a16="http://schemas.microsoft.com/office/drawing/2014/main" id="{A6E4C0A4-2DA6-4670-967A-76C6A673CAE2}"/>
              </a:ext>
            </a:extLst>
          </p:cNvPr>
          <p:cNvSpPr/>
          <p:nvPr/>
        </p:nvSpPr>
        <p:spPr bwMode="auto">
          <a:xfrm>
            <a:off x="9311129" y="1467360"/>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Priority</a:t>
            </a:r>
          </a:p>
        </p:txBody>
      </p:sp>
      <p:sp>
        <p:nvSpPr>
          <p:cNvPr id="80" name="Rectangle: Rounded Corners 79">
            <a:extLst>
              <a:ext uri="{FF2B5EF4-FFF2-40B4-BE49-F238E27FC236}">
                <a16:creationId xmlns:a16="http://schemas.microsoft.com/office/drawing/2014/main" id="{66DD51EE-2511-431F-A209-7CD12F2BA101}"/>
              </a:ext>
            </a:extLst>
          </p:cNvPr>
          <p:cNvSpPr/>
          <p:nvPr/>
        </p:nvSpPr>
        <p:spPr bwMode="auto">
          <a:xfrm>
            <a:off x="9311129" y="2241738"/>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Weighted Round Robin</a:t>
            </a:r>
          </a:p>
        </p:txBody>
      </p:sp>
      <p:sp>
        <p:nvSpPr>
          <p:cNvPr id="81" name="Rectangle: Rounded Corners 80">
            <a:extLst>
              <a:ext uri="{FF2B5EF4-FFF2-40B4-BE49-F238E27FC236}">
                <a16:creationId xmlns:a16="http://schemas.microsoft.com/office/drawing/2014/main" id="{662E95FF-D623-41B9-A755-671349A0DD9B}"/>
              </a:ext>
            </a:extLst>
          </p:cNvPr>
          <p:cNvSpPr/>
          <p:nvPr/>
        </p:nvSpPr>
        <p:spPr bwMode="auto">
          <a:xfrm>
            <a:off x="9311129" y="2965831"/>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ea typeface="Segoe UI" pitchFamily="34" charset="0"/>
                <a:cs typeface="Segoe UI" pitchFamily="34" charset="0"/>
              </a:rPr>
              <a:t>Geographic</a:t>
            </a:r>
          </a:p>
        </p:txBody>
      </p:sp>
      <p:sp>
        <p:nvSpPr>
          <p:cNvPr id="82" name="Rectangle: Rounded Corners 81">
            <a:extLst>
              <a:ext uri="{FF2B5EF4-FFF2-40B4-BE49-F238E27FC236}">
                <a16:creationId xmlns:a16="http://schemas.microsoft.com/office/drawing/2014/main" id="{D4F89DB9-4A7B-4649-AB68-19C883745C69}"/>
              </a:ext>
            </a:extLst>
          </p:cNvPr>
          <p:cNvSpPr/>
          <p:nvPr/>
        </p:nvSpPr>
        <p:spPr bwMode="auto">
          <a:xfrm>
            <a:off x="9311128" y="3758775"/>
            <a:ext cx="2849959" cy="529145"/>
          </a:xfrm>
          <a:prstGeom prst="roundRect">
            <a:avLst/>
          </a:prstGeom>
          <a:solidFill>
            <a:schemeClr val="accent1">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34810">
                      <a:schemeClr val="bg1"/>
                    </a:gs>
                    <a:gs pos="19000">
                      <a:schemeClr val="bg1"/>
                    </a:gs>
                  </a:gsLst>
                  <a:lin ang="5400000" scaled="0"/>
                </a:gradFill>
                <a:cs typeface="Segoe UI" pitchFamily="34" charset="0"/>
              </a:rPr>
              <a:t>Performance</a:t>
            </a:r>
          </a:p>
        </p:txBody>
      </p:sp>
      <p:sp>
        <p:nvSpPr>
          <p:cNvPr id="4" name="Right Brace 3">
            <a:extLst>
              <a:ext uri="{FF2B5EF4-FFF2-40B4-BE49-F238E27FC236}">
                <a16:creationId xmlns:a16="http://schemas.microsoft.com/office/drawing/2014/main" id="{86C66FE4-DAC3-4613-9CB7-CB6FB5C52060}"/>
              </a:ext>
            </a:extLst>
          </p:cNvPr>
          <p:cNvSpPr/>
          <p:nvPr/>
        </p:nvSpPr>
        <p:spPr>
          <a:xfrm rot="5400000">
            <a:off x="10534168" y="3384861"/>
            <a:ext cx="515523" cy="2820560"/>
          </a:xfrm>
          <a:prstGeom prst="rightBrace">
            <a:avLst/>
          </a:prstGeom>
          <a:ln w="254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796D693A-5BA5-47CD-BD05-048DA3B44AFE}"/>
              </a:ext>
            </a:extLst>
          </p:cNvPr>
          <p:cNvSpPr/>
          <p:nvPr/>
        </p:nvSpPr>
        <p:spPr bwMode="auto">
          <a:xfrm>
            <a:off x="9311128" y="5256499"/>
            <a:ext cx="2849959" cy="529145"/>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pitchFamily="34" charset="0"/>
              </a:rPr>
              <a:t>Nested</a:t>
            </a:r>
          </a:p>
        </p:txBody>
      </p:sp>
      <p:grpSp>
        <p:nvGrpSpPr>
          <p:cNvPr id="104" name="Group 103">
            <a:extLst>
              <a:ext uri="{FF2B5EF4-FFF2-40B4-BE49-F238E27FC236}">
                <a16:creationId xmlns:a16="http://schemas.microsoft.com/office/drawing/2014/main" id="{9C6675F7-5B9D-4731-BC58-587D3951CA9F}"/>
              </a:ext>
            </a:extLst>
          </p:cNvPr>
          <p:cNvGrpSpPr/>
          <p:nvPr/>
        </p:nvGrpSpPr>
        <p:grpSpPr>
          <a:xfrm>
            <a:off x="850120" y="3040950"/>
            <a:ext cx="941498" cy="941498"/>
            <a:chOff x="3878569" y="2372434"/>
            <a:chExt cx="941498" cy="941498"/>
          </a:xfrm>
        </p:grpSpPr>
        <p:sp>
          <p:nvSpPr>
            <p:cNvPr id="105" name="Oval 104">
              <a:extLst>
                <a:ext uri="{FF2B5EF4-FFF2-40B4-BE49-F238E27FC236}">
                  <a16:creationId xmlns:a16="http://schemas.microsoft.com/office/drawing/2014/main" id="{DA5C0B69-9E92-4EBE-A552-2FE9E3960EFA}"/>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6" name="Picture 105">
              <a:extLst>
                <a:ext uri="{FF2B5EF4-FFF2-40B4-BE49-F238E27FC236}">
                  <a16:creationId xmlns:a16="http://schemas.microsoft.com/office/drawing/2014/main" id="{F03E1362-BAE5-4B88-A91E-45665BF96F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107" name="Group 106">
            <a:extLst>
              <a:ext uri="{FF2B5EF4-FFF2-40B4-BE49-F238E27FC236}">
                <a16:creationId xmlns:a16="http://schemas.microsoft.com/office/drawing/2014/main" id="{6539A86B-DA7F-462F-A0AE-AFE31F7F4117}"/>
              </a:ext>
            </a:extLst>
          </p:cNvPr>
          <p:cNvGrpSpPr/>
          <p:nvPr/>
        </p:nvGrpSpPr>
        <p:grpSpPr>
          <a:xfrm>
            <a:off x="3932238" y="1339708"/>
            <a:ext cx="941498" cy="941498"/>
            <a:chOff x="3908505" y="5161899"/>
            <a:chExt cx="941498" cy="941498"/>
          </a:xfrm>
        </p:grpSpPr>
        <p:sp>
          <p:nvSpPr>
            <p:cNvPr id="108" name="Oval 107">
              <a:extLst>
                <a:ext uri="{FF2B5EF4-FFF2-40B4-BE49-F238E27FC236}">
                  <a16:creationId xmlns:a16="http://schemas.microsoft.com/office/drawing/2014/main" id="{6EFBF45E-CFA0-4DE3-A02E-3354FF1ACD3B}"/>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9" name="Picture 108">
              <a:extLst>
                <a:ext uri="{FF2B5EF4-FFF2-40B4-BE49-F238E27FC236}">
                  <a16:creationId xmlns:a16="http://schemas.microsoft.com/office/drawing/2014/main" id="{23C4DAE5-B22C-4B6F-91EE-3F2240ADAA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110" name="Group 109">
            <a:extLst>
              <a:ext uri="{FF2B5EF4-FFF2-40B4-BE49-F238E27FC236}">
                <a16:creationId xmlns:a16="http://schemas.microsoft.com/office/drawing/2014/main" id="{F2E6021C-3BA6-40B1-A5CA-E7FD37CD975C}"/>
              </a:ext>
            </a:extLst>
          </p:cNvPr>
          <p:cNvGrpSpPr/>
          <p:nvPr/>
        </p:nvGrpSpPr>
        <p:grpSpPr>
          <a:xfrm>
            <a:off x="3932238" y="3148235"/>
            <a:ext cx="941498" cy="941498"/>
            <a:chOff x="3908505" y="5161899"/>
            <a:chExt cx="941498" cy="941498"/>
          </a:xfrm>
        </p:grpSpPr>
        <p:sp>
          <p:nvSpPr>
            <p:cNvPr id="111" name="Oval 110">
              <a:extLst>
                <a:ext uri="{FF2B5EF4-FFF2-40B4-BE49-F238E27FC236}">
                  <a16:creationId xmlns:a16="http://schemas.microsoft.com/office/drawing/2014/main" id="{788C8CA8-C60E-4C0C-BC13-3673A390F94F}"/>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2" name="Picture 111">
              <a:extLst>
                <a:ext uri="{FF2B5EF4-FFF2-40B4-BE49-F238E27FC236}">
                  <a16:creationId xmlns:a16="http://schemas.microsoft.com/office/drawing/2014/main" id="{01522DDF-0D73-4E78-9767-EF833E4093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113" name="Group 112">
            <a:extLst>
              <a:ext uri="{FF2B5EF4-FFF2-40B4-BE49-F238E27FC236}">
                <a16:creationId xmlns:a16="http://schemas.microsoft.com/office/drawing/2014/main" id="{83D9135B-DAE0-45DA-A2F5-FF60EABF3B77}"/>
              </a:ext>
            </a:extLst>
          </p:cNvPr>
          <p:cNvGrpSpPr/>
          <p:nvPr/>
        </p:nvGrpSpPr>
        <p:grpSpPr>
          <a:xfrm>
            <a:off x="7114719" y="3040950"/>
            <a:ext cx="941498" cy="941498"/>
            <a:chOff x="3878569" y="2372434"/>
            <a:chExt cx="941498" cy="941498"/>
          </a:xfrm>
        </p:grpSpPr>
        <p:sp>
          <p:nvSpPr>
            <p:cNvPr id="114" name="Oval 113">
              <a:extLst>
                <a:ext uri="{FF2B5EF4-FFF2-40B4-BE49-F238E27FC236}">
                  <a16:creationId xmlns:a16="http://schemas.microsoft.com/office/drawing/2014/main" id="{2A8511B2-1E2B-4EAD-ABEB-27E7E0C9D8E7}"/>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5" name="Picture 114">
              <a:extLst>
                <a:ext uri="{FF2B5EF4-FFF2-40B4-BE49-F238E27FC236}">
                  <a16:creationId xmlns:a16="http://schemas.microsoft.com/office/drawing/2014/main" id="{B46B895A-3C07-4CA2-B742-5D799BEBE3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116" name="Group 115">
            <a:extLst>
              <a:ext uri="{FF2B5EF4-FFF2-40B4-BE49-F238E27FC236}">
                <a16:creationId xmlns:a16="http://schemas.microsoft.com/office/drawing/2014/main" id="{0E0DB67A-F9DD-4963-A20D-670804A9763C}"/>
              </a:ext>
            </a:extLst>
          </p:cNvPr>
          <p:cNvGrpSpPr/>
          <p:nvPr/>
        </p:nvGrpSpPr>
        <p:grpSpPr>
          <a:xfrm>
            <a:off x="909404" y="5250779"/>
            <a:ext cx="941498" cy="941498"/>
            <a:chOff x="3878569" y="2372434"/>
            <a:chExt cx="941498" cy="941498"/>
          </a:xfrm>
        </p:grpSpPr>
        <p:sp>
          <p:nvSpPr>
            <p:cNvPr id="117" name="Oval 116">
              <a:extLst>
                <a:ext uri="{FF2B5EF4-FFF2-40B4-BE49-F238E27FC236}">
                  <a16:creationId xmlns:a16="http://schemas.microsoft.com/office/drawing/2014/main" id="{BE952624-7246-4F7C-8E9F-631D874008D3}"/>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8" name="Picture 117">
              <a:extLst>
                <a:ext uri="{FF2B5EF4-FFF2-40B4-BE49-F238E27FC236}">
                  <a16:creationId xmlns:a16="http://schemas.microsoft.com/office/drawing/2014/main" id="{F3118B1C-47AE-4F87-BE86-15D2A40748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grpSp>
        <p:nvGrpSpPr>
          <p:cNvPr id="119" name="Group 118">
            <a:extLst>
              <a:ext uri="{FF2B5EF4-FFF2-40B4-BE49-F238E27FC236}">
                <a16:creationId xmlns:a16="http://schemas.microsoft.com/office/drawing/2014/main" id="{A5A5D701-6365-4B7E-952D-CAC254227D19}"/>
              </a:ext>
            </a:extLst>
          </p:cNvPr>
          <p:cNvGrpSpPr/>
          <p:nvPr/>
        </p:nvGrpSpPr>
        <p:grpSpPr>
          <a:xfrm>
            <a:off x="7119089" y="5250779"/>
            <a:ext cx="941498" cy="941498"/>
            <a:chOff x="3878569" y="2372434"/>
            <a:chExt cx="941498" cy="941498"/>
          </a:xfrm>
        </p:grpSpPr>
        <p:sp>
          <p:nvSpPr>
            <p:cNvPr id="120" name="Oval 119">
              <a:extLst>
                <a:ext uri="{FF2B5EF4-FFF2-40B4-BE49-F238E27FC236}">
                  <a16:creationId xmlns:a16="http://schemas.microsoft.com/office/drawing/2014/main" id="{90957C2A-62A4-4E4A-BF3A-2D468F024C29}"/>
                </a:ext>
              </a:extLst>
            </p:cNvPr>
            <p:cNvSpPr/>
            <p:nvPr/>
          </p:nvSpPr>
          <p:spPr bwMode="auto">
            <a:xfrm>
              <a:off x="3878569" y="2372434"/>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21" name="Picture 120">
              <a:extLst>
                <a:ext uri="{FF2B5EF4-FFF2-40B4-BE49-F238E27FC236}">
                  <a16:creationId xmlns:a16="http://schemas.microsoft.com/office/drawing/2014/main" id="{366FD865-DAE7-4ED9-8079-ACFD1A2F6E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3647" y="2587511"/>
              <a:ext cx="511343" cy="511344"/>
            </a:xfrm>
            <a:prstGeom prst="rect">
              <a:avLst/>
            </a:prstGeom>
          </p:spPr>
        </p:pic>
      </p:grpSp>
    </p:spTree>
    <p:extLst>
      <p:ext uri="{BB962C8B-B14F-4D97-AF65-F5344CB8AC3E}">
        <p14:creationId xmlns:p14="http://schemas.microsoft.com/office/powerpoint/2010/main" val="3379909689"/>
      </p:ext>
    </p:extLst>
  </p:cSld>
  <p:clrMapOvr>
    <a:masterClrMapping/>
  </p:clrMapOvr>
  <p:transition>
    <p:fade/>
  </p:transition>
</p:sld>
</file>

<file path=ppt/slides/slide47.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549">
            <a:extLst>
              <a:ext uri="{FF2B5EF4-FFF2-40B4-BE49-F238E27FC236}">
                <a16:creationId xmlns:a16="http://schemas.microsoft.com/office/drawing/2014/main" id="{90D7A68E-D320-408B-A6DC-AAF99416CBED}"/>
              </a:ext>
            </a:extLst>
          </p:cNvPr>
          <p:cNvSpPr txBox="1">
            <a:spLocks/>
          </p:cNvSpPr>
          <p:nvPr/>
        </p:nvSpPr>
        <p:spPr>
          <a:xfrm>
            <a:off x="8890982" y="497"/>
            <a:ext cx="3544612" cy="6993532"/>
          </a:xfrm>
          <a:prstGeom prst="rect">
            <a:avLst/>
          </a:prstGeom>
          <a:solidFill>
            <a:schemeClr val="tx1"/>
          </a:solidFill>
        </p:spPr>
        <p:txBody>
          <a:bodyPr lIns="182854" rIns="457135" anchor="ctr" anchorCtr="0">
            <a:no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1199"/>
              </a:spcBef>
              <a:buNone/>
            </a:pPr>
            <a:r>
              <a:rPr lang="en-US" sz="1800" dirty="0">
                <a:gradFill>
                  <a:gsLst>
                    <a:gs pos="1250">
                      <a:srgbClr val="353535"/>
                    </a:gs>
                    <a:gs pos="100000">
                      <a:srgbClr val="353535"/>
                    </a:gs>
                  </a:gsLst>
                  <a:lin ang="5400000" scaled="0"/>
                </a:gradFill>
                <a:latin typeface="Segoe UI Light"/>
              </a:rPr>
              <a:t>Understand the volume of traffic generated by your users and the latency experienced by them, at a per region level</a:t>
            </a:r>
          </a:p>
          <a:p>
            <a:pPr marL="0" indent="0" defTabSz="932563">
              <a:spcBef>
                <a:spcPts val="1199"/>
              </a:spcBef>
              <a:buNone/>
            </a:pPr>
            <a:endParaRPr lang="en-US" sz="1800" dirty="0">
              <a:gradFill>
                <a:gsLst>
                  <a:gs pos="1250">
                    <a:srgbClr val="353535"/>
                  </a:gs>
                  <a:gs pos="100000">
                    <a:srgbClr val="353535"/>
                  </a:gs>
                </a:gsLst>
                <a:lin ang="5400000" scaled="0"/>
              </a:gradFill>
              <a:latin typeface="Segoe UI Light"/>
            </a:endParaRPr>
          </a:p>
          <a:p>
            <a:pPr marL="0" indent="0" defTabSz="932563">
              <a:spcBef>
                <a:spcPts val="1199"/>
              </a:spcBef>
              <a:buNone/>
            </a:pPr>
            <a:r>
              <a:rPr lang="en-US" sz="1800" dirty="0">
                <a:gradFill>
                  <a:gsLst>
                    <a:gs pos="1250">
                      <a:srgbClr val="353535"/>
                    </a:gs>
                    <a:gs pos="100000">
                      <a:srgbClr val="353535"/>
                    </a:gs>
                  </a:gsLst>
                  <a:lin ang="5400000" scaled="0"/>
                </a:gradFill>
                <a:latin typeface="Segoe UI Light"/>
              </a:rPr>
              <a:t>Deep dive into traffic flow patterns from a specific region</a:t>
            </a:r>
          </a:p>
        </p:txBody>
      </p:sp>
      <p:sp>
        <p:nvSpPr>
          <p:cNvPr id="2" name="Title 1">
            <a:extLst>
              <a:ext uri="{FF2B5EF4-FFF2-40B4-BE49-F238E27FC236}">
                <a16:creationId xmlns:a16="http://schemas.microsoft.com/office/drawing/2014/main" id="{868F4C84-9C1D-44EC-946F-01AA0C27AF75}"/>
              </a:ext>
            </a:extLst>
          </p:cNvPr>
          <p:cNvSpPr>
            <a:spLocks noGrp="1"/>
          </p:cNvSpPr>
          <p:nvPr>
            <p:ph type="title"/>
          </p:nvPr>
        </p:nvSpPr>
        <p:spPr/>
        <p:txBody>
          <a:bodyPr/>
          <a:lstStyle/>
          <a:p>
            <a:r>
              <a:rPr lang="en-US" dirty="0"/>
              <a:t>Traffic Manager—Traffic View</a:t>
            </a:r>
          </a:p>
        </p:txBody>
      </p:sp>
      <p:sp>
        <p:nvSpPr>
          <p:cNvPr id="3" name="Isosceles Triangle 2">
            <a:extLst>
              <a:ext uri="{FF2B5EF4-FFF2-40B4-BE49-F238E27FC236}">
                <a16:creationId xmlns:a16="http://schemas.microsoft.com/office/drawing/2014/main" id="{7398EA5D-BF22-404C-A29D-158C34B6A7A0}"/>
              </a:ext>
            </a:extLst>
          </p:cNvPr>
          <p:cNvSpPr/>
          <p:nvPr/>
        </p:nvSpPr>
        <p:spPr bwMode="auto">
          <a:xfrm rot="2709730">
            <a:off x="10514868" y="-199060"/>
            <a:ext cx="2827640" cy="1413164"/>
          </a:xfrm>
          <a:prstGeom prst="triangl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Isosceles Triangle 3">
            <a:extLst>
              <a:ext uri="{FF2B5EF4-FFF2-40B4-BE49-F238E27FC236}">
                <a16:creationId xmlns:a16="http://schemas.microsoft.com/office/drawing/2014/main" id="{E97300C1-D993-4B0D-9338-6CA9601B68E1}"/>
              </a:ext>
            </a:extLst>
          </p:cNvPr>
          <p:cNvSpPr>
            <a:spLocks noChangeAspect="1"/>
          </p:cNvSpPr>
          <p:nvPr/>
        </p:nvSpPr>
        <p:spPr bwMode="auto">
          <a:xfrm rot="2709730">
            <a:off x="11197323" y="-161926"/>
            <a:ext cx="1829648" cy="914400"/>
          </a:xfrm>
          <a:prstGeom prst="triangl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Box 4">
            <a:extLst>
              <a:ext uri="{FF2B5EF4-FFF2-40B4-BE49-F238E27FC236}">
                <a16:creationId xmlns:a16="http://schemas.microsoft.com/office/drawing/2014/main" id="{4420254D-057C-4C69-8931-021180E8E09F}"/>
              </a:ext>
            </a:extLst>
          </p:cNvPr>
          <p:cNvSpPr txBox="1"/>
          <p:nvPr/>
        </p:nvSpPr>
        <p:spPr>
          <a:xfrm rot="2697948">
            <a:off x="11037856" y="504519"/>
            <a:ext cx="1071447" cy="627864"/>
          </a:xfrm>
          <a:prstGeom prst="rect">
            <a:avLst/>
          </a:prstGeom>
          <a:noFill/>
        </p:spPr>
        <p:txBody>
          <a:bodyPr wrap="non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latin typeface="Selawik Semibold" panose="020B0702040204020203" pitchFamily="34" charset="0"/>
              </a:rPr>
              <a:t>NEW</a:t>
            </a:r>
          </a:p>
        </p:txBody>
      </p:sp>
      <p:pic>
        <p:nvPicPr>
          <p:cNvPr id="20" name="Picture 19">
            <a:extLst>
              <a:ext uri="{FF2B5EF4-FFF2-40B4-BE49-F238E27FC236}">
                <a16:creationId xmlns:a16="http://schemas.microsoft.com/office/drawing/2014/main" id="{0EACDE9E-390F-4396-A01D-31874B13060E}"/>
              </a:ext>
            </a:extLst>
          </p:cNvPr>
          <p:cNvPicPr>
            <a:picLocks noChangeAspect="1"/>
          </p:cNvPicPr>
          <p:nvPr/>
        </p:nvPicPr>
        <p:blipFill>
          <a:blip r:embed="rId2"/>
          <a:stretch>
            <a:fillRect/>
          </a:stretch>
        </p:blipFill>
        <p:spPr>
          <a:xfrm>
            <a:off x="882" y="2045483"/>
            <a:ext cx="8890099" cy="3626630"/>
          </a:xfrm>
          <a:prstGeom prst="rect">
            <a:avLst/>
          </a:prstGeom>
        </p:spPr>
      </p:pic>
    </p:spTree>
    <p:extLst>
      <p:ext uri="{BB962C8B-B14F-4D97-AF65-F5344CB8AC3E}">
        <p14:creationId xmlns:p14="http://schemas.microsoft.com/office/powerpoint/2010/main" val="414294305"/>
      </p:ext>
    </p:extLst>
  </p:cSld>
  <p:clrMapOvr>
    <a:masterClrMapping/>
  </p:clrMapOvr>
  <p:transition>
    <p:fade/>
  </p:transition>
</p:sld>
</file>

<file path=ppt/slides/slide48.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A344-D2A6-4B69-80E0-7434EDD2FCEF}"/>
              </a:ext>
            </a:extLst>
          </p:cNvPr>
          <p:cNvSpPr txBox="1">
            <a:spLocks/>
          </p:cNvSpPr>
          <p:nvPr/>
        </p:nvSpPr>
        <p:spPr>
          <a:xfrm>
            <a:off x="274637" y="5340051"/>
            <a:ext cx="11887199" cy="2179058"/>
          </a:xfrm>
          <a:prstGeom prst="rect">
            <a:avLst/>
          </a:prstGeom>
        </p:spPr>
        <p:txBody>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endParaRPr lang="en-US" sz="11500" dirty="0"/>
          </a:p>
        </p:txBody>
      </p:sp>
      <p:sp>
        <p:nvSpPr>
          <p:cNvPr id="4" name="Text Placeholder 3">
            <a:extLst>
              <a:ext uri="{FF2B5EF4-FFF2-40B4-BE49-F238E27FC236}">
                <a16:creationId xmlns:a16="http://schemas.microsoft.com/office/drawing/2014/main" id="{0CF41C3E-01FA-4666-8545-5E8CE907A354}"/>
              </a:ext>
            </a:extLst>
          </p:cNvPr>
          <p:cNvSpPr>
            <a:spLocks noGrp="1"/>
          </p:cNvSpPr>
          <p:nvPr>
            <p:ph type="body" sz="quarter" idx="12"/>
          </p:nvPr>
        </p:nvSpPr>
        <p:spPr>
          <a:xfrm>
            <a:off x="274638" y="3954463"/>
            <a:ext cx="10058401" cy="738664"/>
          </a:xfrm>
        </p:spPr>
        <p:txBody>
          <a:bodyPr/>
          <a:lstStyle/>
          <a:p>
            <a:r>
              <a:rPr lang="en-US" dirty="0"/>
              <a:t>Traffic Manager + Application Gateway</a:t>
            </a:r>
          </a:p>
        </p:txBody>
      </p:sp>
      <p:sp>
        <p:nvSpPr>
          <p:cNvPr id="6" name="Title 5">
            <a:extLst>
              <a:ext uri="{FF2B5EF4-FFF2-40B4-BE49-F238E27FC236}">
                <a16:creationId xmlns:a16="http://schemas.microsoft.com/office/drawing/2014/main" id="{BADDAD6C-7EA4-468E-BBCB-5D188A9BEFBB}"/>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35517135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p:transition spd="slow">
        <p:fade/>
      </p:transition>
    </mc:Fallback>
  </mc:AlternateContent>
</p:sld>
</file>

<file path=ppt/slides/slide49.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C59A-E0FE-417C-811A-DF939519108F}"/>
              </a:ext>
            </a:extLst>
          </p:cNvPr>
          <p:cNvSpPr>
            <a:spLocks noGrp="1"/>
          </p:cNvSpPr>
          <p:nvPr>
            <p:ph type="title"/>
          </p:nvPr>
        </p:nvSpPr>
        <p:spPr>
          <a:xfrm>
            <a:off x="203099" y="49880"/>
            <a:ext cx="11889564" cy="637241"/>
          </a:xfrm>
        </p:spPr>
        <p:txBody>
          <a:bodyPr/>
          <a:lstStyle/>
          <a:p>
            <a:r>
              <a:rPr lang="en-US" dirty="0"/>
              <a:t>Demo Config</a:t>
            </a:r>
          </a:p>
        </p:txBody>
      </p:sp>
      <p:sp>
        <p:nvSpPr>
          <p:cNvPr id="53" name="TextBox 52">
            <a:extLst>
              <a:ext uri="{FF2B5EF4-FFF2-40B4-BE49-F238E27FC236}">
                <a16:creationId xmlns:a16="http://schemas.microsoft.com/office/drawing/2014/main" id="{FA40B55A-AD54-40B1-B1C1-D013F2635233}"/>
              </a:ext>
            </a:extLst>
          </p:cNvPr>
          <p:cNvSpPr txBox="1"/>
          <p:nvPr/>
        </p:nvSpPr>
        <p:spPr>
          <a:xfrm>
            <a:off x="1791618" y="7015095"/>
            <a:ext cx="1545259" cy="350330"/>
          </a:xfrm>
          <a:prstGeom prst="rect">
            <a:avLst/>
          </a:prstGeom>
          <a:noFill/>
        </p:spPr>
        <p:txBody>
          <a:bodyPr wrap="square" rtlCol="0">
            <a:spAutoFit/>
          </a:bodyPr>
          <a:lstStyle/>
          <a:p>
            <a:pPr algn="ctr" defTabSz="932597"/>
            <a:r>
              <a:rPr lang="en-US" sz="1632" dirty="0">
                <a:solidFill>
                  <a:prstClr val="white"/>
                </a:solidFill>
                <a:ea typeface="Segoe UI" panose="020B0502040204020203" pitchFamily="34" charset="0"/>
                <a:cs typeface="Segoe UI" panose="020B0502040204020203" pitchFamily="34" charset="0"/>
              </a:rPr>
              <a:t>West Europe 1</a:t>
            </a:r>
          </a:p>
        </p:txBody>
      </p:sp>
      <p:sp>
        <p:nvSpPr>
          <p:cNvPr id="54" name="TextBox 53">
            <a:extLst>
              <a:ext uri="{FF2B5EF4-FFF2-40B4-BE49-F238E27FC236}">
                <a16:creationId xmlns:a16="http://schemas.microsoft.com/office/drawing/2014/main" id="{E383E563-1CFF-4C40-877D-05E33C1756E7}"/>
              </a:ext>
            </a:extLst>
          </p:cNvPr>
          <p:cNvSpPr txBox="1"/>
          <p:nvPr/>
        </p:nvSpPr>
        <p:spPr>
          <a:xfrm>
            <a:off x="5686446" y="1462569"/>
            <a:ext cx="1545259" cy="830997"/>
          </a:xfrm>
          <a:prstGeom prst="rect">
            <a:avLst/>
          </a:prstGeom>
          <a:noFill/>
        </p:spPr>
        <p:txBody>
          <a:bodyPr wrap="square" rtlCol="0">
            <a:spAutoFit/>
          </a:bodyPr>
          <a:lstStyle/>
          <a:p>
            <a:pPr algn="ctr" defTabSz="932597"/>
            <a:r>
              <a:rPr lang="en-US" sz="1600" b="1" i="1" dirty="0">
                <a:solidFill>
                  <a:srgbClr val="FFFF00"/>
                </a:solidFill>
                <a:latin typeface="Segoe UI" panose="020B0502040204020203" pitchFamily="34" charset="0"/>
                <a:cs typeface="Segoe UI" panose="020B0502040204020203" pitchFamily="34" charset="0"/>
              </a:rPr>
              <a:t>Traffic Manager Geographic</a:t>
            </a:r>
          </a:p>
        </p:txBody>
      </p:sp>
      <p:sp>
        <p:nvSpPr>
          <p:cNvPr id="91" name="TextBox 90">
            <a:extLst>
              <a:ext uri="{FF2B5EF4-FFF2-40B4-BE49-F238E27FC236}">
                <a16:creationId xmlns:a16="http://schemas.microsoft.com/office/drawing/2014/main" id="{0AB3552D-2608-43A4-B898-6A27D0C04040}"/>
              </a:ext>
            </a:extLst>
          </p:cNvPr>
          <p:cNvSpPr txBox="1"/>
          <p:nvPr/>
        </p:nvSpPr>
        <p:spPr>
          <a:xfrm>
            <a:off x="2231982" y="2963639"/>
            <a:ext cx="1555840" cy="461665"/>
          </a:xfrm>
          <a:prstGeom prst="rect">
            <a:avLst/>
          </a:prstGeom>
          <a:noFill/>
        </p:spPr>
        <p:txBody>
          <a:bodyPr wrap="square" rtlCol="0">
            <a:spAutoFit/>
          </a:bodyPr>
          <a:lstStyle/>
          <a:p>
            <a:pPr algn="ctr" defTabSz="932597"/>
            <a:r>
              <a:rPr lang="en-US" sz="12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Traffic Manager </a:t>
            </a:r>
            <a:r>
              <a:rPr lang="en-US" sz="1200" b="1" i="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Performance</a:t>
            </a:r>
          </a:p>
        </p:txBody>
      </p:sp>
      <p:sp>
        <p:nvSpPr>
          <p:cNvPr id="96" name="TextBox 95">
            <a:extLst>
              <a:ext uri="{FF2B5EF4-FFF2-40B4-BE49-F238E27FC236}">
                <a16:creationId xmlns:a16="http://schemas.microsoft.com/office/drawing/2014/main" id="{CE735E83-FE17-40F1-B00E-367324E5D39B}"/>
              </a:ext>
            </a:extLst>
          </p:cNvPr>
          <p:cNvSpPr txBox="1"/>
          <p:nvPr/>
        </p:nvSpPr>
        <p:spPr>
          <a:xfrm>
            <a:off x="4466614" y="7035665"/>
            <a:ext cx="1545259" cy="350330"/>
          </a:xfrm>
          <a:prstGeom prst="rect">
            <a:avLst/>
          </a:prstGeom>
          <a:noFill/>
        </p:spPr>
        <p:txBody>
          <a:bodyPr wrap="square" rtlCol="0">
            <a:spAutoFit/>
          </a:bodyPr>
          <a:lstStyle/>
          <a:p>
            <a:pPr algn="ctr" defTabSz="932597"/>
            <a:r>
              <a:rPr lang="en-US" sz="1632" dirty="0">
                <a:solidFill>
                  <a:prstClr val="white"/>
                </a:solidFill>
                <a:ea typeface="Segoe UI" panose="020B0502040204020203" pitchFamily="34" charset="0"/>
                <a:cs typeface="Segoe UI" panose="020B0502040204020203" pitchFamily="34" charset="0"/>
              </a:rPr>
              <a:t>West Europe 2</a:t>
            </a:r>
          </a:p>
        </p:txBody>
      </p:sp>
      <p:grpSp>
        <p:nvGrpSpPr>
          <p:cNvPr id="107" name="Group 106">
            <a:extLst>
              <a:ext uri="{FF2B5EF4-FFF2-40B4-BE49-F238E27FC236}">
                <a16:creationId xmlns:a16="http://schemas.microsoft.com/office/drawing/2014/main" id="{6539A86B-DA7F-462F-A0AE-AFE31F7F4117}"/>
              </a:ext>
            </a:extLst>
          </p:cNvPr>
          <p:cNvGrpSpPr/>
          <p:nvPr/>
        </p:nvGrpSpPr>
        <p:grpSpPr>
          <a:xfrm>
            <a:off x="4807999" y="1339708"/>
            <a:ext cx="941498" cy="941498"/>
            <a:chOff x="3908505" y="5161899"/>
            <a:chExt cx="941498" cy="941498"/>
          </a:xfrm>
        </p:grpSpPr>
        <p:sp>
          <p:nvSpPr>
            <p:cNvPr id="108" name="Oval 107">
              <a:extLst>
                <a:ext uri="{FF2B5EF4-FFF2-40B4-BE49-F238E27FC236}">
                  <a16:creationId xmlns:a16="http://schemas.microsoft.com/office/drawing/2014/main" id="{6EFBF45E-CFA0-4DE3-A02E-3354FF1ACD3B}"/>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9" name="Picture 108">
              <a:extLst>
                <a:ext uri="{FF2B5EF4-FFF2-40B4-BE49-F238E27FC236}">
                  <a16:creationId xmlns:a16="http://schemas.microsoft.com/office/drawing/2014/main" id="{23C4DAE5-B22C-4B6F-91EE-3F2240ADAA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grpSp>
        <p:nvGrpSpPr>
          <p:cNvPr id="110" name="Group 109">
            <a:extLst>
              <a:ext uri="{FF2B5EF4-FFF2-40B4-BE49-F238E27FC236}">
                <a16:creationId xmlns:a16="http://schemas.microsoft.com/office/drawing/2014/main" id="{F2E6021C-3BA6-40B1-A5CA-E7FD37CD975C}"/>
              </a:ext>
            </a:extLst>
          </p:cNvPr>
          <p:cNvGrpSpPr/>
          <p:nvPr/>
        </p:nvGrpSpPr>
        <p:grpSpPr>
          <a:xfrm>
            <a:off x="3866501" y="2900222"/>
            <a:ext cx="941498" cy="941498"/>
            <a:chOff x="3908505" y="5161899"/>
            <a:chExt cx="941498" cy="941498"/>
          </a:xfrm>
        </p:grpSpPr>
        <p:sp>
          <p:nvSpPr>
            <p:cNvPr id="111" name="Oval 110">
              <a:extLst>
                <a:ext uri="{FF2B5EF4-FFF2-40B4-BE49-F238E27FC236}">
                  <a16:creationId xmlns:a16="http://schemas.microsoft.com/office/drawing/2014/main" id="{788C8CA8-C60E-4C0C-BC13-3673A390F94F}"/>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2" name="Picture 111">
              <a:extLst>
                <a:ext uri="{FF2B5EF4-FFF2-40B4-BE49-F238E27FC236}">
                  <a16:creationId xmlns:a16="http://schemas.microsoft.com/office/drawing/2014/main" id="{01522DDF-0D73-4E78-9767-EF833E409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cxnSp>
        <p:nvCxnSpPr>
          <p:cNvPr id="7" name="Straight Arrow Connector 6">
            <a:extLst>
              <a:ext uri="{FF2B5EF4-FFF2-40B4-BE49-F238E27FC236}">
                <a16:creationId xmlns:a16="http://schemas.microsoft.com/office/drawing/2014/main" id="{04D3FA85-0CBA-4556-A1DF-EAA75DCDA09F}"/>
              </a:ext>
            </a:extLst>
          </p:cNvPr>
          <p:cNvCxnSpPr>
            <a:cxnSpLocks/>
            <a:stCxn id="111" idx="5"/>
            <a:endCxn id="126" idx="0"/>
          </p:cNvCxnSpPr>
          <p:nvPr/>
        </p:nvCxnSpPr>
        <p:spPr>
          <a:xfrm>
            <a:off x="4670120" y="3703841"/>
            <a:ext cx="1269837" cy="145549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0C4DEB6-D669-4C54-B9B1-A45D47DA5D43}"/>
              </a:ext>
            </a:extLst>
          </p:cNvPr>
          <p:cNvCxnSpPr>
            <a:cxnSpLocks/>
            <a:endCxn id="98" idx="0"/>
          </p:cNvCxnSpPr>
          <p:nvPr/>
        </p:nvCxnSpPr>
        <p:spPr>
          <a:xfrm flipH="1">
            <a:off x="2636491" y="3681349"/>
            <a:ext cx="1274830" cy="147940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593E9AA-D6CA-4718-AAA9-6C3DFBCBD111}"/>
              </a:ext>
            </a:extLst>
          </p:cNvPr>
          <p:cNvCxnSpPr>
            <a:cxnSpLocks/>
            <a:stCxn id="111" idx="4"/>
            <a:endCxn id="90" idx="0"/>
          </p:cNvCxnSpPr>
          <p:nvPr/>
        </p:nvCxnSpPr>
        <p:spPr>
          <a:xfrm>
            <a:off x="4337250" y="3841720"/>
            <a:ext cx="48667" cy="128786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C94314C-89EB-4C11-874A-5B608A45261F}"/>
              </a:ext>
            </a:extLst>
          </p:cNvPr>
          <p:cNvCxnSpPr>
            <a:cxnSpLocks/>
            <a:stCxn id="108" idx="3"/>
          </p:cNvCxnSpPr>
          <p:nvPr/>
        </p:nvCxnSpPr>
        <p:spPr>
          <a:xfrm flipH="1">
            <a:off x="4597756" y="2143327"/>
            <a:ext cx="348122" cy="818814"/>
          </a:xfrm>
          <a:prstGeom prst="straightConnector1">
            <a:avLst/>
          </a:prstGeom>
          <a:ln w="2540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6DA01646-A4EB-4FE9-99FA-7FBB302DAC0F}"/>
              </a:ext>
            </a:extLst>
          </p:cNvPr>
          <p:cNvCxnSpPr>
            <a:cxnSpLocks/>
            <a:endCxn id="126" idx="0"/>
          </p:cNvCxnSpPr>
          <p:nvPr/>
        </p:nvCxnSpPr>
        <p:spPr>
          <a:xfrm>
            <a:off x="5613099" y="2153845"/>
            <a:ext cx="326858" cy="3005489"/>
          </a:xfrm>
          <a:prstGeom prst="straightConnector1">
            <a:avLst/>
          </a:prstGeom>
          <a:ln w="25400">
            <a:solidFill>
              <a:srgbClr val="FFFF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CFDDB20-CB97-4AC5-8E88-AE5E3E75A4C3}"/>
              </a:ext>
            </a:extLst>
          </p:cNvPr>
          <p:cNvSpPr txBox="1"/>
          <p:nvPr/>
        </p:nvSpPr>
        <p:spPr>
          <a:xfrm rot="4985946" flipH="1">
            <a:off x="5193089" y="3368735"/>
            <a:ext cx="1777574" cy="544765"/>
          </a:xfrm>
          <a:prstGeom prst="rect">
            <a:avLst/>
          </a:prstGeom>
          <a:noFill/>
        </p:spPr>
        <p:txBody>
          <a:bodyPr wrap="square" lIns="182880" tIns="146304" rIns="182880" bIns="146304" rtlCol="0">
            <a:spAutoFit/>
          </a:bodyPr>
          <a:lstStyle/>
          <a:p>
            <a:pPr>
              <a:lnSpc>
                <a:spcPct val="90000"/>
              </a:lnSpc>
              <a:spcAft>
                <a:spcPts val="600"/>
              </a:spcAft>
            </a:pPr>
            <a:r>
              <a:rPr lang="en-US" dirty="0">
                <a:solidFill>
                  <a:srgbClr val="FFFF00"/>
                </a:solidFill>
              </a:rPr>
              <a:t>Singapore</a:t>
            </a:r>
          </a:p>
        </p:txBody>
      </p:sp>
      <p:sp>
        <p:nvSpPr>
          <p:cNvPr id="67" name="TextBox 66">
            <a:extLst>
              <a:ext uri="{FF2B5EF4-FFF2-40B4-BE49-F238E27FC236}">
                <a16:creationId xmlns:a16="http://schemas.microsoft.com/office/drawing/2014/main" id="{39D15A23-5E1E-48C7-829F-4E963268DA74}"/>
              </a:ext>
            </a:extLst>
          </p:cNvPr>
          <p:cNvSpPr txBox="1"/>
          <p:nvPr/>
        </p:nvSpPr>
        <p:spPr>
          <a:xfrm flipH="1">
            <a:off x="3501760" y="2044032"/>
            <a:ext cx="1777574" cy="794064"/>
          </a:xfrm>
          <a:prstGeom prst="rect">
            <a:avLst/>
          </a:prstGeom>
          <a:noFill/>
        </p:spPr>
        <p:txBody>
          <a:bodyPr wrap="square" lIns="182880" tIns="146304" rIns="182880" bIns="146304" rtlCol="0">
            <a:spAutoFit/>
          </a:bodyPr>
          <a:lstStyle/>
          <a:p>
            <a:pPr>
              <a:lnSpc>
                <a:spcPct val="90000"/>
              </a:lnSpc>
              <a:spcAft>
                <a:spcPts val="600"/>
              </a:spcAft>
            </a:pPr>
            <a:r>
              <a:rPr lang="en-US" dirty="0">
                <a:solidFill>
                  <a:srgbClr val="FFFF00"/>
                </a:solidFill>
              </a:rPr>
              <a:t>Rest of the World</a:t>
            </a:r>
          </a:p>
        </p:txBody>
      </p:sp>
      <p:pic>
        <p:nvPicPr>
          <p:cNvPr id="20" name="Picture 19">
            <a:extLst>
              <a:ext uri="{FF2B5EF4-FFF2-40B4-BE49-F238E27FC236}">
                <a16:creationId xmlns:a16="http://schemas.microsoft.com/office/drawing/2014/main" id="{DF579652-3A18-4436-8009-1ADCC486FE59}"/>
              </a:ext>
            </a:extLst>
          </p:cNvPr>
          <p:cNvPicPr>
            <a:picLocks noChangeAspect="1"/>
          </p:cNvPicPr>
          <p:nvPr/>
        </p:nvPicPr>
        <p:blipFill>
          <a:blip r:embed="rId4"/>
          <a:stretch>
            <a:fillRect/>
          </a:stretch>
        </p:blipFill>
        <p:spPr>
          <a:xfrm>
            <a:off x="7137007" y="484286"/>
            <a:ext cx="4942917" cy="6104004"/>
          </a:xfrm>
          <a:prstGeom prst="rect">
            <a:avLst/>
          </a:prstGeom>
        </p:spPr>
      </p:pic>
      <p:sp>
        <p:nvSpPr>
          <p:cNvPr id="88" name="TextBox 87">
            <a:extLst>
              <a:ext uri="{FF2B5EF4-FFF2-40B4-BE49-F238E27FC236}">
                <a16:creationId xmlns:a16="http://schemas.microsoft.com/office/drawing/2014/main" id="{396E8334-BD71-4980-AFC0-022492F16EAD}"/>
              </a:ext>
            </a:extLst>
          </p:cNvPr>
          <p:cNvSpPr txBox="1"/>
          <p:nvPr/>
        </p:nvSpPr>
        <p:spPr>
          <a:xfrm rot="16200000">
            <a:off x="2996759" y="5783851"/>
            <a:ext cx="1545259" cy="33855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Japan East</a:t>
            </a:r>
          </a:p>
        </p:txBody>
      </p:sp>
      <p:grpSp>
        <p:nvGrpSpPr>
          <p:cNvPr id="89" name="Group 88">
            <a:extLst>
              <a:ext uri="{FF2B5EF4-FFF2-40B4-BE49-F238E27FC236}">
                <a16:creationId xmlns:a16="http://schemas.microsoft.com/office/drawing/2014/main" id="{973FD62A-F5F8-4DFE-8208-81C55ABB5540}"/>
              </a:ext>
            </a:extLst>
          </p:cNvPr>
          <p:cNvGrpSpPr/>
          <p:nvPr/>
        </p:nvGrpSpPr>
        <p:grpSpPr>
          <a:xfrm>
            <a:off x="3934018" y="5129586"/>
            <a:ext cx="903797" cy="1693077"/>
            <a:chOff x="8787296" y="2153845"/>
            <a:chExt cx="830011" cy="1972829"/>
          </a:xfrm>
        </p:grpSpPr>
        <p:sp>
          <p:nvSpPr>
            <p:cNvPr id="90" name="Rectangle 89">
              <a:extLst>
                <a:ext uri="{FF2B5EF4-FFF2-40B4-BE49-F238E27FC236}">
                  <a16:creationId xmlns:a16="http://schemas.microsoft.com/office/drawing/2014/main" id="{3E2B9C90-3365-4288-82F1-5BFB68B48228}"/>
                </a:ext>
              </a:extLst>
            </p:cNvPr>
            <p:cNvSpPr/>
            <p:nvPr/>
          </p:nvSpPr>
          <p:spPr bwMode="auto">
            <a:xfrm>
              <a:off x="8787296" y="2153845"/>
              <a:ext cx="830011" cy="197282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900" b="1" dirty="0">
                  <a:solidFill>
                    <a:schemeClr val="tx1"/>
                  </a:solidFill>
                  <a:latin typeface="Segoe UI" panose="020B0502040204020203" pitchFamily="34" charset="0"/>
                  <a:cs typeface="Segoe UI" panose="020B0502040204020203" pitchFamily="34" charset="0"/>
                </a:rPr>
                <a:t>AppGW</a:t>
              </a:r>
            </a:p>
          </p:txBody>
        </p:sp>
        <p:sp>
          <p:nvSpPr>
            <p:cNvPr id="92" name="Freeform 5">
              <a:extLst>
                <a:ext uri="{FF2B5EF4-FFF2-40B4-BE49-F238E27FC236}">
                  <a16:creationId xmlns:a16="http://schemas.microsoft.com/office/drawing/2014/main" id="{E42D6950-F714-410B-9074-615BEAD7F032}"/>
                </a:ext>
              </a:extLst>
            </p:cNvPr>
            <p:cNvSpPr>
              <a:spLocks noEditPoints="1"/>
            </p:cNvSpPr>
            <p:nvPr/>
          </p:nvSpPr>
          <p:spPr bwMode="auto">
            <a:xfrm>
              <a:off x="8916251" y="3258012"/>
              <a:ext cx="574247" cy="680440"/>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5">
              <a:extLst>
                <a:ext uri="{FF2B5EF4-FFF2-40B4-BE49-F238E27FC236}">
                  <a16:creationId xmlns:a16="http://schemas.microsoft.com/office/drawing/2014/main" id="{D5FA1487-F383-4A35-A341-B96A64DE7080}"/>
                </a:ext>
              </a:extLst>
            </p:cNvPr>
            <p:cNvSpPr>
              <a:spLocks noEditPoints="1"/>
            </p:cNvSpPr>
            <p:nvPr/>
          </p:nvSpPr>
          <p:spPr bwMode="auto">
            <a:xfrm>
              <a:off x="8989453" y="2711003"/>
              <a:ext cx="437243" cy="447298"/>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4" name="TextBox 93">
            <a:extLst>
              <a:ext uri="{FF2B5EF4-FFF2-40B4-BE49-F238E27FC236}">
                <a16:creationId xmlns:a16="http://schemas.microsoft.com/office/drawing/2014/main" id="{7C23E358-9BBB-4A52-9E72-CF923A0C1B1C}"/>
              </a:ext>
            </a:extLst>
          </p:cNvPr>
          <p:cNvSpPr txBox="1"/>
          <p:nvPr/>
        </p:nvSpPr>
        <p:spPr>
          <a:xfrm rot="16200000">
            <a:off x="1106915" y="5836594"/>
            <a:ext cx="1545259" cy="33855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North Europe</a:t>
            </a:r>
          </a:p>
        </p:txBody>
      </p:sp>
      <p:grpSp>
        <p:nvGrpSpPr>
          <p:cNvPr id="95" name="Group 94">
            <a:extLst>
              <a:ext uri="{FF2B5EF4-FFF2-40B4-BE49-F238E27FC236}">
                <a16:creationId xmlns:a16="http://schemas.microsoft.com/office/drawing/2014/main" id="{C9304F7A-2891-4F55-9A20-93798116561F}"/>
              </a:ext>
            </a:extLst>
          </p:cNvPr>
          <p:cNvGrpSpPr/>
          <p:nvPr/>
        </p:nvGrpSpPr>
        <p:grpSpPr>
          <a:xfrm>
            <a:off x="2184592" y="5160755"/>
            <a:ext cx="903797" cy="1693077"/>
            <a:chOff x="8787296" y="2153845"/>
            <a:chExt cx="830011" cy="1972829"/>
          </a:xfrm>
        </p:grpSpPr>
        <p:sp>
          <p:nvSpPr>
            <p:cNvPr id="98" name="Rectangle 97">
              <a:extLst>
                <a:ext uri="{FF2B5EF4-FFF2-40B4-BE49-F238E27FC236}">
                  <a16:creationId xmlns:a16="http://schemas.microsoft.com/office/drawing/2014/main" id="{F67FA41D-EFD9-4253-AC1C-CC9E39F8B3ED}"/>
                </a:ext>
              </a:extLst>
            </p:cNvPr>
            <p:cNvSpPr/>
            <p:nvPr/>
          </p:nvSpPr>
          <p:spPr bwMode="auto">
            <a:xfrm>
              <a:off x="8787296" y="2153845"/>
              <a:ext cx="830011" cy="197282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900" b="1" dirty="0">
                  <a:solidFill>
                    <a:schemeClr val="tx1"/>
                  </a:solidFill>
                  <a:latin typeface="Segoe UI" panose="020B0502040204020203" pitchFamily="34" charset="0"/>
                  <a:cs typeface="Segoe UI" panose="020B0502040204020203" pitchFamily="34" charset="0"/>
                </a:rPr>
                <a:t>AppGW</a:t>
              </a:r>
            </a:p>
          </p:txBody>
        </p:sp>
        <p:sp>
          <p:nvSpPr>
            <p:cNvPr id="122" name="Freeform 5">
              <a:extLst>
                <a:ext uri="{FF2B5EF4-FFF2-40B4-BE49-F238E27FC236}">
                  <a16:creationId xmlns:a16="http://schemas.microsoft.com/office/drawing/2014/main" id="{BC0461F5-9CB4-4B2C-BDA2-2BB088D4D8D8}"/>
                </a:ext>
              </a:extLst>
            </p:cNvPr>
            <p:cNvSpPr>
              <a:spLocks noEditPoints="1"/>
            </p:cNvSpPr>
            <p:nvPr/>
          </p:nvSpPr>
          <p:spPr bwMode="auto">
            <a:xfrm>
              <a:off x="8916251" y="3258012"/>
              <a:ext cx="574247" cy="680440"/>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5">
              <a:extLst>
                <a:ext uri="{FF2B5EF4-FFF2-40B4-BE49-F238E27FC236}">
                  <a16:creationId xmlns:a16="http://schemas.microsoft.com/office/drawing/2014/main" id="{2ED31208-7F78-49C8-AB2F-88C9B04C242D}"/>
                </a:ext>
              </a:extLst>
            </p:cNvPr>
            <p:cNvSpPr>
              <a:spLocks noEditPoints="1"/>
            </p:cNvSpPr>
            <p:nvPr/>
          </p:nvSpPr>
          <p:spPr bwMode="auto">
            <a:xfrm>
              <a:off x="8989453" y="2711003"/>
              <a:ext cx="437243" cy="447298"/>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24" name="TextBox 123">
            <a:extLst>
              <a:ext uri="{FF2B5EF4-FFF2-40B4-BE49-F238E27FC236}">
                <a16:creationId xmlns:a16="http://schemas.microsoft.com/office/drawing/2014/main" id="{45427E7E-9375-4131-BCA0-3858AA64C79C}"/>
              </a:ext>
            </a:extLst>
          </p:cNvPr>
          <p:cNvSpPr txBox="1"/>
          <p:nvPr/>
        </p:nvSpPr>
        <p:spPr>
          <a:xfrm rot="16200000">
            <a:off x="4517456" y="5794361"/>
            <a:ext cx="1545259" cy="338554"/>
          </a:xfrm>
          <a:prstGeom prst="rect">
            <a:avLst/>
          </a:prstGeom>
          <a:noFill/>
        </p:spPr>
        <p:txBody>
          <a:bodyPr wrap="square" rtlCol="0">
            <a:spAutoFit/>
          </a:bodyPr>
          <a:lstStyle/>
          <a:p>
            <a:pPr algn="ctr" defTabSz="932597"/>
            <a:r>
              <a:rPr lang="en-US" sz="1600" b="1"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Central US</a:t>
            </a:r>
          </a:p>
        </p:txBody>
      </p:sp>
      <p:grpSp>
        <p:nvGrpSpPr>
          <p:cNvPr id="125" name="Group 124">
            <a:extLst>
              <a:ext uri="{FF2B5EF4-FFF2-40B4-BE49-F238E27FC236}">
                <a16:creationId xmlns:a16="http://schemas.microsoft.com/office/drawing/2014/main" id="{7671A600-1279-4E86-90FD-5FF9A8362DC1}"/>
              </a:ext>
            </a:extLst>
          </p:cNvPr>
          <p:cNvGrpSpPr/>
          <p:nvPr/>
        </p:nvGrpSpPr>
        <p:grpSpPr>
          <a:xfrm>
            <a:off x="5488058" y="5159334"/>
            <a:ext cx="903797" cy="1693077"/>
            <a:chOff x="8787296" y="2153845"/>
            <a:chExt cx="830011" cy="1972829"/>
          </a:xfrm>
        </p:grpSpPr>
        <p:sp>
          <p:nvSpPr>
            <p:cNvPr id="126" name="Rectangle 125">
              <a:extLst>
                <a:ext uri="{FF2B5EF4-FFF2-40B4-BE49-F238E27FC236}">
                  <a16:creationId xmlns:a16="http://schemas.microsoft.com/office/drawing/2014/main" id="{4AF43EB0-EEB7-467F-84A5-72E0E140D634}"/>
                </a:ext>
              </a:extLst>
            </p:cNvPr>
            <p:cNvSpPr/>
            <p:nvPr/>
          </p:nvSpPr>
          <p:spPr bwMode="auto">
            <a:xfrm>
              <a:off x="8787296" y="2153845"/>
              <a:ext cx="830011" cy="197282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900" b="1" dirty="0">
                  <a:solidFill>
                    <a:schemeClr val="tx1"/>
                  </a:solidFill>
                  <a:latin typeface="Segoe UI" panose="020B0502040204020203" pitchFamily="34" charset="0"/>
                  <a:cs typeface="Segoe UI" panose="020B0502040204020203" pitchFamily="34" charset="0"/>
                </a:rPr>
                <a:t>AppGW</a:t>
              </a:r>
            </a:p>
          </p:txBody>
        </p:sp>
        <p:sp>
          <p:nvSpPr>
            <p:cNvPr id="127" name="Freeform 5">
              <a:extLst>
                <a:ext uri="{FF2B5EF4-FFF2-40B4-BE49-F238E27FC236}">
                  <a16:creationId xmlns:a16="http://schemas.microsoft.com/office/drawing/2014/main" id="{1248D127-5D30-4D97-B950-7611025811A7}"/>
                </a:ext>
              </a:extLst>
            </p:cNvPr>
            <p:cNvSpPr>
              <a:spLocks noEditPoints="1"/>
            </p:cNvSpPr>
            <p:nvPr/>
          </p:nvSpPr>
          <p:spPr bwMode="auto">
            <a:xfrm>
              <a:off x="8916251" y="3258012"/>
              <a:ext cx="574247" cy="680440"/>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5">
              <a:extLst>
                <a:ext uri="{FF2B5EF4-FFF2-40B4-BE49-F238E27FC236}">
                  <a16:creationId xmlns:a16="http://schemas.microsoft.com/office/drawing/2014/main" id="{E8AD4DB7-86BB-4EBE-B86B-234CBBEA54FF}"/>
                </a:ext>
              </a:extLst>
            </p:cNvPr>
            <p:cNvSpPr>
              <a:spLocks noEditPoints="1"/>
            </p:cNvSpPr>
            <p:nvPr/>
          </p:nvSpPr>
          <p:spPr bwMode="auto">
            <a:xfrm>
              <a:off x="8989453" y="2711003"/>
              <a:ext cx="437243" cy="447298"/>
            </a:xfrm>
            <a:custGeom>
              <a:avLst/>
              <a:gdLst>
                <a:gd name="T0" fmla="*/ 245 w 245"/>
                <a:gd name="T1" fmla="*/ 56 h 215"/>
                <a:gd name="T2" fmla="*/ 245 w 245"/>
                <a:gd name="T3" fmla="*/ 105 h 215"/>
                <a:gd name="T4" fmla="*/ 122 w 245"/>
                <a:gd name="T5" fmla="*/ 105 h 215"/>
                <a:gd name="T6" fmla="*/ 122 w 245"/>
                <a:gd name="T7" fmla="*/ 56 h 215"/>
                <a:gd name="T8" fmla="*/ 245 w 245"/>
                <a:gd name="T9" fmla="*/ 56 h 215"/>
                <a:gd name="T10" fmla="*/ 245 w 245"/>
                <a:gd name="T11" fmla="*/ 166 h 215"/>
                <a:gd name="T12" fmla="*/ 122 w 245"/>
                <a:gd name="T13" fmla="*/ 166 h 215"/>
                <a:gd name="T14" fmla="*/ 122 w 245"/>
                <a:gd name="T15" fmla="*/ 215 h 215"/>
                <a:gd name="T16" fmla="*/ 245 w 245"/>
                <a:gd name="T17" fmla="*/ 215 h 215"/>
                <a:gd name="T18" fmla="*/ 245 w 245"/>
                <a:gd name="T19" fmla="*/ 166 h 215"/>
                <a:gd name="T20" fmla="*/ 115 w 245"/>
                <a:gd name="T21" fmla="*/ 105 h 215"/>
                <a:gd name="T22" fmla="*/ 115 w 245"/>
                <a:gd name="T23" fmla="*/ 56 h 215"/>
                <a:gd name="T24" fmla="*/ 0 w 245"/>
                <a:gd name="T25" fmla="*/ 56 h 215"/>
                <a:gd name="T26" fmla="*/ 0 w 245"/>
                <a:gd name="T27" fmla="*/ 105 h 215"/>
                <a:gd name="T28" fmla="*/ 115 w 245"/>
                <a:gd name="T29" fmla="*/ 105 h 215"/>
                <a:gd name="T30" fmla="*/ 115 w 245"/>
                <a:gd name="T31" fmla="*/ 214 h 215"/>
                <a:gd name="T32" fmla="*/ 115 w 245"/>
                <a:gd name="T33" fmla="*/ 166 h 215"/>
                <a:gd name="T34" fmla="*/ 0 w 245"/>
                <a:gd name="T35" fmla="*/ 166 h 215"/>
                <a:gd name="T36" fmla="*/ 0 w 245"/>
                <a:gd name="T37" fmla="*/ 214 h 215"/>
                <a:gd name="T38" fmla="*/ 115 w 245"/>
                <a:gd name="T39" fmla="*/ 214 h 215"/>
                <a:gd name="T40" fmla="*/ 176 w 245"/>
                <a:gd name="T41" fmla="*/ 1 h 215"/>
                <a:gd name="T42" fmla="*/ 68 w 245"/>
                <a:gd name="T43" fmla="*/ 1 h 215"/>
                <a:gd name="T44" fmla="*/ 68 w 245"/>
                <a:gd name="T45" fmla="*/ 49 h 215"/>
                <a:gd name="T46" fmla="*/ 176 w 245"/>
                <a:gd name="T47" fmla="*/ 49 h 215"/>
                <a:gd name="T48" fmla="*/ 176 w 245"/>
                <a:gd name="T49" fmla="*/ 1 h 215"/>
                <a:gd name="T50" fmla="*/ 68 w 245"/>
                <a:gd name="T51" fmla="*/ 111 h 215"/>
                <a:gd name="T52" fmla="*/ 68 w 245"/>
                <a:gd name="T53" fmla="*/ 159 h 215"/>
                <a:gd name="T54" fmla="*/ 176 w 245"/>
                <a:gd name="T55" fmla="*/ 159 h 215"/>
                <a:gd name="T56" fmla="*/ 176 w 245"/>
                <a:gd name="T57" fmla="*/ 111 h 215"/>
                <a:gd name="T58" fmla="*/ 68 w 245"/>
                <a:gd name="T59" fmla="*/ 111 h 215"/>
                <a:gd name="T60" fmla="*/ 0 w 245"/>
                <a:gd name="T61" fmla="*/ 1 h 215"/>
                <a:gd name="T62" fmla="*/ 0 w 245"/>
                <a:gd name="T63" fmla="*/ 49 h 215"/>
                <a:gd name="T64" fmla="*/ 61 w 245"/>
                <a:gd name="T65" fmla="*/ 49 h 215"/>
                <a:gd name="T66" fmla="*/ 61 w 245"/>
                <a:gd name="T67" fmla="*/ 1 h 215"/>
                <a:gd name="T68" fmla="*/ 0 w 245"/>
                <a:gd name="T69" fmla="*/ 1 h 215"/>
                <a:gd name="T70" fmla="*/ 245 w 245"/>
                <a:gd name="T71" fmla="*/ 49 h 215"/>
                <a:gd name="T72" fmla="*/ 244 w 245"/>
                <a:gd name="T73" fmla="*/ 1 h 215"/>
                <a:gd name="T74" fmla="*/ 184 w 245"/>
                <a:gd name="T75" fmla="*/ 1 h 215"/>
                <a:gd name="T76" fmla="*/ 184 w 245"/>
                <a:gd name="T77" fmla="*/ 49 h 215"/>
                <a:gd name="T78" fmla="*/ 245 w 245"/>
                <a:gd name="T79" fmla="*/ 49 h 215"/>
                <a:gd name="T80" fmla="*/ 0 w 245"/>
                <a:gd name="T81" fmla="*/ 111 h 215"/>
                <a:gd name="T82" fmla="*/ 0 w 245"/>
                <a:gd name="T83" fmla="*/ 159 h 215"/>
                <a:gd name="T84" fmla="*/ 61 w 245"/>
                <a:gd name="T85" fmla="*/ 159 h 215"/>
                <a:gd name="T86" fmla="*/ 61 w 245"/>
                <a:gd name="T87" fmla="*/ 111 h 215"/>
                <a:gd name="T88" fmla="*/ 0 w 245"/>
                <a:gd name="T89" fmla="*/ 111 h 215"/>
                <a:gd name="T90" fmla="*/ 184 w 245"/>
                <a:gd name="T91" fmla="*/ 159 h 215"/>
                <a:gd name="T92" fmla="*/ 245 w 245"/>
                <a:gd name="T93" fmla="*/ 159 h 215"/>
                <a:gd name="T94" fmla="*/ 245 w 245"/>
                <a:gd name="T95" fmla="*/ 111 h 215"/>
                <a:gd name="T96" fmla="*/ 184 w 245"/>
                <a:gd name="T97" fmla="*/ 111 h 215"/>
                <a:gd name="T98" fmla="*/ 184 w 245"/>
                <a:gd name="T99" fmla="*/ 1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5" h="215">
                  <a:moveTo>
                    <a:pt x="245" y="56"/>
                  </a:moveTo>
                  <a:cubicBezTo>
                    <a:pt x="245" y="72"/>
                    <a:pt x="245" y="88"/>
                    <a:pt x="245" y="105"/>
                  </a:cubicBezTo>
                  <a:cubicBezTo>
                    <a:pt x="204" y="105"/>
                    <a:pt x="163" y="105"/>
                    <a:pt x="122" y="105"/>
                  </a:cubicBezTo>
                  <a:cubicBezTo>
                    <a:pt x="122" y="103"/>
                    <a:pt x="122" y="64"/>
                    <a:pt x="122" y="56"/>
                  </a:cubicBezTo>
                  <a:cubicBezTo>
                    <a:pt x="163" y="56"/>
                    <a:pt x="204" y="56"/>
                    <a:pt x="245" y="56"/>
                  </a:cubicBezTo>
                  <a:close/>
                  <a:moveTo>
                    <a:pt x="245" y="166"/>
                  </a:moveTo>
                  <a:cubicBezTo>
                    <a:pt x="235" y="165"/>
                    <a:pt x="124" y="165"/>
                    <a:pt x="122" y="166"/>
                  </a:cubicBezTo>
                  <a:cubicBezTo>
                    <a:pt x="122" y="182"/>
                    <a:pt x="122" y="198"/>
                    <a:pt x="122" y="215"/>
                  </a:cubicBezTo>
                  <a:cubicBezTo>
                    <a:pt x="163" y="215"/>
                    <a:pt x="204" y="215"/>
                    <a:pt x="245" y="215"/>
                  </a:cubicBezTo>
                  <a:cubicBezTo>
                    <a:pt x="245" y="198"/>
                    <a:pt x="245" y="182"/>
                    <a:pt x="245" y="166"/>
                  </a:cubicBezTo>
                  <a:close/>
                  <a:moveTo>
                    <a:pt x="115" y="105"/>
                  </a:moveTo>
                  <a:cubicBezTo>
                    <a:pt x="116" y="96"/>
                    <a:pt x="116" y="58"/>
                    <a:pt x="115" y="56"/>
                  </a:cubicBezTo>
                  <a:cubicBezTo>
                    <a:pt x="77" y="56"/>
                    <a:pt x="38" y="56"/>
                    <a:pt x="0" y="56"/>
                  </a:cubicBezTo>
                  <a:cubicBezTo>
                    <a:pt x="0" y="72"/>
                    <a:pt x="0" y="88"/>
                    <a:pt x="0" y="105"/>
                  </a:cubicBezTo>
                  <a:cubicBezTo>
                    <a:pt x="39" y="105"/>
                    <a:pt x="77" y="105"/>
                    <a:pt x="115" y="105"/>
                  </a:cubicBezTo>
                  <a:close/>
                  <a:moveTo>
                    <a:pt x="115" y="214"/>
                  </a:moveTo>
                  <a:cubicBezTo>
                    <a:pt x="116" y="207"/>
                    <a:pt x="116" y="168"/>
                    <a:pt x="115" y="166"/>
                  </a:cubicBezTo>
                  <a:cubicBezTo>
                    <a:pt x="77" y="166"/>
                    <a:pt x="38" y="166"/>
                    <a:pt x="0" y="166"/>
                  </a:cubicBezTo>
                  <a:cubicBezTo>
                    <a:pt x="0" y="182"/>
                    <a:pt x="0" y="198"/>
                    <a:pt x="0" y="214"/>
                  </a:cubicBezTo>
                  <a:cubicBezTo>
                    <a:pt x="39" y="214"/>
                    <a:pt x="77" y="214"/>
                    <a:pt x="115" y="214"/>
                  </a:cubicBezTo>
                  <a:close/>
                  <a:moveTo>
                    <a:pt x="176" y="1"/>
                  </a:moveTo>
                  <a:cubicBezTo>
                    <a:pt x="167" y="0"/>
                    <a:pt x="70" y="0"/>
                    <a:pt x="68" y="1"/>
                  </a:cubicBezTo>
                  <a:cubicBezTo>
                    <a:pt x="68" y="17"/>
                    <a:pt x="68" y="33"/>
                    <a:pt x="68" y="49"/>
                  </a:cubicBezTo>
                  <a:cubicBezTo>
                    <a:pt x="104" y="49"/>
                    <a:pt x="140" y="49"/>
                    <a:pt x="176" y="49"/>
                  </a:cubicBezTo>
                  <a:cubicBezTo>
                    <a:pt x="176" y="33"/>
                    <a:pt x="176" y="17"/>
                    <a:pt x="176" y="1"/>
                  </a:cubicBezTo>
                  <a:close/>
                  <a:moveTo>
                    <a:pt x="68" y="111"/>
                  </a:moveTo>
                  <a:cubicBezTo>
                    <a:pt x="68" y="119"/>
                    <a:pt x="68" y="157"/>
                    <a:pt x="68" y="159"/>
                  </a:cubicBezTo>
                  <a:cubicBezTo>
                    <a:pt x="104" y="159"/>
                    <a:pt x="140" y="159"/>
                    <a:pt x="176" y="159"/>
                  </a:cubicBezTo>
                  <a:cubicBezTo>
                    <a:pt x="176" y="143"/>
                    <a:pt x="176" y="127"/>
                    <a:pt x="176" y="111"/>
                  </a:cubicBezTo>
                  <a:cubicBezTo>
                    <a:pt x="140" y="111"/>
                    <a:pt x="104" y="111"/>
                    <a:pt x="68" y="111"/>
                  </a:cubicBezTo>
                  <a:close/>
                  <a:moveTo>
                    <a:pt x="0" y="1"/>
                  </a:moveTo>
                  <a:cubicBezTo>
                    <a:pt x="0" y="8"/>
                    <a:pt x="0" y="47"/>
                    <a:pt x="0" y="49"/>
                  </a:cubicBezTo>
                  <a:cubicBezTo>
                    <a:pt x="20" y="49"/>
                    <a:pt x="40" y="49"/>
                    <a:pt x="61" y="49"/>
                  </a:cubicBezTo>
                  <a:cubicBezTo>
                    <a:pt x="61" y="33"/>
                    <a:pt x="61" y="17"/>
                    <a:pt x="61" y="1"/>
                  </a:cubicBezTo>
                  <a:cubicBezTo>
                    <a:pt x="40" y="1"/>
                    <a:pt x="20" y="1"/>
                    <a:pt x="0" y="1"/>
                  </a:cubicBezTo>
                  <a:close/>
                  <a:moveTo>
                    <a:pt x="245" y="49"/>
                  </a:moveTo>
                  <a:cubicBezTo>
                    <a:pt x="245" y="41"/>
                    <a:pt x="245" y="3"/>
                    <a:pt x="244" y="1"/>
                  </a:cubicBezTo>
                  <a:cubicBezTo>
                    <a:pt x="224" y="1"/>
                    <a:pt x="204" y="1"/>
                    <a:pt x="184" y="1"/>
                  </a:cubicBezTo>
                  <a:cubicBezTo>
                    <a:pt x="184" y="17"/>
                    <a:pt x="184" y="33"/>
                    <a:pt x="184" y="49"/>
                  </a:cubicBezTo>
                  <a:cubicBezTo>
                    <a:pt x="204" y="49"/>
                    <a:pt x="224" y="49"/>
                    <a:pt x="245" y="49"/>
                  </a:cubicBezTo>
                  <a:close/>
                  <a:moveTo>
                    <a:pt x="0" y="111"/>
                  </a:moveTo>
                  <a:cubicBezTo>
                    <a:pt x="0" y="120"/>
                    <a:pt x="0" y="157"/>
                    <a:pt x="0" y="159"/>
                  </a:cubicBezTo>
                  <a:cubicBezTo>
                    <a:pt x="20" y="159"/>
                    <a:pt x="40" y="159"/>
                    <a:pt x="61" y="159"/>
                  </a:cubicBezTo>
                  <a:cubicBezTo>
                    <a:pt x="61" y="143"/>
                    <a:pt x="61" y="127"/>
                    <a:pt x="61" y="111"/>
                  </a:cubicBezTo>
                  <a:cubicBezTo>
                    <a:pt x="40" y="111"/>
                    <a:pt x="20" y="111"/>
                    <a:pt x="0" y="111"/>
                  </a:cubicBezTo>
                  <a:close/>
                  <a:moveTo>
                    <a:pt x="184" y="159"/>
                  </a:moveTo>
                  <a:cubicBezTo>
                    <a:pt x="193" y="160"/>
                    <a:pt x="242" y="159"/>
                    <a:pt x="245" y="159"/>
                  </a:cubicBezTo>
                  <a:cubicBezTo>
                    <a:pt x="245" y="143"/>
                    <a:pt x="245" y="127"/>
                    <a:pt x="245" y="111"/>
                  </a:cubicBezTo>
                  <a:cubicBezTo>
                    <a:pt x="224" y="111"/>
                    <a:pt x="204" y="111"/>
                    <a:pt x="184" y="111"/>
                  </a:cubicBezTo>
                  <a:cubicBezTo>
                    <a:pt x="184" y="127"/>
                    <a:pt x="184" y="143"/>
                    <a:pt x="184" y="15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129" name="Picture 128">
            <a:extLst>
              <a:ext uri="{FF2B5EF4-FFF2-40B4-BE49-F238E27FC236}">
                <a16:creationId xmlns:a16="http://schemas.microsoft.com/office/drawing/2014/main" id="{1ABE2094-2920-4E87-A3CE-40A28B32F3AB}"/>
              </a:ext>
            </a:extLst>
          </p:cNvPr>
          <p:cNvPicPr>
            <a:picLocks noChangeAspect="1"/>
          </p:cNvPicPr>
          <p:nvPr/>
        </p:nvPicPr>
        <p:blipFill>
          <a:blip r:embed="rId5"/>
          <a:stretch>
            <a:fillRect/>
          </a:stretch>
        </p:blipFill>
        <p:spPr>
          <a:xfrm>
            <a:off x="569964" y="1368649"/>
            <a:ext cx="879286" cy="883616"/>
          </a:xfrm>
          <a:prstGeom prst="rect">
            <a:avLst/>
          </a:prstGeom>
        </p:spPr>
      </p:pic>
      <p:cxnSp>
        <p:nvCxnSpPr>
          <p:cNvPr id="32" name="Straight Arrow Connector 31">
            <a:extLst>
              <a:ext uri="{FF2B5EF4-FFF2-40B4-BE49-F238E27FC236}">
                <a16:creationId xmlns:a16="http://schemas.microsoft.com/office/drawing/2014/main" id="{BA2A676D-70B4-4622-A44D-B10E04183D84}"/>
              </a:ext>
            </a:extLst>
          </p:cNvPr>
          <p:cNvCxnSpPr>
            <a:cxnSpLocks/>
            <a:stCxn id="129" idx="3"/>
            <a:endCxn id="108" idx="2"/>
          </p:cNvCxnSpPr>
          <p:nvPr/>
        </p:nvCxnSpPr>
        <p:spPr>
          <a:xfrm>
            <a:off x="1449250" y="1810457"/>
            <a:ext cx="3358749"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47B2215-799E-42EA-8E48-2028C803B8B3}"/>
              </a:ext>
            </a:extLst>
          </p:cNvPr>
          <p:cNvSpPr txBox="1"/>
          <p:nvPr/>
        </p:nvSpPr>
        <p:spPr>
          <a:xfrm>
            <a:off x="1298872" y="1195545"/>
            <a:ext cx="3596049" cy="627864"/>
          </a:xfrm>
          <a:prstGeom prst="rect">
            <a:avLst/>
          </a:prstGeom>
          <a:noFill/>
        </p:spPr>
        <p:txBody>
          <a:bodyPr wrap="none" lIns="182880" tIns="146304" rIns="182880" bIns="146304" rtlCol="0">
            <a:spAutoFit/>
          </a:bodyPr>
          <a:lstStyle/>
          <a:p>
            <a:pPr>
              <a:lnSpc>
                <a:spcPct val="90000"/>
              </a:lnSpc>
              <a:spcAft>
                <a:spcPts val="600"/>
              </a:spcAft>
            </a:pPr>
            <a:r>
              <a:rPr lang="en-US" sz="2400" b="1" dirty="0">
                <a:solidFill>
                  <a:srgbClr val="00B050"/>
                </a:solidFill>
              </a:rPr>
              <a:t>www.AzIgniteDemo.com</a:t>
            </a:r>
          </a:p>
        </p:txBody>
      </p:sp>
      <p:sp>
        <p:nvSpPr>
          <p:cNvPr id="39" name="TextBox 38">
            <a:extLst>
              <a:ext uri="{FF2B5EF4-FFF2-40B4-BE49-F238E27FC236}">
                <a16:creationId xmlns:a16="http://schemas.microsoft.com/office/drawing/2014/main" id="{4EB555D8-7ACB-412E-A051-82A079E01C15}"/>
              </a:ext>
            </a:extLst>
          </p:cNvPr>
          <p:cNvSpPr txBox="1"/>
          <p:nvPr/>
        </p:nvSpPr>
        <p:spPr>
          <a:xfrm>
            <a:off x="191721" y="2239313"/>
            <a:ext cx="1814407"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Azure DNS</a:t>
            </a:r>
          </a:p>
        </p:txBody>
      </p:sp>
    </p:spTree>
    <p:extLst>
      <p:ext uri="{BB962C8B-B14F-4D97-AF65-F5344CB8AC3E}">
        <p14:creationId xmlns:p14="http://schemas.microsoft.com/office/powerpoint/2010/main" val="1856557998"/>
      </p:ext>
    </p:extLst>
  </p:cSld>
  <p:clrMapOvr>
    <a:masterClrMapping/>
  </p:clrMapOvr>
  <p:transition>
    <p:fade/>
  </p:transition>
</p:sld>
</file>

<file path=ppt/slides/slide50.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38" y="1211263"/>
            <a:ext cx="10056812" cy="2179058"/>
          </a:xfrm>
        </p:spPr>
        <p:txBody>
          <a:bodyPr/>
          <a:lstStyle/>
          <a:p>
            <a:r>
              <a:rPr lang="en-US" dirty="0"/>
              <a:t>Symantec:</a:t>
            </a:r>
            <a:br>
              <a:rPr lang="en-US" dirty="0"/>
            </a:br>
            <a:r>
              <a:rPr lang="en-US" sz="6600" dirty="0"/>
              <a:t>Journey with Azure</a:t>
            </a:r>
            <a:endParaRPr lang="en-US" dirty="0"/>
          </a:p>
        </p:txBody>
      </p:sp>
      <p:sp>
        <p:nvSpPr>
          <p:cNvPr id="4" name="Text Placeholder 3">
            <a:extLst>
              <a:ext uri="{FF2B5EF4-FFF2-40B4-BE49-F238E27FC236}">
                <a16:creationId xmlns:a16="http://schemas.microsoft.com/office/drawing/2014/main" id="{30CD5A58-6278-4923-820C-F2FBFF600AAF}"/>
              </a:ext>
            </a:extLst>
          </p:cNvPr>
          <p:cNvSpPr>
            <a:spLocks noGrp="1"/>
          </p:cNvSpPr>
          <p:nvPr>
            <p:ph type="body" sz="quarter" idx="12"/>
          </p:nvPr>
        </p:nvSpPr>
        <p:spPr/>
        <p:txBody>
          <a:bodyPr/>
          <a:lstStyle/>
          <a:p>
            <a:r>
              <a:rPr lang="en-US" dirty="0"/>
              <a:t>Mike </a:t>
            </a:r>
            <a:r>
              <a:rPr lang="en-US" dirty="0" err="1"/>
              <a:t>Shavell</a:t>
            </a:r>
            <a:endParaRPr lang="en-US" dirty="0"/>
          </a:p>
          <a:p>
            <a:r>
              <a:rPr lang="en-US" dirty="0"/>
              <a:t>Architect/Technical Director</a:t>
            </a:r>
          </a:p>
          <a:p>
            <a:r>
              <a:rPr lang="en-US" dirty="0"/>
              <a:t>Symantec</a:t>
            </a:r>
          </a:p>
          <a:p>
            <a:endParaRPr lang="en-US" dirty="0"/>
          </a:p>
        </p:txBody>
      </p:sp>
      <p:grpSp>
        <p:nvGrpSpPr>
          <p:cNvPr id="7" name="Group 6">
            <a:extLst>
              <a:ext uri="{FF2B5EF4-FFF2-40B4-BE49-F238E27FC236}">
                <a16:creationId xmlns:a16="http://schemas.microsoft.com/office/drawing/2014/main" id="{D69C0876-FEA2-4DAC-BCC3-573D7A0577D2}"/>
              </a:ext>
            </a:extLst>
          </p:cNvPr>
          <p:cNvGrpSpPr/>
          <p:nvPr/>
        </p:nvGrpSpPr>
        <p:grpSpPr>
          <a:xfrm>
            <a:off x="0" y="5935662"/>
            <a:ext cx="12436475" cy="1058863"/>
            <a:chOff x="0" y="5935662"/>
            <a:chExt cx="12436475" cy="1058863"/>
          </a:xfrm>
        </p:grpSpPr>
        <p:sp>
          <p:nvSpPr>
            <p:cNvPr id="6" name="Rectangle 5">
              <a:extLst>
                <a:ext uri="{FF2B5EF4-FFF2-40B4-BE49-F238E27FC236}">
                  <a16:creationId xmlns:a16="http://schemas.microsoft.com/office/drawing/2014/main" id="{0D1ED4B3-793F-4099-AF24-564BEE623CA2}"/>
                </a:ext>
              </a:extLst>
            </p:cNvPr>
            <p:cNvSpPr/>
            <p:nvPr/>
          </p:nvSpPr>
          <p:spPr bwMode="auto">
            <a:xfrm>
              <a:off x="0" y="5935662"/>
              <a:ext cx="12436475" cy="105886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2" descr="Image result for symantec logo">
              <a:extLst>
                <a:ext uri="{FF2B5EF4-FFF2-40B4-BE49-F238E27FC236}">
                  <a16:creationId xmlns:a16="http://schemas.microsoft.com/office/drawing/2014/main" id="{B632A4E6-4EF1-4623-BE70-2367AAF5C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3676" y="6170083"/>
              <a:ext cx="1874837" cy="51382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466930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p:transition spd="slow">
        <p:fade/>
      </p:transition>
    </mc:Fallback>
  </mc:AlternateContent>
</p:sld>
</file>

<file path=ppt/slides/slide51.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E57EA7-01CA-4D4A-9699-EA4E2062833C}"/>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p:cNvSpPr>
            <a:spLocks noGrp="1"/>
          </p:cNvSpPr>
          <p:nvPr>
            <p:ph type="title"/>
          </p:nvPr>
        </p:nvSpPr>
        <p:spPr>
          <a:xfrm>
            <a:off x="274639" y="295274"/>
            <a:ext cx="5662611" cy="917575"/>
          </a:xfrm>
        </p:spPr>
        <p:txBody>
          <a:bodyPr/>
          <a:lstStyle/>
          <a:p>
            <a:r>
              <a:rPr lang="en-US" dirty="0"/>
              <a:t>Norton Cloud Services</a:t>
            </a:r>
          </a:p>
        </p:txBody>
      </p:sp>
      <p:sp>
        <p:nvSpPr>
          <p:cNvPr id="6" name="Text Placeholder 5"/>
          <p:cNvSpPr>
            <a:spLocks noGrp="1"/>
          </p:cNvSpPr>
          <p:nvPr>
            <p:ph type="body" sz="quarter" idx="10"/>
          </p:nvPr>
        </p:nvSpPr>
        <p:spPr>
          <a:xfrm>
            <a:off x="274639" y="1955800"/>
            <a:ext cx="5662611" cy="4311950"/>
          </a:xfrm>
        </p:spPr>
        <p:txBody>
          <a:bodyPr/>
          <a:lstStyle/>
          <a:p>
            <a:pPr>
              <a:spcBef>
                <a:spcPts val="600"/>
              </a:spcBef>
              <a:spcAft>
                <a:spcPts val="600"/>
              </a:spcAft>
            </a:pPr>
            <a:r>
              <a:rPr lang="en-GB" sz="3200" dirty="0">
                <a:gradFill>
                  <a:gsLst>
                    <a:gs pos="3165">
                      <a:schemeClr val="accent4"/>
                    </a:gs>
                    <a:gs pos="35000">
                      <a:schemeClr val="accent4"/>
                    </a:gs>
                  </a:gsLst>
                  <a:lin ang="5400000" scaled="0"/>
                </a:gradFill>
              </a:rPr>
              <a:t>Reputation</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3+ Billion Endpoint Requests a Day</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File, Website, Mobile, and More</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Endpoint Telemetry</a:t>
            </a:r>
          </a:p>
          <a:p>
            <a:pPr marL="0" lvl="1">
              <a:spcBef>
                <a:spcPts val="600"/>
              </a:spcBef>
              <a:spcAft>
                <a:spcPts val="600"/>
              </a:spcAft>
            </a:pPr>
            <a:r>
              <a:rPr lang="en-GB" sz="3200" dirty="0">
                <a:gradFill>
                  <a:gsLst>
                    <a:gs pos="3165">
                      <a:schemeClr val="accent4"/>
                    </a:gs>
                    <a:gs pos="35000">
                      <a:schemeClr val="accent4"/>
                    </a:gs>
                  </a:gsLst>
                  <a:lin ang="5400000" scaled="0"/>
                </a:gradFill>
                <a:latin typeface="+mj-lt"/>
              </a:rPr>
              <a:t>Messaging</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2+ Billion Endpoint Requests a Day</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Notification, Message Bus, and Communication</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Cloud to Cloud </a:t>
            </a:r>
          </a:p>
          <a:p>
            <a:pPr marL="0" lvl="1">
              <a:spcBef>
                <a:spcPts val="600"/>
              </a:spcBef>
              <a:spcAft>
                <a:spcPts val="600"/>
              </a:spcAft>
            </a:pPr>
            <a:r>
              <a:rPr lang="en-GB" sz="3200" dirty="0">
                <a:gradFill>
                  <a:gsLst>
                    <a:gs pos="3165">
                      <a:schemeClr val="accent4"/>
                    </a:gs>
                    <a:gs pos="35000">
                      <a:schemeClr val="accent4"/>
                    </a:gs>
                  </a:gsLst>
                  <a:lin ang="5400000" scaled="0"/>
                </a:gradFill>
                <a:latin typeface="+mj-lt"/>
              </a:rPr>
              <a:t>Management  </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Endpoints &amp; Appliances</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Policy, Events, and Registration</a:t>
            </a:r>
          </a:p>
        </p:txBody>
      </p:sp>
      <p:pic>
        <p:nvPicPr>
          <p:cNvPr id="2052" name="Picture 4" descr="Image result for symantec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8651" y="1680336"/>
            <a:ext cx="4763165" cy="130510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CB1EAAE-A0F8-4557-8873-4C11CF718CF8}"/>
              </a:ext>
            </a:extLst>
          </p:cNvPr>
          <p:cNvPicPr>
            <a:picLocks noChangeAspect="1"/>
          </p:cNvPicPr>
          <p:nvPr/>
        </p:nvPicPr>
        <p:blipFill>
          <a:blip r:embed="rId4"/>
          <a:stretch>
            <a:fillRect/>
          </a:stretch>
        </p:blipFill>
        <p:spPr>
          <a:xfrm>
            <a:off x="8353016" y="3781295"/>
            <a:ext cx="2181103" cy="1626372"/>
          </a:xfrm>
          <a:prstGeom prst="rect">
            <a:avLst/>
          </a:prstGeom>
        </p:spPr>
      </p:pic>
    </p:spTree>
    <p:extLst>
      <p:ext uri="{BB962C8B-B14F-4D97-AF65-F5344CB8AC3E}">
        <p14:creationId xmlns:p14="http://schemas.microsoft.com/office/powerpoint/2010/main" val="423780154"/>
      </p:ext>
    </p:extLst>
  </p:cSld>
  <p:clrMapOvr>
    <a:masterClrMapping/>
  </p:clrMapOvr>
  <p:transition>
    <p:fade/>
  </p:transition>
</p:sld>
</file>

<file path=ppt/slides/slide52.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3E81380-F6D0-4FD0-A52B-35A359753748}"/>
              </a:ext>
            </a:extLst>
          </p:cNvPr>
          <p:cNvSpPr/>
          <p:nvPr/>
        </p:nvSpPr>
        <p:spPr bwMode="auto">
          <a:xfrm>
            <a:off x="6210300" y="6263"/>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p:cNvSpPr>
            <a:spLocks noGrp="1"/>
          </p:cNvSpPr>
          <p:nvPr>
            <p:ph type="title"/>
          </p:nvPr>
        </p:nvSpPr>
        <p:spPr/>
        <p:txBody>
          <a:bodyPr/>
          <a:lstStyle/>
          <a:p>
            <a:r>
              <a:rPr lang="en-US" dirty="0"/>
              <a:t>Traffic Manager</a:t>
            </a:r>
          </a:p>
        </p:txBody>
      </p:sp>
      <p:sp>
        <p:nvSpPr>
          <p:cNvPr id="6" name="Text Placeholder 5"/>
          <p:cNvSpPr>
            <a:spLocks noGrp="1"/>
          </p:cNvSpPr>
          <p:nvPr>
            <p:ph type="body" sz="quarter" idx="10"/>
          </p:nvPr>
        </p:nvSpPr>
        <p:spPr>
          <a:xfrm>
            <a:off x="274639" y="1212850"/>
            <a:ext cx="5731472" cy="5441490"/>
          </a:xfrm>
        </p:spPr>
        <p:txBody>
          <a:bodyPr/>
          <a:lstStyle/>
          <a:p>
            <a:pPr marL="0" lvl="1">
              <a:spcBef>
                <a:spcPts val="600"/>
              </a:spcBef>
              <a:spcAft>
                <a:spcPts val="600"/>
              </a:spcAft>
            </a:pPr>
            <a:r>
              <a:rPr lang="en-GB" sz="3200" dirty="0">
                <a:gradFill>
                  <a:gsLst>
                    <a:gs pos="3165">
                      <a:schemeClr val="accent4"/>
                    </a:gs>
                    <a:gs pos="35000">
                      <a:schemeClr val="accent4"/>
                    </a:gs>
                  </a:gsLst>
                  <a:lin ang="5400000" scaled="0"/>
                </a:gradFill>
                <a:latin typeface="+mj-lt"/>
              </a:rPr>
              <a:t>Service  </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All Norton Services</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Including internal communication</a:t>
            </a:r>
          </a:p>
          <a:p>
            <a:pPr>
              <a:spcBef>
                <a:spcPts val="600"/>
              </a:spcBef>
              <a:spcAft>
                <a:spcPts val="600"/>
              </a:spcAft>
            </a:pPr>
            <a:r>
              <a:rPr lang="en-GB" sz="3200" dirty="0">
                <a:gradFill>
                  <a:gsLst>
                    <a:gs pos="3165">
                      <a:schemeClr val="accent4"/>
                    </a:gs>
                    <a:gs pos="35000">
                      <a:schemeClr val="accent4"/>
                    </a:gs>
                  </a:gsLst>
                  <a:lin ang="5400000" scaled="0"/>
                </a:gradFill>
              </a:rPr>
              <a:t>Scale</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Routing 150+ million endpoints (clients)</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1+ Billion Queries / Month</a:t>
            </a:r>
          </a:p>
          <a:p>
            <a:pPr>
              <a:spcBef>
                <a:spcPts val="600"/>
              </a:spcBef>
              <a:spcAft>
                <a:spcPts val="600"/>
              </a:spcAft>
            </a:pPr>
            <a:r>
              <a:rPr lang="en-GB" sz="3200" dirty="0">
                <a:gradFill>
                  <a:gsLst>
                    <a:gs pos="3165">
                      <a:schemeClr val="accent4"/>
                    </a:gs>
                    <a:gs pos="35000">
                      <a:schemeClr val="accent4"/>
                    </a:gs>
                  </a:gsLst>
                  <a:lin ang="5400000" scaled="0"/>
                </a:gradFill>
              </a:rPr>
              <a:t>Reliability &amp; Performance</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100% Uptime</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Worldwide DNS Presence for Low Latency</a:t>
            </a:r>
          </a:p>
          <a:p>
            <a:pPr marL="231775" lvl="1" indent="-231775">
              <a:spcBef>
                <a:spcPts val="300"/>
              </a:spcBef>
              <a:buFont typeface="Arial" panose="020B0604020202020204" pitchFamily="34" charset="0"/>
              <a:buChar char="•"/>
            </a:pPr>
            <a:endParaRPr lang="en-GB" sz="2000" dirty="0">
              <a:latin typeface="Segoe UI" panose="020B0502040204020203" pitchFamily="34" charset="0"/>
              <a:cs typeface="Segoe UI" panose="020B0502040204020203" pitchFamily="34" charset="0"/>
            </a:endParaRPr>
          </a:p>
          <a:p>
            <a:pPr marL="231775" lvl="1" indent="-231775">
              <a:spcBef>
                <a:spcPts val="300"/>
              </a:spcBef>
              <a:buFont typeface="Arial" panose="020B0604020202020204" pitchFamily="34" charset="0"/>
              <a:buChar char="•"/>
            </a:pPr>
            <a:endParaRPr lang="en-GB" sz="2000" dirty="0">
              <a:latin typeface="Segoe UI" panose="020B0502040204020203" pitchFamily="34" charset="0"/>
              <a:cs typeface="Segoe UI" panose="020B0502040204020203" pitchFamily="34" charset="0"/>
            </a:endParaRPr>
          </a:p>
          <a:p>
            <a:pPr marL="0" lvl="1">
              <a:spcBef>
                <a:spcPts val="300"/>
              </a:spcBef>
            </a:pPr>
            <a:endParaRPr lang="en-GB" sz="2000" dirty="0">
              <a:latin typeface="Segoe UI" panose="020B0502040204020203" pitchFamily="34" charset="0"/>
              <a:cs typeface="Segoe UI" panose="020B0502040204020203" pitchFamily="34" charset="0"/>
            </a:endParaRPr>
          </a:p>
          <a:p>
            <a:pPr marL="231775" lvl="1" indent="-231775">
              <a:spcBef>
                <a:spcPts val="300"/>
              </a:spcBef>
              <a:buFont typeface="Arial" panose="020B0604020202020204" pitchFamily="34" charset="0"/>
              <a:buChar char="•"/>
            </a:pPr>
            <a:endParaRPr lang="en-GB" sz="3200" dirty="0">
              <a:gradFill>
                <a:gsLst>
                  <a:gs pos="3165">
                    <a:schemeClr val="accent4"/>
                  </a:gs>
                  <a:gs pos="35000">
                    <a:schemeClr val="accent4"/>
                  </a:gs>
                </a:gsLst>
                <a:lin ang="5400000" scaled="0"/>
              </a:gradFill>
            </a:endParaRPr>
          </a:p>
          <a:p>
            <a:pPr marL="177800" lvl="1" indent="-177800">
              <a:spcBef>
                <a:spcPts val="0"/>
              </a:spcBef>
              <a:spcAft>
                <a:spcPts val="600"/>
              </a:spcAft>
              <a:buFont typeface="Arial" panose="020B0604020202020204" pitchFamily="34" charset="0"/>
              <a:buChar char="•"/>
            </a:pPr>
            <a:endParaRPr lang="en-GB" sz="1600" dirty="0"/>
          </a:p>
        </p:txBody>
      </p:sp>
      <p:sp>
        <p:nvSpPr>
          <p:cNvPr id="8" name="Rectangle 7">
            <a:extLst>
              <a:ext uri="{FF2B5EF4-FFF2-40B4-BE49-F238E27FC236}">
                <a16:creationId xmlns:a16="http://schemas.microsoft.com/office/drawing/2014/main" id="{36ABEAA8-CDAB-4D40-851D-4BA6A0119528}"/>
              </a:ext>
            </a:extLst>
          </p:cNvPr>
          <p:cNvSpPr/>
          <p:nvPr/>
        </p:nvSpPr>
        <p:spPr bwMode="auto">
          <a:xfrm>
            <a:off x="8527517" y="1737286"/>
            <a:ext cx="1219199" cy="3542210"/>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9" name="Freeform 5">
            <a:extLst>
              <a:ext uri="{FF2B5EF4-FFF2-40B4-BE49-F238E27FC236}">
                <a16:creationId xmlns:a16="http://schemas.microsoft.com/office/drawing/2014/main" id="{834A6D80-DED1-4091-90E8-EE978B7E616C}"/>
              </a:ext>
            </a:extLst>
          </p:cNvPr>
          <p:cNvSpPr>
            <a:spLocks noEditPoints="1"/>
          </p:cNvSpPr>
          <p:nvPr/>
        </p:nvSpPr>
        <p:spPr bwMode="auto">
          <a:xfrm>
            <a:off x="10878393" y="2170897"/>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0" name="Connector: Elbow 101">
            <a:extLst>
              <a:ext uri="{FF2B5EF4-FFF2-40B4-BE49-F238E27FC236}">
                <a16:creationId xmlns:a16="http://schemas.microsoft.com/office/drawing/2014/main" id="{31761B03-420A-47C0-B07E-7E808C753E90}"/>
              </a:ext>
            </a:extLst>
          </p:cNvPr>
          <p:cNvCxnSpPr>
            <a:cxnSpLocks/>
            <a:stCxn id="8" idx="3"/>
          </p:cNvCxnSpPr>
          <p:nvPr/>
        </p:nvCxnSpPr>
        <p:spPr>
          <a:xfrm>
            <a:off x="9746716" y="3508391"/>
            <a:ext cx="994358" cy="181659"/>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7262B8-8BFF-4F8E-8CCB-A608C7E2F8AC}"/>
              </a:ext>
            </a:extLst>
          </p:cNvPr>
          <p:cNvSpPr txBox="1"/>
          <p:nvPr/>
        </p:nvSpPr>
        <p:spPr>
          <a:xfrm>
            <a:off x="8614779" y="4017968"/>
            <a:ext cx="983993" cy="307777"/>
          </a:xfrm>
          <a:prstGeom prst="rect">
            <a:avLst/>
          </a:prstGeom>
          <a:noFill/>
        </p:spPr>
        <p:txBody>
          <a:bodyPr wrap="square" rtlCol="0">
            <a:spAutoFit/>
          </a:bodyPr>
          <a:lstStyle/>
          <a:p>
            <a:pPr lvl="0" algn="ctr" defTabSz="914049">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TM</a:t>
            </a:r>
          </a:p>
        </p:txBody>
      </p:sp>
      <p:cxnSp>
        <p:nvCxnSpPr>
          <p:cNvPr id="38" name="Straight Arrow Connector 37">
            <a:extLst>
              <a:ext uri="{FF2B5EF4-FFF2-40B4-BE49-F238E27FC236}">
                <a16:creationId xmlns:a16="http://schemas.microsoft.com/office/drawing/2014/main" id="{F31CFF1E-15D2-40B9-9BE0-B82276EB1E63}"/>
              </a:ext>
            </a:extLst>
          </p:cNvPr>
          <p:cNvCxnSpPr>
            <a:cxnSpLocks/>
          </p:cNvCxnSpPr>
          <p:nvPr/>
        </p:nvCxnSpPr>
        <p:spPr>
          <a:xfrm>
            <a:off x="7323137" y="3508391"/>
            <a:ext cx="1219200" cy="0"/>
          </a:xfrm>
          <a:prstGeom prst="straightConnector1">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40" name="people_12">
            <a:extLst>
              <a:ext uri="{FF2B5EF4-FFF2-40B4-BE49-F238E27FC236}">
                <a16:creationId xmlns:a16="http://schemas.microsoft.com/office/drawing/2014/main" id="{74FB3A59-0A95-4FF6-A3C9-5C7FC03C7440}"/>
              </a:ext>
            </a:extLst>
          </p:cNvPr>
          <p:cNvSpPr>
            <a:spLocks noChangeAspect="1" noEditPoints="1"/>
          </p:cNvSpPr>
          <p:nvPr/>
        </p:nvSpPr>
        <p:spPr bwMode="auto">
          <a:xfrm>
            <a:off x="6568709" y="3249310"/>
            <a:ext cx="607332" cy="518161"/>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TextBox 42">
            <a:extLst>
              <a:ext uri="{FF2B5EF4-FFF2-40B4-BE49-F238E27FC236}">
                <a16:creationId xmlns:a16="http://schemas.microsoft.com/office/drawing/2014/main" id="{41722B8F-A39A-4389-AD63-E55E624C4640}"/>
              </a:ext>
            </a:extLst>
          </p:cNvPr>
          <p:cNvSpPr txBox="1"/>
          <p:nvPr/>
        </p:nvSpPr>
        <p:spPr>
          <a:xfrm>
            <a:off x="7346149" y="3576213"/>
            <a:ext cx="1173176" cy="276999"/>
          </a:xfrm>
          <a:prstGeom prst="rect">
            <a:avLst/>
          </a:prstGeom>
          <a:noFill/>
        </p:spPr>
        <p:txBody>
          <a:bodyPr wrap="square" rtlCol="0">
            <a:spAutoFit/>
          </a:bodyPr>
          <a:lstStyle/>
          <a:p>
            <a:pPr lvl="0" algn="ctr" defTabSz="914049">
              <a:defRPr/>
            </a:pPr>
            <a:r>
              <a:rPr lang="en-US" sz="12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Endpoints</a:t>
            </a:r>
          </a:p>
        </p:txBody>
      </p:sp>
      <p:sp>
        <p:nvSpPr>
          <p:cNvPr id="49" name="Rectangle 48">
            <a:extLst>
              <a:ext uri="{FF2B5EF4-FFF2-40B4-BE49-F238E27FC236}">
                <a16:creationId xmlns:a16="http://schemas.microsoft.com/office/drawing/2014/main" id="{36ABEAA8-CDAB-4D40-851D-4BA6A0119528}"/>
              </a:ext>
            </a:extLst>
          </p:cNvPr>
          <p:cNvSpPr/>
          <p:nvPr/>
        </p:nvSpPr>
        <p:spPr bwMode="auto">
          <a:xfrm>
            <a:off x="10741075" y="1737284"/>
            <a:ext cx="1219199" cy="381793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grpSp>
        <p:nvGrpSpPr>
          <p:cNvPr id="27" name="Group 26">
            <a:extLst>
              <a:ext uri="{FF2B5EF4-FFF2-40B4-BE49-F238E27FC236}">
                <a16:creationId xmlns:a16="http://schemas.microsoft.com/office/drawing/2014/main" id="{CF640E87-4C5C-4B69-9422-C4CAD25E9030}"/>
              </a:ext>
            </a:extLst>
          </p:cNvPr>
          <p:cNvGrpSpPr/>
          <p:nvPr/>
        </p:nvGrpSpPr>
        <p:grpSpPr>
          <a:xfrm>
            <a:off x="8636026" y="2971826"/>
            <a:ext cx="941498" cy="941498"/>
            <a:chOff x="3908505" y="5161899"/>
            <a:chExt cx="941498" cy="941498"/>
          </a:xfrm>
        </p:grpSpPr>
        <p:sp>
          <p:nvSpPr>
            <p:cNvPr id="28" name="Oval 27">
              <a:extLst>
                <a:ext uri="{FF2B5EF4-FFF2-40B4-BE49-F238E27FC236}">
                  <a16:creationId xmlns:a16="http://schemas.microsoft.com/office/drawing/2014/main" id="{5BEDFD11-9BFE-4451-BD78-AA5B0984A0AA}"/>
                </a:ext>
              </a:extLst>
            </p:cNvPr>
            <p:cNvSpPr/>
            <p:nvPr/>
          </p:nvSpPr>
          <p:spPr bwMode="auto">
            <a:xfrm>
              <a:off x="3908505" y="5161899"/>
              <a:ext cx="941498" cy="941498"/>
            </a:xfrm>
            <a:prstGeom prst="ellipse">
              <a:avLst/>
            </a:prstGeom>
            <a:solidFill>
              <a:schemeClr val="tx1">
                <a:lumMod val="95000"/>
              </a:schemeClr>
            </a:solidFill>
            <a:ln w="28575">
              <a:solidFill>
                <a:schemeClr val="accent5"/>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29" name="Picture 28">
              <a:extLst>
                <a:ext uri="{FF2B5EF4-FFF2-40B4-BE49-F238E27FC236}">
                  <a16:creationId xmlns:a16="http://schemas.microsoft.com/office/drawing/2014/main" id="{D091B5E8-D5A7-4666-AC91-CD4CBB898F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4903" y="5296669"/>
              <a:ext cx="668702" cy="671959"/>
            </a:xfrm>
            <a:prstGeom prst="rect">
              <a:avLst/>
            </a:prstGeom>
          </p:spPr>
        </p:pic>
      </p:grpSp>
      <p:sp>
        <p:nvSpPr>
          <p:cNvPr id="30" name="Freeform 5">
            <a:extLst>
              <a:ext uri="{FF2B5EF4-FFF2-40B4-BE49-F238E27FC236}">
                <a16:creationId xmlns:a16="http://schemas.microsoft.com/office/drawing/2014/main" id="{834A6D80-DED1-4091-90E8-EE978B7E616C}"/>
              </a:ext>
            </a:extLst>
          </p:cNvPr>
          <p:cNvSpPr>
            <a:spLocks noEditPoints="1"/>
          </p:cNvSpPr>
          <p:nvPr/>
        </p:nvSpPr>
        <p:spPr bwMode="auto">
          <a:xfrm>
            <a:off x="10879786" y="4008230"/>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TextBox 30">
            <a:extLst>
              <a:ext uri="{FF2B5EF4-FFF2-40B4-BE49-F238E27FC236}">
                <a16:creationId xmlns:a16="http://schemas.microsoft.com/office/drawing/2014/main" id="{407262B8-8BFF-4F8E-8CCB-A608C7E2F8AC}"/>
              </a:ext>
            </a:extLst>
          </p:cNvPr>
          <p:cNvSpPr txBox="1"/>
          <p:nvPr/>
        </p:nvSpPr>
        <p:spPr>
          <a:xfrm>
            <a:off x="10858677" y="3235123"/>
            <a:ext cx="983993" cy="307777"/>
          </a:xfrm>
          <a:prstGeom prst="rect">
            <a:avLst/>
          </a:prstGeom>
          <a:noFill/>
        </p:spPr>
        <p:txBody>
          <a:bodyPr wrap="square" rtlCol="0">
            <a:spAutoFit/>
          </a:bodyPr>
          <a:lstStyle/>
          <a:p>
            <a:pPr lvl="0" algn="ctr" defTabSz="914049">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East</a:t>
            </a:r>
          </a:p>
        </p:txBody>
      </p:sp>
      <p:sp>
        <p:nvSpPr>
          <p:cNvPr id="32" name="TextBox 31">
            <a:extLst>
              <a:ext uri="{FF2B5EF4-FFF2-40B4-BE49-F238E27FC236}">
                <a16:creationId xmlns:a16="http://schemas.microsoft.com/office/drawing/2014/main" id="{407262B8-8BFF-4F8E-8CCB-A608C7E2F8AC}"/>
              </a:ext>
            </a:extLst>
          </p:cNvPr>
          <p:cNvSpPr txBox="1"/>
          <p:nvPr/>
        </p:nvSpPr>
        <p:spPr>
          <a:xfrm>
            <a:off x="10833504" y="5040739"/>
            <a:ext cx="983993" cy="307777"/>
          </a:xfrm>
          <a:prstGeom prst="rect">
            <a:avLst/>
          </a:prstGeom>
          <a:noFill/>
        </p:spPr>
        <p:txBody>
          <a:bodyPr wrap="square" rtlCol="0">
            <a:spAutoFit/>
          </a:bodyPr>
          <a:lstStyle/>
          <a:p>
            <a:pPr lvl="0" algn="ctr" defTabSz="914049">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West</a:t>
            </a:r>
          </a:p>
        </p:txBody>
      </p:sp>
    </p:spTree>
    <p:extLst>
      <p:ext uri="{BB962C8B-B14F-4D97-AF65-F5344CB8AC3E}">
        <p14:creationId xmlns:p14="http://schemas.microsoft.com/office/powerpoint/2010/main" val="41459939"/>
      </p:ext>
    </p:extLst>
  </p:cSld>
  <p:clrMapOvr>
    <a:masterClrMapping/>
  </p:clrMapOvr>
  <p:transition>
    <p:fade/>
  </p:transition>
</p:sld>
</file>

<file path=ppt/slides/slide53.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3E81380-F6D0-4FD0-A52B-35A359753748}"/>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p:cNvSpPr>
            <a:spLocks noGrp="1"/>
          </p:cNvSpPr>
          <p:nvPr>
            <p:ph type="title"/>
          </p:nvPr>
        </p:nvSpPr>
        <p:spPr/>
        <p:txBody>
          <a:bodyPr/>
          <a:lstStyle/>
          <a:p>
            <a:r>
              <a:rPr lang="en-US"/>
              <a:t>SPOC &amp; ALB</a:t>
            </a:r>
          </a:p>
        </p:txBody>
      </p:sp>
      <p:sp>
        <p:nvSpPr>
          <p:cNvPr id="6" name="Text Placeholder 5"/>
          <p:cNvSpPr>
            <a:spLocks noGrp="1"/>
          </p:cNvSpPr>
          <p:nvPr>
            <p:ph type="body" sz="quarter" idx="10"/>
          </p:nvPr>
        </p:nvSpPr>
        <p:spPr>
          <a:xfrm>
            <a:off x="274639" y="1212850"/>
            <a:ext cx="5731472" cy="5590761"/>
          </a:xfrm>
        </p:spPr>
        <p:txBody>
          <a:bodyPr/>
          <a:lstStyle/>
          <a:p>
            <a:pPr marL="0" lvl="1">
              <a:spcBef>
                <a:spcPts val="600"/>
              </a:spcBef>
              <a:spcAft>
                <a:spcPts val="600"/>
              </a:spcAft>
            </a:pPr>
            <a:r>
              <a:rPr lang="en-GB" sz="3200" dirty="0">
                <a:gradFill>
                  <a:gsLst>
                    <a:gs pos="3165">
                      <a:schemeClr val="accent4"/>
                    </a:gs>
                    <a:gs pos="35000">
                      <a:schemeClr val="accent4"/>
                    </a:gs>
                  </a:gsLst>
                  <a:lin ang="5400000" scaled="0"/>
                </a:gradFill>
                <a:latin typeface="+mj-lt"/>
              </a:rPr>
              <a:t>Service  </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Single Point of Contact</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Endpoint Notification</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Multi Region</a:t>
            </a:r>
          </a:p>
          <a:p>
            <a:pPr>
              <a:spcBef>
                <a:spcPts val="600"/>
              </a:spcBef>
              <a:spcAft>
                <a:spcPts val="600"/>
              </a:spcAft>
            </a:pPr>
            <a:r>
              <a:rPr lang="en-GB" sz="3200" dirty="0">
                <a:gradFill>
                  <a:gsLst>
                    <a:gs pos="3165">
                      <a:schemeClr val="accent4"/>
                    </a:gs>
                    <a:gs pos="35000">
                      <a:schemeClr val="accent4"/>
                    </a:gs>
                  </a:gsLst>
                  <a:lin ang="5400000" scaled="0"/>
                </a:gradFill>
              </a:rPr>
              <a:t>Scale</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39k Requests / Second</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2+ Billion Requests / Day</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10-20 million concurrent connections</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Average time to service request &lt; 2ms</a:t>
            </a:r>
          </a:p>
          <a:p>
            <a:pPr>
              <a:spcBef>
                <a:spcPts val="600"/>
              </a:spcBef>
              <a:spcAft>
                <a:spcPts val="600"/>
              </a:spcAft>
            </a:pPr>
            <a:r>
              <a:rPr lang="en-GB" sz="3200" dirty="0">
                <a:gradFill>
                  <a:gsLst>
                    <a:gs pos="3165">
                      <a:schemeClr val="accent4"/>
                    </a:gs>
                    <a:gs pos="35000">
                      <a:schemeClr val="accent4"/>
                    </a:gs>
                  </a:gsLst>
                  <a:lin ang="5400000" scaled="0"/>
                </a:gradFill>
              </a:rPr>
              <a:t>Azure</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Traffic Manager Balance 50/50 (normal)</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No more RR DNS</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Eliminated Public IP needs</a:t>
            </a:r>
          </a:p>
          <a:p>
            <a:pPr marL="231775" lvl="1" indent="-231775">
              <a:spcBef>
                <a:spcPts val="300"/>
              </a:spcBef>
              <a:buFont typeface="Arial" panose="020B0604020202020204" pitchFamily="34" charset="0"/>
              <a:buChar char="•"/>
            </a:pPr>
            <a:r>
              <a:rPr lang="en-GB" sz="2000" dirty="0">
                <a:latin typeface="Segoe UI" panose="020B0502040204020203" pitchFamily="34" charset="0"/>
                <a:cs typeface="Segoe UI" panose="020B0502040204020203" pitchFamily="34" charset="0"/>
              </a:rPr>
              <a:t>4-30 minute Long Polling</a:t>
            </a:r>
          </a:p>
          <a:p>
            <a:pPr marL="177800" lvl="1" indent="-177800">
              <a:spcBef>
                <a:spcPts val="0"/>
              </a:spcBef>
              <a:spcAft>
                <a:spcPts val="600"/>
              </a:spcAft>
              <a:buFont typeface="Arial" panose="020B0604020202020204" pitchFamily="34" charset="0"/>
              <a:buChar char="•"/>
            </a:pPr>
            <a:endParaRPr lang="en-GB" sz="1600" dirty="0"/>
          </a:p>
        </p:txBody>
      </p:sp>
      <p:sp>
        <p:nvSpPr>
          <p:cNvPr id="8" name="Rectangle 7">
            <a:extLst>
              <a:ext uri="{FF2B5EF4-FFF2-40B4-BE49-F238E27FC236}">
                <a16:creationId xmlns:a16="http://schemas.microsoft.com/office/drawing/2014/main" id="{36ABEAA8-CDAB-4D40-851D-4BA6A0119528}"/>
              </a:ext>
            </a:extLst>
          </p:cNvPr>
          <p:cNvSpPr/>
          <p:nvPr/>
        </p:nvSpPr>
        <p:spPr bwMode="auto">
          <a:xfrm>
            <a:off x="8527517" y="1737286"/>
            <a:ext cx="1219199" cy="3542210"/>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9" name="Freeform 5">
            <a:extLst>
              <a:ext uri="{FF2B5EF4-FFF2-40B4-BE49-F238E27FC236}">
                <a16:creationId xmlns:a16="http://schemas.microsoft.com/office/drawing/2014/main" id="{834A6D80-DED1-4091-90E8-EE978B7E616C}"/>
              </a:ext>
            </a:extLst>
          </p:cNvPr>
          <p:cNvSpPr>
            <a:spLocks noEditPoints="1"/>
          </p:cNvSpPr>
          <p:nvPr/>
        </p:nvSpPr>
        <p:spPr bwMode="auto">
          <a:xfrm>
            <a:off x="8634495" y="3053982"/>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0" name="Connector: Elbow 101">
            <a:extLst>
              <a:ext uri="{FF2B5EF4-FFF2-40B4-BE49-F238E27FC236}">
                <a16:creationId xmlns:a16="http://schemas.microsoft.com/office/drawing/2014/main" id="{31761B03-420A-47C0-B07E-7E808C753E90}"/>
              </a:ext>
            </a:extLst>
          </p:cNvPr>
          <p:cNvCxnSpPr>
            <a:cxnSpLocks/>
            <a:stCxn id="8" idx="3"/>
          </p:cNvCxnSpPr>
          <p:nvPr/>
        </p:nvCxnSpPr>
        <p:spPr>
          <a:xfrm>
            <a:off x="9746716" y="3508391"/>
            <a:ext cx="994358" cy="181659"/>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8C02091-827B-46E1-B358-DD87807F3185}"/>
              </a:ext>
            </a:extLst>
          </p:cNvPr>
          <p:cNvSpPr txBox="1"/>
          <p:nvPr/>
        </p:nvSpPr>
        <p:spPr>
          <a:xfrm>
            <a:off x="9746648" y="3913324"/>
            <a:ext cx="983993" cy="258532"/>
          </a:xfrm>
          <a:prstGeom prst="rect">
            <a:avLst/>
          </a:prstGeom>
          <a:noFill/>
        </p:spPr>
        <p:txBody>
          <a:bodyPr wrap="square" rtlCol="0">
            <a:spAutoFit/>
          </a:bodyPr>
          <a:lstStyle/>
          <a:p>
            <a:pPr lvl="0" algn="ctr" defTabSz="914049">
              <a:lnSpc>
                <a:spcPct val="90000"/>
              </a:lnSpc>
              <a:defRPr/>
            </a:pPr>
            <a:r>
              <a:rPr lang="en-US" sz="12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HTTPS</a:t>
            </a:r>
          </a:p>
        </p:txBody>
      </p:sp>
      <p:sp>
        <p:nvSpPr>
          <p:cNvPr id="34" name="TextBox 33">
            <a:extLst>
              <a:ext uri="{FF2B5EF4-FFF2-40B4-BE49-F238E27FC236}">
                <a16:creationId xmlns:a16="http://schemas.microsoft.com/office/drawing/2014/main" id="{407262B8-8BFF-4F8E-8CCB-A608C7E2F8AC}"/>
              </a:ext>
            </a:extLst>
          </p:cNvPr>
          <p:cNvSpPr txBox="1"/>
          <p:nvPr/>
        </p:nvSpPr>
        <p:spPr>
          <a:xfrm>
            <a:off x="8614779" y="4017968"/>
            <a:ext cx="983993" cy="307777"/>
          </a:xfrm>
          <a:prstGeom prst="rect">
            <a:avLst/>
          </a:prstGeom>
          <a:noFill/>
        </p:spPr>
        <p:txBody>
          <a:bodyPr wrap="square" rtlCol="0">
            <a:spAutoFit/>
          </a:bodyPr>
          <a:lstStyle/>
          <a:p>
            <a:pPr lvl="0" algn="ctr" defTabSz="914049">
              <a:defRPr/>
            </a:pPr>
            <a:r>
              <a:rPr lang="en-US" sz="1400" b="1" kern="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ALB</a:t>
            </a:r>
          </a:p>
        </p:txBody>
      </p:sp>
      <p:cxnSp>
        <p:nvCxnSpPr>
          <p:cNvPr id="38" name="Straight Arrow Connector 37">
            <a:extLst>
              <a:ext uri="{FF2B5EF4-FFF2-40B4-BE49-F238E27FC236}">
                <a16:creationId xmlns:a16="http://schemas.microsoft.com/office/drawing/2014/main" id="{F31CFF1E-15D2-40B9-9BE0-B82276EB1E63}"/>
              </a:ext>
            </a:extLst>
          </p:cNvPr>
          <p:cNvCxnSpPr>
            <a:cxnSpLocks/>
          </p:cNvCxnSpPr>
          <p:nvPr/>
        </p:nvCxnSpPr>
        <p:spPr>
          <a:xfrm>
            <a:off x="7323137" y="3508391"/>
            <a:ext cx="1219200" cy="0"/>
          </a:xfrm>
          <a:prstGeom prst="straightConnector1">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40" name="people_12">
            <a:extLst>
              <a:ext uri="{FF2B5EF4-FFF2-40B4-BE49-F238E27FC236}">
                <a16:creationId xmlns:a16="http://schemas.microsoft.com/office/drawing/2014/main" id="{74FB3A59-0A95-4FF6-A3C9-5C7FC03C7440}"/>
              </a:ext>
            </a:extLst>
          </p:cNvPr>
          <p:cNvSpPr>
            <a:spLocks noChangeAspect="1" noEditPoints="1"/>
          </p:cNvSpPr>
          <p:nvPr/>
        </p:nvSpPr>
        <p:spPr bwMode="auto">
          <a:xfrm>
            <a:off x="6568709" y="3249310"/>
            <a:ext cx="607332" cy="518161"/>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TextBox 42">
            <a:extLst>
              <a:ext uri="{FF2B5EF4-FFF2-40B4-BE49-F238E27FC236}">
                <a16:creationId xmlns:a16="http://schemas.microsoft.com/office/drawing/2014/main" id="{41722B8F-A39A-4389-AD63-E55E624C4640}"/>
              </a:ext>
            </a:extLst>
          </p:cNvPr>
          <p:cNvSpPr txBox="1"/>
          <p:nvPr/>
        </p:nvSpPr>
        <p:spPr>
          <a:xfrm>
            <a:off x="7346149" y="3576213"/>
            <a:ext cx="1173176" cy="276999"/>
          </a:xfrm>
          <a:prstGeom prst="rect">
            <a:avLst/>
          </a:prstGeom>
          <a:noFill/>
        </p:spPr>
        <p:txBody>
          <a:bodyPr wrap="square" rtlCol="0">
            <a:spAutoFit/>
          </a:bodyPr>
          <a:lstStyle/>
          <a:p>
            <a:pPr lvl="0" algn="ctr" defTabSz="914049">
              <a:defRPr/>
            </a:pPr>
            <a:r>
              <a:rPr lang="en-US" sz="1200" b="1" kern="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Long Poll</a:t>
            </a:r>
          </a:p>
        </p:txBody>
      </p:sp>
      <p:sp>
        <p:nvSpPr>
          <p:cNvPr id="49" name="Rectangle 48">
            <a:extLst>
              <a:ext uri="{FF2B5EF4-FFF2-40B4-BE49-F238E27FC236}">
                <a16:creationId xmlns:a16="http://schemas.microsoft.com/office/drawing/2014/main" id="{36ABEAA8-CDAB-4D40-851D-4BA6A0119528}"/>
              </a:ext>
            </a:extLst>
          </p:cNvPr>
          <p:cNvSpPr/>
          <p:nvPr/>
        </p:nvSpPr>
        <p:spPr bwMode="auto">
          <a:xfrm>
            <a:off x="10741075" y="1737284"/>
            <a:ext cx="1219199" cy="381793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4" name="TextBox 53">
            <a:extLst>
              <a:ext uri="{FF2B5EF4-FFF2-40B4-BE49-F238E27FC236}">
                <a16:creationId xmlns:a16="http://schemas.microsoft.com/office/drawing/2014/main" id="{70D1F2DE-6DBF-4A96-AD19-F8FBC4615E97}"/>
              </a:ext>
            </a:extLst>
          </p:cNvPr>
          <p:cNvSpPr txBox="1"/>
          <p:nvPr/>
        </p:nvSpPr>
        <p:spPr>
          <a:xfrm>
            <a:off x="10963389" y="1814174"/>
            <a:ext cx="774571" cy="369332"/>
          </a:xfrm>
          <a:prstGeom prst="rect">
            <a:avLst/>
          </a:prstGeom>
          <a:noFill/>
        </p:spPr>
        <p:txBody>
          <a:bodyPr wrap="none" rtlCol="0">
            <a:spAutoFit/>
          </a:bodyPr>
          <a:lstStyle/>
          <a:p>
            <a:r>
              <a:rPr lang="en-US" b="1" dirty="0">
                <a:gradFill>
                  <a:gsLst>
                    <a:gs pos="2532">
                      <a:schemeClr val="accent3"/>
                    </a:gs>
                    <a:gs pos="11392">
                      <a:schemeClr val="accent3"/>
                    </a:gs>
                  </a:gsLst>
                  <a:lin ang="5400000" scaled="0"/>
                </a:gradFill>
                <a:latin typeface="Segoe UI" panose="020B0502040204020203" pitchFamily="34" charset="0"/>
                <a:cs typeface="Segoe UI" panose="020B0502040204020203" pitchFamily="34" charset="0"/>
              </a:rPr>
              <a:t>SPOC</a:t>
            </a:r>
          </a:p>
        </p:txBody>
      </p:sp>
      <p:pic>
        <p:nvPicPr>
          <p:cNvPr id="21" name="Picture 20">
            <a:extLst>
              <a:ext uri="{FF2B5EF4-FFF2-40B4-BE49-F238E27FC236}">
                <a16:creationId xmlns:a16="http://schemas.microsoft.com/office/drawing/2014/main" id="{964E6BF8-A3D1-4AD9-AF36-AE55D6B5120E}"/>
              </a:ext>
            </a:extLst>
          </p:cNvPr>
          <p:cNvPicPr>
            <a:picLocks noChangeAspect="1"/>
          </p:cNvPicPr>
          <p:nvPr/>
        </p:nvPicPr>
        <p:blipFill>
          <a:blip r:embed="rId3"/>
          <a:stretch>
            <a:fillRect/>
          </a:stretch>
        </p:blipFill>
        <p:spPr>
          <a:xfrm>
            <a:off x="11091590" y="2227049"/>
            <a:ext cx="518168" cy="518168"/>
          </a:xfrm>
          <a:prstGeom prst="rect">
            <a:avLst/>
          </a:prstGeom>
        </p:spPr>
      </p:pic>
      <p:pic>
        <p:nvPicPr>
          <p:cNvPr id="22" name="Picture 21">
            <a:extLst>
              <a:ext uri="{FF2B5EF4-FFF2-40B4-BE49-F238E27FC236}">
                <a16:creationId xmlns:a16="http://schemas.microsoft.com/office/drawing/2014/main" id="{3A4CB015-3125-4FFC-B39E-647E47B2235D}"/>
              </a:ext>
            </a:extLst>
          </p:cNvPr>
          <p:cNvPicPr>
            <a:picLocks noChangeAspect="1"/>
          </p:cNvPicPr>
          <p:nvPr/>
        </p:nvPicPr>
        <p:blipFill>
          <a:blip r:embed="rId3"/>
          <a:stretch>
            <a:fillRect/>
          </a:stretch>
        </p:blipFill>
        <p:spPr>
          <a:xfrm>
            <a:off x="11091590" y="2761175"/>
            <a:ext cx="518168" cy="518168"/>
          </a:xfrm>
          <a:prstGeom prst="rect">
            <a:avLst/>
          </a:prstGeom>
        </p:spPr>
      </p:pic>
      <p:pic>
        <p:nvPicPr>
          <p:cNvPr id="23" name="Picture 22">
            <a:extLst>
              <a:ext uri="{FF2B5EF4-FFF2-40B4-BE49-F238E27FC236}">
                <a16:creationId xmlns:a16="http://schemas.microsoft.com/office/drawing/2014/main" id="{7A946C0D-9567-409F-A025-8CEF899CECFA}"/>
              </a:ext>
            </a:extLst>
          </p:cNvPr>
          <p:cNvPicPr>
            <a:picLocks noChangeAspect="1"/>
          </p:cNvPicPr>
          <p:nvPr/>
        </p:nvPicPr>
        <p:blipFill>
          <a:blip r:embed="rId3"/>
          <a:stretch>
            <a:fillRect/>
          </a:stretch>
        </p:blipFill>
        <p:spPr>
          <a:xfrm>
            <a:off x="11091590" y="3295301"/>
            <a:ext cx="518168" cy="518168"/>
          </a:xfrm>
          <a:prstGeom prst="rect">
            <a:avLst/>
          </a:prstGeom>
        </p:spPr>
      </p:pic>
      <p:pic>
        <p:nvPicPr>
          <p:cNvPr id="24" name="Picture 23">
            <a:extLst>
              <a:ext uri="{FF2B5EF4-FFF2-40B4-BE49-F238E27FC236}">
                <a16:creationId xmlns:a16="http://schemas.microsoft.com/office/drawing/2014/main" id="{E684E694-BD72-48E6-82AA-87811963297A}"/>
              </a:ext>
            </a:extLst>
          </p:cNvPr>
          <p:cNvPicPr>
            <a:picLocks noChangeAspect="1"/>
          </p:cNvPicPr>
          <p:nvPr/>
        </p:nvPicPr>
        <p:blipFill>
          <a:blip r:embed="rId3"/>
          <a:stretch>
            <a:fillRect/>
          </a:stretch>
        </p:blipFill>
        <p:spPr>
          <a:xfrm>
            <a:off x="11091590" y="3829427"/>
            <a:ext cx="518168" cy="518168"/>
          </a:xfrm>
          <a:prstGeom prst="rect">
            <a:avLst/>
          </a:prstGeom>
        </p:spPr>
      </p:pic>
      <p:pic>
        <p:nvPicPr>
          <p:cNvPr id="25" name="Picture 24">
            <a:extLst>
              <a:ext uri="{FF2B5EF4-FFF2-40B4-BE49-F238E27FC236}">
                <a16:creationId xmlns:a16="http://schemas.microsoft.com/office/drawing/2014/main" id="{25A7961F-8206-4C32-9123-F1835B634D05}"/>
              </a:ext>
            </a:extLst>
          </p:cNvPr>
          <p:cNvPicPr>
            <a:picLocks noChangeAspect="1"/>
          </p:cNvPicPr>
          <p:nvPr/>
        </p:nvPicPr>
        <p:blipFill>
          <a:blip r:embed="rId3"/>
          <a:stretch>
            <a:fillRect/>
          </a:stretch>
        </p:blipFill>
        <p:spPr>
          <a:xfrm>
            <a:off x="11091590" y="4363553"/>
            <a:ext cx="518168" cy="518168"/>
          </a:xfrm>
          <a:prstGeom prst="rect">
            <a:avLst/>
          </a:prstGeom>
        </p:spPr>
      </p:pic>
      <p:pic>
        <p:nvPicPr>
          <p:cNvPr id="26" name="Picture 25">
            <a:extLst>
              <a:ext uri="{FF2B5EF4-FFF2-40B4-BE49-F238E27FC236}">
                <a16:creationId xmlns:a16="http://schemas.microsoft.com/office/drawing/2014/main" id="{BEB51333-0589-4E92-BC32-85D3AEBE5638}"/>
              </a:ext>
            </a:extLst>
          </p:cNvPr>
          <p:cNvPicPr>
            <a:picLocks noChangeAspect="1"/>
          </p:cNvPicPr>
          <p:nvPr/>
        </p:nvPicPr>
        <p:blipFill>
          <a:blip r:embed="rId3"/>
          <a:stretch>
            <a:fillRect/>
          </a:stretch>
        </p:blipFill>
        <p:spPr>
          <a:xfrm>
            <a:off x="11091590" y="4897678"/>
            <a:ext cx="518168" cy="518168"/>
          </a:xfrm>
          <a:prstGeom prst="rect">
            <a:avLst/>
          </a:prstGeom>
        </p:spPr>
      </p:pic>
    </p:spTree>
    <p:extLst>
      <p:ext uri="{BB962C8B-B14F-4D97-AF65-F5344CB8AC3E}">
        <p14:creationId xmlns:p14="http://schemas.microsoft.com/office/powerpoint/2010/main" val="4015782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54.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4F4E9F-908D-4A40-8EA3-6F58C5E17B1D}"/>
              </a:ext>
            </a:extLst>
          </p:cNvPr>
          <p:cNvSpPr/>
          <p:nvPr/>
        </p:nvSpPr>
        <p:spPr bwMode="auto">
          <a:xfrm>
            <a:off x="0" y="1211263"/>
            <a:ext cx="12436475" cy="5783262"/>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p:cNvSpPr>
            <a:spLocks noGrp="1"/>
          </p:cNvSpPr>
          <p:nvPr>
            <p:ph type="title"/>
          </p:nvPr>
        </p:nvSpPr>
        <p:spPr>
          <a:xfrm>
            <a:off x="274639" y="295274"/>
            <a:ext cx="11889564" cy="917575"/>
          </a:xfrm>
        </p:spPr>
        <p:txBody>
          <a:bodyPr/>
          <a:lstStyle/>
          <a:p>
            <a:r>
              <a:rPr lang="en-US"/>
              <a:t>ALB Scale &amp; Performance</a:t>
            </a:r>
          </a:p>
        </p:txBody>
      </p:sp>
      <p:sp>
        <p:nvSpPr>
          <p:cNvPr id="5" name="Isosceles Triangle 4">
            <a:extLst>
              <a:ext uri="{FF2B5EF4-FFF2-40B4-BE49-F238E27FC236}">
                <a16:creationId xmlns:a16="http://schemas.microsoft.com/office/drawing/2014/main" id="{B92B281D-D61D-45FD-B656-E928521618CD}"/>
              </a:ext>
            </a:extLst>
          </p:cNvPr>
          <p:cNvSpPr>
            <a:spLocks noChangeAspect="1"/>
          </p:cNvSpPr>
          <p:nvPr/>
        </p:nvSpPr>
        <p:spPr bwMode="auto">
          <a:xfrm rot="2709730">
            <a:off x="11197323" y="-161926"/>
            <a:ext cx="1829648" cy="914400"/>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 Placeholder 5">
            <a:extLst>
              <a:ext uri="{FF2B5EF4-FFF2-40B4-BE49-F238E27FC236}">
                <a16:creationId xmlns:a16="http://schemas.microsoft.com/office/drawing/2014/main" id="{35B0CF23-3144-4B05-A24D-DA80A1A5024E}"/>
              </a:ext>
            </a:extLst>
          </p:cNvPr>
          <p:cNvSpPr>
            <a:spLocks noGrp="1"/>
          </p:cNvSpPr>
          <p:nvPr>
            <p:ph type="body" sz="quarter" idx="10"/>
          </p:nvPr>
        </p:nvSpPr>
        <p:spPr>
          <a:xfrm>
            <a:off x="264228" y="4989189"/>
            <a:ext cx="7315199" cy="1668149"/>
          </a:xfrm>
          <a:solidFill>
            <a:schemeClr val="tx1">
              <a:lumMod val="95000"/>
            </a:schemeClr>
          </a:solidFill>
          <a:ln w="28575">
            <a:solidFill>
              <a:schemeClr val="accent5"/>
            </a:solidFill>
            <a:prstDash val="sysDash"/>
          </a:ln>
        </p:spPr>
        <p:txBody>
          <a:bodyPr lIns="182880" tIns="146304" rIns="182880" bIns="146304"/>
          <a:lstStyle/>
          <a:p>
            <a:pPr marL="0" lvl="1">
              <a:spcBef>
                <a:spcPts val="600"/>
              </a:spcBef>
              <a:spcAft>
                <a:spcPts val="600"/>
              </a:spcAft>
            </a:pPr>
            <a:r>
              <a:rPr lang="en-GB" dirty="0">
                <a:gradFill>
                  <a:gsLst>
                    <a:gs pos="86709">
                      <a:schemeClr val="accent4"/>
                    </a:gs>
                    <a:gs pos="72000">
                      <a:schemeClr val="accent4"/>
                    </a:gs>
                  </a:gsLst>
                  <a:lin ang="5400000" scaled="0"/>
                </a:gradFill>
                <a:latin typeface="+mj-lt"/>
              </a:rPr>
              <a:t>Success Story</a:t>
            </a:r>
          </a:p>
          <a:p>
            <a:pPr marL="177800" lvl="1" indent="-177800">
              <a:spcBef>
                <a:spcPts val="0"/>
              </a:spcBef>
              <a:spcAft>
                <a:spcPts val="600"/>
              </a:spcAft>
              <a:buFont typeface="Arial" panose="020B0604020202020204" pitchFamily="34" charset="0"/>
              <a:buChar char="•"/>
            </a:pPr>
            <a:r>
              <a:rPr lang="en-GB" sz="2000" dirty="0">
                <a:gradFill>
                  <a:gsLst>
                    <a:gs pos="2532">
                      <a:schemeClr val="bg1"/>
                    </a:gs>
                    <a:gs pos="18000">
                      <a:schemeClr val="bg1"/>
                    </a:gs>
                  </a:gsLst>
                  <a:lin ang="5400000" scaled="0"/>
                </a:gradFill>
                <a:latin typeface="Segoe UI" panose="020B0502040204020203" pitchFamily="34" charset="0"/>
                <a:cs typeface="Segoe UI" panose="020B0502040204020203" pitchFamily="34" charset="0"/>
              </a:rPr>
              <a:t>US Based Regions</a:t>
            </a:r>
          </a:p>
          <a:p>
            <a:pPr marL="177800" lvl="1" indent="-177800">
              <a:spcBef>
                <a:spcPts val="0"/>
              </a:spcBef>
              <a:spcAft>
                <a:spcPts val="600"/>
              </a:spcAft>
              <a:buFont typeface="Arial" panose="020B0604020202020204" pitchFamily="34" charset="0"/>
              <a:buChar char="•"/>
            </a:pPr>
            <a:r>
              <a:rPr lang="en-GB" sz="2000" dirty="0">
                <a:gradFill>
                  <a:gsLst>
                    <a:gs pos="2532">
                      <a:schemeClr val="bg1"/>
                    </a:gs>
                    <a:gs pos="18000">
                      <a:schemeClr val="bg1"/>
                    </a:gs>
                  </a:gsLst>
                  <a:lin ang="5400000" scaled="0"/>
                </a:gradFill>
                <a:latin typeface="Segoe UI" panose="020B0502040204020203" pitchFamily="34" charset="0"/>
                <a:cs typeface="Segoe UI" panose="020B0502040204020203" pitchFamily="34" charset="0"/>
              </a:rPr>
              <a:t>~60ms reduction in latency (worldwide)</a:t>
            </a:r>
          </a:p>
        </p:txBody>
      </p:sp>
      <p:sp>
        <p:nvSpPr>
          <p:cNvPr id="10" name="PageRight_E761">
            <a:extLst>
              <a:ext uri="{FF2B5EF4-FFF2-40B4-BE49-F238E27FC236}">
                <a16:creationId xmlns:a16="http://schemas.microsoft.com/office/drawing/2014/main" id="{BD5A56A6-C3D9-4AE6-AE12-3C0F7D6F433A}"/>
              </a:ext>
            </a:extLst>
          </p:cNvPr>
          <p:cNvSpPr>
            <a:spLocks noChangeAspect="1" noEditPoints="1"/>
          </p:cNvSpPr>
          <p:nvPr/>
        </p:nvSpPr>
        <p:spPr bwMode="auto">
          <a:xfrm rot="5400000">
            <a:off x="9730789" y="3297005"/>
            <a:ext cx="365492" cy="36576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no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pic>
        <p:nvPicPr>
          <p:cNvPr id="11" name="Picture 10"/>
          <p:cNvPicPr>
            <a:picLocks noChangeAspect="1"/>
          </p:cNvPicPr>
          <p:nvPr/>
        </p:nvPicPr>
        <p:blipFill>
          <a:blip r:embed="rId3"/>
          <a:stretch>
            <a:fillRect/>
          </a:stretch>
        </p:blipFill>
        <p:spPr>
          <a:xfrm>
            <a:off x="285048" y="1466002"/>
            <a:ext cx="7294379" cy="330426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449" y="1466002"/>
            <a:ext cx="4347057" cy="1555888"/>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1449" y="3980896"/>
            <a:ext cx="4347057" cy="1621895"/>
          </a:xfrm>
          <a:prstGeom prst="rect">
            <a:avLst/>
          </a:prstGeom>
        </p:spPr>
      </p:pic>
    </p:spTree>
    <p:extLst>
      <p:ext uri="{BB962C8B-B14F-4D97-AF65-F5344CB8AC3E}">
        <p14:creationId xmlns:p14="http://schemas.microsoft.com/office/powerpoint/2010/main" val="324224126"/>
      </p:ext>
    </p:extLst>
  </p:cSld>
  <p:clrMapOvr>
    <a:masterClrMapping/>
  </p:clrMapOvr>
  <p:transition>
    <p:fade/>
  </p:transition>
</p:sld>
</file>

<file path=ppt/slides/slide55.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544707D-E3C8-4E73-9B3F-75C9E1D3963D}"/>
              </a:ext>
            </a:extLst>
          </p:cNvPr>
          <p:cNvSpPr/>
          <p:nvPr/>
        </p:nvSpPr>
        <p:spPr bwMode="auto">
          <a:xfrm>
            <a:off x="6210300" y="0"/>
            <a:ext cx="6226175"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Title 16"/>
          <p:cNvSpPr>
            <a:spLocks noGrp="1"/>
          </p:cNvSpPr>
          <p:nvPr>
            <p:ph type="title"/>
          </p:nvPr>
        </p:nvSpPr>
        <p:spPr>
          <a:xfrm>
            <a:off x="274639" y="295274"/>
            <a:ext cx="5633998" cy="917575"/>
          </a:xfrm>
        </p:spPr>
        <p:txBody>
          <a:bodyPr/>
          <a:lstStyle/>
          <a:p>
            <a:r>
              <a:rPr lang="en-US" dirty="0"/>
              <a:t>Shasta and Application GW</a:t>
            </a:r>
          </a:p>
        </p:txBody>
      </p:sp>
      <p:sp>
        <p:nvSpPr>
          <p:cNvPr id="6" name="Text Placeholder 5"/>
          <p:cNvSpPr>
            <a:spLocks noGrp="1"/>
          </p:cNvSpPr>
          <p:nvPr>
            <p:ph type="body" sz="quarter" idx="10"/>
          </p:nvPr>
        </p:nvSpPr>
        <p:spPr>
          <a:xfrm>
            <a:off x="274638" y="1961658"/>
            <a:ext cx="5633999" cy="4499693"/>
          </a:xfrm>
        </p:spPr>
        <p:txBody>
          <a:bodyPr/>
          <a:lstStyle/>
          <a:p>
            <a:pPr marL="0" lvl="1">
              <a:spcBef>
                <a:spcPts val="600"/>
              </a:spcBef>
              <a:spcAft>
                <a:spcPts val="600"/>
              </a:spcAft>
            </a:pPr>
            <a:r>
              <a:rPr lang="en-GB" dirty="0">
                <a:gradFill>
                  <a:gsLst>
                    <a:gs pos="3165">
                      <a:schemeClr val="accent4"/>
                    </a:gs>
                    <a:gs pos="35000">
                      <a:schemeClr val="accent4"/>
                    </a:gs>
                  </a:gsLst>
                  <a:lin ang="5400000" scaled="0"/>
                </a:gradFill>
                <a:latin typeface="+mj-lt"/>
              </a:rPr>
              <a:t>Service</a:t>
            </a:r>
            <a:r>
              <a:rPr lang="en-GB" sz="2400" dirty="0">
                <a:gradFill>
                  <a:gsLst>
                    <a:gs pos="0">
                      <a:schemeClr val="accent2"/>
                    </a:gs>
                    <a:gs pos="100000">
                      <a:schemeClr val="accent2"/>
                    </a:gs>
                  </a:gsLst>
                  <a:lin ang="5400000" scaled="0"/>
                </a:gradFill>
              </a:rPr>
              <a:t>  </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File Reputation</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Protection for Norton &amp; Symantec Endpoints</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Multi Region </a:t>
            </a:r>
          </a:p>
          <a:p>
            <a:pPr>
              <a:spcBef>
                <a:spcPts val="600"/>
              </a:spcBef>
              <a:spcAft>
                <a:spcPts val="600"/>
              </a:spcAft>
            </a:pPr>
            <a:r>
              <a:rPr lang="en-GB" sz="2800" dirty="0">
                <a:gradFill>
                  <a:gsLst>
                    <a:gs pos="3165">
                      <a:schemeClr val="accent4"/>
                    </a:gs>
                    <a:gs pos="35000">
                      <a:schemeClr val="accent4"/>
                    </a:gs>
                  </a:gsLst>
                  <a:lin ang="5400000" scaled="0"/>
                </a:gradFill>
              </a:rPr>
              <a:t>Scale</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25k Requests / Second</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1.5+ Billion Requests / Day</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2ms Service -&gt; App GW Response Latency</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Maximum worldwide response &lt; 5s </a:t>
            </a:r>
          </a:p>
          <a:p>
            <a:pPr>
              <a:spcBef>
                <a:spcPts val="600"/>
              </a:spcBef>
              <a:spcAft>
                <a:spcPts val="600"/>
              </a:spcAft>
            </a:pPr>
            <a:r>
              <a:rPr lang="en-GB" sz="2800" dirty="0">
                <a:gradFill>
                  <a:gsLst>
                    <a:gs pos="3165">
                      <a:schemeClr val="accent4"/>
                    </a:gs>
                    <a:gs pos="35000">
                      <a:schemeClr val="accent4"/>
                    </a:gs>
                  </a:gsLst>
                  <a:lin ang="5400000" scaled="0"/>
                </a:gradFill>
              </a:rPr>
              <a:t>Azure</a:t>
            </a:r>
          </a:p>
          <a:p>
            <a:pPr marL="231775" lvl="1" indent="-231775">
              <a:spcBef>
                <a:spcPts val="300"/>
              </a:spcBef>
              <a:buFont typeface="Arial" panose="020B0604020202020204" pitchFamily="34" charset="0"/>
              <a:buChar char="•"/>
            </a:pPr>
            <a:r>
              <a:rPr lang="en-GB" sz="1800" dirty="0">
                <a:latin typeface="Segoe UI" panose="020B0502040204020203" pitchFamily="34" charset="0"/>
                <a:cs typeface="Segoe UI" panose="020B0502040204020203" pitchFamily="34" charset="0"/>
              </a:rPr>
              <a:t>Leverage Application GW</a:t>
            </a:r>
          </a:p>
          <a:p>
            <a:pPr marL="460375" lvl="2" indent="-231775">
              <a:spcBef>
                <a:spcPts val="300"/>
              </a:spcBef>
              <a:buFont typeface="Arial" panose="020B0604020202020204" pitchFamily="34" charset="0"/>
              <a:buChar char="•"/>
            </a:pPr>
            <a:r>
              <a:rPr lang="en-GB" sz="1400" dirty="0">
                <a:latin typeface="Segoe UI" panose="020B0502040204020203" pitchFamily="34" charset="0"/>
                <a:cs typeface="Segoe UI" panose="020B0502040204020203" pitchFamily="34" charset="0"/>
              </a:rPr>
              <a:t>Hardware in DC’s vs Managed Service</a:t>
            </a:r>
          </a:p>
          <a:p>
            <a:pPr marL="460375" lvl="2" indent="-231775">
              <a:spcBef>
                <a:spcPts val="300"/>
              </a:spcBef>
              <a:buFont typeface="Arial" panose="020B0604020202020204" pitchFamily="34" charset="0"/>
              <a:buChar char="•"/>
            </a:pPr>
            <a:r>
              <a:rPr lang="en-GB" sz="1400" dirty="0">
                <a:latin typeface="Segoe UI" panose="020B0502040204020203" pitchFamily="34" charset="0"/>
                <a:cs typeface="Segoe UI" panose="020B0502040204020203" pitchFamily="34" charset="0"/>
              </a:rPr>
              <a:t>Virtual Appliances</a:t>
            </a:r>
          </a:p>
        </p:txBody>
      </p:sp>
      <p:sp>
        <p:nvSpPr>
          <p:cNvPr id="24" name="Rectangle 23">
            <a:extLst>
              <a:ext uri="{FF2B5EF4-FFF2-40B4-BE49-F238E27FC236}">
                <a16:creationId xmlns:a16="http://schemas.microsoft.com/office/drawing/2014/main" id="{7F72F502-E01C-45BA-97DA-6A75188CD1CE}"/>
              </a:ext>
            </a:extLst>
          </p:cNvPr>
          <p:cNvSpPr/>
          <p:nvPr/>
        </p:nvSpPr>
        <p:spPr bwMode="auto">
          <a:xfrm>
            <a:off x="8527517" y="1737286"/>
            <a:ext cx="1219199" cy="3542210"/>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25" name="Freeform 5">
            <a:extLst>
              <a:ext uri="{FF2B5EF4-FFF2-40B4-BE49-F238E27FC236}">
                <a16:creationId xmlns:a16="http://schemas.microsoft.com/office/drawing/2014/main" id="{33815D6B-8859-4EBE-B999-CD175A20F0C1}"/>
              </a:ext>
            </a:extLst>
          </p:cNvPr>
          <p:cNvSpPr>
            <a:spLocks noEditPoints="1"/>
          </p:cNvSpPr>
          <p:nvPr/>
        </p:nvSpPr>
        <p:spPr bwMode="auto">
          <a:xfrm>
            <a:off x="8634495" y="3053982"/>
            <a:ext cx="944562" cy="942975"/>
          </a:xfrm>
          <a:custGeom>
            <a:avLst/>
            <a:gdLst>
              <a:gd name="T0" fmla="*/ 124 w 287"/>
              <a:gd name="T1" fmla="*/ 9 h 287"/>
              <a:gd name="T2" fmla="*/ 140 w 287"/>
              <a:gd name="T3" fmla="*/ 286 h 287"/>
              <a:gd name="T4" fmla="*/ 286 w 287"/>
              <a:gd name="T5" fmla="*/ 146 h 287"/>
              <a:gd name="T6" fmla="*/ 169 w 287"/>
              <a:gd name="T7" fmla="*/ 188 h 287"/>
              <a:gd name="T8" fmla="*/ 174 w 287"/>
              <a:gd name="T9" fmla="*/ 218 h 287"/>
              <a:gd name="T10" fmla="*/ 118 w 287"/>
              <a:gd name="T11" fmla="*/ 214 h 287"/>
              <a:gd name="T12" fmla="*/ 109 w 287"/>
              <a:gd name="T13" fmla="*/ 182 h 287"/>
              <a:gd name="T14" fmla="*/ 79 w 287"/>
              <a:gd name="T15" fmla="*/ 172 h 287"/>
              <a:gd name="T16" fmla="*/ 207 w 287"/>
              <a:gd name="T17" fmla="*/ 150 h 287"/>
              <a:gd name="T18" fmla="*/ 155 w 287"/>
              <a:gd name="T19" fmla="*/ 92 h 287"/>
              <a:gd name="T20" fmla="*/ 168 w 287"/>
              <a:gd name="T21" fmla="*/ 77 h 287"/>
              <a:gd name="T22" fmla="*/ 170 w 287"/>
              <a:gd name="T23" fmla="*/ 67 h 287"/>
              <a:gd name="T24" fmla="*/ 168 w 287"/>
              <a:gd name="T25" fmla="*/ 58 h 287"/>
              <a:gd name="T26" fmla="*/ 156 w 287"/>
              <a:gd name="T27" fmla="*/ 44 h 287"/>
              <a:gd name="T28" fmla="*/ 144 w 287"/>
              <a:gd name="T29" fmla="*/ 40 h 287"/>
              <a:gd name="T30" fmla="*/ 134 w 287"/>
              <a:gd name="T31" fmla="*/ 42 h 287"/>
              <a:gd name="T32" fmla="*/ 121 w 287"/>
              <a:gd name="T33" fmla="*/ 51 h 287"/>
              <a:gd name="T34" fmla="*/ 115 w 287"/>
              <a:gd name="T35" fmla="*/ 64 h 287"/>
              <a:gd name="T36" fmla="*/ 116 w 287"/>
              <a:gd name="T37" fmla="*/ 74 h 287"/>
              <a:gd name="T38" fmla="*/ 123 w 287"/>
              <a:gd name="T39" fmla="*/ 88 h 287"/>
              <a:gd name="T40" fmla="*/ 139 w 287"/>
              <a:gd name="T41" fmla="*/ 95 h 287"/>
              <a:gd name="T42" fmla="*/ 146 w 287"/>
              <a:gd name="T43" fmla="*/ 95 h 287"/>
              <a:gd name="T44" fmla="*/ 161 w 287"/>
              <a:gd name="T45" fmla="*/ 83 h 287"/>
              <a:gd name="T46" fmla="*/ 162 w 287"/>
              <a:gd name="T47" fmla="*/ 82 h 287"/>
              <a:gd name="T48" fmla="*/ 157 w 287"/>
              <a:gd name="T49" fmla="*/ 82 h 287"/>
              <a:gd name="T50" fmla="*/ 150 w 287"/>
              <a:gd name="T51" fmla="*/ 80 h 287"/>
              <a:gd name="T52" fmla="*/ 136 w 287"/>
              <a:gd name="T53" fmla="*/ 67 h 287"/>
              <a:gd name="T54" fmla="*/ 148 w 287"/>
              <a:gd name="T55" fmla="*/ 63 h 287"/>
              <a:gd name="T56" fmla="*/ 163 w 287"/>
              <a:gd name="T57" fmla="*/ 74 h 287"/>
              <a:gd name="T58" fmla="*/ 166 w 287"/>
              <a:gd name="T59" fmla="*/ 64 h 287"/>
              <a:gd name="T60" fmla="*/ 166 w 287"/>
              <a:gd name="T61" fmla="*/ 74 h 287"/>
              <a:gd name="T62" fmla="*/ 155 w 287"/>
              <a:gd name="T63" fmla="*/ 64 h 287"/>
              <a:gd name="T64" fmla="*/ 151 w 287"/>
              <a:gd name="T65" fmla="*/ 55 h 287"/>
              <a:gd name="T66" fmla="*/ 160 w 287"/>
              <a:gd name="T67" fmla="*/ 53 h 287"/>
              <a:gd name="T68" fmla="*/ 159 w 287"/>
              <a:gd name="T69" fmla="*/ 50 h 287"/>
              <a:gd name="T70" fmla="*/ 158 w 287"/>
              <a:gd name="T71" fmla="*/ 50 h 287"/>
              <a:gd name="T72" fmla="*/ 145 w 287"/>
              <a:gd name="T73" fmla="*/ 44 h 287"/>
              <a:gd name="T74" fmla="*/ 155 w 287"/>
              <a:gd name="T75" fmla="*/ 47 h 287"/>
              <a:gd name="T76" fmla="*/ 150 w 287"/>
              <a:gd name="T77" fmla="*/ 49 h 287"/>
              <a:gd name="T78" fmla="*/ 139 w 287"/>
              <a:gd name="T79" fmla="*/ 49 h 287"/>
              <a:gd name="T80" fmla="*/ 127 w 287"/>
              <a:gd name="T81" fmla="*/ 50 h 287"/>
              <a:gd name="T82" fmla="*/ 136 w 287"/>
              <a:gd name="T83" fmla="*/ 52 h 287"/>
              <a:gd name="T84" fmla="*/ 130 w 287"/>
              <a:gd name="T85" fmla="*/ 61 h 287"/>
              <a:gd name="T86" fmla="*/ 125 w 287"/>
              <a:gd name="T87" fmla="*/ 55 h 287"/>
              <a:gd name="T88" fmla="*/ 124 w 287"/>
              <a:gd name="T89" fmla="*/ 52 h 287"/>
              <a:gd name="T90" fmla="*/ 124 w 287"/>
              <a:gd name="T91" fmla="*/ 53 h 287"/>
              <a:gd name="T92" fmla="*/ 123 w 287"/>
              <a:gd name="T93" fmla="*/ 53 h 287"/>
              <a:gd name="T94" fmla="*/ 123 w 287"/>
              <a:gd name="T95" fmla="*/ 54 h 287"/>
              <a:gd name="T96" fmla="*/ 123 w 287"/>
              <a:gd name="T97" fmla="*/ 78 h 287"/>
              <a:gd name="T98" fmla="*/ 120 w 287"/>
              <a:gd name="T99" fmla="*/ 78 h 287"/>
              <a:gd name="T100" fmla="*/ 118 w 287"/>
              <a:gd name="T101" fmla="*/ 69 h 287"/>
              <a:gd name="T102" fmla="*/ 121 w 287"/>
              <a:gd name="T103" fmla="*/ 57 h 287"/>
              <a:gd name="T104" fmla="*/ 124 w 287"/>
              <a:gd name="T105" fmla="*/ 73 h 287"/>
              <a:gd name="T106" fmla="*/ 143 w 287"/>
              <a:gd name="T107" fmla="*/ 92 h 287"/>
              <a:gd name="T108" fmla="*/ 127 w 287"/>
              <a:gd name="T109" fmla="*/ 87 h 287"/>
              <a:gd name="T110" fmla="*/ 128 w 287"/>
              <a:gd name="T111" fmla="*/ 80 h 287"/>
              <a:gd name="T112" fmla="*/ 144 w 287"/>
              <a:gd name="T113" fmla="*/ 86 h 287"/>
              <a:gd name="T114" fmla="*/ 154 w 287"/>
              <a:gd name="T115" fmla="*/ 85 h 287"/>
              <a:gd name="T116" fmla="*/ 152 w 287"/>
              <a:gd name="T117" fmla="*/ 9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7" h="287">
                <a:moveTo>
                  <a:pt x="286" y="142"/>
                </a:moveTo>
                <a:cubicBezTo>
                  <a:pt x="287" y="139"/>
                  <a:pt x="285" y="136"/>
                  <a:pt x="284" y="132"/>
                </a:cubicBezTo>
                <a:cubicBezTo>
                  <a:pt x="282" y="130"/>
                  <a:pt x="282" y="128"/>
                  <a:pt x="280" y="126"/>
                </a:cubicBezTo>
                <a:cubicBezTo>
                  <a:pt x="240" y="86"/>
                  <a:pt x="201" y="47"/>
                  <a:pt x="161" y="7"/>
                </a:cubicBezTo>
                <a:cubicBezTo>
                  <a:pt x="158" y="4"/>
                  <a:pt x="154" y="2"/>
                  <a:pt x="150" y="1"/>
                </a:cubicBezTo>
                <a:cubicBezTo>
                  <a:pt x="149" y="1"/>
                  <a:pt x="148" y="0"/>
                  <a:pt x="146" y="0"/>
                </a:cubicBezTo>
                <a:cubicBezTo>
                  <a:pt x="145" y="0"/>
                  <a:pt x="143" y="0"/>
                  <a:pt x="141" y="0"/>
                </a:cubicBezTo>
                <a:cubicBezTo>
                  <a:pt x="138" y="0"/>
                  <a:pt x="136" y="1"/>
                  <a:pt x="134" y="2"/>
                </a:cubicBezTo>
                <a:cubicBezTo>
                  <a:pt x="130" y="4"/>
                  <a:pt x="127" y="6"/>
                  <a:pt x="124" y="9"/>
                </a:cubicBezTo>
                <a:cubicBezTo>
                  <a:pt x="85" y="48"/>
                  <a:pt x="46" y="86"/>
                  <a:pt x="8" y="125"/>
                </a:cubicBezTo>
                <a:cubicBezTo>
                  <a:pt x="6" y="127"/>
                  <a:pt x="4" y="130"/>
                  <a:pt x="3" y="132"/>
                </a:cubicBezTo>
                <a:cubicBezTo>
                  <a:pt x="2" y="134"/>
                  <a:pt x="1" y="135"/>
                  <a:pt x="1" y="137"/>
                </a:cubicBezTo>
                <a:cubicBezTo>
                  <a:pt x="0" y="141"/>
                  <a:pt x="0" y="144"/>
                  <a:pt x="0" y="148"/>
                </a:cubicBezTo>
                <a:cubicBezTo>
                  <a:pt x="1" y="151"/>
                  <a:pt x="2" y="155"/>
                  <a:pt x="5" y="158"/>
                </a:cubicBezTo>
                <a:cubicBezTo>
                  <a:pt x="6" y="159"/>
                  <a:pt x="7" y="161"/>
                  <a:pt x="8" y="162"/>
                </a:cubicBezTo>
                <a:cubicBezTo>
                  <a:pt x="47" y="201"/>
                  <a:pt x="86" y="240"/>
                  <a:pt x="126" y="280"/>
                </a:cubicBezTo>
                <a:cubicBezTo>
                  <a:pt x="128" y="282"/>
                  <a:pt x="132" y="284"/>
                  <a:pt x="136" y="286"/>
                </a:cubicBezTo>
                <a:cubicBezTo>
                  <a:pt x="137" y="286"/>
                  <a:pt x="138" y="287"/>
                  <a:pt x="140" y="286"/>
                </a:cubicBezTo>
                <a:cubicBezTo>
                  <a:pt x="141" y="287"/>
                  <a:pt x="141" y="287"/>
                  <a:pt x="141" y="287"/>
                </a:cubicBezTo>
                <a:cubicBezTo>
                  <a:pt x="142" y="287"/>
                  <a:pt x="144" y="287"/>
                  <a:pt x="146" y="287"/>
                </a:cubicBezTo>
                <a:cubicBezTo>
                  <a:pt x="146" y="286"/>
                  <a:pt x="146" y="286"/>
                  <a:pt x="146" y="286"/>
                </a:cubicBezTo>
                <a:cubicBezTo>
                  <a:pt x="150" y="287"/>
                  <a:pt x="154" y="285"/>
                  <a:pt x="157" y="283"/>
                </a:cubicBezTo>
                <a:cubicBezTo>
                  <a:pt x="159" y="282"/>
                  <a:pt x="160" y="281"/>
                  <a:pt x="161" y="280"/>
                </a:cubicBezTo>
                <a:cubicBezTo>
                  <a:pt x="199" y="242"/>
                  <a:pt x="236" y="205"/>
                  <a:pt x="274" y="167"/>
                </a:cubicBezTo>
                <a:cubicBezTo>
                  <a:pt x="276" y="165"/>
                  <a:pt x="278" y="163"/>
                  <a:pt x="280" y="160"/>
                </a:cubicBezTo>
                <a:cubicBezTo>
                  <a:pt x="283" y="157"/>
                  <a:pt x="285" y="154"/>
                  <a:pt x="286" y="150"/>
                </a:cubicBezTo>
                <a:cubicBezTo>
                  <a:pt x="286" y="148"/>
                  <a:pt x="286" y="147"/>
                  <a:pt x="286" y="146"/>
                </a:cubicBezTo>
                <a:cubicBezTo>
                  <a:pt x="287" y="145"/>
                  <a:pt x="287" y="145"/>
                  <a:pt x="287" y="145"/>
                </a:cubicBezTo>
                <a:cubicBezTo>
                  <a:pt x="287" y="143"/>
                  <a:pt x="287" y="143"/>
                  <a:pt x="287" y="143"/>
                </a:cubicBezTo>
                <a:lnTo>
                  <a:pt x="286" y="142"/>
                </a:lnTo>
                <a:close/>
                <a:moveTo>
                  <a:pt x="220" y="192"/>
                </a:moveTo>
                <a:cubicBezTo>
                  <a:pt x="220" y="193"/>
                  <a:pt x="220" y="194"/>
                  <a:pt x="220" y="195"/>
                </a:cubicBezTo>
                <a:cubicBezTo>
                  <a:pt x="204" y="195"/>
                  <a:pt x="189" y="195"/>
                  <a:pt x="174" y="195"/>
                </a:cubicBezTo>
                <a:cubicBezTo>
                  <a:pt x="173" y="194"/>
                  <a:pt x="172" y="194"/>
                  <a:pt x="171" y="193"/>
                </a:cubicBezTo>
                <a:cubicBezTo>
                  <a:pt x="170" y="192"/>
                  <a:pt x="170" y="190"/>
                  <a:pt x="169" y="189"/>
                </a:cubicBezTo>
                <a:cubicBezTo>
                  <a:pt x="169" y="188"/>
                  <a:pt x="169" y="188"/>
                  <a:pt x="169" y="188"/>
                </a:cubicBezTo>
                <a:cubicBezTo>
                  <a:pt x="172" y="183"/>
                  <a:pt x="172" y="182"/>
                  <a:pt x="179" y="182"/>
                </a:cubicBezTo>
                <a:cubicBezTo>
                  <a:pt x="185" y="182"/>
                  <a:pt x="190" y="182"/>
                  <a:pt x="195" y="182"/>
                </a:cubicBezTo>
                <a:cubicBezTo>
                  <a:pt x="179" y="166"/>
                  <a:pt x="164" y="151"/>
                  <a:pt x="148" y="135"/>
                </a:cubicBezTo>
                <a:cubicBezTo>
                  <a:pt x="148" y="135"/>
                  <a:pt x="148" y="135"/>
                  <a:pt x="148" y="135"/>
                </a:cubicBezTo>
                <a:cubicBezTo>
                  <a:pt x="148" y="167"/>
                  <a:pt x="148" y="199"/>
                  <a:pt x="148" y="231"/>
                </a:cubicBezTo>
                <a:cubicBezTo>
                  <a:pt x="152" y="226"/>
                  <a:pt x="157" y="222"/>
                  <a:pt x="161" y="218"/>
                </a:cubicBezTo>
                <a:cubicBezTo>
                  <a:pt x="163" y="215"/>
                  <a:pt x="166" y="214"/>
                  <a:pt x="169" y="214"/>
                </a:cubicBezTo>
                <a:cubicBezTo>
                  <a:pt x="169" y="214"/>
                  <a:pt x="170" y="214"/>
                  <a:pt x="171" y="214"/>
                </a:cubicBezTo>
                <a:cubicBezTo>
                  <a:pt x="172" y="216"/>
                  <a:pt x="173" y="217"/>
                  <a:pt x="174" y="218"/>
                </a:cubicBezTo>
                <a:cubicBezTo>
                  <a:pt x="174" y="220"/>
                  <a:pt x="174" y="221"/>
                  <a:pt x="174" y="223"/>
                </a:cubicBezTo>
                <a:cubicBezTo>
                  <a:pt x="170" y="229"/>
                  <a:pt x="164" y="234"/>
                  <a:pt x="159" y="239"/>
                </a:cubicBezTo>
                <a:cubicBezTo>
                  <a:pt x="153" y="244"/>
                  <a:pt x="147" y="250"/>
                  <a:pt x="142" y="256"/>
                </a:cubicBezTo>
                <a:cubicBezTo>
                  <a:pt x="141" y="256"/>
                  <a:pt x="141" y="256"/>
                  <a:pt x="141" y="256"/>
                </a:cubicBezTo>
                <a:cubicBezTo>
                  <a:pt x="140" y="255"/>
                  <a:pt x="139" y="255"/>
                  <a:pt x="139" y="254"/>
                </a:cubicBezTo>
                <a:cubicBezTo>
                  <a:pt x="130" y="245"/>
                  <a:pt x="121" y="236"/>
                  <a:pt x="112" y="228"/>
                </a:cubicBezTo>
                <a:cubicBezTo>
                  <a:pt x="111" y="226"/>
                  <a:pt x="110" y="225"/>
                  <a:pt x="109" y="223"/>
                </a:cubicBezTo>
                <a:cubicBezTo>
                  <a:pt x="108" y="220"/>
                  <a:pt x="109" y="217"/>
                  <a:pt x="112" y="214"/>
                </a:cubicBezTo>
                <a:cubicBezTo>
                  <a:pt x="114" y="214"/>
                  <a:pt x="116" y="214"/>
                  <a:pt x="118" y="214"/>
                </a:cubicBezTo>
                <a:cubicBezTo>
                  <a:pt x="119" y="215"/>
                  <a:pt x="120" y="216"/>
                  <a:pt x="122" y="218"/>
                </a:cubicBezTo>
                <a:cubicBezTo>
                  <a:pt x="126" y="222"/>
                  <a:pt x="130" y="226"/>
                  <a:pt x="134" y="230"/>
                </a:cubicBezTo>
                <a:cubicBezTo>
                  <a:pt x="135" y="230"/>
                  <a:pt x="135" y="230"/>
                  <a:pt x="135" y="230"/>
                </a:cubicBezTo>
                <a:cubicBezTo>
                  <a:pt x="135" y="230"/>
                  <a:pt x="135" y="230"/>
                  <a:pt x="135" y="230"/>
                </a:cubicBezTo>
                <a:cubicBezTo>
                  <a:pt x="135" y="199"/>
                  <a:pt x="135" y="168"/>
                  <a:pt x="135" y="136"/>
                </a:cubicBezTo>
                <a:cubicBezTo>
                  <a:pt x="135" y="136"/>
                  <a:pt x="135" y="136"/>
                  <a:pt x="135" y="136"/>
                </a:cubicBezTo>
                <a:cubicBezTo>
                  <a:pt x="119" y="151"/>
                  <a:pt x="104" y="167"/>
                  <a:pt x="88" y="182"/>
                </a:cubicBezTo>
                <a:cubicBezTo>
                  <a:pt x="94" y="182"/>
                  <a:pt x="100" y="182"/>
                  <a:pt x="106" y="182"/>
                </a:cubicBezTo>
                <a:cubicBezTo>
                  <a:pt x="107" y="182"/>
                  <a:pt x="108" y="182"/>
                  <a:pt x="109" y="182"/>
                </a:cubicBezTo>
                <a:cubicBezTo>
                  <a:pt x="112" y="183"/>
                  <a:pt x="113" y="184"/>
                  <a:pt x="115" y="187"/>
                </a:cubicBezTo>
                <a:cubicBezTo>
                  <a:pt x="115" y="191"/>
                  <a:pt x="114" y="194"/>
                  <a:pt x="110" y="195"/>
                </a:cubicBezTo>
                <a:cubicBezTo>
                  <a:pt x="95" y="195"/>
                  <a:pt x="80" y="195"/>
                  <a:pt x="65" y="195"/>
                </a:cubicBezTo>
                <a:cubicBezTo>
                  <a:pt x="65" y="180"/>
                  <a:pt x="65" y="165"/>
                  <a:pt x="65" y="150"/>
                </a:cubicBezTo>
                <a:cubicBezTo>
                  <a:pt x="66" y="148"/>
                  <a:pt x="67" y="146"/>
                  <a:pt x="69" y="145"/>
                </a:cubicBezTo>
                <a:cubicBezTo>
                  <a:pt x="73" y="145"/>
                  <a:pt x="75" y="146"/>
                  <a:pt x="77" y="149"/>
                </a:cubicBezTo>
                <a:cubicBezTo>
                  <a:pt x="79" y="153"/>
                  <a:pt x="78" y="158"/>
                  <a:pt x="78" y="163"/>
                </a:cubicBezTo>
                <a:cubicBezTo>
                  <a:pt x="78" y="166"/>
                  <a:pt x="78" y="169"/>
                  <a:pt x="78" y="172"/>
                </a:cubicBezTo>
                <a:cubicBezTo>
                  <a:pt x="79" y="172"/>
                  <a:pt x="79" y="172"/>
                  <a:pt x="79" y="172"/>
                </a:cubicBezTo>
                <a:cubicBezTo>
                  <a:pt x="97" y="153"/>
                  <a:pt x="116" y="135"/>
                  <a:pt x="135" y="116"/>
                </a:cubicBezTo>
                <a:cubicBezTo>
                  <a:pt x="135" y="110"/>
                  <a:pt x="135" y="105"/>
                  <a:pt x="135" y="99"/>
                </a:cubicBezTo>
                <a:cubicBezTo>
                  <a:pt x="121" y="95"/>
                  <a:pt x="111" y="83"/>
                  <a:pt x="111" y="68"/>
                </a:cubicBezTo>
                <a:cubicBezTo>
                  <a:pt x="111" y="50"/>
                  <a:pt x="125" y="36"/>
                  <a:pt x="143" y="36"/>
                </a:cubicBezTo>
                <a:cubicBezTo>
                  <a:pt x="160" y="36"/>
                  <a:pt x="175" y="50"/>
                  <a:pt x="175" y="68"/>
                </a:cubicBezTo>
                <a:cubicBezTo>
                  <a:pt x="175" y="84"/>
                  <a:pt x="163" y="97"/>
                  <a:pt x="148" y="99"/>
                </a:cubicBezTo>
                <a:cubicBezTo>
                  <a:pt x="148" y="105"/>
                  <a:pt x="148" y="110"/>
                  <a:pt x="148" y="115"/>
                </a:cubicBezTo>
                <a:cubicBezTo>
                  <a:pt x="168" y="135"/>
                  <a:pt x="187" y="155"/>
                  <a:pt x="207" y="174"/>
                </a:cubicBezTo>
                <a:cubicBezTo>
                  <a:pt x="207" y="166"/>
                  <a:pt x="207" y="158"/>
                  <a:pt x="207" y="150"/>
                </a:cubicBezTo>
                <a:cubicBezTo>
                  <a:pt x="210" y="145"/>
                  <a:pt x="210" y="145"/>
                  <a:pt x="215" y="145"/>
                </a:cubicBezTo>
                <a:cubicBezTo>
                  <a:pt x="216" y="146"/>
                  <a:pt x="218" y="147"/>
                  <a:pt x="219" y="148"/>
                </a:cubicBezTo>
                <a:cubicBezTo>
                  <a:pt x="220" y="152"/>
                  <a:pt x="220" y="155"/>
                  <a:pt x="220" y="159"/>
                </a:cubicBezTo>
                <a:cubicBezTo>
                  <a:pt x="220" y="170"/>
                  <a:pt x="220" y="181"/>
                  <a:pt x="220" y="192"/>
                </a:cubicBezTo>
                <a:close/>
                <a:moveTo>
                  <a:pt x="149" y="95"/>
                </a:moveTo>
                <a:cubicBezTo>
                  <a:pt x="149" y="95"/>
                  <a:pt x="150" y="94"/>
                  <a:pt x="150" y="94"/>
                </a:cubicBezTo>
                <a:cubicBezTo>
                  <a:pt x="151" y="94"/>
                  <a:pt x="151" y="94"/>
                  <a:pt x="152" y="94"/>
                </a:cubicBezTo>
                <a:cubicBezTo>
                  <a:pt x="152" y="94"/>
                  <a:pt x="153" y="93"/>
                  <a:pt x="154" y="93"/>
                </a:cubicBezTo>
                <a:cubicBezTo>
                  <a:pt x="154" y="93"/>
                  <a:pt x="155" y="93"/>
                  <a:pt x="155" y="92"/>
                </a:cubicBezTo>
                <a:cubicBezTo>
                  <a:pt x="156" y="92"/>
                  <a:pt x="157" y="91"/>
                  <a:pt x="158" y="90"/>
                </a:cubicBezTo>
                <a:cubicBezTo>
                  <a:pt x="159" y="90"/>
                  <a:pt x="159" y="90"/>
                  <a:pt x="160" y="89"/>
                </a:cubicBezTo>
                <a:cubicBezTo>
                  <a:pt x="160" y="89"/>
                  <a:pt x="161" y="88"/>
                  <a:pt x="161" y="88"/>
                </a:cubicBezTo>
                <a:cubicBezTo>
                  <a:pt x="162" y="87"/>
                  <a:pt x="162" y="87"/>
                  <a:pt x="162" y="87"/>
                </a:cubicBezTo>
                <a:cubicBezTo>
                  <a:pt x="163" y="86"/>
                  <a:pt x="163" y="86"/>
                  <a:pt x="164" y="85"/>
                </a:cubicBezTo>
                <a:cubicBezTo>
                  <a:pt x="165" y="84"/>
                  <a:pt x="165" y="83"/>
                  <a:pt x="166" y="83"/>
                </a:cubicBezTo>
                <a:cubicBezTo>
                  <a:pt x="166" y="82"/>
                  <a:pt x="166" y="81"/>
                  <a:pt x="167" y="81"/>
                </a:cubicBezTo>
                <a:cubicBezTo>
                  <a:pt x="167" y="80"/>
                  <a:pt x="167" y="80"/>
                  <a:pt x="168" y="79"/>
                </a:cubicBezTo>
                <a:cubicBezTo>
                  <a:pt x="168" y="79"/>
                  <a:pt x="168" y="78"/>
                  <a:pt x="168" y="77"/>
                </a:cubicBezTo>
                <a:cubicBezTo>
                  <a:pt x="169" y="77"/>
                  <a:pt x="169" y="76"/>
                  <a:pt x="169" y="76"/>
                </a:cubicBezTo>
                <a:cubicBezTo>
                  <a:pt x="169" y="75"/>
                  <a:pt x="169" y="75"/>
                  <a:pt x="169" y="75"/>
                </a:cubicBezTo>
                <a:cubicBezTo>
                  <a:pt x="169" y="74"/>
                  <a:pt x="169" y="74"/>
                  <a:pt x="169" y="74"/>
                </a:cubicBezTo>
                <a:cubicBezTo>
                  <a:pt x="169" y="74"/>
                  <a:pt x="169" y="73"/>
                  <a:pt x="170" y="73"/>
                </a:cubicBezTo>
                <a:cubicBezTo>
                  <a:pt x="170" y="72"/>
                  <a:pt x="170" y="72"/>
                  <a:pt x="170" y="72"/>
                </a:cubicBezTo>
                <a:cubicBezTo>
                  <a:pt x="170" y="72"/>
                  <a:pt x="170" y="71"/>
                  <a:pt x="170" y="71"/>
                </a:cubicBezTo>
                <a:cubicBezTo>
                  <a:pt x="170" y="70"/>
                  <a:pt x="170" y="69"/>
                  <a:pt x="170" y="68"/>
                </a:cubicBezTo>
                <a:cubicBezTo>
                  <a:pt x="170" y="68"/>
                  <a:pt x="170" y="68"/>
                  <a:pt x="170" y="68"/>
                </a:cubicBezTo>
                <a:cubicBezTo>
                  <a:pt x="170" y="67"/>
                  <a:pt x="170" y="67"/>
                  <a:pt x="170" y="67"/>
                </a:cubicBezTo>
                <a:cubicBezTo>
                  <a:pt x="170" y="67"/>
                  <a:pt x="170" y="67"/>
                  <a:pt x="170" y="67"/>
                </a:cubicBezTo>
                <a:cubicBezTo>
                  <a:pt x="170" y="67"/>
                  <a:pt x="170" y="67"/>
                  <a:pt x="170" y="67"/>
                </a:cubicBezTo>
                <a:cubicBezTo>
                  <a:pt x="170" y="66"/>
                  <a:pt x="170" y="65"/>
                  <a:pt x="170" y="65"/>
                </a:cubicBezTo>
                <a:cubicBezTo>
                  <a:pt x="170" y="64"/>
                  <a:pt x="170" y="64"/>
                  <a:pt x="170" y="64"/>
                </a:cubicBezTo>
                <a:cubicBezTo>
                  <a:pt x="170" y="63"/>
                  <a:pt x="170" y="63"/>
                  <a:pt x="170" y="63"/>
                </a:cubicBezTo>
                <a:cubicBezTo>
                  <a:pt x="170" y="62"/>
                  <a:pt x="169" y="62"/>
                  <a:pt x="169" y="62"/>
                </a:cubicBezTo>
                <a:cubicBezTo>
                  <a:pt x="169" y="61"/>
                  <a:pt x="169" y="61"/>
                  <a:pt x="169" y="61"/>
                </a:cubicBezTo>
                <a:cubicBezTo>
                  <a:pt x="169" y="60"/>
                  <a:pt x="169" y="60"/>
                  <a:pt x="169" y="59"/>
                </a:cubicBezTo>
                <a:cubicBezTo>
                  <a:pt x="168" y="59"/>
                  <a:pt x="168" y="58"/>
                  <a:pt x="168" y="58"/>
                </a:cubicBezTo>
                <a:cubicBezTo>
                  <a:pt x="168" y="57"/>
                  <a:pt x="168" y="57"/>
                  <a:pt x="168" y="57"/>
                </a:cubicBezTo>
                <a:cubicBezTo>
                  <a:pt x="168" y="56"/>
                  <a:pt x="167" y="56"/>
                  <a:pt x="167" y="55"/>
                </a:cubicBezTo>
                <a:cubicBezTo>
                  <a:pt x="166" y="54"/>
                  <a:pt x="166" y="54"/>
                  <a:pt x="166" y="53"/>
                </a:cubicBezTo>
                <a:cubicBezTo>
                  <a:pt x="165" y="52"/>
                  <a:pt x="165" y="52"/>
                  <a:pt x="164" y="51"/>
                </a:cubicBezTo>
                <a:cubicBezTo>
                  <a:pt x="164" y="50"/>
                  <a:pt x="164" y="50"/>
                  <a:pt x="164" y="50"/>
                </a:cubicBezTo>
                <a:cubicBezTo>
                  <a:pt x="163" y="50"/>
                  <a:pt x="163" y="49"/>
                  <a:pt x="163" y="49"/>
                </a:cubicBezTo>
                <a:cubicBezTo>
                  <a:pt x="162" y="48"/>
                  <a:pt x="162" y="48"/>
                  <a:pt x="162" y="48"/>
                </a:cubicBezTo>
                <a:cubicBezTo>
                  <a:pt x="161" y="47"/>
                  <a:pt x="160" y="46"/>
                  <a:pt x="159" y="46"/>
                </a:cubicBezTo>
                <a:cubicBezTo>
                  <a:pt x="158" y="45"/>
                  <a:pt x="157" y="44"/>
                  <a:pt x="156" y="44"/>
                </a:cubicBezTo>
                <a:cubicBezTo>
                  <a:pt x="155" y="44"/>
                  <a:pt x="155" y="43"/>
                  <a:pt x="154" y="43"/>
                </a:cubicBezTo>
                <a:cubicBezTo>
                  <a:pt x="153" y="42"/>
                  <a:pt x="152" y="42"/>
                  <a:pt x="150" y="41"/>
                </a:cubicBezTo>
                <a:cubicBezTo>
                  <a:pt x="149" y="41"/>
                  <a:pt x="149" y="41"/>
                  <a:pt x="149" y="41"/>
                </a:cubicBezTo>
                <a:cubicBezTo>
                  <a:pt x="148" y="41"/>
                  <a:pt x="148" y="41"/>
                  <a:pt x="148" y="41"/>
                </a:cubicBezTo>
                <a:cubicBezTo>
                  <a:pt x="147" y="41"/>
                  <a:pt x="147" y="41"/>
                  <a:pt x="147" y="41"/>
                </a:cubicBezTo>
                <a:cubicBezTo>
                  <a:pt x="146" y="41"/>
                  <a:pt x="146" y="41"/>
                  <a:pt x="146" y="41"/>
                </a:cubicBezTo>
                <a:cubicBezTo>
                  <a:pt x="145" y="40"/>
                  <a:pt x="145" y="40"/>
                  <a:pt x="145" y="40"/>
                </a:cubicBezTo>
                <a:cubicBezTo>
                  <a:pt x="145" y="40"/>
                  <a:pt x="145" y="40"/>
                  <a:pt x="145" y="40"/>
                </a:cubicBezTo>
                <a:cubicBezTo>
                  <a:pt x="144" y="40"/>
                  <a:pt x="144" y="40"/>
                  <a:pt x="144" y="40"/>
                </a:cubicBezTo>
                <a:cubicBezTo>
                  <a:pt x="143" y="40"/>
                  <a:pt x="142" y="40"/>
                  <a:pt x="141" y="40"/>
                </a:cubicBezTo>
                <a:cubicBezTo>
                  <a:pt x="140" y="40"/>
                  <a:pt x="140" y="40"/>
                  <a:pt x="140" y="40"/>
                </a:cubicBezTo>
                <a:cubicBezTo>
                  <a:pt x="139" y="41"/>
                  <a:pt x="139" y="41"/>
                  <a:pt x="139" y="41"/>
                </a:cubicBezTo>
                <a:cubicBezTo>
                  <a:pt x="139" y="41"/>
                  <a:pt x="139" y="41"/>
                  <a:pt x="139" y="41"/>
                </a:cubicBezTo>
                <a:cubicBezTo>
                  <a:pt x="138" y="41"/>
                  <a:pt x="138" y="41"/>
                  <a:pt x="138" y="41"/>
                </a:cubicBezTo>
                <a:cubicBezTo>
                  <a:pt x="138" y="41"/>
                  <a:pt x="138" y="41"/>
                  <a:pt x="138" y="41"/>
                </a:cubicBezTo>
                <a:cubicBezTo>
                  <a:pt x="137" y="41"/>
                  <a:pt x="137" y="41"/>
                  <a:pt x="136" y="41"/>
                </a:cubicBezTo>
                <a:cubicBezTo>
                  <a:pt x="136" y="41"/>
                  <a:pt x="135" y="41"/>
                  <a:pt x="135" y="41"/>
                </a:cubicBezTo>
                <a:cubicBezTo>
                  <a:pt x="134" y="42"/>
                  <a:pt x="134" y="42"/>
                  <a:pt x="134" y="42"/>
                </a:cubicBezTo>
                <a:cubicBezTo>
                  <a:pt x="133" y="42"/>
                  <a:pt x="133" y="42"/>
                  <a:pt x="133" y="42"/>
                </a:cubicBezTo>
                <a:cubicBezTo>
                  <a:pt x="133" y="42"/>
                  <a:pt x="132" y="42"/>
                  <a:pt x="132" y="42"/>
                </a:cubicBezTo>
                <a:cubicBezTo>
                  <a:pt x="131" y="43"/>
                  <a:pt x="131" y="43"/>
                  <a:pt x="130" y="43"/>
                </a:cubicBezTo>
                <a:cubicBezTo>
                  <a:pt x="129" y="44"/>
                  <a:pt x="128" y="44"/>
                  <a:pt x="127" y="45"/>
                </a:cubicBezTo>
                <a:cubicBezTo>
                  <a:pt x="127" y="45"/>
                  <a:pt x="126" y="46"/>
                  <a:pt x="125" y="46"/>
                </a:cubicBezTo>
                <a:cubicBezTo>
                  <a:pt x="124" y="47"/>
                  <a:pt x="123" y="48"/>
                  <a:pt x="122" y="49"/>
                </a:cubicBezTo>
                <a:cubicBezTo>
                  <a:pt x="122" y="50"/>
                  <a:pt x="122" y="50"/>
                  <a:pt x="122" y="50"/>
                </a:cubicBezTo>
                <a:cubicBezTo>
                  <a:pt x="121" y="50"/>
                  <a:pt x="121" y="50"/>
                  <a:pt x="121" y="50"/>
                </a:cubicBezTo>
                <a:cubicBezTo>
                  <a:pt x="121" y="51"/>
                  <a:pt x="121" y="51"/>
                  <a:pt x="121" y="51"/>
                </a:cubicBezTo>
                <a:cubicBezTo>
                  <a:pt x="120" y="52"/>
                  <a:pt x="119" y="53"/>
                  <a:pt x="119" y="54"/>
                </a:cubicBezTo>
                <a:cubicBezTo>
                  <a:pt x="119" y="54"/>
                  <a:pt x="118" y="55"/>
                  <a:pt x="118" y="56"/>
                </a:cubicBezTo>
                <a:cubicBezTo>
                  <a:pt x="117" y="56"/>
                  <a:pt x="117" y="57"/>
                  <a:pt x="117" y="58"/>
                </a:cubicBezTo>
                <a:cubicBezTo>
                  <a:pt x="117" y="59"/>
                  <a:pt x="116" y="59"/>
                  <a:pt x="116" y="59"/>
                </a:cubicBezTo>
                <a:cubicBezTo>
                  <a:pt x="116" y="60"/>
                  <a:pt x="116" y="60"/>
                  <a:pt x="116" y="61"/>
                </a:cubicBezTo>
                <a:cubicBezTo>
                  <a:pt x="116" y="62"/>
                  <a:pt x="116" y="62"/>
                  <a:pt x="116" y="62"/>
                </a:cubicBezTo>
                <a:cubicBezTo>
                  <a:pt x="115" y="63"/>
                  <a:pt x="115" y="63"/>
                  <a:pt x="115" y="63"/>
                </a:cubicBezTo>
                <a:cubicBezTo>
                  <a:pt x="115" y="64"/>
                  <a:pt x="115" y="64"/>
                  <a:pt x="115" y="64"/>
                </a:cubicBezTo>
                <a:cubicBezTo>
                  <a:pt x="115" y="64"/>
                  <a:pt x="115" y="64"/>
                  <a:pt x="115" y="64"/>
                </a:cubicBezTo>
                <a:cubicBezTo>
                  <a:pt x="115" y="65"/>
                  <a:pt x="115" y="65"/>
                  <a:pt x="115" y="65"/>
                </a:cubicBezTo>
                <a:cubicBezTo>
                  <a:pt x="115" y="66"/>
                  <a:pt x="115" y="67"/>
                  <a:pt x="115" y="68"/>
                </a:cubicBezTo>
                <a:cubicBezTo>
                  <a:pt x="115" y="68"/>
                  <a:pt x="115" y="69"/>
                  <a:pt x="115" y="70"/>
                </a:cubicBezTo>
                <a:cubicBezTo>
                  <a:pt x="115" y="71"/>
                  <a:pt x="115" y="71"/>
                  <a:pt x="115" y="71"/>
                </a:cubicBezTo>
                <a:cubicBezTo>
                  <a:pt x="115" y="71"/>
                  <a:pt x="115" y="71"/>
                  <a:pt x="115" y="71"/>
                </a:cubicBezTo>
                <a:cubicBezTo>
                  <a:pt x="115" y="71"/>
                  <a:pt x="115" y="71"/>
                  <a:pt x="115" y="71"/>
                </a:cubicBezTo>
                <a:cubicBezTo>
                  <a:pt x="115" y="72"/>
                  <a:pt x="115" y="72"/>
                  <a:pt x="115" y="72"/>
                </a:cubicBezTo>
                <a:cubicBezTo>
                  <a:pt x="115" y="73"/>
                  <a:pt x="115" y="73"/>
                  <a:pt x="115" y="73"/>
                </a:cubicBezTo>
                <a:cubicBezTo>
                  <a:pt x="115" y="73"/>
                  <a:pt x="116" y="74"/>
                  <a:pt x="116" y="74"/>
                </a:cubicBezTo>
                <a:cubicBezTo>
                  <a:pt x="116" y="74"/>
                  <a:pt x="116" y="75"/>
                  <a:pt x="116" y="75"/>
                </a:cubicBezTo>
                <a:cubicBezTo>
                  <a:pt x="116" y="76"/>
                  <a:pt x="116" y="76"/>
                  <a:pt x="116" y="76"/>
                </a:cubicBezTo>
                <a:cubicBezTo>
                  <a:pt x="117" y="77"/>
                  <a:pt x="117" y="77"/>
                  <a:pt x="117" y="77"/>
                </a:cubicBezTo>
                <a:cubicBezTo>
                  <a:pt x="117" y="78"/>
                  <a:pt x="117" y="78"/>
                  <a:pt x="117" y="79"/>
                </a:cubicBezTo>
                <a:cubicBezTo>
                  <a:pt x="117" y="79"/>
                  <a:pt x="118" y="80"/>
                  <a:pt x="118" y="81"/>
                </a:cubicBezTo>
                <a:cubicBezTo>
                  <a:pt x="119" y="82"/>
                  <a:pt x="119" y="82"/>
                  <a:pt x="120" y="83"/>
                </a:cubicBezTo>
                <a:cubicBezTo>
                  <a:pt x="120" y="84"/>
                  <a:pt x="120" y="84"/>
                  <a:pt x="121" y="85"/>
                </a:cubicBezTo>
                <a:cubicBezTo>
                  <a:pt x="122" y="86"/>
                  <a:pt x="122" y="87"/>
                  <a:pt x="123" y="87"/>
                </a:cubicBezTo>
                <a:cubicBezTo>
                  <a:pt x="123" y="88"/>
                  <a:pt x="123" y="88"/>
                  <a:pt x="123" y="88"/>
                </a:cubicBezTo>
                <a:cubicBezTo>
                  <a:pt x="124" y="89"/>
                  <a:pt x="125" y="89"/>
                  <a:pt x="126" y="90"/>
                </a:cubicBezTo>
                <a:cubicBezTo>
                  <a:pt x="127" y="91"/>
                  <a:pt x="128" y="91"/>
                  <a:pt x="129" y="92"/>
                </a:cubicBezTo>
                <a:cubicBezTo>
                  <a:pt x="129" y="92"/>
                  <a:pt x="130" y="93"/>
                  <a:pt x="131" y="93"/>
                </a:cubicBezTo>
                <a:cubicBezTo>
                  <a:pt x="132" y="93"/>
                  <a:pt x="132" y="93"/>
                  <a:pt x="133" y="94"/>
                </a:cubicBezTo>
                <a:cubicBezTo>
                  <a:pt x="134" y="94"/>
                  <a:pt x="134" y="94"/>
                  <a:pt x="135" y="94"/>
                </a:cubicBezTo>
                <a:cubicBezTo>
                  <a:pt x="135" y="94"/>
                  <a:pt x="135" y="94"/>
                  <a:pt x="135" y="94"/>
                </a:cubicBezTo>
                <a:cubicBezTo>
                  <a:pt x="136" y="95"/>
                  <a:pt x="136" y="95"/>
                  <a:pt x="136" y="95"/>
                </a:cubicBezTo>
                <a:cubicBezTo>
                  <a:pt x="137" y="95"/>
                  <a:pt x="137" y="95"/>
                  <a:pt x="138" y="95"/>
                </a:cubicBezTo>
                <a:cubicBezTo>
                  <a:pt x="139" y="95"/>
                  <a:pt x="139" y="95"/>
                  <a:pt x="139" y="95"/>
                </a:cubicBezTo>
                <a:cubicBezTo>
                  <a:pt x="139" y="95"/>
                  <a:pt x="139" y="95"/>
                  <a:pt x="139" y="95"/>
                </a:cubicBezTo>
                <a:cubicBezTo>
                  <a:pt x="140" y="95"/>
                  <a:pt x="140" y="95"/>
                  <a:pt x="140" y="95"/>
                </a:cubicBezTo>
                <a:cubicBezTo>
                  <a:pt x="140" y="95"/>
                  <a:pt x="140" y="95"/>
                  <a:pt x="140" y="95"/>
                </a:cubicBezTo>
                <a:cubicBezTo>
                  <a:pt x="141" y="95"/>
                  <a:pt x="141" y="95"/>
                  <a:pt x="141" y="95"/>
                </a:cubicBezTo>
                <a:cubicBezTo>
                  <a:pt x="142" y="95"/>
                  <a:pt x="142" y="95"/>
                  <a:pt x="142" y="95"/>
                </a:cubicBezTo>
                <a:cubicBezTo>
                  <a:pt x="142" y="95"/>
                  <a:pt x="143" y="95"/>
                  <a:pt x="144" y="95"/>
                </a:cubicBezTo>
                <a:cubicBezTo>
                  <a:pt x="144" y="95"/>
                  <a:pt x="144" y="95"/>
                  <a:pt x="144" y="95"/>
                </a:cubicBezTo>
                <a:cubicBezTo>
                  <a:pt x="145" y="95"/>
                  <a:pt x="145" y="95"/>
                  <a:pt x="145" y="95"/>
                </a:cubicBezTo>
                <a:cubicBezTo>
                  <a:pt x="145" y="95"/>
                  <a:pt x="146" y="95"/>
                  <a:pt x="146" y="95"/>
                </a:cubicBezTo>
                <a:cubicBezTo>
                  <a:pt x="147" y="95"/>
                  <a:pt x="147" y="95"/>
                  <a:pt x="147" y="95"/>
                </a:cubicBezTo>
                <a:cubicBezTo>
                  <a:pt x="147" y="95"/>
                  <a:pt x="147" y="95"/>
                  <a:pt x="147" y="95"/>
                </a:cubicBezTo>
                <a:cubicBezTo>
                  <a:pt x="148" y="95"/>
                  <a:pt x="148" y="95"/>
                  <a:pt x="148" y="95"/>
                </a:cubicBezTo>
                <a:cubicBezTo>
                  <a:pt x="148" y="95"/>
                  <a:pt x="148" y="95"/>
                  <a:pt x="149" y="95"/>
                </a:cubicBezTo>
                <a:close/>
                <a:moveTo>
                  <a:pt x="161" y="83"/>
                </a:moveTo>
                <a:cubicBezTo>
                  <a:pt x="161" y="83"/>
                  <a:pt x="161" y="83"/>
                  <a:pt x="161" y="83"/>
                </a:cubicBezTo>
                <a:cubicBezTo>
                  <a:pt x="161" y="83"/>
                  <a:pt x="161" y="83"/>
                  <a:pt x="161" y="83"/>
                </a:cubicBezTo>
                <a:cubicBezTo>
                  <a:pt x="161" y="83"/>
                  <a:pt x="161" y="83"/>
                  <a:pt x="161" y="83"/>
                </a:cubicBezTo>
                <a:cubicBezTo>
                  <a:pt x="161" y="83"/>
                  <a:pt x="161" y="83"/>
                  <a:pt x="161" y="83"/>
                </a:cubicBezTo>
                <a:close/>
                <a:moveTo>
                  <a:pt x="161" y="83"/>
                </a:moveTo>
                <a:cubicBezTo>
                  <a:pt x="161" y="83"/>
                  <a:pt x="161" y="83"/>
                  <a:pt x="161" y="83"/>
                </a:cubicBezTo>
                <a:cubicBezTo>
                  <a:pt x="161" y="83"/>
                  <a:pt x="161" y="83"/>
                  <a:pt x="161" y="83"/>
                </a:cubicBezTo>
                <a:cubicBezTo>
                  <a:pt x="161" y="83"/>
                  <a:pt x="161" y="83"/>
                  <a:pt x="161" y="83"/>
                </a:cubicBezTo>
                <a:cubicBezTo>
                  <a:pt x="162" y="83"/>
                  <a:pt x="162" y="83"/>
                  <a:pt x="162" y="83"/>
                </a:cubicBezTo>
                <a:lnTo>
                  <a:pt x="161" y="83"/>
                </a:lnTo>
                <a:close/>
                <a:moveTo>
                  <a:pt x="162" y="82"/>
                </a:moveTo>
                <a:cubicBezTo>
                  <a:pt x="162" y="82"/>
                  <a:pt x="162" y="82"/>
                  <a:pt x="162" y="82"/>
                </a:cubicBezTo>
                <a:cubicBezTo>
                  <a:pt x="162" y="82"/>
                  <a:pt x="162" y="82"/>
                  <a:pt x="162" y="82"/>
                </a:cubicBezTo>
                <a:cubicBezTo>
                  <a:pt x="162" y="82"/>
                  <a:pt x="162" y="82"/>
                  <a:pt x="162" y="82"/>
                </a:cubicBezTo>
                <a:cubicBezTo>
                  <a:pt x="162" y="82"/>
                  <a:pt x="162" y="82"/>
                  <a:pt x="162" y="82"/>
                </a:cubicBezTo>
                <a:close/>
                <a:moveTo>
                  <a:pt x="163" y="80"/>
                </a:moveTo>
                <a:cubicBezTo>
                  <a:pt x="163" y="80"/>
                  <a:pt x="163" y="81"/>
                  <a:pt x="162" y="81"/>
                </a:cubicBezTo>
                <a:cubicBezTo>
                  <a:pt x="162" y="82"/>
                  <a:pt x="162" y="82"/>
                  <a:pt x="162" y="82"/>
                </a:cubicBezTo>
                <a:cubicBezTo>
                  <a:pt x="162" y="81"/>
                  <a:pt x="162" y="81"/>
                  <a:pt x="162" y="81"/>
                </a:cubicBezTo>
                <a:cubicBezTo>
                  <a:pt x="162" y="81"/>
                  <a:pt x="161" y="81"/>
                  <a:pt x="161" y="82"/>
                </a:cubicBezTo>
                <a:cubicBezTo>
                  <a:pt x="160" y="82"/>
                  <a:pt x="159" y="82"/>
                  <a:pt x="158" y="82"/>
                </a:cubicBezTo>
                <a:cubicBezTo>
                  <a:pt x="158" y="82"/>
                  <a:pt x="157" y="82"/>
                  <a:pt x="157" y="82"/>
                </a:cubicBezTo>
                <a:cubicBezTo>
                  <a:pt x="157" y="82"/>
                  <a:pt x="156" y="82"/>
                  <a:pt x="155" y="82"/>
                </a:cubicBezTo>
                <a:cubicBezTo>
                  <a:pt x="155" y="82"/>
                  <a:pt x="155" y="82"/>
                  <a:pt x="155" y="82"/>
                </a:cubicBezTo>
                <a:cubicBezTo>
                  <a:pt x="155" y="81"/>
                  <a:pt x="155" y="81"/>
                  <a:pt x="155" y="81"/>
                </a:cubicBezTo>
                <a:cubicBezTo>
                  <a:pt x="154" y="81"/>
                  <a:pt x="154" y="81"/>
                  <a:pt x="154" y="81"/>
                </a:cubicBezTo>
                <a:cubicBezTo>
                  <a:pt x="153" y="81"/>
                  <a:pt x="153" y="81"/>
                  <a:pt x="153" y="81"/>
                </a:cubicBezTo>
                <a:cubicBezTo>
                  <a:pt x="153" y="81"/>
                  <a:pt x="153" y="81"/>
                  <a:pt x="153" y="81"/>
                </a:cubicBezTo>
                <a:cubicBezTo>
                  <a:pt x="152" y="81"/>
                  <a:pt x="152" y="81"/>
                  <a:pt x="152" y="81"/>
                </a:cubicBezTo>
                <a:cubicBezTo>
                  <a:pt x="151" y="81"/>
                  <a:pt x="151" y="81"/>
                  <a:pt x="151" y="81"/>
                </a:cubicBezTo>
                <a:cubicBezTo>
                  <a:pt x="150" y="80"/>
                  <a:pt x="150" y="80"/>
                  <a:pt x="150" y="80"/>
                </a:cubicBezTo>
                <a:cubicBezTo>
                  <a:pt x="150" y="79"/>
                  <a:pt x="150" y="78"/>
                  <a:pt x="149" y="78"/>
                </a:cubicBezTo>
                <a:cubicBezTo>
                  <a:pt x="148" y="77"/>
                  <a:pt x="148" y="77"/>
                  <a:pt x="147" y="77"/>
                </a:cubicBezTo>
                <a:cubicBezTo>
                  <a:pt x="146" y="77"/>
                  <a:pt x="146" y="77"/>
                  <a:pt x="145" y="77"/>
                </a:cubicBezTo>
                <a:cubicBezTo>
                  <a:pt x="145" y="77"/>
                  <a:pt x="145" y="77"/>
                  <a:pt x="145" y="77"/>
                </a:cubicBezTo>
                <a:cubicBezTo>
                  <a:pt x="144" y="77"/>
                  <a:pt x="144" y="77"/>
                  <a:pt x="143" y="78"/>
                </a:cubicBezTo>
                <a:cubicBezTo>
                  <a:pt x="141" y="76"/>
                  <a:pt x="138" y="74"/>
                  <a:pt x="136" y="72"/>
                </a:cubicBezTo>
                <a:cubicBezTo>
                  <a:pt x="136" y="72"/>
                  <a:pt x="136" y="71"/>
                  <a:pt x="136" y="70"/>
                </a:cubicBezTo>
                <a:cubicBezTo>
                  <a:pt x="136" y="70"/>
                  <a:pt x="137" y="69"/>
                  <a:pt x="137" y="69"/>
                </a:cubicBezTo>
                <a:cubicBezTo>
                  <a:pt x="137" y="68"/>
                  <a:pt x="137" y="67"/>
                  <a:pt x="136" y="67"/>
                </a:cubicBezTo>
                <a:cubicBezTo>
                  <a:pt x="136" y="66"/>
                  <a:pt x="136" y="65"/>
                  <a:pt x="136" y="65"/>
                </a:cubicBezTo>
                <a:cubicBezTo>
                  <a:pt x="136" y="64"/>
                  <a:pt x="137" y="64"/>
                  <a:pt x="138" y="63"/>
                </a:cubicBezTo>
                <a:cubicBezTo>
                  <a:pt x="138" y="63"/>
                  <a:pt x="139" y="62"/>
                  <a:pt x="139" y="62"/>
                </a:cubicBezTo>
                <a:cubicBezTo>
                  <a:pt x="140" y="61"/>
                  <a:pt x="140" y="61"/>
                  <a:pt x="140" y="61"/>
                </a:cubicBezTo>
                <a:cubicBezTo>
                  <a:pt x="142" y="60"/>
                  <a:pt x="142" y="60"/>
                  <a:pt x="142" y="60"/>
                </a:cubicBezTo>
                <a:cubicBezTo>
                  <a:pt x="142" y="60"/>
                  <a:pt x="142" y="59"/>
                  <a:pt x="143" y="59"/>
                </a:cubicBezTo>
                <a:cubicBezTo>
                  <a:pt x="143" y="59"/>
                  <a:pt x="144" y="60"/>
                  <a:pt x="144" y="60"/>
                </a:cubicBezTo>
                <a:cubicBezTo>
                  <a:pt x="145" y="61"/>
                  <a:pt x="146" y="61"/>
                  <a:pt x="146" y="62"/>
                </a:cubicBezTo>
                <a:cubicBezTo>
                  <a:pt x="147" y="62"/>
                  <a:pt x="147" y="63"/>
                  <a:pt x="148" y="63"/>
                </a:cubicBezTo>
                <a:cubicBezTo>
                  <a:pt x="148" y="64"/>
                  <a:pt x="148" y="64"/>
                  <a:pt x="148" y="64"/>
                </a:cubicBezTo>
                <a:cubicBezTo>
                  <a:pt x="149" y="64"/>
                  <a:pt x="150" y="65"/>
                  <a:pt x="150" y="65"/>
                </a:cubicBezTo>
                <a:cubicBezTo>
                  <a:pt x="151" y="65"/>
                  <a:pt x="151" y="66"/>
                  <a:pt x="151" y="66"/>
                </a:cubicBezTo>
                <a:cubicBezTo>
                  <a:pt x="152" y="67"/>
                  <a:pt x="152" y="67"/>
                  <a:pt x="152" y="67"/>
                </a:cubicBezTo>
                <a:cubicBezTo>
                  <a:pt x="152" y="68"/>
                  <a:pt x="151" y="69"/>
                  <a:pt x="152" y="71"/>
                </a:cubicBezTo>
                <a:cubicBezTo>
                  <a:pt x="152" y="72"/>
                  <a:pt x="153" y="73"/>
                  <a:pt x="154" y="73"/>
                </a:cubicBezTo>
                <a:cubicBezTo>
                  <a:pt x="156" y="74"/>
                  <a:pt x="159" y="74"/>
                  <a:pt x="160" y="73"/>
                </a:cubicBezTo>
                <a:cubicBezTo>
                  <a:pt x="160" y="73"/>
                  <a:pt x="161" y="73"/>
                  <a:pt x="161" y="73"/>
                </a:cubicBezTo>
                <a:cubicBezTo>
                  <a:pt x="161" y="73"/>
                  <a:pt x="162" y="74"/>
                  <a:pt x="163" y="74"/>
                </a:cubicBezTo>
                <a:cubicBezTo>
                  <a:pt x="163" y="75"/>
                  <a:pt x="164" y="75"/>
                  <a:pt x="165" y="76"/>
                </a:cubicBezTo>
                <a:cubicBezTo>
                  <a:pt x="165" y="77"/>
                  <a:pt x="164" y="78"/>
                  <a:pt x="163" y="80"/>
                </a:cubicBezTo>
                <a:close/>
                <a:moveTo>
                  <a:pt x="162" y="54"/>
                </a:moveTo>
                <a:cubicBezTo>
                  <a:pt x="162" y="54"/>
                  <a:pt x="163" y="55"/>
                  <a:pt x="163" y="55"/>
                </a:cubicBezTo>
                <a:cubicBezTo>
                  <a:pt x="163" y="56"/>
                  <a:pt x="164" y="57"/>
                  <a:pt x="164" y="58"/>
                </a:cubicBezTo>
                <a:cubicBezTo>
                  <a:pt x="165" y="58"/>
                  <a:pt x="165" y="59"/>
                  <a:pt x="165" y="60"/>
                </a:cubicBezTo>
                <a:cubicBezTo>
                  <a:pt x="165" y="61"/>
                  <a:pt x="166" y="61"/>
                  <a:pt x="166" y="62"/>
                </a:cubicBezTo>
                <a:cubicBezTo>
                  <a:pt x="166" y="62"/>
                  <a:pt x="166" y="62"/>
                  <a:pt x="166" y="62"/>
                </a:cubicBezTo>
                <a:cubicBezTo>
                  <a:pt x="166" y="63"/>
                  <a:pt x="166" y="64"/>
                  <a:pt x="166" y="64"/>
                </a:cubicBezTo>
                <a:cubicBezTo>
                  <a:pt x="166" y="64"/>
                  <a:pt x="166" y="64"/>
                  <a:pt x="166" y="64"/>
                </a:cubicBezTo>
                <a:cubicBezTo>
                  <a:pt x="166" y="65"/>
                  <a:pt x="166" y="65"/>
                  <a:pt x="166" y="66"/>
                </a:cubicBezTo>
                <a:cubicBezTo>
                  <a:pt x="167" y="66"/>
                  <a:pt x="166" y="67"/>
                  <a:pt x="167" y="68"/>
                </a:cubicBezTo>
                <a:cubicBezTo>
                  <a:pt x="167" y="68"/>
                  <a:pt x="167" y="69"/>
                  <a:pt x="167" y="70"/>
                </a:cubicBezTo>
                <a:cubicBezTo>
                  <a:pt x="166" y="70"/>
                  <a:pt x="166" y="70"/>
                  <a:pt x="166" y="70"/>
                </a:cubicBezTo>
                <a:cubicBezTo>
                  <a:pt x="166" y="71"/>
                  <a:pt x="166" y="71"/>
                  <a:pt x="166" y="71"/>
                </a:cubicBezTo>
                <a:cubicBezTo>
                  <a:pt x="166" y="72"/>
                  <a:pt x="166" y="72"/>
                  <a:pt x="166" y="72"/>
                </a:cubicBezTo>
                <a:cubicBezTo>
                  <a:pt x="166" y="72"/>
                  <a:pt x="166" y="73"/>
                  <a:pt x="166" y="74"/>
                </a:cubicBezTo>
                <a:cubicBezTo>
                  <a:pt x="166" y="74"/>
                  <a:pt x="166" y="74"/>
                  <a:pt x="166" y="74"/>
                </a:cubicBezTo>
                <a:cubicBezTo>
                  <a:pt x="164" y="73"/>
                  <a:pt x="163" y="72"/>
                  <a:pt x="162" y="71"/>
                </a:cubicBezTo>
                <a:cubicBezTo>
                  <a:pt x="162" y="70"/>
                  <a:pt x="162" y="69"/>
                  <a:pt x="162" y="68"/>
                </a:cubicBezTo>
                <a:cubicBezTo>
                  <a:pt x="162" y="68"/>
                  <a:pt x="162" y="68"/>
                  <a:pt x="162" y="68"/>
                </a:cubicBezTo>
                <a:cubicBezTo>
                  <a:pt x="162" y="68"/>
                  <a:pt x="162" y="67"/>
                  <a:pt x="162" y="67"/>
                </a:cubicBezTo>
                <a:cubicBezTo>
                  <a:pt x="161" y="67"/>
                  <a:pt x="161" y="66"/>
                  <a:pt x="161" y="66"/>
                </a:cubicBezTo>
                <a:cubicBezTo>
                  <a:pt x="160" y="65"/>
                  <a:pt x="160" y="65"/>
                  <a:pt x="160" y="65"/>
                </a:cubicBezTo>
                <a:cubicBezTo>
                  <a:pt x="159" y="64"/>
                  <a:pt x="159" y="64"/>
                  <a:pt x="158" y="64"/>
                </a:cubicBezTo>
                <a:cubicBezTo>
                  <a:pt x="158" y="64"/>
                  <a:pt x="157" y="64"/>
                  <a:pt x="157" y="64"/>
                </a:cubicBezTo>
                <a:cubicBezTo>
                  <a:pt x="156" y="64"/>
                  <a:pt x="156" y="64"/>
                  <a:pt x="155" y="64"/>
                </a:cubicBezTo>
                <a:cubicBezTo>
                  <a:pt x="155" y="64"/>
                  <a:pt x="155" y="64"/>
                  <a:pt x="154" y="64"/>
                </a:cubicBezTo>
                <a:cubicBezTo>
                  <a:pt x="154" y="64"/>
                  <a:pt x="153" y="64"/>
                  <a:pt x="153" y="63"/>
                </a:cubicBezTo>
                <a:cubicBezTo>
                  <a:pt x="152" y="63"/>
                  <a:pt x="152" y="62"/>
                  <a:pt x="151" y="61"/>
                </a:cubicBezTo>
                <a:cubicBezTo>
                  <a:pt x="150" y="61"/>
                  <a:pt x="150" y="60"/>
                  <a:pt x="149" y="60"/>
                </a:cubicBezTo>
                <a:cubicBezTo>
                  <a:pt x="148" y="59"/>
                  <a:pt x="147" y="58"/>
                  <a:pt x="146" y="57"/>
                </a:cubicBezTo>
                <a:cubicBezTo>
                  <a:pt x="146" y="57"/>
                  <a:pt x="146" y="57"/>
                  <a:pt x="146" y="57"/>
                </a:cubicBezTo>
                <a:cubicBezTo>
                  <a:pt x="147" y="57"/>
                  <a:pt x="147" y="56"/>
                  <a:pt x="148" y="56"/>
                </a:cubicBezTo>
                <a:cubicBezTo>
                  <a:pt x="148" y="56"/>
                  <a:pt x="149" y="56"/>
                  <a:pt x="149" y="55"/>
                </a:cubicBezTo>
                <a:cubicBezTo>
                  <a:pt x="150" y="55"/>
                  <a:pt x="150" y="55"/>
                  <a:pt x="151" y="55"/>
                </a:cubicBezTo>
                <a:cubicBezTo>
                  <a:pt x="151" y="55"/>
                  <a:pt x="152" y="54"/>
                  <a:pt x="153" y="54"/>
                </a:cubicBezTo>
                <a:cubicBezTo>
                  <a:pt x="154" y="54"/>
                  <a:pt x="155" y="54"/>
                  <a:pt x="155" y="53"/>
                </a:cubicBezTo>
                <a:cubicBezTo>
                  <a:pt x="156" y="53"/>
                  <a:pt x="156" y="53"/>
                  <a:pt x="156" y="53"/>
                </a:cubicBezTo>
                <a:cubicBezTo>
                  <a:pt x="156" y="53"/>
                  <a:pt x="157" y="53"/>
                  <a:pt x="157" y="53"/>
                </a:cubicBezTo>
                <a:cubicBezTo>
                  <a:pt x="157" y="53"/>
                  <a:pt x="157" y="53"/>
                  <a:pt x="157" y="53"/>
                </a:cubicBezTo>
                <a:cubicBezTo>
                  <a:pt x="157" y="53"/>
                  <a:pt x="157" y="53"/>
                  <a:pt x="157" y="53"/>
                </a:cubicBezTo>
                <a:cubicBezTo>
                  <a:pt x="158" y="53"/>
                  <a:pt x="158" y="53"/>
                  <a:pt x="158" y="53"/>
                </a:cubicBezTo>
                <a:cubicBezTo>
                  <a:pt x="158" y="53"/>
                  <a:pt x="159" y="53"/>
                  <a:pt x="160" y="53"/>
                </a:cubicBezTo>
                <a:cubicBezTo>
                  <a:pt x="160" y="53"/>
                  <a:pt x="160" y="53"/>
                  <a:pt x="160" y="53"/>
                </a:cubicBezTo>
                <a:cubicBezTo>
                  <a:pt x="161" y="53"/>
                  <a:pt x="161" y="53"/>
                  <a:pt x="161" y="53"/>
                </a:cubicBezTo>
                <a:cubicBezTo>
                  <a:pt x="161" y="53"/>
                  <a:pt x="161" y="53"/>
                  <a:pt x="161" y="53"/>
                </a:cubicBezTo>
                <a:cubicBezTo>
                  <a:pt x="161" y="53"/>
                  <a:pt x="161" y="53"/>
                  <a:pt x="161" y="53"/>
                </a:cubicBezTo>
                <a:cubicBezTo>
                  <a:pt x="161" y="53"/>
                  <a:pt x="161" y="53"/>
                  <a:pt x="161" y="53"/>
                </a:cubicBezTo>
                <a:lnTo>
                  <a:pt x="162" y="54"/>
                </a:lnTo>
                <a:close/>
                <a:moveTo>
                  <a:pt x="159" y="51"/>
                </a:moveTo>
                <a:cubicBezTo>
                  <a:pt x="159" y="51"/>
                  <a:pt x="159" y="51"/>
                  <a:pt x="159" y="51"/>
                </a:cubicBezTo>
                <a:cubicBezTo>
                  <a:pt x="159" y="51"/>
                  <a:pt x="159" y="51"/>
                  <a:pt x="159" y="51"/>
                </a:cubicBezTo>
                <a:cubicBezTo>
                  <a:pt x="159" y="50"/>
                  <a:pt x="159" y="50"/>
                  <a:pt x="159" y="50"/>
                </a:cubicBezTo>
                <a:lnTo>
                  <a:pt x="159" y="51"/>
                </a:lnTo>
                <a:close/>
                <a:moveTo>
                  <a:pt x="159" y="50"/>
                </a:moveTo>
                <a:cubicBezTo>
                  <a:pt x="159" y="50"/>
                  <a:pt x="159" y="50"/>
                  <a:pt x="159" y="50"/>
                </a:cubicBezTo>
                <a:cubicBezTo>
                  <a:pt x="159" y="50"/>
                  <a:pt x="159" y="50"/>
                  <a:pt x="159" y="50"/>
                </a:cubicBezTo>
                <a:cubicBezTo>
                  <a:pt x="159" y="50"/>
                  <a:pt x="159" y="50"/>
                  <a:pt x="159" y="50"/>
                </a:cubicBezTo>
                <a:close/>
                <a:moveTo>
                  <a:pt x="158" y="50"/>
                </a:moveTo>
                <a:cubicBezTo>
                  <a:pt x="158" y="50"/>
                  <a:pt x="158" y="50"/>
                  <a:pt x="158" y="50"/>
                </a:cubicBezTo>
                <a:cubicBezTo>
                  <a:pt x="158" y="50"/>
                  <a:pt x="158" y="50"/>
                  <a:pt x="158" y="50"/>
                </a:cubicBezTo>
                <a:cubicBezTo>
                  <a:pt x="158" y="50"/>
                  <a:pt x="158" y="50"/>
                  <a:pt x="158" y="50"/>
                </a:cubicBezTo>
                <a:close/>
                <a:moveTo>
                  <a:pt x="136" y="45"/>
                </a:moveTo>
                <a:cubicBezTo>
                  <a:pt x="136" y="45"/>
                  <a:pt x="137" y="44"/>
                  <a:pt x="137" y="44"/>
                </a:cubicBezTo>
                <a:cubicBezTo>
                  <a:pt x="138" y="44"/>
                  <a:pt x="138" y="44"/>
                  <a:pt x="138" y="44"/>
                </a:cubicBezTo>
                <a:cubicBezTo>
                  <a:pt x="139" y="44"/>
                  <a:pt x="139" y="44"/>
                  <a:pt x="139" y="44"/>
                </a:cubicBezTo>
                <a:cubicBezTo>
                  <a:pt x="139" y="44"/>
                  <a:pt x="139" y="44"/>
                  <a:pt x="139" y="44"/>
                </a:cubicBezTo>
                <a:cubicBezTo>
                  <a:pt x="140" y="44"/>
                  <a:pt x="140" y="44"/>
                  <a:pt x="140" y="44"/>
                </a:cubicBezTo>
                <a:cubicBezTo>
                  <a:pt x="140" y="44"/>
                  <a:pt x="140" y="44"/>
                  <a:pt x="140" y="44"/>
                </a:cubicBezTo>
                <a:cubicBezTo>
                  <a:pt x="141" y="44"/>
                  <a:pt x="143" y="44"/>
                  <a:pt x="144" y="44"/>
                </a:cubicBezTo>
                <a:cubicBezTo>
                  <a:pt x="144" y="44"/>
                  <a:pt x="145" y="44"/>
                  <a:pt x="145" y="44"/>
                </a:cubicBezTo>
                <a:cubicBezTo>
                  <a:pt x="146" y="44"/>
                  <a:pt x="146" y="44"/>
                  <a:pt x="146" y="44"/>
                </a:cubicBezTo>
                <a:cubicBezTo>
                  <a:pt x="146" y="44"/>
                  <a:pt x="146" y="44"/>
                  <a:pt x="146" y="44"/>
                </a:cubicBezTo>
                <a:cubicBezTo>
                  <a:pt x="147" y="44"/>
                  <a:pt x="147" y="44"/>
                  <a:pt x="147" y="44"/>
                </a:cubicBezTo>
                <a:cubicBezTo>
                  <a:pt x="148" y="44"/>
                  <a:pt x="148" y="44"/>
                  <a:pt x="148" y="44"/>
                </a:cubicBezTo>
                <a:cubicBezTo>
                  <a:pt x="149" y="45"/>
                  <a:pt x="149" y="45"/>
                  <a:pt x="149" y="45"/>
                </a:cubicBezTo>
                <a:cubicBezTo>
                  <a:pt x="149" y="45"/>
                  <a:pt x="150" y="45"/>
                  <a:pt x="150" y="45"/>
                </a:cubicBezTo>
                <a:cubicBezTo>
                  <a:pt x="151" y="45"/>
                  <a:pt x="151" y="45"/>
                  <a:pt x="151" y="45"/>
                </a:cubicBezTo>
                <a:cubicBezTo>
                  <a:pt x="152" y="46"/>
                  <a:pt x="152" y="46"/>
                  <a:pt x="153" y="46"/>
                </a:cubicBezTo>
                <a:cubicBezTo>
                  <a:pt x="153" y="46"/>
                  <a:pt x="154" y="47"/>
                  <a:pt x="155" y="47"/>
                </a:cubicBezTo>
                <a:cubicBezTo>
                  <a:pt x="155" y="47"/>
                  <a:pt x="156" y="48"/>
                  <a:pt x="157" y="49"/>
                </a:cubicBezTo>
                <a:cubicBezTo>
                  <a:pt x="158" y="49"/>
                  <a:pt x="158" y="49"/>
                  <a:pt x="158" y="49"/>
                </a:cubicBezTo>
                <a:cubicBezTo>
                  <a:pt x="157" y="49"/>
                  <a:pt x="157" y="49"/>
                  <a:pt x="157" y="49"/>
                </a:cubicBezTo>
                <a:cubicBezTo>
                  <a:pt x="157" y="49"/>
                  <a:pt x="156" y="49"/>
                  <a:pt x="155" y="49"/>
                </a:cubicBezTo>
                <a:cubicBezTo>
                  <a:pt x="155" y="49"/>
                  <a:pt x="154" y="49"/>
                  <a:pt x="154" y="49"/>
                </a:cubicBezTo>
                <a:cubicBezTo>
                  <a:pt x="153" y="49"/>
                  <a:pt x="153" y="49"/>
                  <a:pt x="153" y="49"/>
                </a:cubicBezTo>
                <a:cubicBezTo>
                  <a:pt x="152" y="49"/>
                  <a:pt x="152" y="49"/>
                  <a:pt x="152" y="49"/>
                </a:cubicBezTo>
                <a:cubicBezTo>
                  <a:pt x="152" y="49"/>
                  <a:pt x="152" y="49"/>
                  <a:pt x="152" y="49"/>
                </a:cubicBezTo>
                <a:cubicBezTo>
                  <a:pt x="151" y="49"/>
                  <a:pt x="151" y="49"/>
                  <a:pt x="150" y="49"/>
                </a:cubicBezTo>
                <a:cubicBezTo>
                  <a:pt x="150" y="50"/>
                  <a:pt x="150" y="50"/>
                  <a:pt x="149" y="50"/>
                </a:cubicBezTo>
                <a:cubicBezTo>
                  <a:pt x="149" y="50"/>
                  <a:pt x="148" y="50"/>
                  <a:pt x="148" y="50"/>
                </a:cubicBezTo>
                <a:cubicBezTo>
                  <a:pt x="147" y="50"/>
                  <a:pt x="146" y="51"/>
                  <a:pt x="145" y="51"/>
                </a:cubicBezTo>
                <a:cubicBezTo>
                  <a:pt x="144" y="51"/>
                  <a:pt x="143" y="52"/>
                  <a:pt x="142" y="52"/>
                </a:cubicBezTo>
                <a:cubicBezTo>
                  <a:pt x="142" y="52"/>
                  <a:pt x="142" y="52"/>
                  <a:pt x="142" y="52"/>
                </a:cubicBezTo>
                <a:cubicBezTo>
                  <a:pt x="141" y="52"/>
                  <a:pt x="141" y="52"/>
                  <a:pt x="141" y="52"/>
                </a:cubicBezTo>
                <a:cubicBezTo>
                  <a:pt x="141" y="52"/>
                  <a:pt x="141" y="52"/>
                  <a:pt x="141" y="52"/>
                </a:cubicBezTo>
                <a:cubicBezTo>
                  <a:pt x="141" y="51"/>
                  <a:pt x="140" y="51"/>
                  <a:pt x="140" y="51"/>
                </a:cubicBezTo>
                <a:cubicBezTo>
                  <a:pt x="140" y="50"/>
                  <a:pt x="139" y="50"/>
                  <a:pt x="139" y="49"/>
                </a:cubicBezTo>
                <a:cubicBezTo>
                  <a:pt x="138" y="48"/>
                  <a:pt x="138" y="48"/>
                  <a:pt x="138" y="48"/>
                </a:cubicBezTo>
                <a:cubicBezTo>
                  <a:pt x="138" y="48"/>
                  <a:pt x="137" y="48"/>
                  <a:pt x="137" y="47"/>
                </a:cubicBezTo>
                <a:cubicBezTo>
                  <a:pt x="137" y="47"/>
                  <a:pt x="136" y="46"/>
                  <a:pt x="136" y="46"/>
                </a:cubicBezTo>
                <a:cubicBezTo>
                  <a:pt x="135" y="45"/>
                  <a:pt x="135" y="45"/>
                  <a:pt x="135" y="45"/>
                </a:cubicBezTo>
                <a:lnTo>
                  <a:pt x="136" y="45"/>
                </a:lnTo>
                <a:close/>
                <a:moveTo>
                  <a:pt x="125" y="53"/>
                </a:moveTo>
                <a:cubicBezTo>
                  <a:pt x="125" y="52"/>
                  <a:pt x="125" y="52"/>
                  <a:pt x="125" y="51"/>
                </a:cubicBezTo>
                <a:cubicBezTo>
                  <a:pt x="125" y="51"/>
                  <a:pt x="125" y="51"/>
                  <a:pt x="125" y="51"/>
                </a:cubicBezTo>
                <a:cubicBezTo>
                  <a:pt x="126" y="50"/>
                  <a:pt x="126" y="50"/>
                  <a:pt x="127" y="50"/>
                </a:cubicBezTo>
                <a:cubicBezTo>
                  <a:pt x="128" y="49"/>
                  <a:pt x="129" y="48"/>
                  <a:pt x="129" y="48"/>
                </a:cubicBezTo>
                <a:cubicBezTo>
                  <a:pt x="130" y="47"/>
                  <a:pt x="130" y="47"/>
                  <a:pt x="130" y="47"/>
                </a:cubicBezTo>
                <a:cubicBezTo>
                  <a:pt x="131" y="47"/>
                  <a:pt x="131" y="47"/>
                  <a:pt x="131" y="47"/>
                </a:cubicBezTo>
                <a:cubicBezTo>
                  <a:pt x="132" y="46"/>
                  <a:pt x="132" y="46"/>
                  <a:pt x="132" y="46"/>
                </a:cubicBezTo>
                <a:cubicBezTo>
                  <a:pt x="132" y="47"/>
                  <a:pt x="133" y="47"/>
                  <a:pt x="133" y="48"/>
                </a:cubicBezTo>
                <a:cubicBezTo>
                  <a:pt x="133" y="48"/>
                  <a:pt x="133" y="48"/>
                  <a:pt x="134" y="49"/>
                </a:cubicBezTo>
                <a:cubicBezTo>
                  <a:pt x="134" y="49"/>
                  <a:pt x="134" y="49"/>
                  <a:pt x="134" y="50"/>
                </a:cubicBezTo>
                <a:cubicBezTo>
                  <a:pt x="135" y="50"/>
                  <a:pt x="135" y="51"/>
                  <a:pt x="135" y="51"/>
                </a:cubicBezTo>
                <a:cubicBezTo>
                  <a:pt x="136" y="52"/>
                  <a:pt x="136" y="52"/>
                  <a:pt x="136" y="52"/>
                </a:cubicBezTo>
                <a:cubicBezTo>
                  <a:pt x="136" y="52"/>
                  <a:pt x="137" y="53"/>
                  <a:pt x="137" y="53"/>
                </a:cubicBezTo>
                <a:cubicBezTo>
                  <a:pt x="138" y="53"/>
                  <a:pt x="138" y="54"/>
                  <a:pt x="138" y="54"/>
                </a:cubicBezTo>
                <a:cubicBezTo>
                  <a:pt x="138" y="54"/>
                  <a:pt x="138" y="54"/>
                  <a:pt x="138" y="54"/>
                </a:cubicBezTo>
                <a:cubicBezTo>
                  <a:pt x="138" y="55"/>
                  <a:pt x="138" y="55"/>
                  <a:pt x="137" y="55"/>
                </a:cubicBezTo>
                <a:cubicBezTo>
                  <a:pt x="137" y="56"/>
                  <a:pt x="137" y="56"/>
                  <a:pt x="137" y="56"/>
                </a:cubicBezTo>
                <a:cubicBezTo>
                  <a:pt x="136" y="56"/>
                  <a:pt x="135" y="57"/>
                  <a:pt x="135" y="57"/>
                </a:cubicBezTo>
                <a:cubicBezTo>
                  <a:pt x="134" y="58"/>
                  <a:pt x="132" y="60"/>
                  <a:pt x="131" y="61"/>
                </a:cubicBezTo>
                <a:cubicBezTo>
                  <a:pt x="131" y="61"/>
                  <a:pt x="131" y="61"/>
                  <a:pt x="131" y="61"/>
                </a:cubicBezTo>
                <a:cubicBezTo>
                  <a:pt x="130" y="61"/>
                  <a:pt x="130" y="61"/>
                  <a:pt x="130" y="61"/>
                </a:cubicBezTo>
                <a:cubicBezTo>
                  <a:pt x="129" y="61"/>
                  <a:pt x="129" y="61"/>
                  <a:pt x="128" y="61"/>
                </a:cubicBezTo>
                <a:cubicBezTo>
                  <a:pt x="128" y="61"/>
                  <a:pt x="127" y="61"/>
                  <a:pt x="127" y="61"/>
                </a:cubicBezTo>
                <a:cubicBezTo>
                  <a:pt x="127" y="61"/>
                  <a:pt x="127" y="61"/>
                  <a:pt x="127" y="61"/>
                </a:cubicBezTo>
                <a:cubicBezTo>
                  <a:pt x="127" y="61"/>
                  <a:pt x="126" y="60"/>
                  <a:pt x="126" y="60"/>
                </a:cubicBezTo>
                <a:cubicBezTo>
                  <a:pt x="126" y="59"/>
                  <a:pt x="126" y="59"/>
                  <a:pt x="126" y="58"/>
                </a:cubicBezTo>
                <a:cubicBezTo>
                  <a:pt x="126" y="58"/>
                  <a:pt x="126" y="58"/>
                  <a:pt x="125" y="57"/>
                </a:cubicBezTo>
                <a:cubicBezTo>
                  <a:pt x="125" y="57"/>
                  <a:pt x="125" y="56"/>
                  <a:pt x="125" y="56"/>
                </a:cubicBezTo>
                <a:cubicBezTo>
                  <a:pt x="125" y="55"/>
                  <a:pt x="125" y="55"/>
                  <a:pt x="125" y="55"/>
                </a:cubicBezTo>
                <a:cubicBezTo>
                  <a:pt x="125" y="55"/>
                  <a:pt x="125" y="55"/>
                  <a:pt x="125" y="55"/>
                </a:cubicBezTo>
                <a:cubicBezTo>
                  <a:pt x="125" y="54"/>
                  <a:pt x="125" y="54"/>
                  <a:pt x="125" y="53"/>
                </a:cubicBezTo>
                <a:close/>
                <a:moveTo>
                  <a:pt x="125" y="52"/>
                </a:moveTo>
                <a:cubicBezTo>
                  <a:pt x="125" y="51"/>
                  <a:pt x="125" y="51"/>
                  <a:pt x="125" y="51"/>
                </a:cubicBezTo>
                <a:cubicBezTo>
                  <a:pt x="125" y="52"/>
                  <a:pt x="125" y="52"/>
                  <a:pt x="125" y="52"/>
                </a:cubicBezTo>
                <a:cubicBezTo>
                  <a:pt x="125" y="52"/>
                  <a:pt x="125" y="52"/>
                  <a:pt x="125" y="52"/>
                </a:cubicBezTo>
                <a:cubicBezTo>
                  <a:pt x="125" y="52"/>
                  <a:pt x="125" y="52"/>
                  <a:pt x="125" y="52"/>
                </a:cubicBezTo>
                <a:close/>
                <a:moveTo>
                  <a:pt x="124" y="52"/>
                </a:moveTo>
                <a:cubicBezTo>
                  <a:pt x="124" y="52"/>
                  <a:pt x="124" y="52"/>
                  <a:pt x="124" y="52"/>
                </a:cubicBezTo>
                <a:cubicBezTo>
                  <a:pt x="124" y="52"/>
                  <a:pt x="124" y="52"/>
                  <a:pt x="124" y="52"/>
                </a:cubicBezTo>
                <a:cubicBezTo>
                  <a:pt x="124" y="52"/>
                  <a:pt x="124" y="52"/>
                  <a:pt x="124" y="52"/>
                </a:cubicBezTo>
                <a:cubicBezTo>
                  <a:pt x="124" y="52"/>
                  <a:pt x="124" y="52"/>
                  <a:pt x="124" y="52"/>
                </a:cubicBezTo>
                <a:close/>
                <a:moveTo>
                  <a:pt x="124" y="53"/>
                </a:moveTo>
                <a:cubicBezTo>
                  <a:pt x="124" y="53"/>
                  <a:pt x="124" y="53"/>
                  <a:pt x="124" y="53"/>
                </a:cubicBezTo>
                <a:cubicBezTo>
                  <a:pt x="124" y="53"/>
                  <a:pt x="124" y="53"/>
                  <a:pt x="124" y="53"/>
                </a:cubicBezTo>
                <a:cubicBezTo>
                  <a:pt x="124" y="53"/>
                  <a:pt x="124" y="53"/>
                  <a:pt x="124" y="53"/>
                </a:cubicBezTo>
                <a:cubicBezTo>
                  <a:pt x="124" y="53"/>
                  <a:pt x="124" y="53"/>
                  <a:pt x="124" y="53"/>
                </a:cubicBezTo>
                <a:cubicBezTo>
                  <a:pt x="124" y="53"/>
                  <a:pt x="124" y="53"/>
                  <a:pt x="124" y="53"/>
                </a:cubicBezTo>
                <a:close/>
                <a:moveTo>
                  <a:pt x="124" y="53"/>
                </a:moveTo>
                <a:cubicBezTo>
                  <a:pt x="124" y="53"/>
                  <a:pt x="124" y="53"/>
                  <a:pt x="124" y="53"/>
                </a:cubicBezTo>
                <a:cubicBezTo>
                  <a:pt x="124" y="53"/>
                  <a:pt x="124" y="53"/>
                  <a:pt x="124" y="53"/>
                </a:cubicBezTo>
                <a:close/>
                <a:moveTo>
                  <a:pt x="123" y="53"/>
                </a:moveTo>
                <a:cubicBezTo>
                  <a:pt x="123" y="53"/>
                  <a:pt x="123" y="53"/>
                  <a:pt x="123" y="53"/>
                </a:cubicBezTo>
                <a:cubicBezTo>
                  <a:pt x="123" y="53"/>
                  <a:pt x="123" y="53"/>
                  <a:pt x="123" y="53"/>
                </a:cubicBezTo>
                <a:cubicBezTo>
                  <a:pt x="124" y="53"/>
                  <a:pt x="124" y="53"/>
                  <a:pt x="124" y="53"/>
                </a:cubicBezTo>
                <a:cubicBezTo>
                  <a:pt x="123" y="53"/>
                  <a:pt x="123" y="53"/>
                  <a:pt x="123" y="53"/>
                </a:cubicBezTo>
                <a:cubicBezTo>
                  <a:pt x="123" y="53"/>
                  <a:pt x="123" y="53"/>
                  <a:pt x="123" y="53"/>
                </a:cubicBezTo>
                <a:close/>
                <a:moveTo>
                  <a:pt x="123" y="53"/>
                </a:moveTo>
                <a:cubicBezTo>
                  <a:pt x="123" y="53"/>
                  <a:pt x="123" y="53"/>
                  <a:pt x="123" y="53"/>
                </a:cubicBezTo>
                <a:cubicBezTo>
                  <a:pt x="123" y="53"/>
                  <a:pt x="123" y="53"/>
                  <a:pt x="123" y="53"/>
                </a:cubicBezTo>
                <a:close/>
                <a:moveTo>
                  <a:pt x="123" y="54"/>
                </a:move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54"/>
                </a:moveTo>
                <a:cubicBezTo>
                  <a:pt x="123" y="54"/>
                  <a:pt x="123" y="54"/>
                  <a:pt x="123" y="54"/>
                </a:cubicBezTo>
                <a:cubicBezTo>
                  <a:pt x="123" y="54"/>
                  <a:pt x="123" y="54"/>
                  <a:pt x="123" y="54"/>
                </a:cubicBezTo>
                <a:cubicBezTo>
                  <a:pt x="123" y="54"/>
                  <a:pt x="123" y="54"/>
                  <a:pt x="123" y="54"/>
                </a:cubicBezTo>
                <a:cubicBezTo>
                  <a:pt x="123" y="54"/>
                  <a:pt x="123" y="54"/>
                  <a:pt x="123" y="54"/>
                </a:cubicBezTo>
                <a:close/>
                <a:moveTo>
                  <a:pt x="123" y="77"/>
                </a:moveTo>
                <a:cubicBezTo>
                  <a:pt x="123" y="78"/>
                  <a:pt x="123" y="78"/>
                  <a:pt x="123" y="78"/>
                </a:cubicBezTo>
                <a:cubicBezTo>
                  <a:pt x="123" y="79"/>
                  <a:pt x="123" y="79"/>
                  <a:pt x="123" y="79"/>
                </a:cubicBezTo>
                <a:cubicBezTo>
                  <a:pt x="123" y="79"/>
                  <a:pt x="123" y="79"/>
                  <a:pt x="123" y="79"/>
                </a:cubicBezTo>
                <a:cubicBezTo>
                  <a:pt x="123" y="79"/>
                  <a:pt x="123" y="79"/>
                  <a:pt x="123" y="79"/>
                </a:cubicBezTo>
                <a:cubicBezTo>
                  <a:pt x="123" y="80"/>
                  <a:pt x="123" y="81"/>
                  <a:pt x="123" y="82"/>
                </a:cubicBezTo>
                <a:cubicBezTo>
                  <a:pt x="123" y="82"/>
                  <a:pt x="123" y="82"/>
                  <a:pt x="123" y="82"/>
                </a:cubicBezTo>
                <a:cubicBezTo>
                  <a:pt x="123" y="81"/>
                  <a:pt x="123" y="81"/>
                  <a:pt x="123" y="81"/>
                </a:cubicBezTo>
                <a:cubicBezTo>
                  <a:pt x="122" y="80"/>
                  <a:pt x="122" y="80"/>
                  <a:pt x="122" y="80"/>
                </a:cubicBezTo>
                <a:cubicBezTo>
                  <a:pt x="121" y="79"/>
                  <a:pt x="121" y="79"/>
                  <a:pt x="121" y="79"/>
                </a:cubicBezTo>
                <a:cubicBezTo>
                  <a:pt x="121" y="79"/>
                  <a:pt x="121" y="78"/>
                  <a:pt x="120" y="78"/>
                </a:cubicBezTo>
                <a:cubicBezTo>
                  <a:pt x="120" y="77"/>
                  <a:pt x="120" y="77"/>
                  <a:pt x="120" y="76"/>
                </a:cubicBezTo>
                <a:cubicBezTo>
                  <a:pt x="120" y="76"/>
                  <a:pt x="120" y="75"/>
                  <a:pt x="120" y="75"/>
                </a:cubicBezTo>
                <a:cubicBezTo>
                  <a:pt x="119" y="75"/>
                  <a:pt x="119" y="74"/>
                  <a:pt x="119" y="74"/>
                </a:cubicBezTo>
                <a:cubicBezTo>
                  <a:pt x="119" y="73"/>
                  <a:pt x="119" y="73"/>
                  <a:pt x="119" y="72"/>
                </a:cubicBezTo>
                <a:cubicBezTo>
                  <a:pt x="119" y="72"/>
                  <a:pt x="119" y="72"/>
                  <a:pt x="119" y="72"/>
                </a:cubicBezTo>
                <a:cubicBezTo>
                  <a:pt x="119" y="71"/>
                  <a:pt x="119" y="71"/>
                  <a:pt x="119" y="71"/>
                </a:cubicBezTo>
                <a:cubicBezTo>
                  <a:pt x="119" y="71"/>
                  <a:pt x="119" y="71"/>
                  <a:pt x="119" y="71"/>
                </a:cubicBezTo>
                <a:cubicBezTo>
                  <a:pt x="119" y="71"/>
                  <a:pt x="119" y="71"/>
                  <a:pt x="119" y="71"/>
                </a:cubicBezTo>
                <a:cubicBezTo>
                  <a:pt x="119" y="70"/>
                  <a:pt x="118" y="70"/>
                  <a:pt x="118" y="69"/>
                </a:cubicBezTo>
                <a:cubicBezTo>
                  <a:pt x="118" y="69"/>
                  <a:pt x="118" y="68"/>
                  <a:pt x="118" y="68"/>
                </a:cubicBezTo>
                <a:cubicBezTo>
                  <a:pt x="118" y="68"/>
                  <a:pt x="118" y="67"/>
                  <a:pt x="118" y="67"/>
                </a:cubicBezTo>
                <a:cubicBezTo>
                  <a:pt x="118" y="66"/>
                  <a:pt x="119" y="66"/>
                  <a:pt x="119" y="65"/>
                </a:cubicBezTo>
                <a:cubicBezTo>
                  <a:pt x="119" y="64"/>
                  <a:pt x="119" y="64"/>
                  <a:pt x="119" y="64"/>
                </a:cubicBezTo>
                <a:cubicBezTo>
                  <a:pt x="119" y="64"/>
                  <a:pt x="119" y="64"/>
                  <a:pt x="119" y="64"/>
                </a:cubicBezTo>
                <a:cubicBezTo>
                  <a:pt x="119" y="63"/>
                  <a:pt x="119" y="62"/>
                  <a:pt x="119" y="62"/>
                </a:cubicBezTo>
                <a:cubicBezTo>
                  <a:pt x="119" y="61"/>
                  <a:pt x="120" y="60"/>
                  <a:pt x="120" y="60"/>
                </a:cubicBezTo>
                <a:cubicBezTo>
                  <a:pt x="120" y="59"/>
                  <a:pt x="120" y="59"/>
                  <a:pt x="120" y="58"/>
                </a:cubicBezTo>
                <a:cubicBezTo>
                  <a:pt x="121" y="58"/>
                  <a:pt x="121" y="57"/>
                  <a:pt x="121" y="57"/>
                </a:cubicBezTo>
                <a:cubicBezTo>
                  <a:pt x="122" y="56"/>
                  <a:pt x="122" y="55"/>
                  <a:pt x="123" y="54"/>
                </a:cubicBezTo>
                <a:cubicBezTo>
                  <a:pt x="123" y="54"/>
                  <a:pt x="123" y="54"/>
                  <a:pt x="123" y="54"/>
                </a:cubicBezTo>
                <a:cubicBezTo>
                  <a:pt x="123" y="54"/>
                  <a:pt x="123" y="54"/>
                  <a:pt x="123" y="54"/>
                </a:cubicBezTo>
                <a:cubicBezTo>
                  <a:pt x="122" y="55"/>
                  <a:pt x="122" y="56"/>
                  <a:pt x="122" y="57"/>
                </a:cubicBezTo>
                <a:cubicBezTo>
                  <a:pt x="122" y="58"/>
                  <a:pt x="122" y="58"/>
                  <a:pt x="122" y="59"/>
                </a:cubicBezTo>
                <a:cubicBezTo>
                  <a:pt x="122" y="60"/>
                  <a:pt x="123" y="60"/>
                  <a:pt x="123" y="60"/>
                </a:cubicBezTo>
                <a:cubicBezTo>
                  <a:pt x="123" y="61"/>
                  <a:pt x="123" y="61"/>
                  <a:pt x="123" y="62"/>
                </a:cubicBezTo>
                <a:cubicBezTo>
                  <a:pt x="123" y="62"/>
                  <a:pt x="123" y="63"/>
                  <a:pt x="124" y="64"/>
                </a:cubicBezTo>
                <a:cubicBezTo>
                  <a:pt x="122" y="67"/>
                  <a:pt x="122" y="71"/>
                  <a:pt x="124" y="73"/>
                </a:cubicBezTo>
                <a:cubicBezTo>
                  <a:pt x="124" y="74"/>
                  <a:pt x="124" y="74"/>
                  <a:pt x="124" y="74"/>
                </a:cubicBezTo>
                <a:cubicBezTo>
                  <a:pt x="124" y="75"/>
                  <a:pt x="124" y="75"/>
                  <a:pt x="124" y="76"/>
                </a:cubicBezTo>
                <a:cubicBezTo>
                  <a:pt x="124" y="76"/>
                  <a:pt x="124" y="76"/>
                  <a:pt x="124" y="76"/>
                </a:cubicBezTo>
                <a:cubicBezTo>
                  <a:pt x="123" y="76"/>
                  <a:pt x="123" y="77"/>
                  <a:pt x="123" y="77"/>
                </a:cubicBezTo>
                <a:close/>
                <a:moveTo>
                  <a:pt x="148" y="91"/>
                </a:moveTo>
                <a:cubicBezTo>
                  <a:pt x="147" y="91"/>
                  <a:pt x="147" y="91"/>
                  <a:pt x="147" y="91"/>
                </a:cubicBezTo>
                <a:cubicBezTo>
                  <a:pt x="146" y="92"/>
                  <a:pt x="146" y="92"/>
                  <a:pt x="146" y="92"/>
                </a:cubicBezTo>
                <a:cubicBezTo>
                  <a:pt x="145" y="92"/>
                  <a:pt x="145" y="92"/>
                  <a:pt x="145" y="92"/>
                </a:cubicBezTo>
                <a:cubicBezTo>
                  <a:pt x="145" y="92"/>
                  <a:pt x="144" y="92"/>
                  <a:pt x="143" y="92"/>
                </a:cubicBezTo>
                <a:cubicBezTo>
                  <a:pt x="143" y="92"/>
                  <a:pt x="142" y="92"/>
                  <a:pt x="142" y="92"/>
                </a:cubicBezTo>
                <a:cubicBezTo>
                  <a:pt x="141" y="92"/>
                  <a:pt x="140" y="92"/>
                  <a:pt x="140" y="92"/>
                </a:cubicBezTo>
                <a:cubicBezTo>
                  <a:pt x="139" y="92"/>
                  <a:pt x="138" y="92"/>
                  <a:pt x="137" y="91"/>
                </a:cubicBezTo>
                <a:cubicBezTo>
                  <a:pt x="136" y="91"/>
                  <a:pt x="136" y="91"/>
                  <a:pt x="135" y="91"/>
                </a:cubicBezTo>
                <a:cubicBezTo>
                  <a:pt x="135" y="91"/>
                  <a:pt x="135" y="91"/>
                  <a:pt x="134" y="91"/>
                </a:cubicBezTo>
                <a:cubicBezTo>
                  <a:pt x="134" y="90"/>
                  <a:pt x="133" y="90"/>
                  <a:pt x="133" y="90"/>
                </a:cubicBezTo>
                <a:cubicBezTo>
                  <a:pt x="132" y="90"/>
                  <a:pt x="132" y="89"/>
                  <a:pt x="131" y="89"/>
                </a:cubicBezTo>
                <a:cubicBezTo>
                  <a:pt x="130" y="89"/>
                  <a:pt x="129" y="88"/>
                  <a:pt x="129" y="87"/>
                </a:cubicBezTo>
                <a:cubicBezTo>
                  <a:pt x="128" y="87"/>
                  <a:pt x="128" y="87"/>
                  <a:pt x="127" y="87"/>
                </a:cubicBezTo>
                <a:cubicBezTo>
                  <a:pt x="127" y="87"/>
                  <a:pt x="127" y="87"/>
                  <a:pt x="127" y="87"/>
                </a:cubicBezTo>
                <a:cubicBezTo>
                  <a:pt x="127" y="86"/>
                  <a:pt x="127" y="86"/>
                  <a:pt x="127" y="85"/>
                </a:cubicBezTo>
                <a:cubicBezTo>
                  <a:pt x="127" y="85"/>
                  <a:pt x="127" y="85"/>
                  <a:pt x="127" y="84"/>
                </a:cubicBezTo>
                <a:cubicBezTo>
                  <a:pt x="127" y="83"/>
                  <a:pt x="127" y="83"/>
                  <a:pt x="127" y="83"/>
                </a:cubicBezTo>
                <a:cubicBezTo>
                  <a:pt x="127" y="82"/>
                  <a:pt x="127" y="82"/>
                  <a:pt x="127" y="82"/>
                </a:cubicBezTo>
                <a:cubicBezTo>
                  <a:pt x="127" y="82"/>
                  <a:pt x="127" y="82"/>
                  <a:pt x="127" y="82"/>
                </a:cubicBezTo>
                <a:cubicBezTo>
                  <a:pt x="127" y="81"/>
                  <a:pt x="127" y="81"/>
                  <a:pt x="127" y="81"/>
                </a:cubicBezTo>
                <a:cubicBezTo>
                  <a:pt x="127" y="81"/>
                  <a:pt x="127" y="81"/>
                  <a:pt x="127" y="81"/>
                </a:cubicBezTo>
                <a:cubicBezTo>
                  <a:pt x="128" y="80"/>
                  <a:pt x="128" y="80"/>
                  <a:pt x="128" y="80"/>
                </a:cubicBezTo>
                <a:cubicBezTo>
                  <a:pt x="128" y="79"/>
                  <a:pt x="128" y="79"/>
                  <a:pt x="128" y="79"/>
                </a:cubicBezTo>
                <a:cubicBezTo>
                  <a:pt x="128" y="78"/>
                  <a:pt x="128" y="78"/>
                  <a:pt x="128" y="77"/>
                </a:cubicBezTo>
                <a:cubicBezTo>
                  <a:pt x="128" y="76"/>
                  <a:pt x="128" y="76"/>
                  <a:pt x="128" y="76"/>
                </a:cubicBezTo>
                <a:cubicBezTo>
                  <a:pt x="129" y="76"/>
                  <a:pt x="129" y="76"/>
                  <a:pt x="129" y="75"/>
                </a:cubicBezTo>
                <a:cubicBezTo>
                  <a:pt x="130" y="75"/>
                  <a:pt x="131" y="75"/>
                  <a:pt x="132" y="75"/>
                </a:cubicBezTo>
                <a:cubicBezTo>
                  <a:pt x="134" y="76"/>
                  <a:pt x="136" y="78"/>
                  <a:pt x="138" y="79"/>
                </a:cubicBezTo>
                <a:cubicBezTo>
                  <a:pt x="139" y="80"/>
                  <a:pt x="140" y="80"/>
                  <a:pt x="141" y="81"/>
                </a:cubicBezTo>
                <a:cubicBezTo>
                  <a:pt x="141" y="82"/>
                  <a:pt x="141" y="83"/>
                  <a:pt x="142" y="85"/>
                </a:cubicBezTo>
                <a:cubicBezTo>
                  <a:pt x="143" y="85"/>
                  <a:pt x="144" y="86"/>
                  <a:pt x="144" y="86"/>
                </a:cubicBezTo>
                <a:cubicBezTo>
                  <a:pt x="145" y="86"/>
                  <a:pt x="145" y="86"/>
                  <a:pt x="146" y="86"/>
                </a:cubicBezTo>
                <a:cubicBezTo>
                  <a:pt x="146" y="86"/>
                  <a:pt x="147" y="86"/>
                  <a:pt x="147" y="86"/>
                </a:cubicBezTo>
                <a:cubicBezTo>
                  <a:pt x="148" y="86"/>
                  <a:pt x="148" y="86"/>
                  <a:pt x="149" y="85"/>
                </a:cubicBezTo>
                <a:cubicBezTo>
                  <a:pt x="149" y="85"/>
                  <a:pt x="150" y="84"/>
                  <a:pt x="150" y="84"/>
                </a:cubicBezTo>
                <a:cubicBezTo>
                  <a:pt x="151" y="84"/>
                  <a:pt x="151" y="84"/>
                  <a:pt x="151" y="84"/>
                </a:cubicBezTo>
                <a:cubicBezTo>
                  <a:pt x="151" y="84"/>
                  <a:pt x="151" y="84"/>
                  <a:pt x="151" y="84"/>
                </a:cubicBezTo>
                <a:cubicBezTo>
                  <a:pt x="152" y="84"/>
                  <a:pt x="152" y="84"/>
                  <a:pt x="152" y="84"/>
                </a:cubicBezTo>
                <a:cubicBezTo>
                  <a:pt x="153" y="85"/>
                  <a:pt x="153" y="85"/>
                  <a:pt x="153" y="85"/>
                </a:cubicBezTo>
                <a:cubicBezTo>
                  <a:pt x="153" y="85"/>
                  <a:pt x="153" y="85"/>
                  <a:pt x="154" y="85"/>
                </a:cubicBezTo>
                <a:cubicBezTo>
                  <a:pt x="154" y="85"/>
                  <a:pt x="154" y="85"/>
                  <a:pt x="154" y="85"/>
                </a:cubicBezTo>
                <a:cubicBezTo>
                  <a:pt x="155" y="85"/>
                  <a:pt x="155" y="85"/>
                  <a:pt x="155" y="85"/>
                </a:cubicBezTo>
                <a:cubicBezTo>
                  <a:pt x="155" y="85"/>
                  <a:pt x="155" y="85"/>
                  <a:pt x="155" y="85"/>
                </a:cubicBezTo>
                <a:cubicBezTo>
                  <a:pt x="157" y="85"/>
                  <a:pt x="158" y="85"/>
                  <a:pt x="159" y="85"/>
                </a:cubicBezTo>
                <a:cubicBezTo>
                  <a:pt x="159" y="85"/>
                  <a:pt x="159" y="85"/>
                  <a:pt x="159" y="85"/>
                </a:cubicBezTo>
                <a:cubicBezTo>
                  <a:pt x="159" y="86"/>
                  <a:pt x="158" y="86"/>
                  <a:pt x="158" y="86"/>
                </a:cubicBezTo>
                <a:cubicBezTo>
                  <a:pt x="157" y="87"/>
                  <a:pt x="157" y="87"/>
                  <a:pt x="157" y="87"/>
                </a:cubicBezTo>
                <a:cubicBezTo>
                  <a:pt x="156" y="88"/>
                  <a:pt x="155" y="88"/>
                  <a:pt x="155" y="88"/>
                </a:cubicBezTo>
                <a:cubicBezTo>
                  <a:pt x="154" y="89"/>
                  <a:pt x="153" y="90"/>
                  <a:pt x="152" y="90"/>
                </a:cubicBezTo>
                <a:cubicBezTo>
                  <a:pt x="151" y="90"/>
                  <a:pt x="151" y="91"/>
                  <a:pt x="150" y="91"/>
                </a:cubicBezTo>
                <a:cubicBezTo>
                  <a:pt x="149" y="91"/>
                  <a:pt x="149" y="91"/>
                  <a:pt x="149" y="91"/>
                </a:cubicBezTo>
                <a:cubicBezTo>
                  <a:pt x="148" y="91"/>
                  <a:pt x="148" y="91"/>
                  <a:pt x="148" y="91"/>
                </a:cubicBezTo>
                <a:close/>
                <a:moveTo>
                  <a:pt x="162" y="81"/>
                </a:moveTo>
                <a:cubicBezTo>
                  <a:pt x="162" y="81"/>
                  <a:pt x="162" y="81"/>
                  <a:pt x="162" y="81"/>
                </a:cubicBezTo>
                <a:cubicBezTo>
                  <a:pt x="162" y="81"/>
                  <a:pt x="162" y="81"/>
                  <a:pt x="162" y="8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6" name="Connector: Elbow 101">
            <a:extLst>
              <a:ext uri="{FF2B5EF4-FFF2-40B4-BE49-F238E27FC236}">
                <a16:creationId xmlns:a16="http://schemas.microsoft.com/office/drawing/2014/main" id="{56F94431-151D-4523-B6A1-83888AE7F9BF}"/>
              </a:ext>
            </a:extLst>
          </p:cNvPr>
          <p:cNvCxnSpPr>
            <a:cxnSpLocks/>
            <a:stCxn id="24" idx="3"/>
          </p:cNvCxnSpPr>
          <p:nvPr/>
        </p:nvCxnSpPr>
        <p:spPr>
          <a:xfrm>
            <a:off x="9746716" y="3508391"/>
            <a:ext cx="994358" cy="181659"/>
          </a:xfrm>
          <a:prstGeom prst="bentConnector3">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ED1581C-2513-4EA8-A26B-C23B4695AB97}"/>
              </a:ext>
            </a:extLst>
          </p:cNvPr>
          <p:cNvSpPr txBox="1"/>
          <p:nvPr/>
        </p:nvSpPr>
        <p:spPr>
          <a:xfrm>
            <a:off x="9746648" y="3913324"/>
            <a:ext cx="983993" cy="286232"/>
          </a:xfrm>
          <a:prstGeom prst="rect">
            <a:avLst/>
          </a:prstGeom>
          <a:noFill/>
        </p:spPr>
        <p:txBody>
          <a:bodyPr wrap="square" rtlCol="0">
            <a:spAutoFit/>
          </a:bodyPr>
          <a:lstStyle/>
          <a:p>
            <a:pPr algn="ctr" defTabSz="914049">
              <a:lnSpc>
                <a:spcPct val="90000"/>
              </a:lnSpc>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HTTP</a:t>
            </a:r>
          </a:p>
        </p:txBody>
      </p:sp>
      <p:sp>
        <p:nvSpPr>
          <p:cNvPr id="28" name="TextBox 27">
            <a:extLst>
              <a:ext uri="{FF2B5EF4-FFF2-40B4-BE49-F238E27FC236}">
                <a16:creationId xmlns:a16="http://schemas.microsoft.com/office/drawing/2014/main" id="{36AB737D-1AD7-45DF-A857-506D3D2DD812}"/>
              </a:ext>
            </a:extLst>
          </p:cNvPr>
          <p:cNvSpPr txBox="1"/>
          <p:nvPr/>
        </p:nvSpPr>
        <p:spPr>
          <a:xfrm>
            <a:off x="8614779" y="4017968"/>
            <a:ext cx="983993" cy="480131"/>
          </a:xfrm>
          <a:prstGeom prst="rect">
            <a:avLst/>
          </a:prstGeom>
          <a:noFill/>
        </p:spPr>
        <p:txBody>
          <a:bodyPr wrap="square" rtlCol="0">
            <a:spAutoFit/>
          </a:bodyPr>
          <a:lstStyle/>
          <a:p>
            <a:pPr algn="ctr" defTabSz="914049" fontAlgn="base">
              <a:lnSpc>
                <a:spcPct val="90000"/>
              </a:lnSpc>
              <a:spcBef>
                <a:spcPct val="0"/>
              </a:spcBef>
              <a:spcAft>
                <a:spcPct val="0"/>
              </a:spcAft>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App</a:t>
            </a:r>
            <a:b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b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Gateway</a:t>
            </a:r>
          </a:p>
        </p:txBody>
      </p:sp>
      <p:cxnSp>
        <p:nvCxnSpPr>
          <p:cNvPr id="29" name="Straight Arrow Connector 28">
            <a:extLst>
              <a:ext uri="{FF2B5EF4-FFF2-40B4-BE49-F238E27FC236}">
                <a16:creationId xmlns:a16="http://schemas.microsoft.com/office/drawing/2014/main" id="{0A087562-60C6-45DD-BD09-41590A4ABBB7}"/>
              </a:ext>
            </a:extLst>
          </p:cNvPr>
          <p:cNvCxnSpPr>
            <a:cxnSpLocks/>
          </p:cNvCxnSpPr>
          <p:nvPr/>
        </p:nvCxnSpPr>
        <p:spPr>
          <a:xfrm>
            <a:off x="7323137" y="3508391"/>
            <a:ext cx="1219200" cy="0"/>
          </a:xfrm>
          <a:prstGeom prst="straightConnector1">
            <a:avLst/>
          </a:prstGeom>
          <a:ln w="25400">
            <a:solidFill>
              <a:schemeClr val="accent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30" name="people_12">
            <a:extLst>
              <a:ext uri="{FF2B5EF4-FFF2-40B4-BE49-F238E27FC236}">
                <a16:creationId xmlns:a16="http://schemas.microsoft.com/office/drawing/2014/main" id="{2CAA17DB-D22E-4662-8A17-F92BEF02DD5D}"/>
              </a:ext>
            </a:extLst>
          </p:cNvPr>
          <p:cNvSpPr>
            <a:spLocks noChangeAspect="1" noEditPoints="1"/>
          </p:cNvSpPr>
          <p:nvPr/>
        </p:nvSpPr>
        <p:spPr bwMode="auto">
          <a:xfrm>
            <a:off x="6568709" y="3249310"/>
            <a:ext cx="607332" cy="518161"/>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TextBox 30">
            <a:extLst>
              <a:ext uri="{FF2B5EF4-FFF2-40B4-BE49-F238E27FC236}">
                <a16:creationId xmlns:a16="http://schemas.microsoft.com/office/drawing/2014/main" id="{31AD5154-CF74-4F97-A5A8-5C97A7B933D4}"/>
              </a:ext>
            </a:extLst>
          </p:cNvPr>
          <p:cNvSpPr txBox="1"/>
          <p:nvPr/>
        </p:nvSpPr>
        <p:spPr>
          <a:xfrm>
            <a:off x="7346149" y="3576213"/>
            <a:ext cx="1173176" cy="307777"/>
          </a:xfrm>
          <a:prstGeom prst="rect">
            <a:avLst/>
          </a:prstGeom>
          <a:noFill/>
        </p:spPr>
        <p:txBody>
          <a:bodyPr wrap="square" rtlCol="0">
            <a:spAutoFit/>
          </a:bodyPr>
          <a:lstStyle/>
          <a:p>
            <a:pPr algn="ctr" defTabSz="914049">
              <a:defRPr/>
            </a:pPr>
            <a:r>
              <a:rPr lang="en-US" sz="1400" b="1" kern="0" dirty="0">
                <a:gradFill>
                  <a:gsLst>
                    <a:gs pos="11392">
                      <a:schemeClr val="bg1"/>
                    </a:gs>
                    <a:gs pos="27000">
                      <a:schemeClr val="bg1"/>
                    </a:gs>
                  </a:gsLst>
                  <a:lin ang="5400000" scaled="0"/>
                </a:gradFill>
                <a:latin typeface="Segoe UI" panose="020B0502040204020203" pitchFamily="34" charset="0"/>
                <a:cs typeface="Segoe UI" panose="020B0502040204020203" pitchFamily="34" charset="0"/>
              </a:rPr>
              <a:t>HTTPS</a:t>
            </a:r>
          </a:p>
        </p:txBody>
      </p:sp>
      <p:sp>
        <p:nvSpPr>
          <p:cNvPr id="32" name="Rectangle 31">
            <a:extLst>
              <a:ext uri="{FF2B5EF4-FFF2-40B4-BE49-F238E27FC236}">
                <a16:creationId xmlns:a16="http://schemas.microsoft.com/office/drawing/2014/main" id="{734CD997-8783-452C-83B8-ACF45EF1815E}"/>
              </a:ext>
            </a:extLst>
          </p:cNvPr>
          <p:cNvSpPr/>
          <p:nvPr/>
        </p:nvSpPr>
        <p:spPr bwMode="auto">
          <a:xfrm>
            <a:off x="10741075" y="1737284"/>
            <a:ext cx="1219199" cy="3817939"/>
          </a:xfrm>
          <a:prstGeom prst="rect">
            <a:avLst/>
          </a:prstGeom>
          <a:noFill/>
          <a:ln w="28575">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33" name="TextBox 32">
            <a:extLst>
              <a:ext uri="{FF2B5EF4-FFF2-40B4-BE49-F238E27FC236}">
                <a16:creationId xmlns:a16="http://schemas.microsoft.com/office/drawing/2014/main" id="{B6F4BEF8-814B-4FE6-A839-1583C2149413}"/>
              </a:ext>
            </a:extLst>
          </p:cNvPr>
          <p:cNvSpPr txBox="1"/>
          <p:nvPr/>
        </p:nvSpPr>
        <p:spPr>
          <a:xfrm>
            <a:off x="11042737" y="1814174"/>
            <a:ext cx="615874" cy="369332"/>
          </a:xfrm>
          <a:prstGeom prst="rect">
            <a:avLst/>
          </a:prstGeom>
          <a:noFill/>
        </p:spPr>
        <p:txBody>
          <a:bodyPr wrap="none" rtlCol="0">
            <a:spAutoFit/>
          </a:bodyPr>
          <a:lstStyle/>
          <a:p>
            <a:r>
              <a:rPr lang="en-US" b="1" dirty="0">
                <a:gradFill>
                  <a:gsLst>
                    <a:gs pos="2532">
                      <a:schemeClr val="accent3"/>
                    </a:gs>
                    <a:gs pos="11392">
                      <a:schemeClr val="accent3"/>
                    </a:gs>
                  </a:gsLst>
                  <a:lin ang="5400000" scaled="0"/>
                </a:gradFill>
                <a:latin typeface="Segoe UI" panose="020B0502040204020203" pitchFamily="34" charset="0"/>
                <a:cs typeface="Segoe UI" panose="020B0502040204020203" pitchFamily="34" charset="0"/>
              </a:rPr>
              <a:t>RRS</a:t>
            </a:r>
          </a:p>
        </p:txBody>
      </p:sp>
      <p:pic>
        <p:nvPicPr>
          <p:cNvPr id="34" name="Picture 33">
            <a:extLst>
              <a:ext uri="{FF2B5EF4-FFF2-40B4-BE49-F238E27FC236}">
                <a16:creationId xmlns:a16="http://schemas.microsoft.com/office/drawing/2014/main" id="{C72271AC-CCE9-40ED-A75F-7D8677EB1DC2}"/>
              </a:ext>
            </a:extLst>
          </p:cNvPr>
          <p:cNvPicPr>
            <a:picLocks noChangeAspect="1"/>
          </p:cNvPicPr>
          <p:nvPr/>
        </p:nvPicPr>
        <p:blipFill>
          <a:blip r:embed="rId3"/>
          <a:stretch>
            <a:fillRect/>
          </a:stretch>
        </p:blipFill>
        <p:spPr>
          <a:xfrm>
            <a:off x="11091590" y="2227049"/>
            <a:ext cx="518168" cy="518168"/>
          </a:xfrm>
          <a:prstGeom prst="rect">
            <a:avLst/>
          </a:prstGeom>
        </p:spPr>
      </p:pic>
      <p:pic>
        <p:nvPicPr>
          <p:cNvPr id="35" name="Picture 34">
            <a:extLst>
              <a:ext uri="{FF2B5EF4-FFF2-40B4-BE49-F238E27FC236}">
                <a16:creationId xmlns:a16="http://schemas.microsoft.com/office/drawing/2014/main" id="{2B518BE8-BDD7-4151-AC13-C3ED5D920C0D}"/>
              </a:ext>
            </a:extLst>
          </p:cNvPr>
          <p:cNvPicPr>
            <a:picLocks noChangeAspect="1"/>
          </p:cNvPicPr>
          <p:nvPr/>
        </p:nvPicPr>
        <p:blipFill>
          <a:blip r:embed="rId3"/>
          <a:stretch>
            <a:fillRect/>
          </a:stretch>
        </p:blipFill>
        <p:spPr>
          <a:xfrm>
            <a:off x="11091590" y="2761175"/>
            <a:ext cx="518168" cy="518168"/>
          </a:xfrm>
          <a:prstGeom prst="rect">
            <a:avLst/>
          </a:prstGeom>
        </p:spPr>
      </p:pic>
      <p:pic>
        <p:nvPicPr>
          <p:cNvPr id="36" name="Picture 35">
            <a:extLst>
              <a:ext uri="{FF2B5EF4-FFF2-40B4-BE49-F238E27FC236}">
                <a16:creationId xmlns:a16="http://schemas.microsoft.com/office/drawing/2014/main" id="{7044FEFC-BC8A-4E55-95F1-4AE4FC35B751}"/>
              </a:ext>
            </a:extLst>
          </p:cNvPr>
          <p:cNvPicPr>
            <a:picLocks noChangeAspect="1"/>
          </p:cNvPicPr>
          <p:nvPr/>
        </p:nvPicPr>
        <p:blipFill>
          <a:blip r:embed="rId3"/>
          <a:stretch>
            <a:fillRect/>
          </a:stretch>
        </p:blipFill>
        <p:spPr>
          <a:xfrm>
            <a:off x="11091590" y="3295301"/>
            <a:ext cx="518168" cy="518168"/>
          </a:xfrm>
          <a:prstGeom prst="rect">
            <a:avLst/>
          </a:prstGeom>
        </p:spPr>
      </p:pic>
      <p:pic>
        <p:nvPicPr>
          <p:cNvPr id="37" name="Picture 36">
            <a:extLst>
              <a:ext uri="{FF2B5EF4-FFF2-40B4-BE49-F238E27FC236}">
                <a16:creationId xmlns:a16="http://schemas.microsoft.com/office/drawing/2014/main" id="{FC3079B2-ABE4-4D57-865E-3476F7852236}"/>
              </a:ext>
            </a:extLst>
          </p:cNvPr>
          <p:cNvPicPr>
            <a:picLocks noChangeAspect="1"/>
          </p:cNvPicPr>
          <p:nvPr/>
        </p:nvPicPr>
        <p:blipFill>
          <a:blip r:embed="rId3"/>
          <a:stretch>
            <a:fillRect/>
          </a:stretch>
        </p:blipFill>
        <p:spPr>
          <a:xfrm>
            <a:off x="11091590" y="3829427"/>
            <a:ext cx="518168" cy="518168"/>
          </a:xfrm>
          <a:prstGeom prst="rect">
            <a:avLst/>
          </a:prstGeom>
        </p:spPr>
      </p:pic>
      <p:pic>
        <p:nvPicPr>
          <p:cNvPr id="39" name="Picture 38">
            <a:extLst>
              <a:ext uri="{FF2B5EF4-FFF2-40B4-BE49-F238E27FC236}">
                <a16:creationId xmlns:a16="http://schemas.microsoft.com/office/drawing/2014/main" id="{949F2346-FD32-4062-924E-49C629B5A553}"/>
              </a:ext>
            </a:extLst>
          </p:cNvPr>
          <p:cNvPicPr>
            <a:picLocks noChangeAspect="1"/>
          </p:cNvPicPr>
          <p:nvPr/>
        </p:nvPicPr>
        <p:blipFill>
          <a:blip r:embed="rId3"/>
          <a:stretch>
            <a:fillRect/>
          </a:stretch>
        </p:blipFill>
        <p:spPr>
          <a:xfrm>
            <a:off x="11091590" y="4363553"/>
            <a:ext cx="518168" cy="518168"/>
          </a:xfrm>
          <a:prstGeom prst="rect">
            <a:avLst/>
          </a:prstGeom>
        </p:spPr>
      </p:pic>
      <p:pic>
        <p:nvPicPr>
          <p:cNvPr id="41" name="Picture 40">
            <a:extLst>
              <a:ext uri="{FF2B5EF4-FFF2-40B4-BE49-F238E27FC236}">
                <a16:creationId xmlns:a16="http://schemas.microsoft.com/office/drawing/2014/main" id="{FD8AAD49-97C6-4664-9B7A-571F86DDB461}"/>
              </a:ext>
            </a:extLst>
          </p:cNvPr>
          <p:cNvPicPr>
            <a:picLocks noChangeAspect="1"/>
          </p:cNvPicPr>
          <p:nvPr/>
        </p:nvPicPr>
        <p:blipFill>
          <a:blip r:embed="rId3"/>
          <a:stretch>
            <a:fillRect/>
          </a:stretch>
        </p:blipFill>
        <p:spPr>
          <a:xfrm>
            <a:off x="11091590" y="4897678"/>
            <a:ext cx="518168" cy="518168"/>
          </a:xfrm>
          <a:prstGeom prst="rect">
            <a:avLst/>
          </a:prstGeom>
        </p:spPr>
      </p:pic>
    </p:spTree>
    <p:extLst>
      <p:ext uri="{BB962C8B-B14F-4D97-AF65-F5344CB8AC3E}">
        <p14:creationId xmlns:p14="http://schemas.microsoft.com/office/powerpoint/2010/main" val="3851672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6.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74639" y="295274"/>
            <a:ext cx="11889564" cy="917575"/>
          </a:xfrm>
        </p:spPr>
        <p:txBody>
          <a:bodyPr/>
          <a:lstStyle/>
          <a:p>
            <a:r>
              <a:rPr lang="en-US" dirty="0"/>
              <a:t>Application GW</a:t>
            </a:r>
          </a:p>
        </p:txBody>
      </p:sp>
      <p:sp>
        <p:nvSpPr>
          <p:cNvPr id="5" name="Isosceles Triangle 4">
            <a:extLst>
              <a:ext uri="{FF2B5EF4-FFF2-40B4-BE49-F238E27FC236}">
                <a16:creationId xmlns:a16="http://schemas.microsoft.com/office/drawing/2014/main" id="{B92B281D-D61D-45FD-B656-E928521618CD}"/>
              </a:ext>
            </a:extLst>
          </p:cNvPr>
          <p:cNvSpPr>
            <a:spLocks noChangeAspect="1"/>
          </p:cNvSpPr>
          <p:nvPr/>
        </p:nvSpPr>
        <p:spPr bwMode="auto">
          <a:xfrm rot="2709730">
            <a:off x="11197323" y="-161926"/>
            <a:ext cx="1829648" cy="914400"/>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5" name="Text Placeholder 5">
            <a:extLst>
              <a:ext uri="{FF2B5EF4-FFF2-40B4-BE49-F238E27FC236}">
                <a16:creationId xmlns:a16="http://schemas.microsoft.com/office/drawing/2014/main" id="{35B0CF23-3144-4B05-A24D-DA80A1A5024E}"/>
              </a:ext>
            </a:extLst>
          </p:cNvPr>
          <p:cNvSpPr>
            <a:spLocks noGrp="1"/>
          </p:cNvSpPr>
          <p:nvPr>
            <p:ph type="body" sz="quarter" idx="10"/>
          </p:nvPr>
        </p:nvSpPr>
        <p:spPr>
          <a:xfrm>
            <a:off x="362880" y="1212849"/>
            <a:ext cx="4118963" cy="2440668"/>
          </a:xfrm>
        </p:spPr>
        <p:txBody>
          <a:bodyPr/>
          <a:lstStyle/>
          <a:p>
            <a:pPr marL="0" lvl="1">
              <a:spcBef>
                <a:spcPts val="600"/>
              </a:spcBef>
              <a:spcAft>
                <a:spcPts val="600"/>
              </a:spcAft>
            </a:pPr>
            <a:r>
              <a:rPr lang="en-GB" dirty="0">
                <a:gradFill>
                  <a:gsLst>
                    <a:gs pos="0">
                      <a:schemeClr val="accent2"/>
                    </a:gs>
                    <a:gs pos="100000">
                      <a:schemeClr val="accent2"/>
                    </a:gs>
                  </a:gsLst>
                  <a:lin ang="5400000" scaled="0"/>
                </a:gradFill>
              </a:rPr>
              <a:t>Our Design</a:t>
            </a:r>
          </a:p>
          <a:p>
            <a:pPr marL="177800" lvl="1" indent="-177800">
              <a:spcBef>
                <a:spcPts val="0"/>
              </a:spcBef>
              <a:spcAft>
                <a:spcPts val="600"/>
              </a:spcAft>
              <a:buFont typeface="Arial" panose="020B0604020202020204" pitchFamily="34" charset="0"/>
              <a:buChar char="•"/>
            </a:pPr>
            <a:r>
              <a:rPr lang="en-GB" sz="1600" dirty="0"/>
              <a:t>Traffic Manger Control</a:t>
            </a:r>
            <a:endParaRPr lang="en-GB" sz="1200" dirty="0"/>
          </a:p>
          <a:p>
            <a:pPr marL="177800" lvl="1" indent="-177800">
              <a:spcBef>
                <a:spcPts val="0"/>
              </a:spcBef>
              <a:spcAft>
                <a:spcPts val="600"/>
              </a:spcAft>
              <a:buFont typeface="Arial" panose="020B0604020202020204" pitchFamily="34" charset="0"/>
              <a:buChar char="•"/>
            </a:pPr>
            <a:r>
              <a:rPr lang="en-GB" sz="1600" dirty="0"/>
              <a:t>Up to 6 APP GW’s / Region</a:t>
            </a:r>
          </a:p>
          <a:p>
            <a:pPr marL="406400" lvl="2" indent="-177800">
              <a:spcBef>
                <a:spcPts val="0"/>
              </a:spcBef>
              <a:spcAft>
                <a:spcPts val="600"/>
              </a:spcAft>
              <a:buFont typeface="Arial" panose="020B0604020202020204" pitchFamily="34" charset="0"/>
              <a:buChar char="•"/>
            </a:pPr>
            <a:r>
              <a:rPr lang="en-GB" sz="1200" dirty="0"/>
              <a:t>East / West US</a:t>
            </a:r>
          </a:p>
          <a:p>
            <a:pPr marL="406400" lvl="2" indent="-177800">
              <a:spcBef>
                <a:spcPts val="0"/>
              </a:spcBef>
              <a:spcAft>
                <a:spcPts val="600"/>
              </a:spcAft>
              <a:buFont typeface="Arial" panose="020B0604020202020204" pitchFamily="34" charset="0"/>
              <a:buChar char="•"/>
            </a:pPr>
            <a:r>
              <a:rPr lang="en-GB" sz="1200" dirty="0"/>
              <a:t>Up to 25 instances in each </a:t>
            </a:r>
          </a:p>
          <a:p>
            <a:pPr marL="406400" lvl="2" indent="-177800">
              <a:spcBef>
                <a:spcPts val="0"/>
              </a:spcBef>
              <a:spcAft>
                <a:spcPts val="600"/>
              </a:spcAft>
              <a:buFont typeface="Arial" panose="020B0604020202020204" pitchFamily="34" charset="0"/>
              <a:buChar char="•"/>
            </a:pPr>
            <a:r>
              <a:rPr lang="en-GB" sz="1200" dirty="0"/>
              <a:t>All SSL termination </a:t>
            </a:r>
          </a:p>
          <a:p>
            <a:pPr marL="177800" lvl="1" indent="-177800">
              <a:spcBef>
                <a:spcPts val="0"/>
              </a:spcBef>
              <a:spcAft>
                <a:spcPts val="600"/>
              </a:spcAft>
              <a:buFont typeface="Arial" panose="020B0604020202020204" pitchFamily="34" charset="0"/>
              <a:buChar char="•"/>
            </a:pPr>
            <a:r>
              <a:rPr lang="en-GB" sz="1600" dirty="0"/>
              <a:t>Auto Scale </a:t>
            </a:r>
          </a:p>
          <a:p>
            <a:pPr marL="406400" lvl="2" indent="-177800">
              <a:spcBef>
                <a:spcPts val="0"/>
              </a:spcBef>
              <a:spcAft>
                <a:spcPts val="600"/>
              </a:spcAft>
              <a:buFont typeface="Arial" panose="020B0604020202020204" pitchFamily="34" charset="0"/>
              <a:buChar char="•"/>
            </a:pPr>
            <a:endParaRPr lang="en-GB" sz="1200" dirty="0"/>
          </a:p>
        </p:txBody>
      </p:sp>
      <p:pic>
        <p:nvPicPr>
          <p:cNvPr id="2" name="Picture 1"/>
          <p:cNvPicPr>
            <a:picLocks noChangeAspect="1"/>
          </p:cNvPicPr>
          <p:nvPr/>
        </p:nvPicPr>
        <p:blipFill>
          <a:blip r:embed="rId3"/>
          <a:stretch>
            <a:fillRect/>
          </a:stretch>
        </p:blipFill>
        <p:spPr>
          <a:xfrm>
            <a:off x="467683" y="3734539"/>
            <a:ext cx="11503475" cy="1157425"/>
          </a:xfrm>
          <a:prstGeom prst="rect">
            <a:avLst/>
          </a:prstGeom>
        </p:spPr>
      </p:pic>
      <p:sp>
        <p:nvSpPr>
          <p:cNvPr id="9" name="Rectangle 8"/>
          <p:cNvSpPr/>
          <p:nvPr/>
        </p:nvSpPr>
        <p:spPr>
          <a:xfrm>
            <a:off x="3246315" y="5414281"/>
            <a:ext cx="6216650" cy="692497"/>
          </a:xfrm>
          <a:prstGeom prst="rect">
            <a:avLst/>
          </a:prstGeom>
        </p:spPr>
        <p:txBody>
          <a:bodyPr>
            <a:spAutoFit/>
          </a:bodyPr>
          <a:lstStyle/>
          <a:p>
            <a:pPr marL="0" lvl="1">
              <a:spcBef>
                <a:spcPts val="600"/>
              </a:spcBef>
              <a:spcAft>
                <a:spcPts val="600"/>
              </a:spcAft>
            </a:pPr>
            <a:r>
              <a:rPr lang="en-GB" dirty="0">
                <a:gradFill>
                  <a:gsLst>
                    <a:gs pos="0">
                      <a:schemeClr val="accent2"/>
                    </a:gs>
                    <a:gs pos="100000">
                      <a:schemeClr val="accent2"/>
                    </a:gs>
                  </a:gsLst>
                  <a:lin ang="5400000" scaled="0"/>
                </a:gradFill>
              </a:rPr>
              <a:t>What's Next? </a:t>
            </a:r>
          </a:p>
          <a:p>
            <a:pPr marL="177800" lvl="1" indent="-177800">
              <a:spcBef>
                <a:spcPts val="0"/>
              </a:spcBef>
              <a:spcAft>
                <a:spcPts val="600"/>
              </a:spcAft>
              <a:buFont typeface="Arial" panose="020B0604020202020204" pitchFamily="34" charset="0"/>
              <a:buChar char="•"/>
            </a:pPr>
            <a:r>
              <a:rPr lang="en-GB" sz="1600" dirty="0"/>
              <a:t>Performance Routing Traffic Manger &amp; Amsterdam</a:t>
            </a:r>
            <a:endParaRPr lang="en-GB" sz="12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5454" y="1212849"/>
            <a:ext cx="5955704" cy="2394561"/>
          </a:xfrm>
          <a:prstGeom prst="rect">
            <a:avLst/>
          </a:prstGeom>
        </p:spPr>
      </p:pic>
    </p:spTree>
    <p:extLst>
      <p:ext uri="{BB962C8B-B14F-4D97-AF65-F5344CB8AC3E}">
        <p14:creationId xmlns:p14="http://schemas.microsoft.com/office/powerpoint/2010/main" val="1885755565"/>
      </p:ext>
    </p:extLst>
  </p:cSld>
  <p:clrMapOvr>
    <a:masterClrMapping/>
  </p:clrMapOvr>
  <p:transition>
    <p:fade/>
  </p:transition>
</p:sld>
</file>

<file path=ppt/slides/slide57.xml><?xml version="1.0" encoding="utf-8"?>
<p:sld xmlns:a16="http://schemas.microsoft.com/office/drawing/2014/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Azure Networking at Ignite</a:t>
            </a:r>
          </a:p>
        </p:txBody>
      </p:sp>
      <p:graphicFrame>
        <p:nvGraphicFramePr>
          <p:cNvPr id="2" name="Table 1">
            <a:extLst>
              <a:ext uri="{FF2B5EF4-FFF2-40B4-BE49-F238E27FC236}">
                <a16:creationId xmlns:a16="http://schemas.microsoft.com/office/drawing/2014/main" id="{DB6C013C-D9EB-423F-AFCD-60337559D64A}"/>
              </a:ext>
            </a:extLst>
          </p:cNvPr>
          <p:cNvGraphicFramePr>
            <a:graphicFrameLocks noGrp="1"/>
          </p:cNvGraphicFramePr>
          <p:nvPr>
            <p:extLst>
              <p:ext uri="{D42A27DB-BD31-4B8C-83A1-F6EECF244321}">
                <p14:modId xmlns:p14="http://schemas.microsoft.com/office/powerpoint/2010/main" val="4035794467"/>
              </p:ext>
            </p:extLst>
          </p:nvPr>
        </p:nvGraphicFramePr>
        <p:xfrm>
          <a:off x="278175" y="1555957"/>
          <a:ext cx="11887816" cy="1485849"/>
        </p:xfrm>
        <a:graphic>
          <a:graphicData uri="http://schemas.openxmlformats.org/drawingml/2006/table">
            <a:tbl>
              <a:tblPr firstRow="1" bandRow="1">
                <a:tableStyleId>{5A111915-BE36-4E01-A7E5-04B1672EAD32}</a:tableStyleId>
              </a:tblPr>
              <a:tblGrid>
                <a:gridCol w="1414912">
                  <a:extLst>
                    <a:ext uri="{9D8B030D-6E8A-4147-A177-3AD203B41FA5}">
                      <a16:colId xmlns:a16="http://schemas.microsoft.com/office/drawing/2014/main" val="335835282"/>
                    </a:ext>
                  </a:extLst>
                </a:gridCol>
                <a:gridCol w="6510298">
                  <a:extLst>
                    <a:ext uri="{9D8B030D-6E8A-4147-A177-3AD203B41FA5}">
                      <a16:colId xmlns:a16="http://schemas.microsoft.com/office/drawing/2014/main" val="2179988473"/>
                    </a:ext>
                  </a:extLst>
                </a:gridCol>
                <a:gridCol w="1981303">
                  <a:extLst>
                    <a:ext uri="{9D8B030D-6E8A-4147-A177-3AD203B41FA5}">
                      <a16:colId xmlns:a16="http://schemas.microsoft.com/office/drawing/2014/main" val="3923041213"/>
                    </a:ext>
                  </a:extLst>
                </a:gridCol>
                <a:gridCol w="1981303">
                  <a:extLst>
                    <a:ext uri="{9D8B030D-6E8A-4147-A177-3AD203B41FA5}">
                      <a16:colId xmlns:a16="http://schemas.microsoft.com/office/drawing/2014/main" val="1183167301"/>
                    </a:ext>
                  </a:extLst>
                </a:gridCol>
              </a:tblGrid>
              <a:tr h="488372">
                <a:tc>
                  <a:txBody>
                    <a:bodyPr/>
                    <a:lstStyle/>
                    <a:p>
                      <a:r>
                        <a:rPr lang="en-US" sz="18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Code</a:t>
                      </a:r>
                    </a:p>
                  </a:txBody>
                  <a:tcPr marL="182854" marR="182854" marT="109712" marB="109712">
                    <a:solidFill>
                      <a:schemeClr val="accent1"/>
                    </a:solidFill>
                  </a:tcPr>
                </a:tc>
                <a:tc>
                  <a:txBody>
                    <a:bodyPr/>
                    <a:lstStyle/>
                    <a:p>
                      <a:r>
                        <a:rPr lang="en-US" sz="18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Title</a:t>
                      </a:r>
                    </a:p>
                  </a:txBody>
                  <a:tcPr marL="182854" marR="182854" marT="109712" marB="109712">
                    <a:solidFill>
                      <a:schemeClr val="accent1"/>
                    </a:solidFill>
                  </a:tcPr>
                </a:tc>
                <a:tc>
                  <a:txBody>
                    <a:bodyPr/>
                    <a:lstStyle/>
                    <a:p>
                      <a:r>
                        <a:rPr lang="en-US" sz="18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Day and time</a:t>
                      </a:r>
                    </a:p>
                  </a:txBody>
                  <a:tcPr marL="182854" marR="182854" marT="109712" marB="109712">
                    <a:solidFill>
                      <a:schemeClr val="accent1"/>
                    </a:solidFill>
                  </a:tcPr>
                </a:tc>
                <a:tc>
                  <a:txBody>
                    <a:bodyPr/>
                    <a:lstStyle/>
                    <a:p>
                      <a:r>
                        <a:rPr lang="en-US" sz="1800" dirty="0">
                          <a:gradFill>
                            <a:gsLst>
                              <a:gs pos="12025">
                                <a:schemeClr val="tx1"/>
                              </a:gs>
                              <a:gs pos="33000">
                                <a:schemeClr val="tx1"/>
                              </a:gs>
                            </a:gsLst>
                            <a:lin ang="5400000" scaled="0"/>
                          </a:gradFill>
                          <a:latin typeface="Segoe UI" panose="020B0502040204020203" pitchFamily="34" charset="0"/>
                          <a:cs typeface="Segoe UI" panose="020B0502040204020203" pitchFamily="34" charset="0"/>
                        </a:rPr>
                        <a:t>Location</a:t>
                      </a:r>
                    </a:p>
                  </a:txBody>
                  <a:tcPr marL="182854" marR="182854" marT="109712" marB="109712">
                    <a:solidFill>
                      <a:schemeClr val="accent1"/>
                    </a:solidFill>
                  </a:tcPr>
                </a:tc>
                <a:extLst>
                  <a:ext uri="{0D108BD9-81ED-4DB2-BD59-A6C34878D82A}">
                    <a16:rowId xmlns:a16="http://schemas.microsoft.com/office/drawing/2014/main" val="3887999203"/>
                  </a:ext>
                </a:extLst>
              </a:tr>
              <a:tr h="992105">
                <a:tc>
                  <a:txBody>
                    <a:bodyPr/>
                    <a:lstStyle/>
                    <a:p>
                      <a:pPr>
                        <a:lnSpc>
                          <a:spcPct val="90000"/>
                        </a:lnSpc>
                      </a:pPr>
                      <a:r>
                        <a:rPr lang="en-US" sz="1600" dirty="0">
                          <a:gradFill>
                            <a:gsLst>
                              <a:gs pos="4430">
                                <a:schemeClr val="bg1"/>
                              </a:gs>
                              <a:gs pos="12025">
                                <a:schemeClr val="bg1"/>
                              </a:gs>
                            </a:gsLst>
                            <a:lin ang="5400000" scaled="0"/>
                          </a:gradFill>
                          <a:latin typeface="Segoe UI" panose="020B0502040204020203" pitchFamily="34" charset="0"/>
                          <a:cs typeface="Segoe UI" panose="020B0502040204020203" pitchFamily="34" charset="0"/>
                        </a:rPr>
                        <a:t>BRK4032</a:t>
                      </a:r>
                    </a:p>
                  </a:txBody>
                  <a:tcPr marL="182854" marR="182854" marT="109712" marB="109712" anchor="ctr">
                    <a:solidFill>
                      <a:schemeClr val="tx1"/>
                    </a:solidFill>
                  </a:tcPr>
                </a:tc>
                <a:tc>
                  <a:txBody>
                    <a:bodyPr/>
                    <a:lstStyle/>
                    <a:p>
                      <a:pPr marL="0" marR="0" lvl="0" indent="0" algn="l" defTabSz="932742" rtl="0" eaLnBrk="1" fontAlgn="auto" latinLnBrk="0" hangingPunct="1">
                        <a:lnSpc>
                          <a:spcPct val="90000"/>
                        </a:lnSpc>
                        <a:spcBef>
                          <a:spcPts val="0"/>
                        </a:spcBef>
                        <a:spcAft>
                          <a:spcPts val="0"/>
                        </a:spcAft>
                        <a:buClrTx/>
                        <a:buSzTx/>
                        <a:buFontTx/>
                        <a:buNone/>
                        <a:tabLst/>
                        <a:defRPr/>
                      </a:pPr>
                      <a:r>
                        <a:rPr lang="en-US" sz="1600" kern="1200" dirty="0">
                          <a:gradFill>
                            <a:gsLst>
                              <a:gs pos="4430">
                                <a:schemeClr val="bg1"/>
                              </a:gs>
                              <a:gs pos="12025">
                                <a:schemeClr val="bg1"/>
                              </a:gs>
                            </a:gsLst>
                            <a:lin ang="5400000" scaled="0"/>
                          </a:gradFill>
                          <a:effectLst/>
                          <a:latin typeface="Segoe UI" panose="020B0502040204020203" pitchFamily="34" charset="0"/>
                          <a:cs typeface="Segoe UI" panose="020B0502040204020203" pitchFamily="34" charset="0"/>
                        </a:rPr>
                        <a:t>Monitoring, diagnosing and debugging with Azure networking</a:t>
                      </a:r>
                      <a:endParaRPr lang="en-US" sz="1600" b="0" i="0" kern="1200" dirty="0">
                        <a:gradFill>
                          <a:gsLst>
                            <a:gs pos="4430">
                              <a:schemeClr val="bg1"/>
                            </a:gs>
                            <a:gs pos="12025">
                              <a:schemeClr val="bg1"/>
                            </a:gs>
                          </a:gsLst>
                          <a:lin ang="5400000" scaled="0"/>
                        </a:gradFill>
                        <a:effectLst/>
                        <a:latin typeface="Segoe UI" panose="020B0502040204020203" pitchFamily="34" charset="0"/>
                        <a:ea typeface="+mn-ea"/>
                        <a:cs typeface="Segoe UI" panose="020B0502040204020203" pitchFamily="34" charset="0"/>
                      </a:endParaRPr>
                    </a:p>
                  </a:txBody>
                  <a:tcPr marL="182854" marR="182854" marT="109712" marB="109712" anchor="ctr">
                    <a:solidFill>
                      <a:schemeClr val="tx1"/>
                    </a:solidFill>
                  </a:tcPr>
                </a:tc>
                <a:tc>
                  <a:txBody>
                    <a:bodyPr/>
                    <a:lstStyle/>
                    <a:p>
                      <a:pPr>
                        <a:lnSpc>
                          <a:spcPct val="90000"/>
                        </a:lnSpc>
                      </a:pPr>
                      <a:r>
                        <a:rPr lang="en-US" sz="1600" dirty="0">
                          <a:gradFill>
                            <a:gsLst>
                              <a:gs pos="4430">
                                <a:schemeClr val="bg1"/>
                              </a:gs>
                              <a:gs pos="12025">
                                <a:schemeClr val="bg1"/>
                              </a:gs>
                            </a:gsLst>
                            <a:lin ang="5400000" scaled="0"/>
                          </a:gradFill>
                          <a:latin typeface="Segoe UI" panose="020B0502040204020203" pitchFamily="34" charset="0"/>
                          <a:cs typeface="Segoe UI" panose="020B0502040204020203" pitchFamily="34" charset="0"/>
                        </a:rPr>
                        <a:t>Friday</a:t>
                      </a:r>
                    </a:p>
                    <a:p>
                      <a:pPr>
                        <a:lnSpc>
                          <a:spcPct val="90000"/>
                        </a:lnSpc>
                      </a:pPr>
                      <a:r>
                        <a:rPr lang="en-US" sz="1600" dirty="0">
                          <a:gradFill>
                            <a:gsLst>
                              <a:gs pos="4430">
                                <a:schemeClr val="bg1"/>
                              </a:gs>
                              <a:gs pos="12025">
                                <a:schemeClr val="bg1"/>
                              </a:gs>
                            </a:gsLst>
                            <a:lin ang="5400000" scaled="0"/>
                          </a:gradFill>
                          <a:latin typeface="Segoe UI" panose="020B0502040204020203" pitchFamily="34" charset="0"/>
                          <a:cs typeface="Segoe UI" panose="020B0502040204020203" pitchFamily="34" charset="0"/>
                        </a:rPr>
                        <a:t>9:00 am</a:t>
                      </a:r>
                    </a:p>
                  </a:txBody>
                  <a:tcPr marL="182854" marR="182854" marT="109712" marB="109712" anchor="ctr">
                    <a:solidFill>
                      <a:schemeClr val="tx1"/>
                    </a:solidFill>
                  </a:tcPr>
                </a:tc>
                <a:tc>
                  <a:txBody>
                    <a:bodyPr/>
                    <a:lstStyle/>
                    <a:p>
                      <a:pPr>
                        <a:lnSpc>
                          <a:spcPct val="90000"/>
                        </a:lnSpc>
                      </a:pPr>
                      <a:r>
                        <a:rPr lang="en-US" sz="1600" dirty="0">
                          <a:gradFill>
                            <a:gsLst>
                              <a:gs pos="4430">
                                <a:schemeClr val="bg1"/>
                              </a:gs>
                              <a:gs pos="12025">
                                <a:schemeClr val="bg1"/>
                              </a:gs>
                            </a:gsLst>
                            <a:lin ang="5400000" scaled="0"/>
                          </a:gradFill>
                          <a:latin typeface="Segoe UI" panose="020B0502040204020203" pitchFamily="34" charset="0"/>
                          <a:cs typeface="Segoe UI" panose="020B0502040204020203" pitchFamily="34" charset="0"/>
                        </a:rPr>
                        <a:t>Hyatt Regency Windermere Y</a:t>
                      </a:r>
                    </a:p>
                  </a:txBody>
                  <a:tcPr marL="182854" marR="182854" marT="109712" marB="109712" anchor="ctr">
                    <a:solidFill>
                      <a:schemeClr val="tx1"/>
                    </a:solidFill>
                  </a:tcPr>
                </a:tc>
                <a:extLst>
                  <a:ext uri="{0D108BD9-81ED-4DB2-BD59-A6C34878D82A}">
                    <a16:rowId xmlns:a16="http://schemas.microsoft.com/office/drawing/2014/main" val="2368214297"/>
                  </a:ext>
                </a:extLst>
              </a:tr>
            </a:tbl>
          </a:graphicData>
        </a:graphic>
      </p:graphicFrame>
    </p:spTree>
    <p:extLst>
      <p:ext uri="{BB962C8B-B14F-4D97-AF65-F5344CB8AC3E}">
        <p14:creationId xmlns:p14="http://schemas.microsoft.com/office/powerpoint/2010/main" val="61274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16="http://schemas.microsoft.com/office/drawing/2014/main"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D9725B-698E-47E3-B931-CB100214DE36}"/>
              </a:ext>
            </a:extLst>
          </p:cNvPr>
          <p:cNvSpPr/>
          <p:nvPr/>
        </p:nvSpPr>
        <p:spPr bwMode="auto">
          <a:xfrm>
            <a:off x="0" y="0"/>
            <a:ext cx="4389437"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 name="Text Placeholder 2"/>
          <p:cNvSpPr>
            <a:spLocks noGrp="1"/>
          </p:cNvSpPr>
          <p:nvPr>
            <p:ph type="body" sz="quarter" idx="10"/>
          </p:nvPr>
        </p:nvSpPr>
        <p:spPr>
          <a:xfrm>
            <a:off x="5760073" y="4074692"/>
            <a:ext cx="6934200" cy="1486561"/>
          </a:xfrm>
          <a:prstGeom prst="rect">
            <a:avLst/>
          </a:prstGeom>
        </p:spPr>
        <p:txBody>
          <a:bodyPr lIns="182880" tIns="146304" rIns="182880" bIns="146304"/>
          <a:lstStyle/>
          <a:p>
            <a:pPr marL="0" indent="0">
              <a:buClr>
                <a:schemeClr val="tx1"/>
              </a:buClr>
              <a:buNone/>
              <a:defRPr/>
            </a:pPr>
            <a:r>
              <a:rPr lang="en-US" sz="3000" dirty="0">
                <a:gradFill>
                  <a:gsLst>
                    <a:gs pos="99115">
                      <a:schemeClr val="tx1"/>
                    </a:gs>
                    <a:gs pos="59000">
                      <a:schemeClr val="tx1"/>
                    </a:gs>
                  </a:gsLst>
                  <a:lin ang="5400000" scaled="0"/>
                </a:gradFill>
                <a:latin typeface="+mn-lt"/>
              </a:rPr>
              <a:t>Phone:</a:t>
            </a:r>
            <a:r>
              <a:rPr lang="en-US" sz="3000" dirty="0">
                <a:gradFill>
                  <a:gsLst>
                    <a:gs pos="99115">
                      <a:schemeClr val="tx2"/>
                    </a:gs>
                    <a:gs pos="59000">
                      <a:schemeClr val="tx2"/>
                    </a:gs>
                  </a:gsLst>
                  <a:lin ang="5400000" scaled="0"/>
                </a:gradFill>
                <a:latin typeface="+mn-lt"/>
              </a:rPr>
              <a:t> </a:t>
            </a:r>
            <a:r>
              <a:rPr lang="en-US" sz="3000" dirty="0">
                <a:gradFill>
                  <a:gsLst>
                    <a:gs pos="99115">
                      <a:schemeClr val="tx1"/>
                    </a:gs>
                    <a:gs pos="59000">
                      <a:schemeClr val="tx1"/>
                    </a:gs>
                  </a:gsLst>
                  <a:lin ang="5400000" scaled="0"/>
                </a:gradFill>
                <a:latin typeface="+mn-lt"/>
              </a:rPr>
              <a:t>download and use the </a:t>
            </a:r>
            <a:br>
              <a:rPr lang="en-US" sz="3000" dirty="0">
                <a:gradFill>
                  <a:gsLst>
                    <a:gs pos="99115">
                      <a:schemeClr val="tx1"/>
                    </a:gs>
                    <a:gs pos="59000">
                      <a:schemeClr val="tx1"/>
                    </a:gs>
                  </a:gsLst>
                  <a:lin ang="5400000" scaled="0"/>
                </a:gradFill>
                <a:latin typeface="+mn-lt"/>
              </a:rPr>
            </a:br>
            <a:r>
              <a:rPr lang="en-US" sz="3000" dirty="0">
                <a:gradFill>
                  <a:gsLst>
                    <a:gs pos="99115">
                      <a:schemeClr val="tx1"/>
                    </a:gs>
                    <a:gs pos="59000">
                      <a:schemeClr val="tx1"/>
                    </a:gs>
                  </a:gsLst>
                  <a:lin ang="5400000" scaled="0"/>
                </a:gradFill>
                <a:latin typeface="+mn-lt"/>
              </a:rPr>
              <a:t>Microsoft Ignite mobile app </a:t>
            </a:r>
            <a:r>
              <a:rPr lang="en-US" sz="2600" dirty="0">
                <a:gradFill>
                  <a:gsLst>
                    <a:gs pos="99115">
                      <a:schemeClr val="tx1"/>
                    </a:gs>
                    <a:gs pos="59000">
                      <a:schemeClr val="tx1"/>
                    </a:gs>
                  </a:gsLst>
                  <a:lin ang="5400000" scaled="0"/>
                </a:gradFill>
                <a:latin typeface="+mn-lt"/>
                <a:hlinkClick r:id="rId3"/>
              </a:rPr>
              <a:t>https://aka.ms/ignite.mobileapp</a:t>
            </a:r>
            <a:endParaRPr lang="en-US" sz="2600" dirty="0">
              <a:gradFill>
                <a:gsLst>
                  <a:gs pos="0">
                    <a:schemeClr val="tx2"/>
                  </a:gs>
                  <a:gs pos="100000">
                    <a:schemeClr val="tx2"/>
                  </a:gs>
                </a:gsLst>
                <a:lin ang="5400000" scaled="0"/>
              </a:gradFill>
              <a:latin typeface="+mn-lt"/>
            </a:endParaRPr>
          </a:p>
        </p:txBody>
      </p:sp>
      <p:sp>
        <p:nvSpPr>
          <p:cNvPr id="2" name="Title 1"/>
          <p:cNvSpPr>
            <a:spLocks noGrp="1"/>
          </p:cNvSpPr>
          <p:nvPr>
            <p:ph type="title"/>
          </p:nvPr>
        </p:nvSpPr>
        <p:spPr>
          <a:xfrm>
            <a:off x="274639" y="1362868"/>
            <a:ext cx="4571999" cy="2556631"/>
          </a:xfrm>
        </p:spPr>
        <p:txBody>
          <a:bodyPr/>
          <a:lstStyle/>
          <a:p>
            <a:r>
              <a:rPr lang="en-US" sz="6000" dirty="0">
                <a:gradFill>
                  <a:gsLst>
                    <a:gs pos="730">
                      <a:schemeClr val="bg1"/>
                    </a:gs>
                    <a:gs pos="15328">
                      <a:schemeClr val="bg1"/>
                    </a:gs>
                  </a:gsLst>
                  <a:lin ang="5400000" scaled="0"/>
                </a:gradFill>
              </a:rPr>
              <a:t>Please evaluate </a:t>
            </a:r>
            <a:br>
              <a:rPr lang="en-US" sz="6000" dirty="0">
                <a:gradFill>
                  <a:gsLst>
                    <a:gs pos="730">
                      <a:schemeClr val="bg1"/>
                    </a:gs>
                    <a:gs pos="15328">
                      <a:schemeClr val="bg1"/>
                    </a:gs>
                  </a:gsLst>
                  <a:lin ang="5400000" scaled="0"/>
                </a:gradFill>
              </a:rPr>
            </a:br>
            <a:r>
              <a:rPr lang="en-US" sz="6000" dirty="0">
                <a:gradFill>
                  <a:gsLst>
                    <a:gs pos="730">
                      <a:schemeClr val="bg1"/>
                    </a:gs>
                    <a:gs pos="15328">
                      <a:schemeClr val="bg1"/>
                    </a:gs>
                  </a:gsLst>
                  <a:lin ang="5400000" scaled="0"/>
                </a:gradFill>
              </a:rPr>
              <a:t>this session</a:t>
            </a:r>
            <a:endParaRPr lang="en-US" sz="3800" dirty="0">
              <a:gradFill>
                <a:gsLst>
                  <a:gs pos="99115">
                    <a:schemeClr val="bg1"/>
                  </a:gs>
                  <a:gs pos="59000">
                    <a:schemeClr val="bg1"/>
                  </a:gs>
                </a:gsLst>
                <a:lin ang="5400000" scaled="0"/>
              </a:gradFill>
              <a:latin typeface="+mn-lt"/>
              <a:cs typeface="+mn-cs"/>
            </a:endParaRPr>
          </a:p>
        </p:txBody>
      </p:sp>
      <p:cxnSp>
        <p:nvCxnSpPr>
          <p:cNvPr id="12" name="Straight Connector 11">
            <a:extLst>
              <a:ext uri="{FF2B5EF4-FFF2-40B4-BE49-F238E27FC236}">
                <a16:creationId xmlns:a16="http://schemas.microsoft.com/office/drawing/2014/main" id="{5CA2B6D0-1B0B-498E-90D0-2ECABE78343B}"/>
              </a:ext>
            </a:extLst>
          </p:cNvPr>
          <p:cNvCxnSpPr>
            <a:cxnSpLocks/>
          </p:cNvCxnSpPr>
          <p:nvPr/>
        </p:nvCxnSpPr>
        <p:spPr>
          <a:xfrm>
            <a:off x="5313362" y="2194560"/>
            <a:ext cx="0" cy="2398955"/>
          </a:xfrm>
          <a:prstGeom prst="line">
            <a:avLst/>
          </a:prstGeom>
          <a:ln w="2222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9175C7-AC9A-4FEF-89A0-6AD4F117D55D}"/>
              </a:ext>
            </a:extLst>
          </p:cNvPr>
          <p:cNvSpPr/>
          <p:nvPr/>
        </p:nvSpPr>
        <p:spPr>
          <a:xfrm>
            <a:off x="4887304" y="1515919"/>
            <a:ext cx="848309" cy="634020"/>
          </a:xfrm>
          <a:prstGeom prst="rect">
            <a:avLst/>
          </a:prstGeom>
        </p:spPr>
        <p:txBody>
          <a:bodyPr wrap="none">
            <a:spAutoFit/>
          </a:bodyPr>
          <a:lstStyle/>
          <a:p>
            <a:pPr marL="0" marR="0" lvl="0" indent="0" algn="ctr" defTabSz="932742" rtl="0" eaLnBrk="1" fontAlgn="auto" latinLnBrk="0" hangingPunct="1">
              <a:lnSpc>
                <a:spcPct val="80000"/>
              </a:lnSpc>
              <a:spcBef>
                <a:spcPts val="0"/>
              </a:spcBef>
              <a:spcAft>
                <a:spcPts val="0"/>
              </a:spcAft>
              <a:buClrTx/>
              <a:buSzTx/>
              <a:buFontTx/>
              <a:buNone/>
              <a:tabLst/>
              <a:defRPr/>
            </a:pP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From</a:t>
            </a:r>
            <a:b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b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your</a:t>
            </a:r>
            <a:endParaRPr kumimoji="0" lang="en-US" sz="2200" b="0" i="0" u="none" strike="noStrike" kern="1200" cap="none" spc="0" normalizeH="0" baseline="0" noProof="0" dirty="0">
              <a:ln>
                <a:noFill/>
              </a:ln>
              <a:solidFill>
                <a:srgbClr val="353535"/>
              </a:solidFill>
              <a:effectLst/>
              <a:uLnTx/>
              <a:uFillTx/>
              <a:latin typeface="Yu Gothic UI Semibold" panose="020B0700000000000000" pitchFamily="34" charset="-128"/>
              <a:ea typeface="Yu Gothic UI Semibold" panose="020B0700000000000000" pitchFamily="34" charset="-128"/>
              <a:cs typeface="+mn-cs"/>
            </a:endParaRPr>
          </a:p>
        </p:txBody>
      </p:sp>
      <p:sp>
        <p:nvSpPr>
          <p:cNvPr id="6" name="Rectangle 5">
            <a:extLst>
              <a:ext uri="{FF2B5EF4-FFF2-40B4-BE49-F238E27FC236}">
                <a16:creationId xmlns:a16="http://schemas.microsoft.com/office/drawing/2014/main" id="{E7885C01-B146-43BF-9012-6CA206FE755E}"/>
              </a:ext>
            </a:extLst>
          </p:cNvPr>
          <p:cNvSpPr/>
          <p:nvPr/>
        </p:nvSpPr>
        <p:spPr>
          <a:xfrm>
            <a:off x="5760073" y="2787823"/>
            <a:ext cx="6433639" cy="954107"/>
          </a:xfrm>
          <a:prstGeom prst="rect">
            <a:avLst/>
          </a:prstGeom>
        </p:spPr>
        <p:txBody>
          <a:bodyPr wrap="square" lIns="182880">
            <a:spAutoFit/>
          </a:bodyPr>
          <a:lstStyle/>
          <a:p>
            <a:pPr marL="0" marR="0" lvl="0" indent="0" algn="l" defTabSz="932742" rtl="0" eaLnBrk="1" fontAlgn="auto" latinLnBrk="0" hangingPunct="1">
              <a:lnSpc>
                <a:spcPct val="100000"/>
              </a:lnSpc>
              <a:spcBef>
                <a:spcPts val="0"/>
              </a:spcBef>
              <a:spcAft>
                <a:spcPts val="0"/>
              </a:spcAft>
              <a:buClr>
                <a:srgbClr val="353535"/>
              </a:buClr>
              <a:buSzTx/>
              <a:buFontTx/>
              <a:buNone/>
              <a:tabLst/>
              <a:defRPr/>
            </a:pP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PC or tablet: visit </a:t>
            </a:r>
            <a:r>
              <a:rPr kumimoji="0" lang="en-US" sz="3000" b="0" i="0" u="none" strike="noStrike" kern="1200" cap="none" spc="0" normalizeH="0" baseline="0" noProof="0" dirty="0" err="1">
                <a:ln>
                  <a:noFill/>
                </a:ln>
                <a:gradFill>
                  <a:gsLst>
                    <a:gs pos="99115">
                      <a:srgbClr val="353535"/>
                    </a:gs>
                    <a:gs pos="59000">
                      <a:srgbClr val="353535"/>
                    </a:gs>
                  </a:gsLst>
                  <a:lin ang="5400000" scaled="0"/>
                </a:gradFill>
                <a:effectLst/>
                <a:uLnTx/>
                <a:uFillTx/>
                <a:latin typeface="Segoe UI Semilight"/>
                <a:ea typeface="+mn-ea"/>
                <a:cs typeface="+mn-cs"/>
              </a:rPr>
              <a:t>MyIgnite</a:t>
            </a: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 </a:t>
            </a:r>
            <a:r>
              <a:rPr kumimoji="0" lang="en-US" sz="26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hlinkClick r:id="rId4"/>
              </a:rPr>
              <a:t>https://myignite.microsoft.com/evaluations</a:t>
            </a:r>
            <a:endParaRPr kumimoji="0" lang="en-US" sz="26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endParaRPr>
          </a:p>
        </p:txBody>
      </p:sp>
      <p:grpSp>
        <p:nvGrpSpPr>
          <p:cNvPr id="27" name="Group 26">
            <a:extLst>
              <a:ext uri="{FF2B5EF4-FFF2-40B4-BE49-F238E27FC236}">
                <a16:creationId xmlns:a16="http://schemas.microsoft.com/office/drawing/2014/main" id="{0A04A1B0-654D-4751-9FBA-CAC97491AE69}"/>
              </a:ext>
            </a:extLst>
          </p:cNvPr>
          <p:cNvGrpSpPr/>
          <p:nvPr/>
        </p:nvGrpSpPr>
        <p:grpSpPr>
          <a:xfrm>
            <a:off x="4941392" y="2723277"/>
            <a:ext cx="743940" cy="743940"/>
            <a:chOff x="5068714" y="2346760"/>
            <a:chExt cx="743940" cy="743940"/>
          </a:xfrm>
        </p:grpSpPr>
        <p:sp>
          <p:nvSpPr>
            <p:cNvPr id="14" name="Oval 13">
              <a:extLst>
                <a:ext uri="{FF2B5EF4-FFF2-40B4-BE49-F238E27FC236}">
                  <a16:creationId xmlns:a16="http://schemas.microsoft.com/office/drawing/2014/main" id="{20FECF53-763C-4271-B8F8-A4A716465651}"/>
                </a:ext>
              </a:extLst>
            </p:cNvPr>
            <p:cNvSpPr/>
            <p:nvPr/>
          </p:nvSpPr>
          <p:spPr bwMode="auto">
            <a:xfrm>
              <a:off x="5068714" y="2346760"/>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8" name="Group 17">
              <a:extLst>
                <a:ext uri="{FF2B5EF4-FFF2-40B4-BE49-F238E27FC236}">
                  <a16:creationId xmlns:a16="http://schemas.microsoft.com/office/drawing/2014/main" id="{ABCE3E8E-E197-418C-979E-8FE840FCCE46}"/>
                </a:ext>
              </a:extLst>
            </p:cNvPr>
            <p:cNvGrpSpPr/>
            <p:nvPr/>
          </p:nvGrpSpPr>
          <p:grpSpPr>
            <a:xfrm>
              <a:off x="5245660" y="2601662"/>
              <a:ext cx="400129" cy="282590"/>
              <a:chOff x="5395125" y="2601662"/>
              <a:chExt cx="400129" cy="282590"/>
            </a:xfrm>
          </p:grpSpPr>
          <p:sp>
            <p:nvSpPr>
              <p:cNvPr id="8" name="monitor">
                <a:extLst>
                  <a:ext uri="{FF2B5EF4-FFF2-40B4-BE49-F238E27FC236}">
                    <a16:creationId xmlns:a16="http://schemas.microsoft.com/office/drawing/2014/main" id="{46EF422B-0A0E-4BC9-B7F7-14EB673BF803}"/>
                  </a:ext>
                </a:extLst>
              </p:cNvPr>
              <p:cNvSpPr>
                <a:spLocks noChangeAspect="1" noEditPoints="1"/>
              </p:cNvSpPr>
              <p:nvPr/>
            </p:nvSpPr>
            <p:spPr bwMode="auto">
              <a:xfrm>
                <a:off x="5395125" y="2601662"/>
                <a:ext cx="315012" cy="241423"/>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gradFill>
                  <a:effectLst/>
                  <a:uLnTx/>
                  <a:uFillTx/>
                  <a:latin typeface="Segoe UI Semilight"/>
                  <a:ea typeface="+mn-ea"/>
                  <a:cs typeface="+mn-cs"/>
                </a:endParaRPr>
              </a:p>
            </p:txBody>
          </p:sp>
          <p:sp>
            <p:nvSpPr>
              <p:cNvPr id="9" name="Tablet_E70A">
                <a:extLst>
                  <a:ext uri="{FF2B5EF4-FFF2-40B4-BE49-F238E27FC236}">
                    <a16:creationId xmlns:a16="http://schemas.microsoft.com/office/drawing/2014/main" id="{E48E46B1-20A4-4C88-803F-9B0A95D29A31}"/>
                  </a:ext>
                </a:extLst>
              </p:cNvPr>
              <p:cNvSpPr>
                <a:spLocks noChangeAspect="1" noEditPoints="1"/>
              </p:cNvSpPr>
              <p:nvPr/>
            </p:nvSpPr>
            <p:spPr bwMode="auto">
              <a:xfrm>
                <a:off x="5556527" y="2709004"/>
                <a:ext cx="238727" cy="175248"/>
              </a:xfrm>
              <a:custGeom>
                <a:avLst/>
                <a:gdLst>
                  <a:gd name="T0" fmla="*/ 3748 w 3748"/>
                  <a:gd name="T1" fmla="*/ 2562 h 2749"/>
                  <a:gd name="T2" fmla="*/ 3561 w 3748"/>
                  <a:gd name="T3" fmla="*/ 2749 h 2749"/>
                  <a:gd name="T4" fmla="*/ 187 w 3748"/>
                  <a:gd name="T5" fmla="*/ 2749 h 2749"/>
                  <a:gd name="T6" fmla="*/ 0 w 3748"/>
                  <a:gd name="T7" fmla="*/ 2562 h 2749"/>
                  <a:gd name="T8" fmla="*/ 0 w 3748"/>
                  <a:gd name="T9" fmla="*/ 187 h 2749"/>
                  <a:gd name="T10" fmla="*/ 187 w 3748"/>
                  <a:gd name="T11" fmla="*/ 0 h 2749"/>
                  <a:gd name="T12" fmla="*/ 3561 w 3748"/>
                  <a:gd name="T13" fmla="*/ 0 h 2749"/>
                  <a:gd name="T14" fmla="*/ 3748 w 3748"/>
                  <a:gd name="T15" fmla="*/ 187 h 2749"/>
                  <a:gd name="T16" fmla="*/ 3748 w 3748"/>
                  <a:gd name="T17" fmla="*/ 2562 h 2749"/>
                  <a:gd name="T18" fmla="*/ 2124 w 3748"/>
                  <a:gd name="T19" fmla="*/ 2249 h 2749"/>
                  <a:gd name="T20" fmla="*/ 1624 w 3748"/>
                  <a:gd name="T21" fmla="*/ 2249 h 2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48" h="2749">
                    <a:moveTo>
                      <a:pt x="3748" y="2562"/>
                    </a:moveTo>
                    <a:cubicBezTo>
                      <a:pt x="3748" y="2665"/>
                      <a:pt x="3665" y="2749"/>
                      <a:pt x="3561" y="2749"/>
                    </a:cubicBezTo>
                    <a:cubicBezTo>
                      <a:pt x="187" y="2749"/>
                      <a:pt x="187" y="2749"/>
                      <a:pt x="187" y="2749"/>
                    </a:cubicBezTo>
                    <a:cubicBezTo>
                      <a:pt x="83" y="2749"/>
                      <a:pt x="0" y="2665"/>
                      <a:pt x="0" y="2562"/>
                    </a:cubicBezTo>
                    <a:cubicBezTo>
                      <a:pt x="0" y="187"/>
                      <a:pt x="0" y="187"/>
                      <a:pt x="0" y="187"/>
                    </a:cubicBezTo>
                    <a:cubicBezTo>
                      <a:pt x="0" y="84"/>
                      <a:pt x="83" y="0"/>
                      <a:pt x="187" y="0"/>
                    </a:cubicBezTo>
                    <a:cubicBezTo>
                      <a:pt x="3561" y="0"/>
                      <a:pt x="3561" y="0"/>
                      <a:pt x="3561" y="0"/>
                    </a:cubicBezTo>
                    <a:cubicBezTo>
                      <a:pt x="3665" y="0"/>
                      <a:pt x="3748" y="84"/>
                      <a:pt x="3748" y="187"/>
                    </a:cubicBezTo>
                    <a:lnTo>
                      <a:pt x="3748" y="2562"/>
                    </a:lnTo>
                    <a:close/>
                    <a:moveTo>
                      <a:pt x="2124" y="2249"/>
                    </a:moveTo>
                    <a:cubicBezTo>
                      <a:pt x="1624" y="2249"/>
                      <a:pt x="1624" y="2249"/>
                      <a:pt x="1624" y="2249"/>
                    </a:cubicBezTo>
                  </a:path>
                </a:pathLst>
              </a:custGeom>
              <a:solidFill>
                <a:schemeClr val="bg2"/>
              </a:solidFill>
              <a:ln w="19050" cap="sq">
                <a:solidFill>
                  <a:schemeClr val="tx2"/>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grpSp>
      <p:grpSp>
        <p:nvGrpSpPr>
          <p:cNvPr id="26" name="Group 25">
            <a:extLst>
              <a:ext uri="{FF2B5EF4-FFF2-40B4-BE49-F238E27FC236}">
                <a16:creationId xmlns:a16="http://schemas.microsoft.com/office/drawing/2014/main" id="{0D475C12-F58C-47F7-A112-19817A71A592}"/>
              </a:ext>
            </a:extLst>
          </p:cNvPr>
          <p:cNvGrpSpPr/>
          <p:nvPr/>
        </p:nvGrpSpPr>
        <p:grpSpPr>
          <a:xfrm>
            <a:off x="4941392" y="4032455"/>
            <a:ext cx="743940" cy="743940"/>
            <a:chOff x="5068714" y="3881848"/>
            <a:chExt cx="743940" cy="743940"/>
          </a:xfrm>
        </p:grpSpPr>
        <p:sp>
          <p:nvSpPr>
            <p:cNvPr id="13" name="Oval 12">
              <a:extLst>
                <a:ext uri="{FF2B5EF4-FFF2-40B4-BE49-F238E27FC236}">
                  <a16:creationId xmlns:a16="http://schemas.microsoft.com/office/drawing/2014/main" id="{E850657F-341F-46CD-B568-9F12BFBAB36C}"/>
                </a:ext>
              </a:extLst>
            </p:cNvPr>
            <p:cNvSpPr/>
            <p:nvPr/>
          </p:nvSpPr>
          <p:spPr bwMode="auto">
            <a:xfrm>
              <a:off x="5068714" y="3881848"/>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9" name="CellPhone_E8EA">
              <a:extLst>
                <a:ext uri="{FF2B5EF4-FFF2-40B4-BE49-F238E27FC236}">
                  <a16:creationId xmlns:a16="http://schemas.microsoft.com/office/drawing/2014/main" id="{F052BA03-A0B1-4396-9842-B0076DAA3ADA}"/>
                </a:ext>
              </a:extLst>
            </p:cNvPr>
            <p:cNvSpPr>
              <a:spLocks noChangeAspect="1" noEditPoints="1"/>
            </p:cNvSpPr>
            <p:nvPr/>
          </p:nvSpPr>
          <p:spPr bwMode="auto">
            <a:xfrm>
              <a:off x="5347257" y="4098132"/>
              <a:ext cx="186854" cy="311373"/>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sp>
        <p:nvSpPr>
          <p:cNvPr id="22" name="Rectangle 21">
            <a:extLst>
              <a:ext uri="{FF2B5EF4-FFF2-40B4-BE49-F238E27FC236}">
                <a16:creationId xmlns:a16="http://schemas.microsoft.com/office/drawing/2014/main" id="{7DA17646-8F75-4C68-9CDA-774778D40EA7}"/>
              </a:ext>
            </a:extLst>
          </p:cNvPr>
          <p:cNvSpPr/>
          <p:nvPr/>
        </p:nvSpPr>
        <p:spPr>
          <a:xfrm>
            <a:off x="386990" y="4418183"/>
            <a:ext cx="2723184" cy="1200329"/>
          </a:xfrm>
          <a:prstGeom prst="rect">
            <a:avLst/>
          </a:prstGeom>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99115">
                      <a:srgbClr val="FFFFFF"/>
                    </a:gs>
                    <a:gs pos="59000">
                      <a:srgbClr val="FFFFFF"/>
                    </a:gs>
                  </a:gsLst>
                  <a:lin ang="5400000" scaled="0"/>
                </a:gradFill>
                <a:effectLst/>
                <a:uLnTx/>
                <a:uFillTx/>
                <a:latin typeface="Segoe UI Semilight"/>
                <a:ea typeface="+mn-ea"/>
                <a:cs typeface="+mn-cs"/>
              </a:rPr>
              <a:t>Your input is important!</a:t>
            </a:r>
            <a:endParaRPr kumimoji="0" lang="en-US" sz="3600" b="0" i="0" u="none" strike="noStrike" kern="1200" cap="none" spc="0" normalizeH="0" baseline="0" noProof="0" dirty="0">
              <a:ln>
                <a:noFill/>
              </a:ln>
              <a:solidFill>
                <a:srgbClr val="353535"/>
              </a:solidFill>
              <a:effectLst/>
              <a:uLnTx/>
              <a:uFillTx/>
              <a:latin typeface="Segoe UI Semilight"/>
              <a:ea typeface="+mn-ea"/>
              <a:cs typeface="+mn-cs"/>
            </a:endParaRPr>
          </a:p>
        </p:txBody>
      </p:sp>
      <p:cxnSp>
        <p:nvCxnSpPr>
          <p:cNvPr id="24" name="Straight Connector 23">
            <a:extLst>
              <a:ext uri="{FF2B5EF4-FFF2-40B4-BE49-F238E27FC236}">
                <a16:creationId xmlns:a16="http://schemas.microsoft.com/office/drawing/2014/main" id="{F03C15D5-5757-4828-9C06-1FFB713B3281}"/>
              </a:ext>
            </a:extLst>
          </p:cNvPr>
          <p:cNvCxnSpPr/>
          <p:nvPr/>
        </p:nvCxnSpPr>
        <p:spPr>
          <a:xfrm>
            <a:off x="478715" y="4168841"/>
            <a:ext cx="3475038" cy="0"/>
          </a:xfrm>
          <a:prstGeom prst="line">
            <a:avLst/>
          </a:prstGeom>
          <a:ln w="12700">
            <a:solidFill>
              <a:schemeClr val="bg1">
                <a:alpha val="68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 name="instructions" hidden="1"/>
          <p:cNvSpPr>
            <a:spLocks noChangeArrowheads="1"/>
          </p:cNvSpPr>
          <p:nvPr/>
        </p:nvSpPr>
        <p:spPr bwMode="auto">
          <a:xfrm rot="850369">
            <a:off x="1736858" y="2495425"/>
            <a:ext cx="9326033" cy="654747"/>
          </a:xfrm>
          <a:prstGeom prst="rect">
            <a:avLst/>
          </a:prstGeom>
          <a:solidFill>
            <a:srgbClr val="FFFFFF"/>
          </a:solidFill>
          <a:ln w="9525">
            <a:solidFill>
              <a:schemeClr val="tx1"/>
            </a:solidFill>
            <a:miter lim="800000"/>
            <a:headEnd/>
            <a:tailEnd/>
          </a:ln>
        </p:spPr>
        <p:txBody>
          <a:bodyPr lIns="77714" tIns="38856" rIns="77714" bIns="38856">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Segoe UI Semilight"/>
                <a:ea typeface="+mn-ea"/>
                <a:cs typeface="+mn-cs"/>
              </a:rPr>
              <a:t>Please expand notes window at bottom of slide and read. </a:t>
            </a:r>
            <a:br>
              <a:rPr kumimoji="0" lang="en-US" sz="1800" b="1" i="0" u="none" strike="noStrike" kern="0" cap="none" spc="0" normalizeH="0" baseline="0" noProof="0" dirty="0">
                <a:ln>
                  <a:noFill/>
                </a:ln>
                <a:solidFill>
                  <a:srgbClr val="FF0000"/>
                </a:solidFill>
                <a:effectLst/>
                <a:uLnTx/>
                <a:uFillTx/>
                <a:latin typeface="Segoe UI Semilight"/>
                <a:ea typeface="+mn-ea"/>
                <a:cs typeface="+mn-cs"/>
              </a:rPr>
            </a:br>
            <a:r>
              <a:rPr kumimoji="0" lang="en-US" sz="1800" b="1" i="0" u="none" strike="noStrike" kern="0" cap="none" spc="0" normalizeH="0" baseline="0" noProof="0" dirty="0">
                <a:ln>
                  <a:noFill/>
                </a:ln>
                <a:solidFill>
                  <a:srgbClr val="FF0000"/>
                </a:solidFill>
                <a:effectLst/>
                <a:uLnTx/>
                <a:uFillTx/>
                <a:latin typeface="Segoe UI Semilight"/>
                <a:ea typeface="+mn-ea"/>
                <a:cs typeface="+mn-cs"/>
              </a:rPr>
              <a:t>Then Delete this text box.</a:t>
            </a:r>
          </a:p>
        </p:txBody>
      </p:sp>
    </p:spTree>
    <p:extLst>
      <p:ext uri="{BB962C8B-B14F-4D97-AF65-F5344CB8AC3E}">
        <p14:creationId xmlns:p14="http://schemas.microsoft.com/office/powerpoint/2010/main" val="115099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35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10" presetClass="entr" presetSubtype="0" fill="hold" grpId="0" nodeType="withEffect">
                                  <p:stCondLst>
                                    <p:cond delay="35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42" presetClass="path" presetSubtype="0" decel="100000" fill="hold" grpId="1" nodeType="withEffect">
                                  <p:stCondLst>
                                    <p:cond delay="350"/>
                                  </p:stCondLst>
                                  <p:childTnLst>
                                    <p:animMotion origin="layout" path="M 2.62956E-6 1.45256E-7 L 2.62956E-6 0.05039 " pathEditMode="relative" rAng="0" ptsTypes="AA">
                                      <p:cBhvr>
                                        <p:cTn id="16" dur="500" spd="-100000" fill="hold"/>
                                        <p:tgtEl>
                                          <p:spTgt spid="2"/>
                                        </p:tgtEl>
                                        <p:attrNameLst>
                                          <p:attrName>ppt_x</p:attrName>
                                          <p:attrName>ppt_y</p:attrName>
                                        </p:attrNameLst>
                                      </p:cBhvr>
                                      <p:rCtr x="0" y="2519"/>
                                    </p:animMotion>
                                  </p:childTnLst>
                                </p:cTn>
                              </p:par>
                              <p:par>
                                <p:cTn id="17" presetID="10" presetClass="entr" presetSubtype="0" fill="hold" grpId="0" nodeType="withEffect">
                                  <p:stCondLst>
                                    <p:cond delay="3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path" presetSubtype="0" decel="100000" fill="hold" grpId="1" nodeType="withEffect">
                                  <p:stCondLst>
                                    <p:cond delay="350"/>
                                  </p:stCondLst>
                                  <p:childTnLst>
                                    <p:animMotion origin="layout" path="M 3.55629E-6 4.87971E-6 L 3.55629E-6 -0.05448 " pathEditMode="relative" rAng="0" ptsTypes="AA">
                                      <p:cBhvr>
                                        <p:cTn id="21" dur="500" spd="-100000" fill="hold"/>
                                        <p:tgtEl>
                                          <p:spTgt spid="22"/>
                                        </p:tgtEl>
                                        <p:attrNameLst>
                                          <p:attrName>ppt_x</p:attrName>
                                          <p:attrName>ppt_y</p:attrName>
                                        </p:attrNameLst>
                                      </p:cBhvr>
                                      <p:rCtr x="0" y="-2724"/>
                                    </p:animMotion>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1"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up)">
                                      <p:cBhvr>
                                        <p:cTn id="28" dur="500"/>
                                        <p:tgtEl>
                                          <p:spTgt spid="12"/>
                                        </p:tgtEl>
                                      </p:cBhvr>
                                    </p:animEffect>
                                  </p:childTnLst>
                                </p:cTn>
                              </p:par>
                              <p:par>
                                <p:cTn id="29" presetID="53" presetClass="entr" presetSubtype="16"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350" fill="hold"/>
                                        <p:tgtEl>
                                          <p:spTgt spid="27"/>
                                        </p:tgtEl>
                                        <p:attrNameLst>
                                          <p:attrName>ppt_w</p:attrName>
                                        </p:attrNameLst>
                                      </p:cBhvr>
                                      <p:tavLst>
                                        <p:tav tm="0">
                                          <p:val>
                                            <p:fltVal val="0"/>
                                          </p:val>
                                        </p:tav>
                                        <p:tav tm="100000">
                                          <p:val>
                                            <p:strVal val="#ppt_w"/>
                                          </p:val>
                                        </p:tav>
                                      </p:tavLst>
                                    </p:anim>
                                    <p:anim calcmode="lin" valueType="num">
                                      <p:cBhvr>
                                        <p:cTn id="32" dur="350" fill="hold"/>
                                        <p:tgtEl>
                                          <p:spTgt spid="27"/>
                                        </p:tgtEl>
                                        <p:attrNameLst>
                                          <p:attrName>ppt_h</p:attrName>
                                        </p:attrNameLst>
                                      </p:cBhvr>
                                      <p:tavLst>
                                        <p:tav tm="0">
                                          <p:val>
                                            <p:fltVal val="0"/>
                                          </p:val>
                                        </p:tav>
                                        <p:tav tm="100000">
                                          <p:val>
                                            <p:strVal val="#ppt_h"/>
                                          </p:val>
                                        </p:tav>
                                      </p:tavLst>
                                    </p:anim>
                                    <p:animEffect transition="in" filter="fade">
                                      <p:cBhvr>
                                        <p:cTn id="33" dur="35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42" presetClass="path" presetSubtype="0" decel="100000" fill="hold" grpId="1" nodeType="withEffect">
                                  <p:stCondLst>
                                    <p:cond delay="0"/>
                                  </p:stCondLst>
                                  <p:childTnLst>
                                    <p:animMotion origin="layout" path="M 4.18943E-6 3.5951E-6 L -0.03677 3.5951E-6 " pathEditMode="relative" rAng="0" ptsTypes="AA">
                                      <p:cBhvr>
                                        <p:cTn id="38" dur="500" spd="-100000" fill="hold"/>
                                        <p:tgtEl>
                                          <p:spTgt spid="6"/>
                                        </p:tgtEl>
                                        <p:attrNameLst>
                                          <p:attrName>ppt_x</p:attrName>
                                          <p:attrName>ppt_y</p:attrName>
                                        </p:attrNameLst>
                                      </p:cBhvr>
                                      <p:rCtr x="-1838" y="0"/>
                                    </p:animMotion>
                                  </p:childTnLst>
                                </p:cTn>
                              </p:par>
                              <p:par>
                                <p:cTn id="39" presetID="53" presetClass="entr" presetSubtype="16" fill="hold" nodeType="withEffect">
                                  <p:stCondLst>
                                    <p:cond delay="300"/>
                                  </p:stCondLst>
                                  <p:childTnLst>
                                    <p:set>
                                      <p:cBhvr>
                                        <p:cTn id="40" dur="1" fill="hold">
                                          <p:stCondLst>
                                            <p:cond delay="0"/>
                                          </p:stCondLst>
                                        </p:cTn>
                                        <p:tgtEl>
                                          <p:spTgt spid="26"/>
                                        </p:tgtEl>
                                        <p:attrNameLst>
                                          <p:attrName>style.visibility</p:attrName>
                                        </p:attrNameLst>
                                      </p:cBhvr>
                                      <p:to>
                                        <p:strVal val="visible"/>
                                      </p:to>
                                    </p:set>
                                    <p:anim calcmode="lin" valueType="num">
                                      <p:cBhvr>
                                        <p:cTn id="41" dur="350" fill="hold"/>
                                        <p:tgtEl>
                                          <p:spTgt spid="26"/>
                                        </p:tgtEl>
                                        <p:attrNameLst>
                                          <p:attrName>ppt_w</p:attrName>
                                        </p:attrNameLst>
                                      </p:cBhvr>
                                      <p:tavLst>
                                        <p:tav tm="0">
                                          <p:val>
                                            <p:fltVal val="0"/>
                                          </p:val>
                                        </p:tav>
                                        <p:tav tm="100000">
                                          <p:val>
                                            <p:strVal val="#ppt_w"/>
                                          </p:val>
                                        </p:tav>
                                      </p:tavLst>
                                    </p:anim>
                                    <p:anim calcmode="lin" valueType="num">
                                      <p:cBhvr>
                                        <p:cTn id="42" dur="350" fill="hold"/>
                                        <p:tgtEl>
                                          <p:spTgt spid="26"/>
                                        </p:tgtEl>
                                        <p:attrNameLst>
                                          <p:attrName>ppt_h</p:attrName>
                                        </p:attrNameLst>
                                      </p:cBhvr>
                                      <p:tavLst>
                                        <p:tav tm="0">
                                          <p:val>
                                            <p:fltVal val="0"/>
                                          </p:val>
                                        </p:tav>
                                        <p:tav tm="100000">
                                          <p:val>
                                            <p:strVal val="#ppt_h"/>
                                          </p:val>
                                        </p:tav>
                                      </p:tavLst>
                                    </p:anim>
                                    <p:animEffect transition="in" filter="fade">
                                      <p:cBhvr>
                                        <p:cTn id="43" dur="350"/>
                                        <p:tgtEl>
                                          <p:spTgt spid="26"/>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42" presetClass="path" presetSubtype="0" decel="100000" fill="hold" grpId="1" nodeType="withEffect">
                                  <p:stCondLst>
                                    <p:cond delay="300"/>
                                  </p:stCondLst>
                                  <p:childTnLst>
                                    <p:animMotion origin="layout" path="M -4.30687E-6 -3.40899E-6 L -0.03676 -3.40899E-6 " pathEditMode="relative" rAng="0" ptsTypes="AA">
                                      <p:cBhvr>
                                        <p:cTn id="48" dur="500" spd="-100000" fill="hold"/>
                                        <p:tgtEl>
                                          <p:spTgt spid="3"/>
                                        </p:tgtEl>
                                        <p:attrNameLst>
                                          <p:attrName>ppt_x</p:attrName>
                                          <p:attrName>ppt_y</p:attrName>
                                        </p:attrNameLst>
                                      </p:cBhvr>
                                      <p:rCtr x="-18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3" grpId="1"/>
      <p:bldP spid="2" grpId="0"/>
      <p:bldP spid="2" grpId="1"/>
      <p:bldP spid="10" grpId="0"/>
      <p:bldP spid="6" grpId="0"/>
      <p:bldP spid="6" grpId="1"/>
      <p:bldP spid="22" grpId="0"/>
      <p:bldP spid="22" grpId="1"/>
    </p:bldLst>
  </p:timing>
</p:sld>
</file>

<file path=ppt/slides/slide59.xml><?xml version="1.0" encoding="utf-8"?>
<p:sld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562007"/>
      </p:ext>
    </p:extLst>
  </p:cSld>
  <p:clrMapOvr>
    <a:masterClrMapping/>
  </p:clrMapOvr>
  <p:transition>
    <p:fade/>
  </p:transition>
</p:sld>
</file>

<file path=ppt/theme/theme1.xml><?xml version="1.0" encoding="utf-8"?>
<a:theme xmlns:a="http://schemas.openxmlformats.org/drawingml/2006/main" name="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42DFBAD3-C25F-4FC8-963A-1F73730D7E5C}"/>
    </a:ext>
  </a:extLst>
</a:theme>
</file>

<file path=ppt/theme/theme2.xml><?xml version="1.0" encoding="utf-8"?>
<a:theme xmlns:a="http://schemas.openxmlformats.org/drawingml/2006/main" name="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7C638A3A-D771-4183-8214-2AFBE384714F}"/>
    </a:ext>
  </a:extLst>
</a:theme>
</file>

<file path=ppt/theme/theme3.xml><?xml version="1.0" encoding="utf-8"?>
<a:theme xmlns:a="http://schemas.openxmlformats.org/drawingml/2006/main" name="1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42DFBAD3-C25F-4FC8-963A-1F73730D7E5C}"/>
    </a:ext>
  </a:extLst>
</a:theme>
</file>

<file path=ppt/theme/theme4.xml><?xml version="1.0" encoding="utf-8"?>
<a:theme xmlns:a="http://schemas.openxmlformats.org/drawingml/2006/main" name="2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F7CA4DD3-8A26-4BFE-B361-277536E70685}" vid="{DC517985-AF00-427B-A27C-74FF5728D0B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FDBB4F0889BF2419CB9EA44FF1429FA" ma:contentTypeVersion="11" ma:contentTypeDescription="Create a new document." ma:contentTypeScope="" ma:versionID="fb9ff6a491cb1ec3e39c0f17a7f96efe">
  <xsd:schema xmlns:xsd="http://www.w3.org/2001/XMLSchema" xmlns:xs="http://www.w3.org/2001/XMLSchema" xmlns:p="http://schemas.microsoft.com/office/2006/metadata/properties" xmlns:ns1="http://schemas.microsoft.com/sharepoint/v3" xmlns:ns2="3b9af552-2b14-4910-80cd-378aef83003c" xmlns:ns3="43f28748-5687-4d61-8ef2-201b658d07c3" xmlns:ns4="2c008217-f122-4bcc-81e5-a534c75eb296" targetNamespace="http://schemas.microsoft.com/office/2006/metadata/properties" ma:root="true" ma:fieldsID="fe280534652dfd6cafbfe9197be3c43e" ns1:_="" ns2:_="" ns3:_="" ns4:_="">
    <xsd:import namespace="http://schemas.microsoft.com/sharepoint/v3"/>
    <xsd:import namespace="3b9af552-2b14-4910-80cd-378aef83003c"/>
    <xsd:import namespace="43f28748-5687-4d61-8ef2-201b658d07c3"/>
    <xsd:import namespace="2c008217-f122-4bcc-81e5-a534c75eb296"/>
    <xsd:element name="properties">
      <xsd:complexType>
        <xsd:sequence>
          <xsd:element name="documentManagement">
            <xsd:complexType>
              <xsd:all>
                <xsd:element ref="ns2:SharedWithUsers" minOccurs="0"/>
                <xsd:element ref="ns2:SharedWithDetails" minOccurs="0"/>
                <xsd:element ref="ns1:_ip_UnifiedCompliancePolicyProperties" minOccurs="0"/>
                <xsd:element ref="ns1:_ip_UnifiedCompliancePolicyUIAction" minOccurs="0"/>
                <xsd:element ref="ns3:LastSharedByUser" minOccurs="0"/>
                <xsd:element ref="ns3:LastSharedByTime" minOccurs="0"/>
                <xsd:element ref="ns4:MediaServiceMetadata" minOccurs="0"/>
                <xsd:element ref="ns4:MediaServiceFastMetadata" minOccurs="0"/>
                <xsd:element ref="ns4:MediaServiceDateTaken" minOccurs="0"/>
                <xsd:element ref="ns4:MediaServiceAutoTag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9af552-2b14-4910-80cd-378aef83003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f28748-5687-4d61-8ef2-201b658d07c3" elementFormDefault="qualified">
    <xsd:import namespace="http://schemas.microsoft.com/office/2006/documentManagement/types"/>
    <xsd:import namespace="http://schemas.microsoft.com/office/infopath/2007/PartnerControls"/>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008217-f122-4bcc-81e5-a534c75eb296" elementFormDefault="qualified">
    <xsd:import namespace="http://schemas.microsoft.com/office/2006/documentManagement/types"/>
    <xsd:import namespace="http://schemas.microsoft.com/office/infopath/2007/PartnerControls"/>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DateTaken" ma:index="16" nillable="true" ma:displayName="MediaServiceDateTaken" ma:description="" ma:hidden="true" ma:internalName="MediaServiceDateTaken" ma:readOnly="true">
      <xsd:simpleType>
        <xsd:restriction base="dms:Text"/>
      </xsd:simpleType>
    </xsd:element>
    <xsd:element name="MediaServiceAutoTags" ma:index="17" nillable="true" ma:displayName="MediaServiceAutoTags" ma:description="" ma:internalName="MediaServiceAutoTags" ma:readOnly="true">
      <xsd:simpleType>
        <xsd:restriction base="dms:Text"/>
      </xsd:simpleType>
    </xsd:element>
    <xsd:element name="MediaServiceOCR" ma:index="18" nillable="true" ma:displayName="MediaServiceOCR" ma:description=""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schemas.microsoft.com/sharepoint/v3"/>
    <ds:schemaRef ds:uri="http://purl.org/dc/elements/1.1/"/>
    <ds:schemaRef ds:uri="http://schemas.openxmlformats.org/package/2006/metadata/core-properties"/>
    <ds:schemaRef ds:uri="http://schemas.microsoft.com/office/infopath/2007/PartnerControls"/>
    <ds:schemaRef ds:uri="2c008217-f122-4bcc-81e5-a534c75eb296"/>
    <ds:schemaRef ds:uri="http://purl.org/dc/terms/"/>
    <ds:schemaRef ds:uri="43f28748-5687-4d61-8ef2-201b658d07c3"/>
    <ds:schemaRef ds:uri="http://schemas.microsoft.com/office/2006/metadata/properties"/>
    <ds:schemaRef ds:uri="http://schemas.microsoft.com/office/2006/documentManagement/types"/>
    <ds:schemaRef ds:uri="3b9af552-2b14-4910-80cd-378aef83003c"/>
    <ds:schemaRef ds:uri="http://www.w3.org/XML/1998/namespace"/>
    <ds:schemaRef ds:uri="http://purl.org/dc/dcmitype/"/>
  </ds:schemaRefs>
</ds:datastoreItem>
</file>

<file path=customXml/itemProps3.xml><?xml version="1.0" encoding="utf-8"?>
<ds:datastoreItem xmlns:ds="http://schemas.openxmlformats.org/officeDocument/2006/customXml" ds:itemID="{FDC1AAE4-4C8F-44BF-8CDD-D035C975C5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b9af552-2b14-4910-80cd-378aef83003c"/>
    <ds:schemaRef ds:uri="43f28748-5687-4d61-8ef2-201b658d07c3"/>
    <ds:schemaRef ds:uri="2c008217-f122-4bcc-81e5-a534c75eb2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897</TotalTime>
  <Words>6663</Words>
  <Application>Microsoft Office PowerPoint</Application>
  <PresentationFormat>Custom</PresentationFormat>
  <Paragraphs>1340</Paragraphs>
  <Slides>59</Slides>
  <Notes>56</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59</vt:i4>
      </vt:variant>
    </vt:vector>
  </HeadingPairs>
  <TitlesOfParts>
    <vt:vector size="75" baseType="lpstr">
      <vt:lpstr>ＭＳ Ｐゴシック</vt:lpstr>
      <vt:lpstr>ＭＳ Ｐゴシック</vt:lpstr>
      <vt:lpstr>Yu Gothic UI Semibold</vt:lpstr>
      <vt:lpstr>Arial</vt:lpstr>
      <vt:lpstr>Calibri</vt:lpstr>
      <vt:lpstr>Consolas</vt:lpstr>
      <vt:lpstr>Segoe UI</vt:lpstr>
      <vt:lpstr>Segoe UI Light</vt:lpstr>
      <vt:lpstr>Segoe UI Semibold</vt:lpstr>
      <vt:lpstr>Segoe UI Semilight</vt:lpstr>
      <vt:lpstr>Selawik Semibold</vt:lpstr>
      <vt:lpstr>Wingdings</vt:lpstr>
      <vt:lpstr>5-50109_Microsoft_Light_Template</vt:lpstr>
      <vt:lpstr>5-50109_Microsoft_Dark_Template</vt:lpstr>
      <vt:lpstr>1_5-50109_Microsoft_Light_Template</vt:lpstr>
      <vt:lpstr>2_5-50109_Microsoft_Light_Template</vt:lpstr>
      <vt:lpstr>Building highly available, secure, and scalable services for the enterprise with Azure Networking </vt:lpstr>
      <vt:lpstr>Session overview</vt:lpstr>
      <vt:lpstr>Why Load Balancing?</vt:lpstr>
      <vt:lpstr>Load balancing scenarios</vt:lpstr>
      <vt:lpstr>What’s New?</vt:lpstr>
      <vt:lpstr>Load Balancer</vt:lpstr>
      <vt:lpstr>Load Balancer</vt:lpstr>
      <vt:lpstr>Announcing: Load Balancer Standard (Preview)</vt:lpstr>
      <vt:lpstr>Expands to entire VNet</vt:lpstr>
      <vt:lpstr>Virtual Appliance resiliency is difficult today</vt:lpstr>
      <vt:lpstr>Reference Architecture: NVA with HA Ports</vt:lpstr>
      <vt:lpstr>Advanced Analytics</vt:lpstr>
      <vt:lpstr>Understand data plane health</vt:lpstr>
      <vt:lpstr>Outbound connections (SNAT)</vt:lpstr>
      <vt:lpstr>SKUs for Load Balancer &amp; Public IP (ARM)</vt:lpstr>
      <vt:lpstr>Reference Architecture : Web App with AZs</vt:lpstr>
      <vt:lpstr>ARM Template—Cross-Zone VMSS and LB</vt:lpstr>
      <vt:lpstr>ARM Template—Zonal VM</vt:lpstr>
      <vt:lpstr>Demo</vt:lpstr>
      <vt:lpstr>Scenario</vt:lpstr>
      <vt:lpstr>Takeaways</vt:lpstr>
      <vt:lpstr>Go to aka.ms/lbpreview</vt:lpstr>
      <vt:lpstr>Load balancing scenarios</vt:lpstr>
      <vt:lpstr>Application Gateway</vt:lpstr>
      <vt:lpstr>Application Gateway</vt:lpstr>
      <vt:lpstr>Enhanced connectivity </vt:lpstr>
      <vt:lpstr>SSL management</vt:lpstr>
      <vt:lpstr>URL routing and  multi-site support</vt:lpstr>
      <vt:lpstr>Diagnostics</vt:lpstr>
      <vt:lpstr>PowerPoint Presentation</vt:lpstr>
      <vt:lpstr>Application Gateway redirection</vt:lpstr>
      <vt:lpstr>Multi-tenant  backend support</vt:lpstr>
      <vt:lpstr>Custom probes enhancements</vt:lpstr>
      <vt:lpstr>Web Application Firewall (WAF)</vt:lpstr>
      <vt:lpstr>WAF preconfigured rules</vt:lpstr>
      <vt:lpstr>WAF user configurable rules</vt:lpstr>
      <vt:lpstr>Monitor intrusions</vt:lpstr>
      <vt:lpstr>Load balancing scenarios</vt:lpstr>
      <vt:lpstr>Traffic Manager</vt:lpstr>
      <vt:lpstr>Global Resiliency &amp; Performance with DNS</vt:lpstr>
      <vt:lpstr>Traffic Manager Routing Methods</vt:lpstr>
      <vt:lpstr>Traffic Manager Routing Methods</vt:lpstr>
      <vt:lpstr>Traffic Manager Routing Methods</vt:lpstr>
      <vt:lpstr>Traffic Manager Routing Methods</vt:lpstr>
      <vt:lpstr>Traffic Manager Real User Measurements</vt:lpstr>
      <vt:lpstr>Traffic Manager Routing Methods</vt:lpstr>
      <vt:lpstr>Traffic Manager—Traffic View</vt:lpstr>
      <vt:lpstr>Demo</vt:lpstr>
      <vt:lpstr>Demo Config</vt:lpstr>
      <vt:lpstr>Symantec: Journey with Azure</vt:lpstr>
      <vt:lpstr>Norton Cloud Services</vt:lpstr>
      <vt:lpstr>Traffic Manager</vt:lpstr>
      <vt:lpstr>SPOC &amp; ALB</vt:lpstr>
      <vt:lpstr>ALB Scale &amp; Performance</vt:lpstr>
      <vt:lpstr>Shasta and Application GW</vt:lpstr>
      <vt:lpstr>Application GW</vt:lpstr>
      <vt:lpstr>Azure Networking at Ignite</vt:lpstr>
      <vt:lpstr>Please evaluate  this session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highly available, secure, and scalable services for the enterprise with Azure Networking</dc:title>
  <dc:creator>Christian Kuhtz</dc:creator>
  <cp:lastModifiedBy>MS Events 0119</cp:lastModifiedBy>
  <cp:revision>92</cp:revision>
  <dcterms:modified xsi:type="dcterms:W3CDTF">2017-09-28T16:03:23Z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0x010100AFDBB4F0889BF2419CB9EA44FF1429FA</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55;#Orange County Convention Center|bd993e89-aa48-4695-84e0-3b53e88b1a79</vt:lpwstr>
  </property>
  <property fmtid="{D5CDD505-2E9C-101B-9397-08002B2CF9AE}" pid="7" name="Track">
    <vt:lpwstr/>
  </property>
  <property fmtid="{D5CDD505-2E9C-101B-9397-08002B2CF9AE}" pid="8" name="Event Location">
    <vt:lpwstr>54;#Orlando|8cc4ed56-1866-4501-a22c-89aafde6f59b</vt:lpwstr>
  </property>
  <property fmtid="{D5CDD505-2E9C-101B-9397-08002B2CF9AE}" pid="9" name="Campaign">
    <vt:lpwstr/>
  </property>
  <property fmtid="{D5CDD505-2E9C-101B-9397-08002B2CF9AE}" pid="10" name="IsMyDocuments">
    <vt:bool>true</vt:bool>
  </property>
  <property fmtid="{D5CDD505-2E9C-101B-9397-08002B2CF9AE}" pid="11" name="TaxKeyword">
    <vt:lpwstr>53;#Microsoft Ignite 2017|21d30605-03f6-4b08-a63a-5a553eb19f84</vt:lpwstr>
  </property>
  <property fmtid="{D5CDD505-2E9C-101B-9397-08002B2CF9AE}" pid="12" name="Audience1">
    <vt:lpwstr/>
  </property>
  <property fmtid="{D5CDD505-2E9C-101B-9397-08002B2CF9AE}" pid="13" name="Event Name">
    <vt:lpwstr>16;#Microsoft Ignite|9323c522-fe4b-4922-816b-10a1920d7afb</vt:lpwstr>
  </property>
  <property fmtid="{D5CDD505-2E9C-101B-9397-08002B2CF9AE}" pid="14" name="MSIP_Label_f42aa342-8706-4288-bd11-ebb85995028c_Enabled">
    <vt:lpwstr>True</vt:lpwstr>
  </property>
  <property fmtid="{D5CDD505-2E9C-101B-9397-08002B2CF9AE}" pid="15" name="MSIP_Label_f42aa342-8706-4288-bd11-ebb85995028c_SiteId">
    <vt:lpwstr>72f988bf-86f1-41af-91ab-2d7cd011db47</vt:lpwstr>
  </property>
  <property fmtid="{D5CDD505-2E9C-101B-9397-08002B2CF9AE}" pid="16" name="MSIP_Label_f42aa342-8706-4288-bd11-ebb85995028c_Ref">
    <vt:lpwstr>https://api.informationprotection.azure.com/api/72f988bf-86f1-41af-91ab-2d7cd011db47</vt:lpwstr>
  </property>
  <property fmtid="{D5CDD505-2E9C-101B-9397-08002B2CF9AE}" pid="17" name="MSIP_Label_f42aa342-8706-4288-bd11-ebb85995028c_Owner">
    <vt:lpwstr>mjbrown@microsoft.com</vt:lpwstr>
  </property>
  <property fmtid="{D5CDD505-2E9C-101B-9397-08002B2CF9AE}" pid="18" name="MSIP_Label_f42aa342-8706-4288-bd11-ebb85995028c_SetDate">
    <vt:lpwstr>2017-07-27T13:53:06.4622198-07:00</vt:lpwstr>
  </property>
  <property fmtid="{D5CDD505-2E9C-101B-9397-08002B2CF9AE}" pid="19" name="MSIP_Label_f42aa342-8706-4288-bd11-ebb85995028c_Name">
    <vt:lpwstr>General</vt:lpwstr>
  </property>
  <property fmtid="{D5CDD505-2E9C-101B-9397-08002B2CF9AE}" pid="20" name="MSIP_Label_f42aa342-8706-4288-bd11-ebb85995028c_Application">
    <vt:lpwstr>Microsoft Azure Information Protection</vt:lpwstr>
  </property>
  <property fmtid="{D5CDD505-2E9C-101B-9397-08002B2CF9AE}" pid="21" name="MSIP_Label_f42aa342-8706-4288-bd11-ebb85995028c_Extended_MSFT_Method">
    <vt:lpwstr>Automatic</vt:lpwstr>
  </property>
  <property fmtid="{D5CDD505-2E9C-101B-9397-08002B2CF9AE}" pid="22" name="Sensitivity">
    <vt:lpwstr>General</vt:lpwstr>
  </property>
</Properties>
</file>